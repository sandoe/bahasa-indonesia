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62" r:id="rId2"/>
    <p:sldId id="257" r:id="rId3"/>
    <p:sldId id="258" r:id="rId4"/>
    <p:sldId id="261" r:id="rId5"/>
    <p:sldId id="259" r:id="rId6"/>
    <p:sldId id="260" r:id="rId7"/>
    <p:sldId id="264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88" autoAdjust="0"/>
    <p:restoredTop sz="94660"/>
  </p:normalViewPr>
  <p:slideViewPr>
    <p:cSldViewPr snapToGrid="0">
      <p:cViewPr>
        <p:scale>
          <a:sx n="90" d="100"/>
          <a:sy n="90" d="100"/>
        </p:scale>
        <p:origin x="282" y="-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060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684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7163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567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356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412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50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155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384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291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4649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96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enefits &amp; Importance of Having Hobbies for Students | Study Circus">
            <a:extLst>
              <a:ext uri="{FF2B5EF4-FFF2-40B4-BE49-F238E27FC236}">
                <a16:creationId xmlns:a16="http://schemas.microsoft.com/office/drawing/2014/main" id="{D76CE1E0-C56F-4025-8CD5-EFD6CD0A2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866" y="132793"/>
            <a:ext cx="9818576" cy="4902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ED017D6-2BDE-40BD-BD1B-B896012FC4F1}"/>
              </a:ext>
            </a:extLst>
          </p:cNvPr>
          <p:cNvSpPr txBox="1"/>
          <p:nvPr/>
        </p:nvSpPr>
        <p:spPr>
          <a:xfrm>
            <a:off x="2276476" y="4857008"/>
            <a:ext cx="73033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Hobi</a:t>
            </a:r>
            <a:r>
              <a:rPr lang="en-US" sz="54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</a:t>
            </a:r>
          </a:p>
          <a:p>
            <a:pPr algn="ctr"/>
            <a:r>
              <a:rPr lang="en-US" sz="54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BIPA 1 </a:t>
            </a:r>
            <a:r>
              <a:rPr lang="en-US" sz="5400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Kopenhagen</a:t>
            </a:r>
            <a:endParaRPr lang="en-ID" sz="5400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47776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050F7-228E-43CB-BAE3-8AA0ED68E57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54380" y="2734519"/>
            <a:ext cx="5177641" cy="1388959"/>
          </a:xfrm>
          <a:solidFill>
            <a:schemeClr val="bg1"/>
          </a:solidFill>
        </p:spPr>
        <p:txBody>
          <a:bodyPr>
            <a:normAutofit fontScale="77500" lnSpcReduction="20000"/>
          </a:bodyPr>
          <a:lstStyle/>
          <a:p>
            <a:r>
              <a:rPr lang="en-ID" sz="3200" dirty="0" err="1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Apa</a:t>
            </a:r>
            <a:r>
              <a:rPr lang="en-ID" sz="3200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</a:t>
            </a:r>
            <a:r>
              <a:rPr lang="en-ID" sz="3200" dirty="0" err="1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hobi</a:t>
            </a:r>
            <a:r>
              <a:rPr lang="en-ID" sz="3200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</a:t>
            </a:r>
            <a:r>
              <a:rPr lang="en-ID" sz="3200" dirty="0" err="1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kamu</a:t>
            </a:r>
            <a:r>
              <a:rPr lang="en-ID" sz="3200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?</a:t>
            </a:r>
          </a:p>
          <a:p>
            <a:r>
              <a:rPr lang="en-ID" sz="3200" err="1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Mengapa</a:t>
            </a:r>
            <a:r>
              <a:rPr lang="en-ID" sz="320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Anda </a:t>
            </a:r>
            <a:r>
              <a:rPr lang="en-ID" sz="3200" dirty="0" err="1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melakukan</a:t>
            </a:r>
            <a:r>
              <a:rPr lang="en-ID" sz="3200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</a:t>
            </a:r>
            <a:r>
              <a:rPr lang="en-ID" sz="3200" dirty="0" err="1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hobi</a:t>
            </a:r>
            <a:r>
              <a:rPr lang="en-ID" sz="3200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 </a:t>
            </a:r>
            <a:r>
              <a:rPr lang="en-ID" sz="3200" dirty="0" err="1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itu</a:t>
            </a:r>
            <a:r>
              <a:rPr lang="en-ID" sz="3200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?</a:t>
            </a:r>
          </a:p>
          <a:p>
            <a:pPr marL="0" indent="0">
              <a:buNone/>
            </a:pPr>
            <a:endParaRPr lang="en-ID" dirty="0"/>
          </a:p>
        </p:txBody>
      </p:sp>
      <p:pic>
        <p:nvPicPr>
          <p:cNvPr id="1028" name="Picture 4" descr="2,339,100+ Hobbies And Interests Stock Photos, Pictures &amp; Royalty-Free  Images - iStock | Human interest, Shopping, Family">
            <a:extLst>
              <a:ext uri="{FF2B5EF4-FFF2-40B4-BE49-F238E27FC236}">
                <a16:creationId xmlns:a16="http://schemas.microsoft.com/office/drawing/2014/main" id="{C6F312C7-4B68-4E84-BF5A-BFFBBFC41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2021" y="475294"/>
            <a:ext cx="6859979" cy="5907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6414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3+ Million Hobbies Background Royalty-Free Images, Stock Photos &amp; Pictures  | Shutterstock">
            <a:extLst>
              <a:ext uri="{FF2B5EF4-FFF2-40B4-BE49-F238E27FC236}">
                <a16:creationId xmlns:a16="http://schemas.microsoft.com/office/drawing/2014/main" id="{C20108BF-7247-4AF8-ABCD-8213A9C13B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88"/>
          <a:stretch/>
        </p:blipFill>
        <p:spPr bwMode="auto">
          <a:xfrm>
            <a:off x="6092042" y="5225142"/>
            <a:ext cx="6092042" cy="1632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3+ Million Hobbies Background Royalty-Free Images, Stock Photos &amp; Pictures  | Shutterstock">
            <a:extLst>
              <a:ext uri="{FF2B5EF4-FFF2-40B4-BE49-F238E27FC236}">
                <a16:creationId xmlns:a16="http://schemas.microsoft.com/office/drawing/2014/main" id="{56CC33A7-CDA0-4D65-9F59-B98C44F4F1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88"/>
          <a:stretch/>
        </p:blipFill>
        <p:spPr bwMode="auto">
          <a:xfrm>
            <a:off x="0" y="5225142"/>
            <a:ext cx="6092042" cy="1632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5C2A0D49-B4B4-4F19-8EE4-F8A42B093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471795"/>
              </p:ext>
            </p:extLst>
          </p:nvPr>
        </p:nvGraphicFramePr>
        <p:xfrm>
          <a:off x="1021278" y="1306285"/>
          <a:ext cx="988686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1717">
                  <a:extLst>
                    <a:ext uri="{9D8B030D-6E8A-4147-A177-3AD203B41FA5}">
                      <a16:colId xmlns:a16="http://schemas.microsoft.com/office/drawing/2014/main" val="1870502768"/>
                    </a:ext>
                  </a:extLst>
                </a:gridCol>
                <a:gridCol w="2471717">
                  <a:extLst>
                    <a:ext uri="{9D8B030D-6E8A-4147-A177-3AD203B41FA5}">
                      <a16:colId xmlns:a16="http://schemas.microsoft.com/office/drawing/2014/main" val="1168133951"/>
                    </a:ext>
                  </a:extLst>
                </a:gridCol>
                <a:gridCol w="2471717">
                  <a:extLst>
                    <a:ext uri="{9D8B030D-6E8A-4147-A177-3AD203B41FA5}">
                      <a16:colId xmlns:a16="http://schemas.microsoft.com/office/drawing/2014/main" val="2862927973"/>
                    </a:ext>
                  </a:extLst>
                </a:gridCol>
                <a:gridCol w="2471717">
                  <a:extLst>
                    <a:ext uri="{9D8B030D-6E8A-4147-A177-3AD203B41FA5}">
                      <a16:colId xmlns:a16="http://schemas.microsoft.com/office/drawing/2014/main" val="3034123018"/>
                    </a:ext>
                  </a:extLst>
                </a:gridCol>
              </a:tblGrid>
              <a:tr h="432594">
                <a:tc>
                  <a:txBody>
                    <a:bodyPr/>
                    <a:lstStyle/>
                    <a:p>
                      <a:endParaRPr lang="en-ID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603740"/>
                  </a:ext>
                </a:extLst>
              </a:tr>
              <a:tr h="432594">
                <a:tc>
                  <a:txBody>
                    <a:bodyPr/>
                    <a:lstStyle/>
                    <a:p>
                      <a:r>
                        <a:rPr lang="en-US" sz="2400" dirty="0" err="1"/>
                        <a:t>Membaca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Reading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Naik </a:t>
                      </a:r>
                      <a:r>
                        <a:rPr lang="en-US" sz="2400" dirty="0" err="1"/>
                        <a:t>gunung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Hiking 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1324194"/>
                  </a:ext>
                </a:extLst>
              </a:tr>
              <a:tr h="432594">
                <a:tc>
                  <a:txBody>
                    <a:bodyPr/>
                    <a:lstStyle/>
                    <a:p>
                      <a:r>
                        <a:rPr lang="en-US" sz="2400" dirty="0"/>
                        <a:t>Main </a:t>
                      </a:r>
                      <a:r>
                        <a:rPr lang="en-US" sz="2400" dirty="0" err="1"/>
                        <a:t>biola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Violin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Berenang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Swimming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3030187"/>
                  </a:ext>
                </a:extLst>
              </a:tr>
              <a:tr h="432594">
                <a:tc>
                  <a:txBody>
                    <a:bodyPr/>
                    <a:lstStyle/>
                    <a:p>
                      <a:r>
                        <a:rPr lang="en-US" sz="2400"/>
                        <a:t>Panjat tebing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Rock climbing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Main game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Playing game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6762016"/>
                  </a:ext>
                </a:extLst>
              </a:tr>
              <a:tr h="432594">
                <a:tc>
                  <a:txBody>
                    <a:bodyPr/>
                    <a:lstStyle/>
                    <a:p>
                      <a:r>
                        <a:rPr lang="en-US" sz="2000"/>
                        <a:t>Main dengan Hewan</a:t>
                      </a:r>
                      <a:r>
                        <a:rPr lang="en-US" sz="2400"/>
                        <a:t> 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Pet animal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Pergi ke gym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Go to gym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7579570"/>
                  </a:ext>
                </a:extLst>
              </a:tr>
              <a:tr h="432594">
                <a:tc>
                  <a:txBody>
                    <a:bodyPr/>
                    <a:lstStyle/>
                    <a:p>
                      <a:r>
                        <a:rPr lang="en-US" sz="2000"/>
                        <a:t>Buat alat elektronik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Create electronic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Jalan-jalan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Traveling 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828726"/>
                  </a:ext>
                </a:extLst>
              </a:tr>
              <a:tr h="432594">
                <a:tc>
                  <a:txBody>
                    <a:bodyPr/>
                    <a:lstStyle/>
                    <a:p>
                      <a:r>
                        <a:rPr lang="en-US" sz="2400"/>
                        <a:t>Melukis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Painting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Memasak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Cooking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2801003"/>
                  </a:ext>
                </a:extLst>
              </a:tr>
              <a:tr h="432594">
                <a:tc>
                  <a:txBody>
                    <a:bodyPr/>
                    <a:lstStyle/>
                    <a:p>
                      <a:r>
                        <a:rPr lang="en-US" sz="2400"/>
                        <a:t>Menulis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Writing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Minum minum</a:t>
                      </a:r>
                      <a:endParaRPr lang="en-ID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Drink at bar </a:t>
                      </a:r>
                      <a:endParaRPr lang="en-ID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554515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1C135FD-8D25-477F-8325-982BB7FC2C8E}"/>
              </a:ext>
            </a:extLst>
          </p:cNvPr>
          <p:cNvSpPr txBox="1"/>
          <p:nvPr/>
        </p:nvSpPr>
        <p:spPr>
          <a:xfrm>
            <a:off x="4808465" y="178131"/>
            <a:ext cx="29199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err="1"/>
              <a:t>Kosakata</a:t>
            </a:r>
            <a:r>
              <a:rPr lang="en-US" sz="3600" b="1" dirty="0"/>
              <a:t> </a:t>
            </a:r>
            <a:r>
              <a:rPr lang="en-US" sz="3600" b="1" dirty="0" err="1"/>
              <a:t>Hobi</a:t>
            </a:r>
            <a:endParaRPr lang="en-ID" sz="3600" b="1" dirty="0"/>
          </a:p>
        </p:txBody>
      </p:sp>
    </p:spTree>
    <p:extLst>
      <p:ext uri="{BB962C8B-B14F-4D97-AF65-F5344CB8AC3E}">
        <p14:creationId xmlns:p14="http://schemas.microsoft.com/office/powerpoint/2010/main" val="3832083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footer image — Melanie's Food Fantasy">
            <a:extLst>
              <a:ext uri="{FF2B5EF4-FFF2-40B4-BE49-F238E27FC236}">
                <a16:creationId xmlns:a16="http://schemas.microsoft.com/office/drawing/2014/main" id="{73FA35D9-1F0B-403C-A1D1-933C0D256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81500"/>
            <a:ext cx="12192000" cy="247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1C3A23C-B914-466A-B742-35A93888B18F}"/>
              </a:ext>
            </a:extLst>
          </p:cNvPr>
          <p:cNvSpPr/>
          <p:nvPr/>
        </p:nvSpPr>
        <p:spPr>
          <a:xfrm>
            <a:off x="605641" y="308758"/>
            <a:ext cx="1129343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D" sz="2400" dirty="0" err="1"/>
              <a:t>Hobi</a:t>
            </a:r>
            <a:r>
              <a:rPr lang="en-ID" sz="2400" dirty="0"/>
              <a:t> </a:t>
            </a:r>
            <a:r>
              <a:rPr lang="en-ID" sz="2400" dirty="0" err="1"/>
              <a:t>saya</a:t>
            </a:r>
            <a:r>
              <a:rPr lang="en-ID" sz="2400" dirty="0"/>
              <a:t> </a:t>
            </a:r>
            <a:r>
              <a:rPr lang="en-ID" sz="2400" dirty="0" err="1"/>
              <a:t>masak</a:t>
            </a:r>
            <a:r>
              <a:rPr lang="en-ID" sz="2400" dirty="0"/>
              <a:t>. Saya </a:t>
            </a:r>
            <a:r>
              <a:rPr lang="en-ID" sz="2400" b="1" dirty="0" err="1"/>
              <a:t>suka</a:t>
            </a:r>
            <a:r>
              <a:rPr lang="en-ID" sz="2400" dirty="0"/>
              <a:t> </a:t>
            </a:r>
            <a:r>
              <a:rPr lang="en-ID" sz="2400" dirty="0" err="1"/>
              <a:t>masak</a:t>
            </a:r>
            <a:r>
              <a:rPr lang="en-ID" sz="2400" dirty="0"/>
              <a:t> </a:t>
            </a:r>
            <a:r>
              <a:rPr lang="en-ID" sz="2400" dirty="0" err="1"/>
              <a:t>makanan</a:t>
            </a:r>
            <a:r>
              <a:rPr lang="en-ID" sz="2400" dirty="0"/>
              <a:t> Indonesia. Saya </a:t>
            </a:r>
            <a:r>
              <a:rPr lang="en-ID" sz="2400" dirty="0" err="1"/>
              <a:t>masak</a:t>
            </a:r>
            <a:r>
              <a:rPr lang="en-ID" sz="2400" dirty="0"/>
              <a:t> </a:t>
            </a:r>
            <a:r>
              <a:rPr lang="en-ID" sz="2400" dirty="0" err="1"/>
              <a:t>hari</a:t>
            </a:r>
            <a:r>
              <a:rPr lang="en-ID" sz="2400" dirty="0"/>
              <a:t> </a:t>
            </a:r>
            <a:r>
              <a:rPr lang="en-ID" sz="2400" dirty="0" err="1"/>
              <a:t>Sabtu</a:t>
            </a:r>
            <a:r>
              <a:rPr lang="en-ID" sz="2400" dirty="0"/>
              <a:t> dan </a:t>
            </a:r>
            <a:r>
              <a:rPr lang="en-ID" sz="2400" dirty="0" err="1"/>
              <a:t>hari</a:t>
            </a:r>
            <a:r>
              <a:rPr lang="en-ID" sz="2400" dirty="0"/>
              <a:t> </a:t>
            </a:r>
            <a:r>
              <a:rPr lang="en-ID" sz="2400" dirty="0" err="1"/>
              <a:t>Minggu</a:t>
            </a:r>
            <a:r>
              <a:rPr lang="en-ID" sz="2400" dirty="0"/>
              <a:t>. Waktu </a:t>
            </a:r>
            <a:r>
              <a:rPr lang="en-ID" sz="2400" dirty="0" err="1"/>
              <a:t>masak</a:t>
            </a:r>
            <a:r>
              <a:rPr lang="en-ID" sz="2400" dirty="0"/>
              <a:t> </a:t>
            </a:r>
            <a:r>
              <a:rPr lang="en-ID" sz="2400" dirty="0" err="1"/>
              <a:t>pukul</a:t>
            </a:r>
            <a:r>
              <a:rPr lang="en-ID" sz="2400" dirty="0"/>
              <a:t> 09.00 </a:t>
            </a:r>
            <a:r>
              <a:rPr lang="en-ID" sz="2400" dirty="0" err="1"/>
              <a:t>sampai</a:t>
            </a:r>
            <a:r>
              <a:rPr lang="en-ID" sz="2400" dirty="0"/>
              <a:t> 11.00. Saya </a:t>
            </a:r>
            <a:r>
              <a:rPr lang="en-ID" sz="2400" dirty="0" err="1"/>
              <a:t>masak</a:t>
            </a:r>
            <a:r>
              <a:rPr lang="en-ID" sz="2400" dirty="0"/>
              <a:t> nasi goreng, sup </a:t>
            </a:r>
            <a:r>
              <a:rPr lang="en-ID" sz="2400" dirty="0" err="1"/>
              <a:t>ayam</a:t>
            </a:r>
            <a:r>
              <a:rPr lang="en-ID" sz="2400" dirty="0"/>
              <a:t>, dan </a:t>
            </a:r>
            <a:r>
              <a:rPr lang="en-ID" sz="2400" dirty="0" err="1"/>
              <a:t>ikan</a:t>
            </a:r>
            <a:r>
              <a:rPr lang="en-ID" sz="2400" dirty="0"/>
              <a:t> </a:t>
            </a:r>
            <a:r>
              <a:rPr lang="en-ID" sz="2400" dirty="0" err="1"/>
              <a:t>bakar</a:t>
            </a:r>
            <a:r>
              <a:rPr lang="en-ID" sz="2400" dirty="0"/>
              <a:t>. Saya </a:t>
            </a:r>
            <a:r>
              <a:rPr lang="en-ID" sz="2400" b="1" dirty="0" err="1"/>
              <a:t>sangat</a:t>
            </a:r>
            <a:r>
              <a:rPr lang="en-ID" sz="2400" b="1" dirty="0"/>
              <a:t> </a:t>
            </a:r>
            <a:r>
              <a:rPr lang="en-ID" sz="2400" b="1" dirty="0" err="1"/>
              <a:t>suka</a:t>
            </a:r>
            <a:r>
              <a:rPr lang="en-ID" sz="2400" dirty="0"/>
              <a:t> nasi goreng </a:t>
            </a:r>
            <a:r>
              <a:rPr lang="en-ID" sz="2400" dirty="0" err="1"/>
              <a:t>karena</a:t>
            </a:r>
            <a:r>
              <a:rPr lang="en-ID" sz="2400" dirty="0"/>
              <a:t> </a:t>
            </a:r>
            <a:r>
              <a:rPr lang="en-ID" sz="2400" dirty="0" err="1"/>
              <a:t>rasanya</a:t>
            </a:r>
            <a:r>
              <a:rPr lang="en-ID" sz="2400" dirty="0"/>
              <a:t> </a:t>
            </a:r>
            <a:r>
              <a:rPr lang="en-ID" sz="2400" dirty="0" err="1"/>
              <a:t>gurih</a:t>
            </a:r>
            <a:r>
              <a:rPr lang="en-ID" sz="2400" dirty="0"/>
              <a:t> dan </a:t>
            </a:r>
            <a:r>
              <a:rPr lang="en-ID" sz="2400" dirty="0" err="1"/>
              <a:t>mudah</a:t>
            </a:r>
            <a:r>
              <a:rPr lang="en-ID" sz="2400" dirty="0"/>
              <a:t> </a:t>
            </a:r>
            <a:r>
              <a:rPr lang="en-ID" sz="2400" dirty="0" err="1"/>
              <a:t>dibuat</a:t>
            </a:r>
            <a:r>
              <a:rPr lang="en-ID" sz="2400" dirty="0"/>
              <a:t>. </a:t>
            </a:r>
            <a:r>
              <a:rPr lang="en-ID" sz="2400" dirty="0" err="1"/>
              <a:t>Tapi</a:t>
            </a:r>
            <a:r>
              <a:rPr lang="en-ID" sz="2400" dirty="0"/>
              <a:t> </a:t>
            </a:r>
            <a:r>
              <a:rPr lang="en-ID" sz="2400" dirty="0" err="1"/>
              <a:t>saya</a:t>
            </a:r>
            <a:r>
              <a:rPr lang="en-ID" sz="2400" dirty="0"/>
              <a:t> </a:t>
            </a:r>
            <a:r>
              <a:rPr lang="en-ID" sz="2400" b="1" dirty="0" err="1"/>
              <a:t>kurang</a:t>
            </a:r>
            <a:r>
              <a:rPr lang="en-ID" sz="2400" b="1" dirty="0"/>
              <a:t> </a:t>
            </a:r>
            <a:r>
              <a:rPr lang="en-ID" sz="2400" b="1" dirty="0" err="1"/>
              <a:t>suka</a:t>
            </a:r>
            <a:r>
              <a:rPr lang="en-ID" sz="2400" dirty="0"/>
              <a:t> </a:t>
            </a:r>
            <a:r>
              <a:rPr lang="en-ID" sz="2400" dirty="0" err="1"/>
              <a:t>ikan</a:t>
            </a:r>
            <a:r>
              <a:rPr lang="en-ID" sz="2400" dirty="0"/>
              <a:t> </a:t>
            </a:r>
            <a:r>
              <a:rPr lang="en-ID" sz="2400" dirty="0" err="1"/>
              <a:t>bakar</a:t>
            </a:r>
            <a:r>
              <a:rPr lang="en-ID" sz="2400" dirty="0"/>
              <a:t> </a:t>
            </a:r>
            <a:r>
              <a:rPr lang="en-ID" sz="2400" dirty="0" err="1"/>
              <a:t>karena</a:t>
            </a:r>
            <a:r>
              <a:rPr lang="en-ID" sz="2400" dirty="0"/>
              <a:t> </a:t>
            </a:r>
            <a:r>
              <a:rPr lang="en-ID" sz="2400" dirty="0" err="1"/>
              <a:t>butuh</a:t>
            </a:r>
            <a:r>
              <a:rPr lang="en-ID" sz="2400" dirty="0"/>
              <a:t> </a:t>
            </a:r>
            <a:r>
              <a:rPr lang="en-ID" sz="2400" dirty="0" err="1"/>
              <a:t>waktu</a:t>
            </a:r>
            <a:r>
              <a:rPr lang="en-ID" sz="2400" dirty="0"/>
              <a:t> lama. Saya </a:t>
            </a:r>
            <a:r>
              <a:rPr lang="en-ID" sz="2400" dirty="0" err="1"/>
              <a:t>beli</a:t>
            </a:r>
            <a:r>
              <a:rPr lang="en-ID" sz="2400" dirty="0"/>
              <a:t> </a:t>
            </a:r>
            <a:r>
              <a:rPr lang="en-ID" sz="2400" dirty="0" err="1"/>
              <a:t>bahan</a:t>
            </a:r>
            <a:r>
              <a:rPr lang="en-ID" sz="2400" dirty="0"/>
              <a:t> di pasar </a:t>
            </a:r>
            <a:r>
              <a:rPr lang="en-ID" sz="2400" dirty="0" err="1"/>
              <a:t>saat</a:t>
            </a:r>
            <a:r>
              <a:rPr lang="en-ID" sz="2400" dirty="0"/>
              <a:t> </a:t>
            </a:r>
            <a:r>
              <a:rPr lang="en-ID" sz="2400" dirty="0" err="1"/>
              <a:t>pagi</a:t>
            </a:r>
            <a:r>
              <a:rPr lang="en-ID" sz="2400" dirty="0"/>
              <a:t>. </a:t>
            </a:r>
            <a:r>
              <a:rPr lang="en-ID" sz="2400" dirty="0" err="1"/>
              <a:t>Harga</a:t>
            </a:r>
            <a:r>
              <a:rPr lang="en-ID" sz="2400" dirty="0"/>
              <a:t> </a:t>
            </a:r>
            <a:r>
              <a:rPr lang="en-ID" sz="2400" dirty="0" err="1"/>
              <a:t>beras</a:t>
            </a:r>
            <a:r>
              <a:rPr lang="en-ID" sz="2400" dirty="0"/>
              <a:t> Rp15.000, </a:t>
            </a:r>
            <a:r>
              <a:rPr lang="en-ID" sz="2400" dirty="0" err="1"/>
              <a:t>ayam</a:t>
            </a:r>
            <a:r>
              <a:rPr lang="en-ID" sz="2400" dirty="0"/>
              <a:t> Rp35.000, dan </a:t>
            </a:r>
            <a:r>
              <a:rPr lang="en-ID" sz="2400" dirty="0" err="1"/>
              <a:t>sayur</a:t>
            </a:r>
            <a:r>
              <a:rPr lang="en-ID" sz="2400" dirty="0"/>
              <a:t> Rp20.000. Saya </a:t>
            </a:r>
            <a:r>
              <a:rPr lang="en-ID" sz="2400" b="1" dirty="0" err="1"/>
              <a:t>tidak</a:t>
            </a:r>
            <a:r>
              <a:rPr lang="en-ID" sz="2400" b="1" dirty="0"/>
              <a:t> </a:t>
            </a:r>
            <a:r>
              <a:rPr lang="en-ID" sz="2400" b="1" dirty="0" err="1"/>
              <a:t>suka</a:t>
            </a:r>
            <a:r>
              <a:rPr lang="en-ID" sz="2400" dirty="0"/>
              <a:t> </a:t>
            </a:r>
            <a:r>
              <a:rPr lang="en-ID" sz="2400" dirty="0" err="1"/>
              <a:t>harga</a:t>
            </a:r>
            <a:r>
              <a:rPr lang="en-ID" sz="2400" dirty="0"/>
              <a:t> </a:t>
            </a:r>
            <a:r>
              <a:rPr lang="en-ID" sz="2400" dirty="0" err="1"/>
              <a:t>ayam</a:t>
            </a:r>
            <a:r>
              <a:rPr lang="en-ID" sz="2400" dirty="0"/>
              <a:t> yang mahal, </a:t>
            </a:r>
            <a:r>
              <a:rPr lang="en-ID" sz="2400" dirty="0" err="1"/>
              <a:t>tetapi</a:t>
            </a:r>
            <a:r>
              <a:rPr lang="en-ID" sz="2400" dirty="0"/>
              <a:t> </a:t>
            </a:r>
            <a:r>
              <a:rPr lang="en-ID" sz="2400" dirty="0" err="1"/>
              <a:t>rasanya</a:t>
            </a:r>
            <a:r>
              <a:rPr lang="en-ID" sz="2400" dirty="0"/>
              <a:t> </a:t>
            </a:r>
            <a:r>
              <a:rPr lang="en-ID" sz="2400" dirty="0" err="1"/>
              <a:t>enak</a:t>
            </a:r>
            <a:r>
              <a:rPr lang="en-ID" sz="2400" dirty="0"/>
              <a:t>. Total </a:t>
            </a:r>
            <a:r>
              <a:rPr lang="en-ID" sz="2400" dirty="0" err="1"/>
              <a:t>harga</a:t>
            </a:r>
            <a:r>
              <a:rPr lang="en-ID" sz="2400" dirty="0"/>
              <a:t> </a:t>
            </a:r>
            <a:r>
              <a:rPr lang="en-ID" sz="2400" dirty="0" err="1"/>
              <a:t>bahan</a:t>
            </a:r>
            <a:r>
              <a:rPr lang="en-ID" sz="2400" dirty="0"/>
              <a:t> Rp70.000. Saya </a:t>
            </a:r>
            <a:r>
              <a:rPr lang="en-ID" sz="2400" dirty="0" err="1"/>
              <a:t>biasa</a:t>
            </a:r>
            <a:r>
              <a:rPr lang="en-ID" sz="2400" dirty="0"/>
              <a:t> </a:t>
            </a:r>
            <a:r>
              <a:rPr lang="en-ID" sz="2400" dirty="0" err="1"/>
              <a:t>makan</a:t>
            </a:r>
            <a:r>
              <a:rPr lang="en-ID" sz="2400" dirty="0"/>
              <a:t> </a:t>
            </a:r>
            <a:r>
              <a:rPr lang="en-ID" sz="2400" dirty="0" err="1"/>
              <a:t>dengan</a:t>
            </a:r>
            <a:r>
              <a:rPr lang="en-ID" sz="2400" dirty="0"/>
              <a:t> </a:t>
            </a:r>
            <a:r>
              <a:rPr lang="en-ID" sz="2400" dirty="0" err="1"/>
              <a:t>keluarga</a:t>
            </a:r>
            <a:r>
              <a:rPr lang="en-ID" sz="2400" dirty="0"/>
              <a:t>. Kami </a:t>
            </a:r>
            <a:r>
              <a:rPr lang="en-ID" sz="2400" dirty="0" err="1"/>
              <a:t>makan</a:t>
            </a:r>
            <a:r>
              <a:rPr lang="en-ID" sz="2400" dirty="0"/>
              <a:t> </a:t>
            </a:r>
            <a:r>
              <a:rPr lang="en-ID" sz="2400" dirty="0" err="1"/>
              <a:t>bersama</a:t>
            </a:r>
            <a:r>
              <a:rPr lang="en-ID" sz="2400" dirty="0"/>
              <a:t> di </a:t>
            </a:r>
            <a:r>
              <a:rPr lang="en-ID" sz="2400" dirty="0" err="1"/>
              <a:t>ruang</a:t>
            </a:r>
            <a:r>
              <a:rPr lang="en-ID" sz="2400" dirty="0"/>
              <a:t> </a:t>
            </a:r>
            <a:r>
              <a:rPr lang="en-ID" sz="2400" dirty="0" err="1"/>
              <a:t>makan</a:t>
            </a:r>
            <a:r>
              <a:rPr lang="en-ID" sz="2400" dirty="0"/>
              <a:t>. Saya </a:t>
            </a:r>
            <a:r>
              <a:rPr lang="en-ID" sz="2400" dirty="0" err="1"/>
              <a:t>suka</a:t>
            </a:r>
            <a:r>
              <a:rPr lang="en-ID" sz="2400" dirty="0"/>
              <a:t> </a:t>
            </a:r>
            <a:r>
              <a:rPr lang="en-ID" sz="2400" dirty="0" err="1"/>
              <a:t>suasana</a:t>
            </a:r>
            <a:r>
              <a:rPr lang="en-ID" sz="2400" dirty="0"/>
              <a:t> </a:t>
            </a:r>
            <a:r>
              <a:rPr lang="en-ID" sz="2400" dirty="0" err="1"/>
              <a:t>makan</a:t>
            </a:r>
            <a:r>
              <a:rPr lang="en-ID" sz="2400" dirty="0"/>
              <a:t> </a:t>
            </a:r>
            <a:r>
              <a:rPr lang="en-ID" sz="2400" dirty="0" err="1"/>
              <a:t>bersama</a:t>
            </a:r>
            <a:r>
              <a:rPr lang="en-ID" sz="2400" dirty="0"/>
              <a:t>. </a:t>
            </a:r>
            <a:r>
              <a:rPr lang="en-ID" sz="2400" dirty="0" err="1"/>
              <a:t>Masak</a:t>
            </a:r>
            <a:r>
              <a:rPr lang="en-ID" sz="2400" dirty="0"/>
              <a:t> </a:t>
            </a:r>
            <a:r>
              <a:rPr lang="en-ID" sz="2400" dirty="0" err="1"/>
              <a:t>membuat</a:t>
            </a:r>
            <a:r>
              <a:rPr lang="en-ID" sz="2400" dirty="0"/>
              <a:t> </a:t>
            </a:r>
            <a:r>
              <a:rPr lang="en-ID" sz="2400" dirty="0" err="1"/>
              <a:t>saya</a:t>
            </a:r>
            <a:r>
              <a:rPr lang="en-ID" sz="2400" dirty="0"/>
              <a:t> </a:t>
            </a:r>
            <a:r>
              <a:rPr lang="en-ID" sz="2400" dirty="0" err="1"/>
              <a:t>senang</a:t>
            </a:r>
            <a:r>
              <a:rPr lang="en-ID" sz="2400" dirty="0"/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DD4B3C-E0DC-4825-B9AF-9DE86980905C}"/>
              </a:ext>
            </a:extLst>
          </p:cNvPr>
          <p:cNvSpPr/>
          <p:nvPr/>
        </p:nvSpPr>
        <p:spPr>
          <a:xfrm>
            <a:off x="605640" y="3502255"/>
            <a:ext cx="11293433" cy="224676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D" sz="2800" dirty="0"/>
              <a:t>Kapan </a:t>
            </a:r>
            <a:r>
              <a:rPr lang="en-ID" sz="2800" dirty="0" err="1"/>
              <a:t>penulis</a:t>
            </a:r>
            <a:r>
              <a:rPr lang="en-ID" sz="2800" dirty="0"/>
              <a:t> </a:t>
            </a:r>
            <a:r>
              <a:rPr lang="en-ID" sz="2800" dirty="0" err="1"/>
              <a:t>biasanya</a:t>
            </a:r>
            <a:r>
              <a:rPr lang="en-ID" sz="2800" dirty="0"/>
              <a:t> </a:t>
            </a:r>
            <a:r>
              <a:rPr lang="en-ID" sz="2800" dirty="0" err="1"/>
              <a:t>memasak</a:t>
            </a:r>
            <a:r>
              <a:rPr lang="en-ID" sz="2800" dirty="0"/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en-ID" sz="2800" dirty="0" err="1"/>
              <a:t>Apa</a:t>
            </a:r>
            <a:r>
              <a:rPr lang="en-ID" sz="2800" dirty="0"/>
              <a:t> </a:t>
            </a:r>
            <a:r>
              <a:rPr lang="en-ID" sz="2800" dirty="0" err="1"/>
              <a:t>saja</a:t>
            </a:r>
            <a:r>
              <a:rPr lang="en-ID" sz="2800" dirty="0"/>
              <a:t> </a:t>
            </a:r>
            <a:r>
              <a:rPr lang="en-ID" sz="2800" dirty="0" err="1"/>
              <a:t>makanan</a:t>
            </a:r>
            <a:r>
              <a:rPr lang="en-ID" sz="2800" dirty="0"/>
              <a:t> yang </a:t>
            </a:r>
            <a:r>
              <a:rPr lang="en-ID" sz="2800" dirty="0" err="1"/>
              <a:t>dimasak</a:t>
            </a:r>
            <a:r>
              <a:rPr lang="en-ID" sz="2800" dirty="0"/>
              <a:t> oleh </a:t>
            </a:r>
            <a:r>
              <a:rPr lang="en-ID" sz="2800" dirty="0" err="1"/>
              <a:t>penulis</a:t>
            </a:r>
            <a:r>
              <a:rPr lang="en-ID" sz="2800" dirty="0"/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en-ID" sz="2800" dirty="0" err="1"/>
              <a:t>Makanan</a:t>
            </a:r>
            <a:r>
              <a:rPr lang="en-ID" sz="2800" dirty="0"/>
              <a:t> </a:t>
            </a:r>
            <a:r>
              <a:rPr lang="en-ID" sz="2800" dirty="0" err="1"/>
              <a:t>apa</a:t>
            </a:r>
            <a:r>
              <a:rPr lang="en-ID" sz="2800" dirty="0"/>
              <a:t> yang paling </a:t>
            </a:r>
            <a:r>
              <a:rPr lang="en-ID" sz="2800" dirty="0" err="1"/>
              <a:t>disukai</a:t>
            </a:r>
            <a:r>
              <a:rPr lang="en-ID" sz="2800" dirty="0"/>
              <a:t> oleh </a:t>
            </a:r>
            <a:r>
              <a:rPr lang="en-ID" sz="2800" dirty="0" err="1"/>
              <a:t>penulis</a:t>
            </a:r>
            <a:r>
              <a:rPr lang="en-ID" sz="2800" dirty="0"/>
              <a:t>? </a:t>
            </a:r>
            <a:r>
              <a:rPr lang="en-ID" sz="2800" dirty="0" err="1"/>
              <a:t>Mengapa</a:t>
            </a:r>
            <a:r>
              <a:rPr lang="en-ID" sz="2800" dirty="0"/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en-ID" sz="2800" dirty="0" err="1"/>
              <a:t>Mengapa</a:t>
            </a:r>
            <a:r>
              <a:rPr lang="en-ID" sz="2800" dirty="0"/>
              <a:t> </a:t>
            </a:r>
            <a:r>
              <a:rPr lang="en-ID" sz="2800" dirty="0" err="1"/>
              <a:t>penulis</a:t>
            </a:r>
            <a:r>
              <a:rPr lang="en-ID" sz="2800" dirty="0"/>
              <a:t> </a:t>
            </a:r>
            <a:r>
              <a:rPr lang="en-ID" sz="2800" dirty="0" err="1"/>
              <a:t>kurang</a:t>
            </a:r>
            <a:r>
              <a:rPr lang="en-ID" sz="2800" dirty="0"/>
              <a:t> </a:t>
            </a:r>
            <a:r>
              <a:rPr lang="en-ID" sz="2800" dirty="0" err="1"/>
              <a:t>suka</a:t>
            </a:r>
            <a:r>
              <a:rPr lang="en-ID" sz="2800" dirty="0"/>
              <a:t> </a:t>
            </a:r>
            <a:r>
              <a:rPr lang="en-ID" sz="2800" dirty="0" err="1"/>
              <a:t>memasak</a:t>
            </a:r>
            <a:r>
              <a:rPr lang="en-ID" sz="2800" dirty="0"/>
              <a:t> </a:t>
            </a:r>
            <a:r>
              <a:rPr lang="en-ID" sz="2800" dirty="0" err="1"/>
              <a:t>ikan</a:t>
            </a:r>
            <a:r>
              <a:rPr lang="en-ID" sz="2800" dirty="0"/>
              <a:t> </a:t>
            </a:r>
            <a:r>
              <a:rPr lang="en-ID" sz="2800" dirty="0" err="1"/>
              <a:t>bakar</a:t>
            </a:r>
            <a:r>
              <a:rPr lang="en-ID" sz="2800" dirty="0"/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en-ID" sz="2800" dirty="0" err="1"/>
              <a:t>Berapa</a:t>
            </a:r>
            <a:r>
              <a:rPr lang="en-ID" sz="2800" dirty="0"/>
              <a:t> total </a:t>
            </a:r>
            <a:r>
              <a:rPr lang="en-ID" sz="2800" dirty="0" err="1"/>
              <a:t>harga</a:t>
            </a:r>
            <a:r>
              <a:rPr lang="en-ID" sz="2800" dirty="0"/>
              <a:t> </a:t>
            </a:r>
            <a:r>
              <a:rPr lang="en-ID" sz="2800" dirty="0" err="1"/>
              <a:t>bahan</a:t>
            </a:r>
            <a:r>
              <a:rPr lang="en-ID" sz="2800" dirty="0"/>
              <a:t> </a:t>
            </a:r>
            <a:r>
              <a:rPr lang="en-ID" sz="2800" dirty="0" err="1"/>
              <a:t>makanan</a:t>
            </a:r>
            <a:r>
              <a:rPr lang="en-ID" sz="2800" dirty="0"/>
              <a:t> yang </a:t>
            </a:r>
            <a:r>
              <a:rPr lang="en-ID" sz="2800" dirty="0" err="1"/>
              <a:t>dibeli</a:t>
            </a:r>
            <a:r>
              <a:rPr lang="en-ID" sz="2800" dirty="0"/>
              <a:t> oleh </a:t>
            </a:r>
            <a:r>
              <a:rPr lang="en-ID" sz="2800" dirty="0" err="1"/>
              <a:t>penulis</a:t>
            </a:r>
            <a:r>
              <a:rPr lang="en-ID" sz="2800" dirty="0"/>
              <a:t> di pasar?</a:t>
            </a:r>
          </a:p>
        </p:txBody>
      </p:sp>
    </p:spTree>
    <p:extLst>
      <p:ext uri="{BB962C8B-B14F-4D97-AF65-F5344CB8AC3E}">
        <p14:creationId xmlns:p14="http://schemas.microsoft.com/office/powerpoint/2010/main" val="971577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E666B0D-C754-4546-A93E-059BD7B051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5380253"/>
              </p:ext>
            </p:extLst>
          </p:nvPr>
        </p:nvGraphicFramePr>
        <p:xfrm>
          <a:off x="773045" y="372998"/>
          <a:ext cx="10052144" cy="498651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04381">
                  <a:extLst>
                    <a:ext uri="{9D8B030D-6E8A-4147-A177-3AD203B41FA5}">
                      <a16:colId xmlns:a16="http://schemas.microsoft.com/office/drawing/2014/main" val="2381569326"/>
                    </a:ext>
                  </a:extLst>
                </a:gridCol>
                <a:gridCol w="2249545">
                  <a:extLst>
                    <a:ext uri="{9D8B030D-6E8A-4147-A177-3AD203B41FA5}">
                      <a16:colId xmlns:a16="http://schemas.microsoft.com/office/drawing/2014/main" val="1264770313"/>
                    </a:ext>
                  </a:extLst>
                </a:gridCol>
                <a:gridCol w="2885704">
                  <a:extLst>
                    <a:ext uri="{9D8B030D-6E8A-4147-A177-3AD203B41FA5}">
                      <a16:colId xmlns:a16="http://schemas.microsoft.com/office/drawing/2014/main" val="3739070493"/>
                    </a:ext>
                  </a:extLst>
                </a:gridCol>
                <a:gridCol w="4412514">
                  <a:extLst>
                    <a:ext uri="{9D8B030D-6E8A-4147-A177-3AD203B41FA5}">
                      <a16:colId xmlns:a16="http://schemas.microsoft.com/office/drawing/2014/main" val="2459979357"/>
                    </a:ext>
                  </a:extLst>
                </a:gridCol>
              </a:tblGrid>
              <a:tr h="297321">
                <a:tc>
                  <a:txBody>
                    <a:bodyPr/>
                    <a:lstStyle/>
                    <a:p>
                      <a:r>
                        <a:rPr lang="en-ID" sz="1800" b="1" dirty="0"/>
                        <a:t>No </a:t>
                      </a:r>
                      <a:endParaRPr lang="en-ID" sz="1800" dirty="0"/>
                    </a:p>
                  </a:txBody>
                  <a:tcPr marL="54023" marR="54023" marT="27012" marB="270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b="1"/>
                        <a:t>Indonesian Phrase</a:t>
                      </a:r>
                      <a:endParaRPr lang="en-ID" sz="1800"/>
                    </a:p>
                  </a:txBody>
                  <a:tcPr marL="54023" marR="54023" marT="27012" marB="270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b="1"/>
                        <a:t>English Meaning</a:t>
                      </a:r>
                      <a:endParaRPr lang="en-ID" sz="1800"/>
                    </a:p>
                  </a:txBody>
                  <a:tcPr marL="54023" marR="54023" marT="27012" marB="270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b="1" dirty="0"/>
                        <a:t>Description</a:t>
                      </a:r>
                      <a:endParaRPr lang="en-ID" sz="1800" dirty="0"/>
                    </a:p>
                  </a:txBody>
                  <a:tcPr marL="54023" marR="54023" marT="27012" marB="270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141101"/>
                  </a:ext>
                </a:extLst>
              </a:tr>
              <a:tr h="747037">
                <a:tc>
                  <a:txBody>
                    <a:bodyPr/>
                    <a:lstStyle/>
                    <a:p>
                      <a:r>
                        <a:rPr lang="en-ID" sz="1800"/>
                        <a:t>1</a:t>
                      </a:r>
                    </a:p>
                  </a:txBody>
                  <a:tcPr marL="54023" marR="54023" marT="27012" marB="270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b="1"/>
                        <a:t>Sangat tidak suka</a:t>
                      </a:r>
                      <a:endParaRPr lang="en-ID" sz="1800"/>
                    </a:p>
                  </a:txBody>
                  <a:tcPr marL="54023" marR="54023" marT="27012" marB="270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800"/>
                        <a:t>Really dislike / strongly dislike</a:t>
                      </a:r>
                    </a:p>
                  </a:txBody>
                  <a:tcPr marL="54023" marR="54023" marT="27012" marB="270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You really do not like something at all. Strong negative emotion.</a:t>
                      </a:r>
                    </a:p>
                  </a:txBody>
                  <a:tcPr marL="54023" marR="54023" marT="27012" marB="270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5137650"/>
                  </a:ext>
                </a:extLst>
              </a:tr>
              <a:tr h="297321">
                <a:tc>
                  <a:txBody>
                    <a:bodyPr/>
                    <a:lstStyle/>
                    <a:p>
                      <a:r>
                        <a:rPr lang="en-ID" sz="1800"/>
                        <a:t>2</a:t>
                      </a:r>
                    </a:p>
                  </a:txBody>
                  <a:tcPr marL="54023" marR="54023" marT="27012" marB="270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b="1"/>
                        <a:t>Tidak suka</a:t>
                      </a:r>
                      <a:endParaRPr lang="en-ID" sz="1800"/>
                    </a:p>
                  </a:txBody>
                  <a:tcPr marL="54023" marR="54023" marT="27012" marB="270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800"/>
                        <a:t>Don’t like</a:t>
                      </a:r>
                    </a:p>
                  </a:txBody>
                  <a:tcPr marL="54023" marR="54023" marT="27012" marB="270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800"/>
                        <a:t>You dislike something.</a:t>
                      </a:r>
                    </a:p>
                  </a:txBody>
                  <a:tcPr marL="54023" marR="54023" marT="27012" marB="270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5108002"/>
                  </a:ext>
                </a:extLst>
              </a:tr>
              <a:tr h="747037">
                <a:tc>
                  <a:txBody>
                    <a:bodyPr/>
                    <a:lstStyle/>
                    <a:p>
                      <a:r>
                        <a:rPr lang="en-ID" sz="1800"/>
                        <a:t>3</a:t>
                      </a:r>
                    </a:p>
                  </a:txBody>
                  <a:tcPr marL="54023" marR="54023" marT="27012" marB="270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b="1"/>
                        <a:t>Kurang suka</a:t>
                      </a:r>
                      <a:endParaRPr lang="en-ID" sz="1800"/>
                    </a:p>
                  </a:txBody>
                  <a:tcPr marL="54023" marR="54023" marT="27012" marB="270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Don’t really like / not so into it</a:t>
                      </a:r>
                    </a:p>
                  </a:txBody>
                  <a:tcPr marL="54023" marR="54023" marT="27012" marB="270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You slightly dislike something or don’t enjoy it much.</a:t>
                      </a:r>
                    </a:p>
                  </a:txBody>
                  <a:tcPr marL="54023" marR="54023" marT="27012" marB="270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633403"/>
                  </a:ext>
                </a:extLst>
              </a:tr>
              <a:tr h="522179">
                <a:tc>
                  <a:txBody>
                    <a:bodyPr/>
                    <a:lstStyle/>
                    <a:p>
                      <a:r>
                        <a:rPr lang="en-ID" sz="1800"/>
                        <a:t>4</a:t>
                      </a:r>
                    </a:p>
                  </a:txBody>
                  <a:tcPr marL="54023" marR="54023" marT="27012" marB="270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b="1"/>
                        <a:t>Biasa saja</a:t>
                      </a:r>
                      <a:endParaRPr lang="en-ID" sz="1800"/>
                    </a:p>
                  </a:txBody>
                  <a:tcPr marL="54023" marR="54023" marT="27012" marB="270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800"/>
                        <a:t>Feel neutral / just okay</a:t>
                      </a:r>
                    </a:p>
                  </a:txBody>
                  <a:tcPr marL="54023" marR="54023" marT="27012" marB="270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You neither like nor dislike it. It’s okay.</a:t>
                      </a:r>
                    </a:p>
                  </a:txBody>
                  <a:tcPr marL="54023" marR="54023" marT="27012" marB="270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569842"/>
                  </a:ext>
                </a:extLst>
              </a:tr>
              <a:tr h="522179">
                <a:tc>
                  <a:txBody>
                    <a:bodyPr/>
                    <a:lstStyle/>
                    <a:p>
                      <a:r>
                        <a:rPr lang="en-ID" sz="1800"/>
                        <a:t>5</a:t>
                      </a:r>
                    </a:p>
                  </a:txBody>
                  <a:tcPr marL="54023" marR="54023" marT="27012" marB="270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b="1"/>
                        <a:t>Lumayan suka</a:t>
                      </a:r>
                      <a:endParaRPr lang="en-ID" sz="1800"/>
                    </a:p>
                  </a:txBody>
                  <a:tcPr marL="54023" marR="54023" marT="27012" marB="270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Somewhat like / kind of like</a:t>
                      </a:r>
                    </a:p>
                  </a:txBody>
                  <a:tcPr marL="54023" marR="54023" marT="27012" marB="270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You like it a bit. More positive than neutral.</a:t>
                      </a:r>
                    </a:p>
                  </a:txBody>
                  <a:tcPr marL="54023" marR="54023" marT="27012" marB="270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658118"/>
                  </a:ext>
                </a:extLst>
              </a:tr>
              <a:tr h="522179">
                <a:tc>
                  <a:txBody>
                    <a:bodyPr/>
                    <a:lstStyle/>
                    <a:p>
                      <a:r>
                        <a:rPr lang="en-ID" sz="1800"/>
                        <a:t>6</a:t>
                      </a:r>
                    </a:p>
                  </a:txBody>
                  <a:tcPr marL="54023" marR="54023" marT="27012" marB="270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b="1"/>
                        <a:t>Suka</a:t>
                      </a:r>
                      <a:endParaRPr lang="en-ID" sz="1800"/>
                    </a:p>
                  </a:txBody>
                  <a:tcPr marL="54023" marR="54023" marT="27012" marB="270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800"/>
                        <a:t>Like</a:t>
                      </a:r>
                    </a:p>
                  </a:txBody>
                  <a:tcPr marL="54023" marR="54023" marT="27012" marB="270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 standard way to express you like something.</a:t>
                      </a:r>
                    </a:p>
                  </a:txBody>
                  <a:tcPr marL="54023" marR="54023" marT="27012" marB="270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418871"/>
                  </a:ext>
                </a:extLst>
              </a:tr>
              <a:tr h="522179">
                <a:tc>
                  <a:txBody>
                    <a:bodyPr/>
                    <a:lstStyle/>
                    <a:p>
                      <a:r>
                        <a:rPr lang="en-ID" sz="1800"/>
                        <a:t>7</a:t>
                      </a:r>
                    </a:p>
                  </a:txBody>
                  <a:tcPr marL="54023" marR="54023" marT="27012" marB="270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b="1"/>
                        <a:t>Sangat suka</a:t>
                      </a:r>
                      <a:endParaRPr lang="en-ID" sz="1800"/>
                    </a:p>
                  </a:txBody>
                  <a:tcPr marL="54023" marR="54023" marT="27012" marB="270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800"/>
                        <a:t>Really like / love</a:t>
                      </a:r>
                    </a:p>
                  </a:txBody>
                  <a:tcPr marL="54023" marR="54023" marT="27012" marB="270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You enjoy it a lot. Very positive feeling.</a:t>
                      </a:r>
                    </a:p>
                  </a:txBody>
                  <a:tcPr marL="54023" marR="54023" marT="27012" marB="270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324804"/>
                  </a:ext>
                </a:extLst>
              </a:tr>
              <a:tr h="747037">
                <a:tc>
                  <a:txBody>
                    <a:bodyPr/>
                    <a:lstStyle/>
                    <a:p>
                      <a:r>
                        <a:rPr lang="en-ID" sz="1800"/>
                        <a:t>8</a:t>
                      </a:r>
                    </a:p>
                  </a:txBody>
                  <a:tcPr marL="54023" marR="54023" marT="27012" marB="270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b="1"/>
                        <a:t>Paling suka</a:t>
                      </a:r>
                      <a:endParaRPr lang="en-ID" sz="1800"/>
                    </a:p>
                  </a:txBody>
                  <a:tcPr marL="54023" marR="54023" marT="27012" marB="270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800"/>
                        <a:t>Like the most / favorite</a:t>
                      </a:r>
                    </a:p>
                  </a:txBody>
                  <a:tcPr marL="54023" marR="54023" marT="27012" marB="270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This is your favorite among other options. The highest degree of liking.</a:t>
                      </a:r>
                    </a:p>
                  </a:txBody>
                  <a:tcPr marL="54023" marR="54023" marT="27012" marB="270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2523150"/>
                  </a:ext>
                </a:extLst>
              </a:tr>
            </a:tbl>
          </a:graphicData>
        </a:graphic>
      </p:graphicFrame>
      <p:pic>
        <p:nvPicPr>
          <p:cNvPr id="3" name="Picture 2" descr="3+ Million Hobbies Background Royalty-Free Images, Stock Photos &amp; Pictures  | Shutterstock">
            <a:extLst>
              <a:ext uri="{FF2B5EF4-FFF2-40B4-BE49-F238E27FC236}">
                <a16:creationId xmlns:a16="http://schemas.microsoft.com/office/drawing/2014/main" id="{FBBE1560-E236-4EF1-9C9B-EDB99E2103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88"/>
          <a:stretch/>
        </p:blipFill>
        <p:spPr bwMode="auto">
          <a:xfrm>
            <a:off x="8522527" y="5874466"/>
            <a:ext cx="3669475" cy="983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3+ Million Hobbies Background Royalty-Free Images, Stock Photos &amp; Pictures  | Shutterstock">
            <a:extLst>
              <a:ext uri="{FF2B5EF4-FFF2-40B4-BE49-F238E27FC236}">
                <a16:creationId xmlns:a16="http://schemas.microsoft.com/office/drawing/2014/main" id="{A7B846AF-684C-4185-A286-AD979FCB06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88"/>
          <a:stretch/>
        </p:blipFill>
        <p:spPr bwMode="auto">
          <a:xfrm>
            <a:off x="0" y="5874465"/>
            <a:ext cx="3669475" cy="983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6187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655CE11-5019-4A9D-B7AE-3B375664A5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203647"/>
              </p:ext>
            </p:extLst>
          </p:nvPr>
        </p:nvGraphicFramePr>
        <p:xfrm>
          <a:off x="520534" y="590796"/>
          <a:ext cx="11150931" cy="5676407"/>
        </p:xfrm>
        <a:graphic>
          <a:graphicData uri="http://schemas.openxmlformats.org/drawingml/2006/table">
            <a:tbl>
              <a:tblPr/>
              <a:tblGrid>
                <a:gridCol w="607622">
                  <a:extLst>
                    <a:ext uri="{9D8B030D-6E8A-4147-A177-3AD203B41FA5}">
                      <a16:colId xmlns:a16="http://schemas.microsoft.com/office/drawing/2014/main" val="1359919374"/>
                    </a:ext>
                  </a:extLst>
                </a:gridCol>
                <a:gridCol w="2576945">
                  <a:extLst>
                    <a:ext uri="{9D8B030D-6E8A-4147-A177-3AD203B41FA5}">
                      <a16:colId xmlns:a16="http://schemas.microsoft.com/office/drawing/2014/main" val="2565616348"/>
                    </a:ext>
                  </a:extLst>
                </a:gridCol>
                <a:gridCol w="4065900">
                  <a:extLst>
                    <a:ext uri="{9D8B030D-6E8A-4147-A177-3AD203B41FA5}">
                      <a16:colId xmlns:a16="http://schemas.microsoft.com/office/drawing/2014/main" val="2951687660"/>
                    </a:ext>
                  </a:extLst>
                </a:gridCol>
                <a:gridCol w="3900464">
                  <a:extLst>
                    <a:ext uri="{9D8B030D-6E8A-4147-A177-3AD203B41FA5}">
                      <a16:colId xmlns:a16="http://schemas.microsoft.com/office/drawing/2014/main" val="1771356232"/>
                    </a:ext>
                  </a:extLst>
                </a:gridCol>
              </a:tblGrid>
              <a:tr h="378427">
                <a:tc>
                  <a:txBody>
                    <a:bodyPr/>
                    <a:lstStyle/>
                    <a:p>
                      <a:r>
                        <a:rPr lang="en-ID" sz="1800"/>
                        <a:t>No</a:t>
                      </a:r>
                    </a:p>
                  </a:txBody>
                  <a:tcPr marL="59425" marR="59425" marT="29713" marB="29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/>
                        <a:t>Ekspresi Bahasa Indonesia</a:t>
                      </a:r>
                    </a:p>
                  </a:txBody>
                  <a:tcPr marL="59425" marR="59425" marT="29713" marB="29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/>
                        <a:t>Contoh Kalimat</a:t>
                      </a:r>
                    </a:p>
                  </a:txBody>
                  <a:tcPr marL="59425" marR="59425" marT="29713" marB="29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dirty="0" err="1"/>
                        <a:t>Terjemahan</a:t>
                      </a:r>
                      <a:r>
                        <a:rPr lang="en-ID" sz="1800" dirty="0"/>
                        <a:t> Bahasa </a:t>
                      </a:r>
                      <a:r>
                        <a:rPr lang="en-ID" sz="1800" dirty="0" err="1"/>
                        <a:t>Inggris</a:t>
                      </a:r>
                      <a:endParaRPr lang="en-ID" sz="1800" dirty="0"/>
                    </a:p>
                  </a:txBody>
                  <a:tcPr marL="59425" marR="59425" marT="29713" marB="29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775919"/>
                  </a:ext>
                </a:extLst>
              </a:tr>
              <a:tr h="664045">
                <a:tc>
                  <a:txBody>
                    <a:bodyPr/>
                    <a:lstStyle/>
                    <a:p>
                      <a:r>
                        <a:rPr lang="en-ID" sz="1800"/>
                        <a:t>1</a:t>
                      </a:r>
                    </a:p>
                  </a:txBody>
                  <a:tcPr marL="59425" marR="59425" marT="29713" marB="29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b="1"/>
                        <a:t>Sangat tidak suka</a:t>
                      </a:r>
                      <a:endParaRPr lang="en-ID" sz="1800"/>
                    </a:p>
                  </a:txBody>
                  <a:tcPr marL="59425" marR="59425" marT="29713" marB="29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800"/>
                        <a:t>Saya </a:t>
                      </a:r>
                      <a:r>
                        <a:rPr lang="en-ID" sz="1800" b="1"/>
                        <a:t>sangat tidak suka</a:t>
                      </a:r>
                      <a:r>
                        <a:rPr lang="en-ID" sz="1800"/>
                        <a:t> bau durian.</a:t>
                      </a:r>
                    </a:p>
                  </a:txBody>
                  <a:tcPr marL="59425" marR="59425" marT="29713" marB="29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 really dislike the smell of durian.</a:t>
                      </a:r>
                    </a:p>
                  </a:txBody>
                  <a:tcPr marL="59425" marR="59425" marT="29713" marB="29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1486078"/>
                  </a:ext>
                </a:extLst>
              </a:tr>
              <a:tr h="664045">
                <a:tc>
                  <a:txBody>
                    <a:bodyPr/>
                    <a:lstStyle/>
                    <a:p>
                      <a:r>
                        <a:rPr lang="en-ID" sz="1800"/>
                        <a:t>2</a:t>
                      </a:r>
                    </a:p>
                  </a:txBody>
                  <a:tcPr marL="59425" marR="59425" marT="29713" marB="29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b="1"/>
                        <a:t>Tidak suka</a:t>
                      </a:r>
                      <a:endParaRPr lang="en-ID" sz="1800"/>
                    </a:p>
                  </a:txBody>
                  <a:tcPr marL="59425" marR="59425" marT="29713" marB="29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800"/>
                        <a:t>Adik saya </a:t>
                      </a:r>
                      <a:r>
                        <a:rPr lang="en-ID" sz="1800" b="1"/>
                        <a:t>tidak suka</a:t>
                      </a:r>
                      <a:r>
                        <a:rPr lang="en-ID" sz="1800"/>
                        <a:t> naik pesawat.</a:t>
                      </a:r>
                    </a:p>
                  </a:txBody>
                  <a:tcPr marL="59425" marR="59425" marT="29713" marB="29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My little brother doesn’t like flying.</a:t>
                      </a:r>
                    </a:p>
                  </a:txBody>
                  <a:tcPr marL="59425" marR="59425" marT="29713" marB="29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522506"/>
                  </a:ext>
                </a:extLst>
              </a:tr>
              <a:tr h="649665">
                <a:tc>
                  <a:txBody>
                    <a:bodyPr/>
                    <a:lstStyle/>
                    <a:p>
                      <a:r>
                        <a:rPr lang="en-ID" sz="1800"/>
                        <a:t>3</a:t>
                      </a:r>
                    </a:p>
                  </a:txBody>
                  <a:tcPr marL="59425" marR="59425" marT="29713" marB="29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b="1"/>
                        <a:t>Kurang suka</a:t>
                      </a:r>
                      <a:endParaRPr lang="en-ID" sz="1800"/>
                    </a:p>
                  </a:txBody>
                  <a:tcPr marL="59425" marR="59425" marT="29713" marB="29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800"/>
                        <a:t>Saya </a:t>
                      </a:r>
                      <a:r>
                        <a:rPr lang="en-ID" sz="1800" b="1"/>
                        <a:t>kurang suka</a:t>
                      </a:r>
                      <a:r>
                        <a:rPr lang="en-ID" sz="1800"/>
                        <a:t> kopi tanpa gula.</a:t>
                      </a:r>
                    </a:p>
                  </a:txBody>
                  <a:tcPr marL="59425" marR="59425" marT="29713" marB="29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 don’t really like coffee without sugar.</a:t>
                      </a:r>
                    </a:p>
                  </a:txBody>
                  <a:tcPr marL="59425" marR="59425" marT="29713" marB="29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8577939"/>
                  </a:ext>
                </a:extLst>
              </a:tr>
              <a:tr h="664045">
                <a:tc>
                  <a:txBody>
                    <a:bodyPr/>
                    <a:lstStyle/>
                    <a:p>
                      <a:r>
                        <a:rPr lang="en-ID" sz="1800"/>
                        <a:t>4</a:t>
                      </a:r>
                    </a:p>
                  </a:txBody>
                  <a:tcPr marL="59425" marR="59425" marT="29713" marB="29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b="1"/>
                        <a:t>Biasa saja</a:t>
                      </a:r>
                      <a:endParaRPr lang="en-ID" sz="1800"/>
                    </a:p>
                  </a:txBody>
                  <a:tcPr marL="59425" marR="59425" marT="29713" marB="29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800"/>
                        <a:t>Saya </a:t>
                      </a:r>
                      <a:r>
                        <a:rPr lang="en-ID" sz="1800" b="1"/>
                        <a:t>biasa saja</a:t>
                      </a:r>
                      <a:r>
                        <a:rPr lang="en-ID" sz="1800"/>
                        <a:t> dengan musik rock.</a:t>
                      </a:r>
                    </a:p>
                  </a:txBody>
                  <a:tcPr marL="59425" marR="59425" marT="29713" marB="29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 feel neutral about rock music.</a:t>
                      </a:r>
                    </a:p>
                  </a:txBody>
                  <a:tcPr marL="59425" marR="59425" marT="29713" marB="29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089878"/>
                  </a:ext>
                </a:extLst>
              </a:tr>
              <a:tr h="664045">
                <a:tc>
                  <a:txBody>
                    <a:bodyPr/>
                    <a:lstStyle/>
                    <a:p>
                      <a:r>
                        <a:rPr lang="en-ID" sz="1800"/>
                        <a:t>5</a:t>
                      </a:r>
                    </a:p>
                  </a:txBody>
                  <a:tcPr marL="59425" marR="59425" marT="29713" marB="29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b="1"/>
                        <a:t>Lumayan suka</a:t>
                      </a:r>
                      <a:endParaRPr lang="en-ID" sz="1800"/>
                    </a:p>
                  </a:txBody>
                  <a:tcPr marL="59425" marR="59425" marT="29713" marB="29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i-FI" sz="1800"/>
                        <a:t>Saya </a:t>
                      </a:r>
                      <a:r>
                        <a:rPr lang="fi-FI" sz="1800" b="1"/>
                        <a:t>lumayan suka</a:t>
                      </a:r>
                      <a:r>
                        <a:rPr lang="fi-FI" sz="1800"/>
                        <a:t> makanan pedas.</a:t>
                      </a:r>
                    </a:p>
                  </a:txBody>
                  <a:tcPr marL="59425" marR="59425" marT="29713" marB="29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 kind of like spicy food.</a:t>
                      </a:r>
                    </a:p>
                  </a:txBody>
                  <a:tcPr marL="59425" marR="59425" marT="29713" marB="29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5227515"/>
                  </a:ext>
                </a:extLst>
              </a:tr>
              <a:tr h="664045">
                <a:tc>
                  <a:txBody>
                    <a:bodyPr/>
                    <a:lstStyle/>
                    <a:p>
                      <a:r>
                        <a:rPr lang="en-ID" sz="1800"/>
                        <a:t>6</a:t>
                      </a:r>
                    </a:p>
                  </a:txBody>
                  <a:tcPr marL="59425" marR="59425" marT="29713" marB="29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b="1"/>
                        <a:t>Suka</a:t>
                      </a:r>
                      <a:endParaRPr lang="en-ID" sz="1800"/>
                    </a:p>
                  </a:txBody>
                  <a:tcPr marL="59425" marR="59425" marT="29713" marB="29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800"/>
                        <a:t>Saya </a:t>
                      </a:r>
                      <a:r>
                        <a:rPr lang="en-ID" sz="1800" b="1"/>
                        <a:t>suka</a:t>
                      </a:r>
                      <a:r>
                        <a:rPr lang="en-ID" sz="1800"/>
                        <a:t> membaca buku sebelum tidur.</a:t>
                      </a:r>
                    </a:p>
                  </a:txBody>
                  <a:tcPr marL="59425" marR="59425" marT="29713" marB="29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 like reading books before sleeping.</a:t>
                      </a:r>
                    </a:p>
                  </a:txBody>
                  <a:tcPr marL="59425" marR="59425" marT="29713" marB="29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0635729"/>
                  </a:ext>
                </a:extLst>
              </a:tr>
              <a:tr h="664045">
                <a:tc>
                  <a:txBody>
                    <a:bodyPr/>
                    <a:lstStyle/>
                    <a:p>
                      <a:r>
                        <a:rPr lang="en-ID" sz="1800"/>
                        <a:t>7</a:t>
                      </a:r>
                    </a:p>
                  </a:txBody>
                  <a:tcPr marL="59425" marR="59425" marT="29713" marB="29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b="1"/>
                        <a:t>Sangat suka</a:t>
                      </a:r>
                      <a:endParaRPr lang="en-ID" sz="1800"/>
                    </a:p>
                  </a:txBody>
                  <a:tcPr marL="59425" marR="59425" marT="29713" marB="29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pt-BR" sz="1800"/>
                        <a:t>Dia </a:t>
                      </a:r>
                      <a:r>
                        <a:rPr lang="pt-BR" sz="1800" b="1"/>
                        <a:t>sangat suka</a:t>
                      </a:r>
                      <a:r>
                        <a:rPr lang="pt-BR" sz="1800"/>
                        <a:t> belajar bahasa Indonesia.</a:t>
                      </a:r>
                    </a:p>
                  </a:txBody>
                  <a:tcPr marL="59425" marR="59425" marT="29713" marB="29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She really likes studying Indonesian.</a:t>
                      </a:r>
                    </a:p>
                  </a:txBody>
                  <a:tcPr marL="59425" marR="59425" marT="29713" marB="29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8727146"/>
                  </a:ext>
                </a:extLst>
              </a:tr>
              <a:tr h="664045">
                <a:tc>
                  <a:txBody>
                    <a:bodyPr/>
                    <a:lstStyle/>
                    <a:p>
                      <a:r>
                        <a:rPr lang="en-ID" sz="1800"/>
                        <a:t>8</a:t>
                      </a:r>
                    </a:p>
                  </a:txBody>
                  <a:tcPr marL="59425" marR="59425" marT="29713" marB="29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D" sz="1800" b="1"/>
                        <a:t>Paling suka</a:t>
                      </a:r>
                      <a:endParaRPr lang="en-ID" sz="1800"/>
                    </a:p>
                  </a:txBody>
                  <a:tcPr marL="59425" marR="59425" marT="29713" marB="29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i-FI" sz="1800"/>
                        <a:t>Dari semua makanan, saya </a:t>
                      </a:r>
                      <a:r>
                        <a:rPr lang="fi-FI" sz="1800" b="1"/>
                        <a:t>paling suka</a:t>
                      </a:r>
                      <a:r>
                        <a:rPr lang="fi-FI" sz="1800"/>
                        <a:t> sate ayam.</a:t>
                      </a:r>
                    </a:p>
                  </a:txBody>
                  <a:tcPr marL="59425" marR="59425" marT="29713" marB="29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Among all foods, I like chicken satay the most.</a:t>
                      </a:r>
                    </a:p>
                  </a:txBody>
                  <a:tcPr marL="59425" marR="59425" marT="29713" marB="29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9461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8645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122661-F5F8-42EC-AD19-495D41EC46B5}"/>
              </a:ext>
            </a:extLst>
          </p:cNvPr>
          <p:cNvSpPr/>
          <p:nvPr/>
        </p:nvSpPr>
        <p:spPr>
          <a:xfrm>
            <a:off x="461157" y="363165"/>
            <a:ext cx="1088967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 err="1"/>
              <a:t>Praktik</a:t>
            </a:r>
            <a:r>
              <a:rPr lang="en-US" sz="4000" b="1" dirty="0"/>
              <a:t> </a:t>
            </a:r>
            <a:r>
              <a:rPr lang="en-US" sz="4000" b="1" dirty="0" err="1"/>
              <a:t>bicara</a:t>
            </a:r>
            <a:r>
              <a:rPr lang="en-US" sz="4000" b="1" dirty="0"/>
              <a:t> </a:t>
            </a:r>
            <a:endParaRPr lang="en-US" sz="3200" b="1" dirty="0"/>
          </a:p>
          <a:p>
            <a:r>
              <a:rPr lang="en-US" sz="3200" dirty="0" err="1"/>
              <a:t>Sebutkan</a:t>
            </a:r>
            <a:r>
              <a:rPr lang="en-US" sz="3200" dirty="0"/>
              <a:t> 3 </a:t>
            </a:r>
            <a:r>
              <a:rPr lang="en-US" sz="3200" dirty="0" err="1"/>
              <a:t>hal</a:t>
            </a:r>
            <a:r>
              <a:rPr lang="en-US" sz="3200" dirty="0"/>
              <a:t> yang </a:t>
            </a:r>
            <a:r>
              <a:rPr lang="en-US" sz="3200" dirty="0" err="1"/>
              <a:t>anda</a:t>
            </a:r>
            <a:r>
              <a:rPr lang="en-US" sz="3200" dirty="0"/>
              <a:t> </a:t>
            </a:r>
            <a:r>
              <a:rPr lang="en-US" sz="3200" dirty="0" err="1"/>
              <a:t>suka</a:t>
            </a:r>
            <a:r>
              <a:rPr lang="en-US" sz="3200" dirty="0"/>
              <a:t> dan</a:t>
            </a:r>
          </a:p>
          <a:p>
            <a:r>
              <a:rPr lang="en-US" sz="3200" dirty="0" err="1"/>
              <a:t>Sebutkan</a:t>
            </a:r>
            <a:r>
              <a:rPr lang="en-US" sz="3200" dirty="0"/>
              <a:t> 3 </a:t>
            </a:r>
            <a:r>
              <a:rPr lang="en-US" sz="3200" dirty="0" err="1"/>
              <a:t>hal</a:t>
            </a:r>
            <a:r>
              <a:rPr lang="en-US" sz="3200" dirty="0"/>
              <a:t> yang </a:t>
            </a:r>
            <a:r>
              <a:rPr lang="en-US" sz="3200" dirty="0" err="1"/>
              <a:t>anda</a:t>
            </a:r>
            <a:r>
              <a:rPr lang="en-US" sz="3200" dirty="0"/>
              <a:t> </a:t>
            </a:r>
            <a:r>
              <a:rPr lang="en-US" sz="3200" dirty="0" err="1"/>
              <a:t>tidak</a:t>
            </a:r>
            <a:r>
              <a:rPr lang="en-US" sz="3200" dirty="0"/>
              <a:t> </a:t>
            </a:r>
            <a:r>
              <a:rPr lang="en-US" sz="3200" dirty="0" err="1"/>
              <a:t>suka</a:t>
            </a:r>
            <a:r>
              <a:rPr lang="en-US" sz="3200" dirty="0"/>
              <a:t>. </a:t>
            </a:r>
          </a:p>
          <a:p>
            <a:r>
              <a:rPr lang="en-US" sz="3200" dirty="0" err="1"/>
              <a:t>Deskripsi</a:t>
            </a:r>
            <a:r>
              <a:rPr lang="en-US" sz="3200" dirty="0"/>
              <a:t> </a:t>
            </a:r>
            <a:r>
              <a:rPr lang="en-US" sz="3200" dirty="0" err="1"/>
              <a:t>mengapa</a:t>
            </a:r>
            <a:r>
              <a:rPr lang="en-US" sz="3200" dirty="0"/>
              <a:t> </a:t>
            </a:r>
            <a:r>
              <a:rPr lang="en-US" sz="3200" dirty="0" err="1"/>
              <a:t>anda</a:t>
            </a:r>
            <a:r>
              <a:rPr lang="en-US" sz="3200" dirty="0"/>
              <a:t> </a:t>
            </a:r>
            <a:r>
              <a:rPr lang="en-US" sz="3200" dirty="0" err="1"/>
              <a:t>suka</a:t>
            </a:r>
            <a:r>
              <a:rPr lang="en-US" sz="3200" dirty="0"/>
              <a:t> </a:t>
            </a:r>
            <a:r>
              <a:rPr lang="en-US" sz="3200" dirty="0" err="1"/>
              <a:t>itu</a:t>
            </a:r>
            <a:r>
              <a:rPr lang="en-ID" sz="3200" dirty="0"/>
              <a:t> </a:t>
            </a:r>
            <a:r>
              <a:rPr lang="en-ID" sz="3200" dirty="0" err="1"/>
              <a:t>mengapa</a:t>
            </a:r>
            <a:r>
              <a:rPr lang="en-ID" sz="3200" dirty="0"/>
              <a:t> </a:t>
            </a:r>
            <a:r>
              <a:rPr lang="en-ID" sz="3200" dirty="0" err="1"/>
              <a:t>anda</a:t>
            </a:r>
            <a:r>
              <a:rPr lang="en-ID" sz="3200" dirty="0"/>
              <a:t> </a:t>
            </a:r>
            <a:r>
              <a:rPr lang="en-ID" sz="3200" dirty="0" err="1"/>
              <a:t>tidak</a:t>
            </a:r>
            <a:r>
              <a:rPr lang="en-ID" sz="3200" dirty="0"/>
              <a:t> </a:t>
            </a:r>
            <a:r>
              <a:rPr lang="en-ID" sz="3200" dirty="0" err="1"/>
              <a:t>suka</a:t>
            </a:r>
            <a:r>
              <a:rPr lang="en-ID" sz="3200" dirty="0"/>
              <a:t> </a:t>
            </a:r>
            <a:r>
              <a:rPr lang="en-ID" sz="3200" dirty="0" err="1"/>
              <a:t>itu</a:t>
            </a:r>
            <a:r>
              <a:rPr lang="en-ID" sz="3200" dirty="0"/>
              <a:t>.</a:t>
            </a:r>
          </a:p>
          <a:p>
            <a:endParaRPr lang="en-ID" sz="3200" dirty="0"/>
          </a:p>
          <a:p>
            <a:r>
              <a:rPr lang="en-US" sz="2800" i="1" dirty="0"/>
              <a:t>Name 3 things you like and</a:t>
            </a:r>
          </a:p>
          <a:p>
            <a:r>
              <a:rPr lang="en-US" sz="2800" i="1" dirty="0"/>
              <a:t>Name 3 things you don't </a:t>
            </a:r>
            <a:r>
              <a:rPr lang="en-US" sz="2800" i="1" dirty="0" err="1"/>
              <a:t>like.Describe</a:t>
            </a:r>
            <a:r>
              <a:rPr lang="en-US" sz="2800" i="1" dirty="0"/>
              <a:t> why you like it and why you don't like it.</a:t>
            </a:r>
          </a:p>
        </p:txBody>
      </p:sp>
      <p:pic>
        <p:nvPicPr>
          <p:cNvPr id="3074" name="Picture 2" descr="16+ Thousand Customer Satisfaction Emoticon Royalty-Free Images, Stock  Photos &amp; Pictures | Shutterstock">
            <a:extLst>
              <a:ext uri="{FF2B5EF4-FFF2-40B4-BE49-F238E27FC236}">
                <a16:creationId xmlns:a16="http://schemas.microsoft.com/office/drawing/2014/main" id="{B91C6F8F-3DF3-45F1-B9CF-7E7B7775E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893623"/>
            <a:ext cx="571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16+ Thousand Customer Satisfaction Emoticon Royalty-Free Images, Stock  Photos &amp; Pictures | Shutterstock">
            <a:extLst>
              <a:ext uri="{FF2B5EF4-FFF2-40B4-BE49-F238E27FC236}">
                <a16:creationId xmlns:a16="http://schemas.microsoft.com/office/drawing/2014/main" id="{0B0BD173-AF7C-44BA-8731-C4D9173A8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50" y="4893623"/>
            <a:ext cx="571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2233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55286B-A7C9-497F-B2F0-DF5DE47B3843}"/>
              </a:ext>
            </a:extLst>
          </p:cNvPr>
          <p:cNvSpPr/>
          <p:nvPr/>
        </p:nvSpPr>
        <p:spPr>
          <a:xfrm>
            <a:off x="651162" y="265260"/>
            <a:ext cx="1088967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D" sz="2400" dirty="0"/>
              <a:t>	Nama </a:t>
            </a:r>
            <a:r>
              <a:rPr lang="en-ID" sz="2400" dirty="0" err="1"/>
              <a:t>saya</a:t>
            </a:r>
            <a:r>
              <a:rPr lang="en-ID" sz="2400" dirty="0"/>
              <a:t> Budi. Saya </a:t>
            </a:r>
            <a:r>
              <a:rPr lang="en-ID" sz="2400" b="1" dirty="0" err="1"/>
              <a:t>sangat</a:t>
            </a:r>
            <a:r>
              <a:rPr lang="en-ID" sz="2400" b="1" dirty="0"/>
              <a:t> </a:t>
            </a:r>
            <a:r>
              <a:rPr lang="en-ID" sz="2400" b="1" dirty="0" err="1"/>
              <a:t>suka</a:t>
            </a:r>
            <a:r>
              <a:rPr lang="en-ID" sz="2400" dirty="0"/>
              <a:t> </a:t>
            </a:r>
            <a:r>
              <a:rPr lang="en-ID" sz="2400" dirty="0" err="1"/>
              <a:t>membaca</a:t>
            </a:r>
            <a:r>
              <a:rPr lang="en-ID" sz="2400" dirty="0"/>
              <a:t>. </a:t>
            </a:r>
            <a:r>
              <a:rPr lang="en-ID" sz="2400" dirty="0" err="1"/>
              <a:t>Hobi</a:t>
            </a:r>
            <a:r>
              <a:rPr lang="en-ID" sz="2400" dirty="0"/>
              <a:t> </a:t>
            </a:r>
            <a:r>
              <a:rPr lang="en-ID" sz="2400" dirty="0" err="1"/>
              <a:t>saya</a:t>
            </a:r>
            <a:r>
              <a:rPr lang="en-ID" sz="2400" dirty="0"/>
              <a:t> </a:t>
            </a:r>
            <a:r>
              <a:rPr lang="en-ID" sz="2400" dirty="0" err="1"/>
              <a:t>adalah</a:t>
            </a:r>
            <a:r>
              <a:rPr lang="en-ID" sz="2400" dirty="0"/>
              <a:t> </a:t>
            </a:r>
            <a:r>
              <a:rPr lang="en-ID" sz="2400" dirty="0" err="1"/>
              <a:t>membaca</a:t>
            </a:r>
            <a:r>
              <a:rPr lang="en-ID" sz="2400" dirty="0"/>
              <a:t> </a:t>
            </a:r>
            <a:r>
              <a:rPr lang="en-ID" sz="2400" dirty="0" err="1"/>
              <a:t>buku</a:t>
            </a:r>
            <a:r>
              <a:rPr lang="en-ID" sz="2400" dirty="0"/>
              <a:t> </a:t>
            </a:r>
            <a:r>
              <a:rPr lang="en-ID" sz="2400" dirty="0" err="1"/>
              <a:t>cerita</a:t>
            </a:r>
            <a:r>
              <a:rPr lang="en-ID" sz="2400" dirty="0"/>
              <a:t> dan </a:t>
            </a:r>
            <a:r>
              <a:rPr lang="en-ID" sz="2400" dirty="0" err="1"/>
              <a:t>majalah</a:t>
            </a:r>
            <a:r>
              <a:rPr lang="en-ID" sz="2400" dirty="0"/>
              <a:t>. </a:t>
            </a:r>
            <a:r>
              <a:rPr lang="en-ID" sz="2400" dirty="0" err="1"/>
              <a:t>Saat</a:t>
            </a:r>
            <a:r>
              <a:rPr lang="en-ID" sz="2400" dirty="0"/>
              <a:t> </a:t>
            </a:r>
            <a:r>
              <a:rPr lang="en-ID" sz="2400" dirty="0" err="1"/>
              <a:t>membaca</a:t>
            </a:r>
            <a:r>
              <a:rPr lang="en-ID" sz="2400" dirty="0"/>
              <a:t>, </a:t>
            </a:r>
            <a:r>
              <a:rPr lang="en-ID" sz="2400" dirty="0" err="1"/>
              <a:t>saya</a:t>
            </a:r>
            <a:r>
              <a:rPr lang="en-ID" sz="2400" dirty="0"/>
              <a:t> </a:t>
            </a:r>
            <a:r>
              <a:rPr lang="en-ID" sz="2400" b="1" dirty="0" err="1"/>
              <a:t>suka</a:t>
            </a:r>
            <a:r>
              <a:rPr lang="en-ID" sz="2400" dirty="0"/>
              <a:t> </a:t>
            </a:r>
            <a:r>
              <a:rPr lang="en-ID" sz="2400" dirty="0" err="1"/>
              <a:t>minum</a:t>
            </a:r>
            <a:r>
              <a:rPr lang="en-ID" sz="2400" dirty="0"/>
              <a:t> </a:t>
            </a:r>
            <a:r>
              <a:rPr lang="en-ID" sz="2400" dirty="0" err="1"/>
              <a:t>teh</a:t>
            </a:r>
            <a:r>
              <a:rPr lang="en-ID" sz="2400" dirty="0"/>
              <a:t>, </a:t>
            </a:r>
            <a:r>
              <a:rPr lang="en-ID" sz="2400" dirty="0" err="1"/>
              <a:t>makan</a:t>
            </a:r>
            <a:r>
              <a:rPr lang="en-ID" sz="2400" dirty="0"/>
              <a:t> </a:t>
            </a:r>
            <a:r>
              <a:rPr lang="en-ID" sz="2400" dirty="0" err="1"/>
              <a:t>kue</a:t>
            </a:r>
            <a:r>
              <a:rPr lang="en-ID" sz="2400" dirty="0"/>
              <a:t>, dan </a:t>
            </a:r>
            <a:r>
              <a:rPr lang="en-ID" sz="2400" dirty="0" err="1"/>
              <a:t>mendengar</a:t>
            </a:r>
            <a:r>
              <a:rPr lang="en-ID" sz="2400" dirty="0"/>
              <a:t> </a:t>
            </a:r>
            <a:r>
              <a:rPr lang="en-ID" sz="2400" dirty="0" err="1"/>
              <a:t>musik</a:t>
            </a:r>
            <a:r>
              <a:rPr lang="en-ID" sz="2400" dirty="0"/>
              <a:t> </a:t>
            </a:r>
            <a:r>
              <a:rPr lang="en-ID" sz="2400" dirty="0" err="1"/>
              <a:t>tenang</a:t>
            </a:r>
            <a:r>
              <a:rPr lang="en-ID" sz="2400" dirty="0"/>
              <a:t>. </a:t>
            </a:r>
            <a:r>
              <a:rPr lang="en-ID" sz="2400" dirty="0" err="1"/>
              <a:t>Musik</a:t>
            </a:r>
            <a:r>
              <a:rPr lang="en-ID" sz="2400" dirty="0"/>
              <a:t> </a:t>
            </a:r>
            <a:r>
              <a:rPr lang="en-ID" sz="2400" dirty="0" err="1"/>
              <a:t>tenang</a:t>
            </a:r>
            <a:r>
              <a:rPr lang="en-ID" sz="2400" dirty="0"/>
              <a:t> </a:t>
            </a:r>
            <a:r>
              <a:rPr lang="en-ID" sz="2400" dirty="0" err="1"/>
              <a:t>membuat</a:t>
            </a:r>
            <a:r>
              <a:rPr lang="en-ID" sz="2400" dirty="0"/>
              <a:t> </a:t>
            </a:r>
            <a:r>
              <a:rPr lang="en-ID" sz="2400" dirty="0" err="1"/>
              <a:t>saya</a:t>
            </a:r>
            <a:r>
              <a:rPr lang="en-ID" sz="2400" dirty="0"/>
              <a:t> </a:t>
            </a:r>
            <a:r>
              <a:rPr lang="en-ID" sz="2400" dirty="0" err="1"/>
              <a:t>fokus</a:t>
            </a:r>
            <a:r>
              <a:rPr lang="en-ID" sz="2400" dirty="0"/>
              <a:t>. </a:t>
            </a:r>
            <a:r>
              <a:rPr lang="en-ID" sz="2400" dirty="0" err="1"/>
              <a:t>Tapi</a:t>
            </a:r>
            <a:r>
              <a:rPr lang="en-ID" sz="2400" dirty="0"/>
              <a:t>, </a:t>
            </a:r>
            <a:r>
              <a:rPr lang="en-ID" sz="2400" dirty="0" err="1"/>
              <a:t>saya</a:t>
            </a:r>
            <a:r>
              <a:rPr lang="en-ID" sz="2400" dirty="0"/>
              <a:t> </a:t>
            </a:r>
            <a:r>
              <a:rPr lang="en-ID" sz="2400" b="1" dirty="0" err="1"/>
              <a:t>kurang</a:t>
            </a:r>
            <a:r>
              <a:rPr lang="en-ID" sz="2400" b="1" dirty="0"/>
              <a:t> </a:t>
            </a:r>
            <a:r>
              <a:rPr lang="en-ID" sz="2400" b="1" dirty="0" err="1"/>
              <a:t>suka</a:t>
            </a:r>
            <a:r>
              <a:rPr lang="en-ID" sz="2400" dirty="0"/>
              <a:t> </a:t>
            </a:r>
            <a:r>
              <a:rPr lang="en-ID" sz="2400" dirty="0" err="1"/>
              <a:t>teh</a:t>
            </a:r>
            <a:r>
              <a:rPr lang="en-ID" sz="2400" dirty="0"/>
              <a:t> yang </a:t>
            </a:r>
            <a:r>
              <a:rPr lang="en-ID" sz="2400" dirty="0" err="1"/>
              <a:t>terlalu</a:t>
            </a:r>
            <a:r>
              <a:rPr lang="en-ID" sz="2400" dirty="0"/>
              <a:t> </a:t>
            </a:r>
            <a:r>
              <a:rPr lang="en-ID" sz="2400" dirty="0" err="1"/>
              <a:t>manis</a:t>
            </a:r>
            <a:r>
              <a:rPr lang="en-ID" sz="2400" dirty="0"/>
              <a:t> </a:t>
            </a:r>
            <a:r>
              <a:rPr lang="en-ID" sz="2400" dirty="0" err="1"/>
              <a:t>karena</a:t>
            </a:r>
            <a:r>
              <a:rPr lang="en-ID" sz="2400" dirty="0"/>
              <a:t> </a:t>
            </a:r>
            <a:r>
              <a:rPr lang="en-ID" sz="2400" dirty="0" err="1"/>
              <a:t>tidak</a:t>
            </a:r>
            <a:r>
              <a:rPr lang="en-ID" sz="2400" dirty="0"/>
              <a:t> </a:t>
            </a:r>
            <a:r>
              <a:rPr lang="en-ID" sz="2400" dirty="0" err="1"/>
              <a:t>enak</a:t>
            </a:r>
            <a:r>
              <a:rPr lang="en-ID" sz="2400" dirty="0"/>
              <a:t>.</a:t>
            </a:r>
          </a:p>
          <a:p>
            <a:pPr algn="just"/>
            <a:r>
              <a:rPr lang="en-ID" sz="2400" dirty="0"/>
              <a:t>	Saya </a:t>
            </a:r>
            <a:r>
              <a:rPr lang="en-ID" sz="2400" b="1" dirty="0" err="1"/>
              <a:t>suka</a:t>
            </a:r>
            <a:r>
              <a:rPr lang="en-ID" sz="2400" dirty="0"/>
              <a:t> </a:t>
            </a:r>
            <a:r>
              <a:rPr lang="en-ID" sz="2400" dirty="0" err="1"/>
              <a:t>membaca</a:t>
            </a:r>
            <a:r>
              <a:rPr lang="en-ID" sz="2400" dirty="0"/>
              <a:t> di </a:t>
            </a:r>
            <a:r>
              <a:rPr lang="en-ID" sz="2400" b="1" dirty="0" err="1"/>
              <a:t>teras</a:t>
            </a:r>
            <a:r>
              <a:rPr lang="en-ID" sz="2400" b="1" dirty="0"/>
              <a:t> </a:t>
            </a:r>
            <a:r>
              <a:rPr lang="en-ID" sz="2400" b="1" dirty="0" err="1"/>
              <a:t>rumah</a:t>
            </a:r>
            <a:r>
              <a:rPr lang="en-ID" sz="2400" dirty="0"/>
              <a:t> pada </a:t>
            </a:r>
            <a:r>
              <a:rPr lang="en-ID" sz="2400" b="1" dirty="0" err="1"/>
              <a:t>akhir</a:t>
            </a:r>
            <a:r>
              <a:rPr lang="en-ID" sz="2400" b="1" dirty="0"/>
              <a:t> </a:t>
            </a:r>
            <a:r>
              <a:rPr lang="en-ID" sz="2400" b="1" dirty="0" err="1"/>
              <a:t>pekan</a:t>
            </a:r>
            <a:r>
              <a:rPr lang="en-ID" sz="2400" dirty="0"/>
              <a:t>. Saya </a:t>
            </a:r>
            <a:r>
              <a:rPr lang="en-ID" sz="2400" b="1" dirty="0" err="1"/>
              <a:t>membaca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pukul</a:t>
            </a:r>
            <a:r>
              <a:rPr lang="en-ID" sz="2400" dirty="0"/>
              <a:t> 06.00 </a:t>
            </a:r>
            <a:r>
              <a:rPr lang="en-ID" sz="2400" dirty="0" err="1"/>
              <a:t>sampai</a:t>
            </a:r>
            <a:r>
              <a:rPr lang="en-ID" sz="2400" dirty="0"/>
              <a:t> 12.00. </a:t>
            </a:r>
            <a:r>
              <a:rPr lang="en-ID" sz="2400" dirty="0" err="1"/>
              <a:t>saya</a:t>
            </a:r>
            <a:r>
              <a:rPr lang="en-ID" sz="2400" dirty="0"/>
              <a:t> </a:t>
            </a:r>
            <a:r>
              <a:rPr lang="en-ID" sz="2400" dirty="0" err="1"/>
              <a:t>suka</a:t>
            </a:r>
            <a:r>
              <a:rPr lang="en-ID" sz="2400" dirty="0"/>
              <a:t> </a:t>
            </a:r>
            <a:r>
              <a:rPr lang="en-ID" sz="2400" dirty="0" err="1"/>
              <a:t>membaca</a:t>
            </a:r>
            <a:r>
              <a:rPr lang="en-ID" sz="2400" dirty="0"/>
              <a:t> di </a:t>
            </a:r>
            <a:r>
              <a:rPr lang="en-ID" sz="2400" dirty="0" err="1"/>
              <a:t>Pagi</a:t>
            </a:r>
            <a:r>
              <a:rPr lang="en-ID" sz="2400" dirty="0"/>
              <a:t> </a:t>
            </a:r>
            <a:r>
              <a:rPr lang="en-ID" sz="2400" dirty="0" err="1"/>
              <a:t>hari</a:t>
            </a:r>
            <a:r>
              <a:rPr lang="en-ID" sz="2400" dirty="0"/>
              <a:t> </a:t>
            </a:r>
            <a:r>
              <a:rPr lang="en-ID" sz="2400" dirty="0" err="1"/>
              <a:t>karena</a:t>
            </a:r>
            <a:r>
              <a:rPr lang="en-ID" sz="2400" dirty="0"/>
              <a:t> </a:t>
            </a:r>
            <a:r>
              <a:rPr lang="en-ID" sz="2400" dirty="0" err="1"/>
              <a:t>udara</a:t>
            </a:r>
            <a:r>
              <a:rPr lang="en-ID" sz="2400" dirty="0"/>
              <a:t> </a:t>
            </a:r>
            <a:r>
              <a:rPr lang="en-ID" sz="2400" dirty="0" err="1"/>
              <a:t>segar</a:t>
            </a:r>
            <a:r>
              <a:rPr lang="en-ID" sz="2400" dirty="0"/>
              <a:t>. Saya </a:t>
            </a:r>
            <a:r>
              <a:rPr lang="en-ID" sz="2400" b="1" dirty="0"/>
              <a:t>duduk</a:t>
            </a:r>
            <a:r>
              <a:rPr lang="en-ID" sz="2400" dirty="0"/>
              <a:t> di </a:t>
            </a:r>
            <a:r>
              <a:rPr lang="en-ID" sz="2400" dirty="0" err="1"/>
              <a:t>teras</a:t>
            </a:r>
            <a:r>
              <a:rPr lang="en-ID" sz="2400" dirty="0"/>
              <a:t> dan </a:t>
            </a:r>
            <a:r>
              <a:rPr lang="en-ID" sz="2400" b="1" dirty="0" err="1"/>
              <a:t>baca</a:t>
            </a:r>
            <a:r>
              <a:rPr lang="en-ID" sz="2400" dirty="0"/>
              <a:t> </a:t>
            </a:r>
            <a:r>
              <a:rPr lang="en-ID" sz="2400" dirty="0" err="1"/>
              <a:t>buku</a:t>
            </a:r>
            <a:r>
              <a:rPr lang="en-ID" sz="2400" dirty="0"/>
              <a:t>. Saya </a:t>
            </a:r>
            <a:r>
              <a:rPr lang="en-ID" sz="2400" b="1" dirty="0" err="1"/>
              <a:t>kurang</a:t>
            </a:r>
            <a:r>
              <a:rPr lang="en-ID" sz="2400" b="1" dirty="0"/>
              <a:t> </a:t>
            </a:r>
            <a:r>
              <a:rPr lang="en-ID" sz="2400" b="1" dirty="0" err="1"/>
              <a:t>suka</a:t>
            </a:r>
            <a:r>
              <a:rPr lang="en-ID" sz="2400" dirty="0"/>
              <a:t> </a:t>
            </a:r>
            <a:r>
              <a:rPr lang="en-ID" sz="2400" dirty="0" err="1"/>
              <a:t>membaca</a:t>
            </a:r>
            <a:r>
              <a:rPr lang="en-ID" sz="2400" dirty="0"/>
              <a:t> </a:t>
            </a:r>
            <a:r>
              <a:rPr lang="en-ID" sz="2400" dirty="0" err="1"/>
              <a:t>buku</a:t>
            </a:r>
            <a:r>
              <a:rPr lang="en-ID" sz="2400" dirty="0"/>
              <a:t> </a:t>
            </a:r>
            <a:r>
              <a:rPr lang="en-ID" sz="2400" dirty="0" err="1"/>
              <a:t>tebal</a:t>
            </a:r>
            <a:r>
              <a:rPr lang="en-ID" sz="2400" dirty="0"/>
              <a:t> </a:t>
            </a:r>
            <a:r>
              <a:rPr lang="en-ID" sz="2400" dirty="0" err="1"/>
              <a:t>karena</a:t>
            </a:r>
            <a:r>
              <a:rPr lang="en-ID" sz="2400" dirty="0"/>
              <a:t> </a:t>
            </a:r>
            <a:r>
              <a:rPr lang="en-ID" sz="2400" dirty="0" err="1"/>
              <a:t>sulit</a:t>
            </a:r>
            <a:r>
              <a:rPr lang="en-ID" sz="2400" dirty="0"/>
              <a:t>. </a:t>
            </a:r>
            <a:r>
              <a:rPr lang="en-ID" sz="2400" dirty="0" err="1"/>
              <a:t>Membaca</a:t>
            </a:r>
            <a:r>
              <a:rPr lang="en-ID" sz="2400" dirty="0"/>
              <a:t> </a:t>
            </a:r>
            <a:r>
              <a:rPr lang="en-ID" sz="2400" dirty="0" err="1"/>
              <a:t>membuat</a:t>
            </a:r>
            <a:r>
              <a:rPr lang="en-ID" sz="2400" dirty="0"/>
              <a:t> </a:t>
            </a:r>
            <a:r>
              <a:rPr lang="en-ID" sz="2400" dirty="0" err="1"/>
              <a:t>saya</a:t>
            </a:r>
            <a:r>
              <a:rPr lang="en-ID" sz="2400" dirty="0"/>
              <a:t> </a:t>
            </a:r>
            <a:r>
              <a:rPr lang="en-ID" sz="2400" dirty="0" err="1"/>
              <a:t>senang</a:t>
            </a:r>
            <a:r>
              <a:rPr lang="en-ID" sz="2400" dirty="0"/>
              <a:t> dan </a:t>
            </a:r>
            <a:r>
              <a:rPr lang="en-ID" sz="2400" dirty="0" err="1"/>
              <a:t>tahu</a:t>
            </a:r>
            <a:r>
              <a:rPr lang="en-ID" sz="2400" dirty="0"/>
              <a:t> </a:t>
            </a:r>
            <a:r>
              <a:rPr lang="en-ID" sz="2400" dirty="0" err="1"/>
              <a:t>banyak</a:t>
            </a:r>
            <a:r>
              <a:rPr lang="en-ID" sz="2400" dirty="0"/>
              <a:t> </a:t>
            </a:r>
            <a:r>
              <a:rPr lang="en-ID" sz="2400" dirty="0" err="1"/>
              <a:t>hal</a:t>
            </a:r>
            <a:r>
              <a:rPr lang="en-ID" sz="2400" dirty="0"/>
              <a:t> </a:t>
            </a:r>
            <a:r>
              <a:rPr lang="en-ID" sz="2400" dirty="0" err="1"/>
              <a:t>baru</a:t>
            </a:r>
            <a:r>
              <a:rPr lang="en-ID" sz="2400" dirty="0"/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AE3082-0C4F-451A-B4FF-32DE60A38B58}"/>
              </a:ext>
            </a:extLst>
          </p:cNvPr>
          <p:cNvSpPr/>
          <p:nvPr/>
        </p:nvSpPr>
        <p:spPr>
          <a:xfrm>
            <a:off x="651162" y="3545752"/>
            <a:ext cx="1088967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D" sz="2400" b="1" dirty="0" err="1"/>
              <a:t>Tulis</a:t>
            </a:r>
            <a:r>
              <a:rPr lang="en-ID" sz="2400" b="1" dirty="0"/>
              <a:t> </a:t>
            </a:r>
            <a:r>
              <a:rPr lang="en-ID" sz="2400" b="1" dirty="0" err="1"/>
              <a:t>teks</a:t>
            </a:r>
            <a:r>
              <a:rPr lang="en-ID" sz="2400" b="1" dirty="0"/>
              <a:t> </a:t>
            </a:r>
            <a:r>
              <a:rPr lang="en-ID" sz="2400" b="1" dirty="0" err="1"/>
              <a:t>tentang</a:t>
            </a:r>
            <a:r>
              <a:rPr lang="en-ID" sz="2400" b="1" dirty="0"/>
              <a:t> </a:t>
            </a:r>
            <a:r>
              <a:rPr lang="en-ID" sz="2400" b="1" dirty="0" err="1"/>
              <a:t>hobi</a:t>
            </a:r>
            <a:r>
              <a:rPr lang="en-ID" sz="2400" b="1" dirty="0"/>
              <a:t> : </a:t>
            </a:r>
          </a:p>
          <a:p>
            <a:pPr marL="457200" indent="-457200">
              <a:buAutoNum type="arabicPeriod"/>
            </a:pPr>
            <a:r>
              <a:rPr lang="en-ID" sz="2400" dirty="0"/>
              <a:t>Nama </a:t>
            </a:r>
            <a:r>
              <a:rPr lang="en-ID" sz="2400" dirty="0" err="1"/>
              <a:t>kamu</a:t>
            </a:r>
            <a:endParaRPr lang="en-ID" sz="2400" dirty="0"/>
          </a:p>
          <a:p>
            <a:pPr marL="457200" indent="-457200">
              <a:buAutoNum type="arabicPeriod"/>
            </a:pPr>
            <a:r>
              <a:rPr lang="en-ID" sz="2400" dirty="0" err="1"/>
              <a:t>Hobi</a:t>
            </a:r>
            <a:r>
              <a:rPr lang="en-ID" sz="2400" dirty="0"/>
              <a:t> </a:t>
            </a:r>
            <a:r>
              <a:rPr lang="en-ID" sz="2400" dirty="0" err="1"/>
              <a:t>kamu</a:t>
            </a:r>
            <a:endParaRPr lang="en-ID" sz="2400" dirty="0"/>
          </a:p>
          <a:p>
            <a:pPr marL="457200" indent="-457200">
              <a:buAutoNum type="arabicPeriod"/>
            </a:pPr>
            <a:r>
              <a:rPr lang="en-ID" sz="2400" dirty="0" err="1"/>
              <a:t>Aktivitas</a:t>
            </a:r>
            <a:r>
              <a:rPr lang="en-ID" sz="2400" dirty="0"/>
              <a:t> </a:t>
            </a:r>
            <a:r>
              <a:rPr lang="en-ID" sz="2400" dirty="0" err="1"/>
              <a:t>saat</a:t>
            </a:r>
            <a:r>
              <a:rPr lang="en-ID" sz="2400" dirty="0"/>
              <a:t> </a:t>
            </a:r>
            <a:r>
              <a:rPr lang="en-ID" sz="2400" dirty="0" err="1"/>
              <a:t>melakukan</a:t>
            </a:r>
            <a:r>
              <a:rPr lang="en-ID" sz="2400" dirty="0"/>
              <a:t> </a:t>
            </a:r>
            <a:r>
              <a:rPr lang="en-ID" sz="2400" dirty="0" err="1"/>
              <a:t>hobi</a:t>
            </a:r>
            <a:endParaRPr lang="en-ID" sz="2400" dirty="0"/>
          </a:p>
          <a:p>
            <a:pPr marL="457200" indent="-457200">
              <a:buAutoNum type="arabicPeriod"/>
            </a:pPr>
            <a:r>
              <a:rPr lang="en-ID" sz="2400" dirty="0" err="1"/>
              <a:t>Dimana</a:t>
            </a:r>
            <a:r>
              <a:rPr lang="en-ID" sz="2400" dirty="0"/>
              <a:t> </a:t>
            </a:r>
            <a:r>
              <a:rPr lang="en-ID" sz="2400" dirty="0" err="1"/>
              <a:t>melakukan</a:t>
            </a:r>
            <a:r>
              <a:rPr lang="en-ID" sz="2400" dirty="0"/>
              <a:t> </a:t>
            </a:r>
            <a:r>
              <a:rPr lang="en-ID" sz="2400" dirty="0" err="1"/>
              <a:t>hobi</a:t>
            </a:r>
            <a:endParaRPr lang="en-ID" sz="2400" dirty="0"/>
          </a:p>
          <a:p>
            <a:pPr marL="457200" indent="-457200">
              <a:buAutoNum type="arabicPeriod"/>
            </a:pPr>
            <a:r>
              <a:rPr lang="en-ID" sz="2400" dirty="0"/>
              <a:t>Kapan </a:t>
            </a:r>
            <a:r>
              <a:rPr lang="en-ID" sz="2400" dirty="0" err="1"/>
              <a:t>melakukan</a:t>
            </a:r>
            <a:r>
              <a:rPr lang="en-ID" sz="2400" dirty="0"/>
              <a:t> </a:t>
            </a:r>
            <a:r>
              <a:rPr lang="en-ID" sz="2400" dirty="0" err="1"/>
              <a:t>hobi</a:t>
            </a:r>
            <a:r>
              <a:rPr lang="en-ID" sz="2400" dirty="0"/>
              <a:t> </a:t>
            </a:r>
          </a:p>
          <a:p>
            <a:pPr marL="457200" indent="-457200">
              <a:buAutoNum type="arabicPeriod"/>
            </a:pPr>
            <a:r>
              <a:rPr lang="en-ID" sz="2400" dirty="0" err="1"/>
              <a:t>Mengapa</a:t>
            </a:r>
            <a:r>
              <a:rPr lang="en-ID" sz="2400" dirty="0"/>
              <a:t> </a:t>
            </a:r>
            <a:r>
              <a:rPr lang="en-ID" sz="2400" dirty="0" err="1"/>
              <a:t>anda</a:t>
            </a:r>
            <a:r>
              <a:rPr lang="en-ID" sz="2400" dirty="0"/>
              <a:t> </a:t>
            </a:r>
            <a:r>
              <a:rPr lang="en-ID" sz="2400" dirty="0" err="1"/>
              <a:t>suka</a:t>
            </a:r>
            <a:r>
              <a:rPr lang="en-ID" sz="2400" dirty="0"/>
              <a:t> </a:t>
            </a:r>
            <a:r>
              <a:rPr lang="en-ID" sz="2400" dirty="0" err="1"/>
              <a:t>hobi</a:t>
            </a:r>
            <a:r>
              <a:rPr lang="en-ID" sz="2400" dirty="0"/>
              <a:t> </a:t>
            </a:r>
            <a:r>
              <a:rPr lang="en-ID" sz="2400" dirty="0" err="1"/>
              <a:t>itu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2638359533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495</TotalTime>
  <Words>712</Words>
  <Application>Microsoft Office PowerPoint</Application>
  <PresentationFormat>Widescreen</PresentationFormat>
  <Paragraphs>127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Adobe Fan Heiti Std B</vt:lpstr>
      <vt:lpstr>Adobe Gothic Std B</vt:lpstr>
      <vt:lpstr>Arial</vt:lpstr>
      <vt:lpstr>Grandview Display</vt:lpstr>
      <vt:lpstr>DashVTI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Hobi dan kegiatan waktu luang</dc:title>
  <dc:creator>DELL</dc:creator>
  <cp:lastModifiedBy>DELL</cp:lastModifiedBy>
  <cp:revision>9</cp:revision>
  <dcterms:created xsi:type="dcterms:W3CDTF">2025-06-12T02:47:53Z</dcterms:created>
  <dcterms:modified xsi:type="dcterms:W3CDTF">2025-12-04T19:21:33Z</dcterms:modified>
</cp:coreProperties>
</file>