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64" r:id="rId3"/>
    <p:sldId id="258" r:id="rId4"/>
    <p:sldId id="259" r:id="rId5"/>
    <p:sldId id="260" r:id="rId6"/>
    <p:sldId id="271" r:id="rId7"/>
    <p:sldId id="272" r:id="rId8"/>
    <p:sldId id="274" r:id="rId9"/>
    <p:sldId id="273" r:id="rId10"/>
    <p:sldId id="275" r:id="rId11"/>
    <p:sldId id="277" r:id="rId12"/>
    <p:sldId id="276" r:id="rId13"/>
    <p:sldId id="261" r:id="rId14"/>
    <p:sldId id="262" r:id="rId15"/>
    <p:sldId id="267" r:id="rId16"/>
    <p:sldId id="268" r:id="rId17"/>
    <p:sldId id="269" r:id="rId18"/>
    <p:sldId id="278" r:id="rId19"/>
    <p:sldId id="279" r:id="rId20"/>
    <p:sldId id="280" r:id="rId21"/>
    <p:sldId id="281" r:id="rId22"/>
    <p:sldId id="270" r:id="rId23"/>
    <p:sldId id="265" r:id="rId24"/>
    <p:sldId id="266" r:id="rId25"/>
    <p:sldId id="26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C022-2296-4A24-B4B8-D662093056FE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2E35B-FB8D-47E8-AFE0-27ADD429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3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320;ga632c5bda9_0_4761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4579" name="Google Shape;321;ga632c5bda9_0_4761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21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366;g1012296ec49_0_12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8675" name="Google Shape;367;g1012296ec49_0_12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453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366;g1012296ec49_0_12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30723" name="Google Shape;367;g1012296ec49_0_12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378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501;gf24606696c_0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502;gf24606696c_0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98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529;g104e67d4d8c_0_63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6867" name="Google Shape;530;g104e67d4d8c_0_63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731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558;gf04bfa0677_0_28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8915" name="Google Shape;559;gf04bfa0677_0_28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68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06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7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6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7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5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6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4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72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6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1;p4"/>
          <p:cNvGrpSpPr>
            <a:grpSpLocks/>
          </p:cNvGrpSpPr>
          <p:nvPr/>
        </p:nvGrpSpPr>
        <p:grpSpPr bwMode="auto">
          <a:xfrm rot="367901">
            <a:off x="3845984" y="-1606551"/>
            <a:ext cx="9067800" cy="2372784"/>
            <a:chOff x="3270900" y="2843975"/>
            <a:chExt cx="1469475" cy="375975"/>
          </a:xfrm>
        </p:grpSpPr>
        <p:sp>
          <p:nvSpPr>
            <p:cNvPr id="5" name="Google Shape;32;p4"/>
            <p:cNvSpPr>
              <a:spLocks/>
            </p:cNvSpPr>
            <p:nvPr/>
          </p:nvSpPr>
          <p:spPr bwMode="auto">
            <a:xfrm>
              <a:off x="3270900" y="2843975"/>
              <a:ext cx="1469475" cy="375975"/>
            </a:xfrm>
            <a:custGeom>
              <a:avLst/>
              <a:gdLst>
                <a:gd name="T0" fmla="*/ 1000 w 58779"/>
                <a:gd name="T1" fmla="*/ 6275 h 15039"/>
                <a:gd name="T2" fmla="*/ 10625 w 58779"/>
                <a:gd name="T3" fmla="*/ 11800 h 15039"/>
                <a:gd name="T4" fmla="*/ 54225 w 58779"/>
                <a:gd name="T5" fmla="*/ 21750 h 15039"/>
                <a:gd name="T6" fmla="*/ 54225 w 58779"/>
                <a:gd name="T7" fmla="*/ 21750 h 15039"/>
                <a:gd name="T8" fmla="*/ 1000 w 58779"/>
                <a:gd name="T9" fmla="*/ 6275 h 15039"/>
                <a:gd name="T10" fmla="*/ 250625 w 58779"/>
                <a:gd name="T11" fmla="*/ 25 h 15039"/>
                <a:gd name="T12" fmla="*/ 180700 w 58779"/>
                <a:gd name="T13" fmla="*/ 4525 h 15039"/>
                <a:gd name="T14" fmla="*/ 86875 w 58779"/>
                <a:gd name="T15" fmla="*/ 23925 h 15039"/>
                <a:gd name="T16" fmla="*/ 86875 w 58779"/>
                <a:gd name="T17" fmla="*/ 23925 h 15039"/>
                <a:gd name="T18" fmla="*/ 54225 w 58779"/>
                <a:gd name="T19" fmla="*/ 21750 h 15039"/>
                <a:gd name="T20" fmla="*/ 54225 w 58779"/>
                <a:gd name="T21" fmla="*/ 21750 h 15039"/>
                <a:gd name="T22" fmla="*/ 78025 w 58779"/>
                <a:gd name="T23" fmla="*/ 25000 h 15039"/>
                <a:gd name="T24" fmla="*/ 86850 w 58779"/>
                <a:gd name="T25" fmla="*/ 23925 h 15039"/>
                <a:gd name="T26" fmla="*/ 86875 w 58779"/>
                <a:gd name="T27" fmla="*/ 23925 h 15039"/>
                <a:gd name="T28" fmla="*/ 86875 w 58779"/>
                <a:gd name="T29" fmla="*/ 23925 h 15039"/>
                <a:gd name="T30" fmla="*/ 117400 w 58779"/>
                <a:gd name="T31" fmla="*/ 26675 h 15039"/>
                <a:gd name="T32" fmla="*/ 222950 w 58779"/>
                <a:gd name="T33" fmla="*/ 46675 h 15039"/>
                <a:gd name="T34" fmla="*/ 441175 w 58779"/>
                <a:gd name="T35" fmla="*/ 126150 h 15039"/>
                <a:gd name="T36" fmla="*/ 673900 w 58779"/>
                <a:gd name="T37" fmla="*/ 242925 h 15039"/>
                <a:gd name="T38" fmla="*/ 1223325 w 58779"/>
                <a:gd name="T39" fmla="*/ 375950 h 15039"/>
                <a:gd name="T40" fmla="*/ 1426150 w 58779"/>
                <a:gd name="T41" fmla="*/ 363800 h 15039"/>
                <a:gd name="T42" fmla="*/ 1467175 w 58779"/>
                <a:gd name="T43" fmla="*/ 326125 h 15039"/>
                <a:gd name="T44" fmla="*/ 1451700 w 58779"/>
                <a:gd name="T45" fmla="*/ 303150 h 15039"/>
                <a:gd name="T46" fmla="*/ 1282975 w 58779"/>
                <a:gd name="T47" fmla="*/ 271775 h 15039"/>
                <a:gd name="T48" fmla="*/ 1124975 w 58779"/>
                <a:gd name="T49" fmla="*/ 240150 h 15039"/>
                <a:gd name="T50" fmla="*/ 467700 w 58779"/>
                <a:gd name="T51" fmla="*/ 34275 h 15039"/>
                <a:gd name="T52" fmla="*/ 250625 w 58779"/>
                <a:gd name="T53" fmla="*/ 25 h 1503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779" h="15039" extrusionOk="0">
                  <a:moveTo>
                    <a:pt x="40" y="251"/>
                  </a:moveTo>
                  <a:cubicBezTo>
                    <a:pt x="0" y="251"/>
                    <a:pt x="108" y="313"/>
                    <a:pt x="425" y="472"/>
                  </a:cubicBezTo>
                  <a:cubicBezTo>
                    <a:pt x="883" y="701"/>
                    <a:pt x="1509" y="808"/>
                    <a:pt x="2169" y="870"/>
                  </a:cubicBezTo>
                  <a:cubicBezTo>
                    <a:pt x="1206" y="656"/>
                    <a:pt x="142" y="251"/>
                    <a:pt x="40" y="251"/>
                  </a:cubicBezTo>
                  <a:close/>
                  <a:moveTo>
                    <a:pt x="10025" y="1"/>
                  </a:moveTo>
                  <a:cubicBezTo>
                    <a:pt x="9252" y="1"/>
                    <a:pt x="8347" y="54"/>
                    <a:pt x="7228" y="181"/>
                  </a:cubicBezTo>
                  <a:cubicBezTo>
                    <a:pt x="5795" y="343"/>
                    <a:pt x="4856" y="538"/>
                    <a:pt x="3475" y="957"/>
                  </a:cubicBezTo>
                  <a:cubicBezTo>
                    <a:pt x="3050" y="932"/>
                    <a:pt x="2602" y="911"/>
                    <a:pt x="2169" y="870"/>
                  </a:cubicBezTo>
                  <a:cubicBezTo>
                    <a:pt x="2516" y="947"/>
                    <a:pt x="2850" y="1000"/>
                    <a:pt x="3121" y="1000"/>
                  </a:cubicBezTo>
                  <a:cubicBezTo>
                    <a:pt x="3256" y="1000"/>
                    <a:pt x="3376" y="987"/>
                    <a:pt x="3474" y="957"/>
                  </a:cubicBezTo>
                  <a:cubicBezTo>
                    <a:pt x="3474" y="957"/>
                    <a:pt x="3475" y="957"/>
                    <a:pt x="3475" y="957"/>
                  </a:cubicBezTo>
                  <a:cubicBezTo>
                    <a:pt x="3921" y="982"/>
                    <a:pt x="4343" y="1010"/>
                    <a:pt x="4696" y="1067"/>
                  </a:cubicBezTo>
                  <a:cubicBezTo>
                    <a:pt x="6111" y="1291"/>
                    <a:pt x="7522" y="1547"/>
                    <a:pt x="8918" y="1867"/>
                  </a:cubicBezTo>
                  <a:cubicBezTo>
                    <a:pt x="11944" y="2558"/>
                    <a:pt x="14923" y="3538"/>
                    <a:pt x="17647" y="5046"/>
                  </a:cubicBezTo>
                  <a:cubicBezTo>
                    <a:pt x="21049" y="6930"/>
                    <a:pt x="23627" y="7708"/>
                    <a:pt x="26956" y="9717"/>
                  </a:cubicBezTo>
                  <a:cubicBezTo>
                    <a:pt x="33431" y="13626"/>
                    <a:pt x="41225" y="15038"/>
                    <a:pt x="48933" y="15038"/>
                  </a:cubicBezTo>
                  <a:cubicBezTo>
                    <a:pt x="51669" y="15038"/>
                    <a:pt x="54395" y="14860"/>
                    <a:pt x="57046" y="14552"/>
                  </a:cubicBezTo>
                  <a:cubicBezTo>
                    <a:pt x="57853" y="14459"/>
                    <a:pt x="58778" y="13851"/>
                    <a:pt x="58687" y="13045"/>
                  </a:cubicBezTo>
                  <a:cubicBezTo>
                    <a:pt x="58643" y="12668"/>
                    <a:pt x="58365" y="12363"/>
                    <a:pt x="58068" y="12126"/>
                  </a:cubicBezTo>
                  <a:cubicBezTo>
                    <a:pt x="56243" y="10673"/>
                    <a:pt x="53649" y="10981"/>
                    <a:pt x="51319" y="10871"/>
                  </a:cubicBezTo>
                  <a:cubicBezTo>
                    <a:pt x="49167" y="10768"/>
                    <a:pt x="47138" y="9869"/>
                    <a:pt x="44999" y="9606"/>
                  </a:cubicBezTo>
                  <a:cubicBezTo>
                    <a:pt x="33862" y="8232"/>
                    <a:pt x="26530" y="2093"/>
                    <a:pt x="18708" y="1371"/>
                  </a:cubicBezTo>
                  <a:cubicBezTo>
                    <a:pt x="14172" y="953"/>
                    <a:pt x="13284" y="1"/>
                    <a:pt x="10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US" sz="2400"/>
            </a:p>
          </p:txBody>
        </p:sp>
        <p:sp>
          <p:nvSpPr>
            <p:cNvPr id="6" name="Google Shape;33;p4"/>
            <p:cNvSpPr/>
            <p:nvPr/>
          </p:nvSpPr>
          <p:spPr>
            <a:xfrm>
              <a:off x="3845014" y="2929897"/>
              <a:ext cx="13721" cy="5031"/>
            </a:xfrm>
            <a:custGeom>
              <a:avLst/>
              <a:gdLst/>
              <a:ahLst/>
              <a:cxnLst/>
              <a:rect l="l" t="t" r="r" b="b"/>
              <a:pathLst>
                <a:path w="552" h="193" extrusionOk="0">
                  <a:moveTo>
                    <a:pt x="480" y="0"/>
                  </a:moveTo>
                  <a:cubicBezTo>
                    <a:pt x="344" y="6"/>
                    <a:pt x="210" y="27"/>
                    <a:pt x="75" y="42"/>
                  </a:cubicBezTo>
                  <a:cubicBezTo>
                    <a:pt x="55" y="43"/>
                    <a:pt x="36" y="51"/>
                    <a:pt x="23" y="64"/>
                  </a:cubicBezTo>
                  <a:cubicBezTo>
                    <a:pt x="9" y="78"/>
                    <a:pt x="0" y="97"/>
                    <a:pt x="0" y="117"/>
                  </a:cubicBezTo>
                  <a:cubicBezTo>
                    <a:pt x="2" y="152"/>
                    <a:pt x="31" y="192"/>
                    <a:pt x="70" y="192"/>
                  </a:cubicBezTo>
                  <a:cubicBezTo>
                    <a:pt x="71" y="192"/>
                    <a:pt x="73" y="192"/>
                    <a:pt x="75" y="192"/>
                  </a:cubicBezTo>
                  <a:cubicBezTo>
                    <a:pt x="218" y="178"/>
                    <a:pt x="359" y="168"/>
                    <a:pt x="499" y="144"/>
                  </a:cubicBezTo>
                  <a:cubicBezTo>
                    <a:pt x="533" y="137"/>
                    <a:pt x="550" y="103"/>
                    <a:pt x="552" y="73"/>
                  </a:cubicBezTo>
                  <a:cubicBezTo>
                    <a:pt x="552" y="67"/>
                    <a:pt x="552" y="60"/>
                    <a:pt x="550" y="54"/>
                  </a:cubicBezTo>
                  <a:cubicBezTo>
                    <a:pt x="540" y="22"/>
                    <a:pt x="512" y="1"/>
                    <a:pt x="4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34;p4"/>
            <p:cNvSpPr/>
            <p:nvPr/>
          </p:nvSpPr>
          <p:spPr>
            <a:xfrm>
              <a:off x="3855556" y="2918816"/>
              <a:ext cx="10976" cy="5702"/>
            </a:xfrm>
            <a:custGeom>
              <a:avLst/>
              <a:gdLst/>
              <a:ahLst/>
              <a:cxnLst/>
              <a:rect l="l" t="t" r="r" b="b"/>
              <a:pathLst>
                <a:path w="433" h="228" extrusionOk="0">
                  <a:moveTo>
                    <a:pt x="128" y="203"/>
                  </a:moveTo>
                  <a:cubicBezTo>
                    <a:pt x="126" y="204"/>
                    <a:pt x="126" y="204"/>
                    <a:pt x="126" y="204"/>
                  </a:cubicBezTo>
                  <a:cubicBezTo>
                    <a:pt x="126" y="204"/>
                    <a:pt x="127" y="204"/>
                    <a:pt x="128" y="203"/>
                  </a:cubicBezTo>
                  <a:close/>
                  <a:moveTo>
                    <a:pt x="302" y="0"/>
                  </a:moveTo>
                  <a:cubicBezTo>
                    <a:pt x="267" y="3"/>
                    <a:pt x="235" y="8"/>
                    <a:pt x="202" y="17"/>
                  </a:cubicBezTo>
                  <a:cubicBezTo>
                    <a:pt x="138" y="36"/>
                    <a:pt x="79" y="68"/>
                    <a:pt x="28" y="111"/>
                  </a:cubicBezTo>
                  <a:cubicBezTo>
                    <a:pt x="1" y="134"/>
                    <a:pt x="3" y="184"/>
                    <a:pt x="28" y="208"/>
                  </a:cubicBezTo>
                  <a:cubicBezTo>
                    <a:pt x="41" y="221"/>
                    <a:pt x="58" y="227"/>
                    <a:pt x="76" y="227"/>
                  </a:cubicBezTo>
                  <a:cubicBezTo>
                    <a:pt x="93" y="227"/>
                    <a:pt x="110" y="221"/>
                    <a:pt x="124" y="208"/>
                  </a:cubicBezTo>
                  <a:lnTo>
                    <a:pt x="123" y="206"/>
                  </a:lnTo>
                  <a:cubicBezTo>
                    <a:pt x="126" y="204"/>
                    <a:pt x="128" y="202"/>
                    <a:pt x="131" y="200"/>
                  </a:cubicBezTo>
                  <a:lnTo>
                    <a:pt x="131" y="200"/>
                  </a:lnTo>
                  <a:cubicBezTo>
                    <a:pt x="131" y="200"/>
                    <a:pt x="129" y="202"/>
                    <a:pt x="128" y="203"/>
                  </a:cubicBezTo>
                  <a:lnTo>
                    <a:pt x="128" y="203"/>
                  </a:lnTo>
                  <a:cubicBezTo>
                    <a:pt x="128" y="203"/>
                    <a:pt x="129" y="202"/>
                    <a:pt x="129" y="202"/>
                  </a:cubicBezTo>
                  <a:cubicBezTo>
                    <a:pt x="135" y="198"/>
                    <a:pt x="140" y="194"/>
                    <a:pt x="145" y="190"/>
                  </a:cubicBezTo>
                  <a:cubicBezTo>
                    <a:pt x="156" y="183"/>
                    <a:pt x="167" y="177"/>
                    <a:pt x="179" y="170"/>
                  </a:cubicBezTo>
                  <a:cubicBezTo>
                    <a:pt x="184" y="167"/>
                    <a:pt x="190" y="165"/>
                    <a:pt x="197" y="162"/>
                  </a:cubicBezTo>
                  <a:cubicBezTo>
                    <a:pt x="197" y="161"/>
                    <a:pt x="198" y="161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199" y="161"/>
                    <a:pt x="199" y="161"/>
                  </a:cubicBezTo>
                  <a:cubicBezTo>
                    <a:pt x="200" y="161"/>
                    <a:pt x="201" y="160"/>
                    <a:pt x="203" y="159"/>
                  </a:cubicBezTo>
                  <a:lnTo>
                    <a:pt x="203" y="159"/>
                  </a:lnTo>
                  <a:cubicBezTo>
                    <a:pt x="202" y="160"/>
                    <a:pt x="200" y="160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200" y="160"/>
                    <a:pt x="203" y="159"/>
                  </a:cubicBezTo>
                  <a:cubicBezTo>
                    <a:pt x="204" y="158"/>
                    <a:pt x="204" y="158"/>
                    <a:pt x="205" y="158"/>
                  </a:cubicBezTo>
                  <a:lnTo>
                    <a:pt x="205" y="158"/>
                  </a:lnTo>
                  <a:cubicBezTo>
                    <a:pt x="205" y="158"/>
                    <a:pt x="204" y="159"/>
                    <a:pt x="203" y="159"/>
                  </a:cubicBezTo>
                  <a:lnTo>
                    <a:pt x="203" y="159"/>
                  </a:lnTo>
                  <a:cubicBezTo>
                    <a:pt x="204" y="159"/>
                    <a:pt x="205" y="158"/>
                    <a:pt x="205" y="158"/>
                  </a:cubicBezTo>
                  <a:lnTo>
                    <a:pt x="205" y="158"/>
                  </a:lnTo>
                  <a:cubicBezTo>
                    <a:pt x="217" y="153"/>
                    <a:pt x="230" y="149"/>
                    <a:pt x="242" y="146"/>
                  </a:cubicBezTo>
                  <a:cubicBezTo>
                    <a:pt x="256" y="142"/>
                    <a:pt x="267" y="140"/>
                    <a:pt x="280" y="136"/>
                  </a:cubicBezTo>
                  <a:lnTo>
                    <a:pt x="300" y="133"/>
                  </a:lnTo>
                  <a:lnTo>
                    <a:pt x="303" y="133"/>
                  </a:lnTo>
                  <a:cubicBezTo>
                    <a:pt x="300" y="134"/>
                    <a:pt x="299" y="134"/>
                    <a:pt x="299" y="134"/>
                  </a:cubicBezTo>
                  <a:cubicBezTo>
                    <a:pt x="299" y="134"/>
                    <a:pt x="305" y="133"/>
                    <a:pt x="306" y="133"/>
                  </a:cubicBezTo>
                  <a:cubicBezTo>
                    <a:pt x="319" y="132"/>
                    <a:pt x="333" y="131"/>
                    <a:pt x="345" y="131"/>
                  </a:cubicBezTo>
                  <a:cubicBezTo>
                    <a:pt x="348" y="131"/>
                    <a:pt x="350" y="131"/>
                    <a:pt x="352" y="131"/>
                  </a:cubicBezTo>
                  <a:cubicBezTo>
                    <a:pt x="362" y="131"/>
                    <a:pt x="373" y="129"/>
                    <a:pt x="382" y="126"/>
                  </a:cubicBezTo>
                  <a:cubicBezTo>
                    <a:pt x="391" y="123"/>
                    <a:pt x="398" y="120"/>
                    <a:pt x="405" y="116"/>
                  </a:cubicBezTo>
                  <a:cubicBezTo>
                    <a:pt x="422" y="106"/>
                    <a:pt x="433" y="88"/>
                    <a:pt x="432" y="69"/>
                  </a:cubicBezTo>
                  <a:cubicBezTo>
                    <a:pt x="432" y="49"/>
                    <a:pt x="421" y="32"/>
                    <a:pt x="405" y="22"/>
                  </a:cubicBezTo>
                  <a:cubicBezTo>
                    <a:pt x="398" y="16"/>
                    <a:pt x="391" y="11"/>
                    <a:pt x="382" y="8"/>
                  </a:cubicBezTo>
                  <a:cubicBezTo>
                    <a:pt x="370" y="4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5;p4"/>
            <p:cNvSpPr/>
            <p:nvPr/>
          </p:nvSpPr>
          <p:spPr>
            <a:xfrm>
              <a:off x="4064777" y="3126759"/>
              <a:ext cx="26412" cy="6372"/>
            </a:xfrm>
            <a:custGeom>
              <a:avLst/>
              <a:gdLst/>
              <a:ahLst/>
              <a:cxnLst/>
              <a:rect l="l" t="t" r="r" b="b"/>
              <a:pathLst>
                <a:path w="1054" h="256" extrusionOk="0">
                  <a:moveTo>
                    <a:pt x="893" y="3"/>
                  </a:moveTo>
                  <a:cubicBezTo>
                    <a:pt x="864" y="4"/>
                    <a:pt x="836" y="6"/>
                    <a:pt x="807" y="9"/>
                  </a:cubicBezTo>
                  <a:cubicBezTo>
                    <a:pt x="750" y="14"/>
                    <a:pt x="694" y="20"/>
                    <a:pt x="637" y="26"/>
                  </a:cubicBezTo>
                  <a:lnTo>
                    <a:pt x="295" y="63"/>
                  </a:lnTo>
                  <a:cubicBezTo>
                    <a:pt x="258" y="67"/>
                    <a:pt x="220" y="70"/>
                    <a:pt x="183" y="77"/>
                  </a:cubicBezTo>
                  <a:cubicBezTo>
                    <a:pt x="150" y="83"/>
                    <a:pt x="119" y="90"/>
                    <a:pt x="88" y="100"/>
                  </a:cubicBezTo>
                  <a:cubicBezTo>
                    <a:pt x="1" y="124"/>
                    <a:pt x="19" y="253"/>
                    <a:pt x="109" y="253"/>
                  </a:cubicBezTo>
                  <a:lnTo>
                    <a:pt x="128" y="254"/>
                  </a:lnTo>
                  <a:lnTo>
                    <a:pt x="143" y="254"/>
                  </a:lnTo>
                  <a:cubicBezTo>
                    <a:pt x="125" y="254"/>
                    <a:pt x="162" y="256"/>
                    <a:pt x="161" y="256"/>
                  </a:cubicBezTo>
                  <a:lnTo>
                    <a:pt x="194" y="256"/>
                  </a:lnTo>
                  <a:cubicBezTo>
                    <a:pt x="222" y="256"/>
                    <a:pt x="251" y="251"/>
                    <a:pt x="279" y="247"/>
                  </a:cubicBezTo>
                  <a:lnTo>
                    <a:pt x="449" y="230"/>
                  </a:lnTo>
                  <a:cubicBezTo>
                    <a:pt x="563" y="217"/>
                    <a:pt x="678" y="205"/>
                    <a:pt x="791" y="191"/>
                  </a:cubicBezTo>
                  <a:cubicBezTo>
                    <a:pt x="828" y="186"/>
                    <a:pt x="866" y="184"/>
                    <a:pt x="902" y="177"/>
                  </a:cubicBezTo>
                  <a:cubicBezTo>
                    <a:pt x="918" y="174"/>
                    <a:pt x="932" y="169"/>
                    <a:pt x="946" y="166"/>
                  </a:cubicBezTo>
                  <a:cubicBezTo>
                    <a:pt x="955" y="164"/>
                    <a:pt x="963" y="162"/>
                    <a:pt x="972" y="160"/>
                  </a:cubicBezTo>
                  <a:cubicBezTo>
                    <a:pt x="989" y="155"/>
                    <a:pt x="1004" y="146"/>
                    <a:pt x="1017" y="135"/>
                  </a:cubicBezTo>
                  <a:cubicBezTo>
                    <a:pt x="1054" y="106"/>
                    <a:pt x="1042" y="38"/>
                    <a:pt x="1002" y="18"/>
                  </a:cubicBezTo>
                  <a:cubicBezTo>
                    <a:pt x="967" y="1"/>
                    <a:pt x="930" y="4"/>
                    <a:pt x="893" y="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6;p4"/>
            <p:cNvSpPr/>
            <p:nvPr/>
          </p:nvSpPr>
          <p:spPr>
            <a:xfrm>
              <a:off x="4438819" y="3120782"/>
              <a:ext cx="21610" cy="7379"/>
            </a:xfrm>
            <a:custGeom>
              <a:avLst/>
              <a:gdLst/>
              <a:ahLst/>
              <a:cxnLst/>
              <a:rect l="l" t="t" r="r" b="b"/>
              <a:pathLst>
                <a:path w="866" h="296" extrusionOk="0">
                  <a:moveTo>
                    <a:pt x="770" y="0"/>
                  </a:moveTo>
                  <a:cubicBezTo>
                    <a:pt x="750" y="1"/>
                    <a:pt x="730" y="4"/>
                    <a:pt x="711" y="10"/>
                  </a:cubicBezTo>
                  <a:lnTo>
                    <a:pt x="622" y="30"/>
                  </a:lnTo>
                  <a:lnTo>
                    <a:pt x="434" y="72"/>
                  </a:lnTo>
                  <a:lnTo>
                    <a:pt x="61" y="154"/>
                  </a:lnTo>
                  <a:cubicBezTo>
                    <a:pt x="23" y="166"/>
                    <a:pt x="1" y="205"/>
                    <a:pt x="11" y="243"/>
                  </a:cubicBezTo>
                  <a:cubicBezTo>
                    <a:pt x="20" y="275"/>
                    <a:pt x="49" y="295"/>
                    <a:pt x="81" y="295"/>
                  </a:cubicBezTo>
                  <a:cubicBezTo>
                    <a:pt x="87" y="295"/>
                    <a:pt x="93" y="295"/>
                    <a:pt x="99" y="293"/>
                  </a:cubicBezTo>
                  <a:lnTo>
                    <a:pt x="100" y="293"/>
                  </a:lnTo>
                  <a:lnTo>
                    <a:pt x="474" y="215"/>
                  </a:lnTo>
                  <a:lnTo>
                    <a:pt x="659" y="176"/>
                  </a:lnTo>
                  <a:lnTo>
                    <a:pt x="752" y="157"/>
                  </a:lnTo>
                  <a:cubicBezTo>
                    <a:pt x="771" y="154"/>
                    <a:pt x="790" y="149"/>
                    <a:pt x="807" y="139"/>
                  </a:cubicBezTo>
                  <a:cubicBezTo>
                    <a:pt x="826" y="128"/>
                    <a:pt x="841" y="111"/>
                    <a:pt x="851" y="92"/>
                  </a:cubicBezTo>
                  <a:cubicBezTo>
                    <a:pt x="865" y="69"/>
                    <a:pt x="857" y="38"/>
                    <a:pt x="833" y="23"/>
                  </a:cubicBezTo>
                  <a:cubicBezTo>
                    <a:pt x="814" y="10"/>
                    <a:pt x="793" y="2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37;p4"/>
            <p:cNvSpPr/>
            <p:nvPr/>
          </p:nvSpPr>
          <p:spPr>
            <a:xfrm>
              <a:off x="4462592" y="3129737"/>
              <a:ext cx="21953" cy="7714"/>
            </a:xfrm>
            <a:custGeom>
              <a:avLst/>
              <a:gdLst/>
              <a:ahLst/>
              <a:cxnLst/>
              <a:rect l="l" t="t" r="r" b="b"/>
              <a:pathLst>
                <a:path w="883" h="319" extrusionOk="0">
                  <a:moveTo>
                    <a:pt x="794" y="1"/>
                  </a:moveTo>
                  <a:cubicBezTo>
                    <a:pt x="768" y="1"/>
                    <a:pt x="742" y="8"/>
                    <a:pt x="717" y="14"/>
                  </a:cubicBezTo>
                  <a:cubicBezTo>
                    <a:pt x="685" y="21"/>
                    <a:pt x="653" y="31"/>
                    <a:pt x="622" y="39"/>
                  </a:cubicBezTo>
                  <a:cubicBezTo>
                    <a:pt x="561" y="56"/>
                    <a:pt x="500" y="73"/>
                    <a:pt x="439" y="91"/>
                  </a:cubicBezTo>
                  <a:cubicBezTo>
                    <a:pt x="379" y="108"/>
                    <a:pt x="318" y="125"/>
                    <a:pt x="258" y="145"/>
                  </a:cubicBezTo>
                  <a:lnTo>
                    <a:pt x="70" y="206"/>
                  </a:lnTo>
                  <a:cubicBezTo>
                    <a:pt x="0" y="222"/>
                    <a:pt x="20" y="319"/>
                    <a:pt x="81" y="319"/>
                  </a:cubicBezTo>
                  <a:cubicBezTo>
                    <a:pt x="87" y="319"/>
                    <a:pt x="93" y="318"/>
                    <a:pt x="100" y="316"/>
                  </a:cubicBezTo>
                  <a:lnTo>
                    <a:pt x="100" y="317"/>
                  </a:lnTo>
                  <a:lnTo>
                    <a:pt x="293" y="276"/>
                  </a:lnTo>
                  <a:cubicBezTo>
                    <a:pt x="356" y="264"/>
                    <a:pt x="417" y="248"/>
                    <a:pt x="478" y="233"/>
                  </a:cubicBezTo>
                  <a:cubicBezTo>
                    <a:pt x="539" y="219"/>
                    <a:pt x="601" y="204"/>
                    <a:pt x="662" y="188"/>
                  </a:cubicBezTo>
                  <a:cubicBezTo>
                    <a:pt x="694" y="179"/>
                    <a:pt x="727" y="172"/>
                    <a:pt x="757" y="163"/>
                  </a:cubicBezTo>
                  <a:cubicBezTo>
                    <a:pt x="798" y="150"/>
                    <a:pt x="847" y="140"/>
                    <a:pt x="867" y="99"/>
                  </a:cubicBezTo>
                  <a:cubicBezTo>
                    <a:pt x="883" y="70"/>
                    <a:pt x="873" y="33"/>
                    <a:pt x="845" y="15"/>
                  </a:cubicBezTo>
                  <a:cubicBezTo>
                    <a:pt x="829" y="4"/>
                    <a:pt x="812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8;p4"/>
            <p:cNvSpPr/>
            <p:nvPr/>
          </p:nvSpPr>
          <p:spPr>
            <a:xfrm>
              <a:off x="4088517" y="3140369"/>
              <a:ext cx="15093" cy="3689"/>
            </a:xfrm>
            <a:custGeom>
              <a:avLst/>
              <a:gdLst/>
              <a:ahLst/>
              <a:cxnLst/>
              <a:rect l="l" t="t" r="r" b="b"/>
              <a:pathLst>
                <a:path w="609" h="149" extrusionOk="0">
                  <a:moveTo>
                    <a:pt x="574" y="1"/>
                  </a:moveTo>
                  <a:cubicBezTo>
                    <a:pt x="553" y="1"/>
                    <a:pt x="534" y="8"/>
                    <a:pt x="514" y="14"/>
                  </a:cubicBezTo>
                  <a:cubicBezTo>
                    <a:pt x="492" y="19"/>
                    <a:pt x="471" y="25"/>
                    <a:pt x="449" y="31"/>
                  </a:cubicBezTo>
                  <a:cubicBezTo>
                    <a:pt x="406" y="44"/>
                    <a:pt x="362" y="54"/>
                    <a:pt x="316" y="62"/>
                  </a:cubicBezTo>
                  <a:cubicBezTo>
                    <a:pt x="250" y="73"/>
                    <a:pt x="184" y="78"/>
                    <a:pt x="117" y="78"/>
                  </a:cubicBezTo>
                  <a:cubicBezTo>
                    <a:pt x="94" y="78"/>
                    <a:pt x="71" y="78"/>
                    <a:pt x="49" y="76"/>
                  </a:cubicBezTo>
                  <a:cubicBezTo>
                    <a:pt x="48" y="76"/>
                    <a:pt x="47" y="76"/>
                    <a:pt x="46" y="76"/>
                  </a:cubicBezTo>
                  <a:cubicBezTo>
                    <a:pt x="0" y="76"/>
                    <a:pt x="0" y="146"/>
                    <a:pt x="46" y="146"/>
                  </a:cubicBezTo>
                  <a:cubicBezTo>
                    <a:pt x="47" y="146"/>
                    <a:pt x="48" y="146"/>
                    <a:pt x="49" y="146"/>
                  </a:cubicBezTo>
                  <a:cubicBezTo>
                    <a:pt x="77" y="148"/>
                    <a:pt x="106" y="149"/>
                    <a:pt x="135" y="149"/>
                  </a:cubicBezTo>
                  <a:cubicBezTo>
                    <a:pt x="200" y="149"/>
                    <a:pt x="266" y="144"/>
                    <a:pt x="330" y="134"/>
                  </a:cubicBezTo>
                  <a:cubicBezTo>
                    <a:pt x="377" y="127"/>
                    <a:pt x="422" y="118"/>
                    <a:pt x="467" y="106"/>
                  </a:cubicBezTo>
                  <a:cubicBezTo>
                    <a:pt x="488" y="99"/>
                    <a:pt x="509" y="92"/>
                    <a:pt x="530" y="84"/>
                  </a:cubicBezTo>
                  <a:cubicBezTo>
                    <a:pt x="553" y="75"/>
                    <a:pt x="582" y="68"/>
                    <a:pt x="597" y="48"/>
                  </a:cubicBezTo>
                  <a:cubicBezTo>
                    <a:pt x="608" y="34"/>
                    <a:pt x="608" y="6"/>
                    <a:pt x="585" y="1"/>
                  </a:cubicBezTo>
                  <a:cubicBezTo>
                    <a:pt x="582" y="1"/>
                    <a:pt x="578" y="1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1219170" lvl="1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828754" lvl="2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2438339" lvl="3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3047924" lvl="4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3657509" lvl="5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5486263" lvl="8" indent="-414856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736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8DE2B-8680-40C5-9E84-51272A959D45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234DC-ED87-425E-82A5-E58CB915A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7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apps.org/watch?v=p7wfbg9yt23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oogle Shape;323;p32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23570" name="Google Shape;324;p32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1" name="Google Shape;325;p32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2" name="Google Shape;326;p32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3" name="Google Shape;327;p32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4" name="Google Shape;328;p32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5" name="Google Shape;329;p32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76" name="Google Shape;330;p32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3555" name="Google Shape;331;p32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23565" name="Google Shape;332;p32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6" name="Google Shape;333;p32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7" name="Google Shape;334;p32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8" name="Google Shape;335;p32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9" name="Google Shape;336;p32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3556" name="Google Shape;337;p32"/>
          <p:cNvGrpSpPr>
            <a:grpSpLocks/>
          </p:cNvGrpSpPr>
          <p:nvPr/>
        </p:nvGrpSpPr>
        <p:grpSpPr bwMode="auto">
          <a:xfrm>
            <a:off x="0" y="3496235"/>
            <a:ext cx="2457452" cy="3211485"/>
            <a:chOff x="4725044" y="4077175"/>
            <a:chExt cx="398900" cy="347475"/>
          </a:xfrm>
        </p:grpSpPr>
        <p:sp>
          <p:nvSpPr>
            <p:cNvPr id="23558" name="Google Shape;338;p32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59" name="Google Shape;339;p32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0" name="Google Shape;340;p32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3561" name="Google Shape;341;p32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5026414" y="4154788"/>
              <a:ext cx="7858" cy="6170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5002379" y="4132706"/>
              <a:ext cx="8782" cy="9093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4996832" y="4178819"/>
              <a:ext cx="10169" cy="8119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557" name="Google Shape;345;p3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1" y="0"/>
            <a:ext cx="973454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35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17" y="104792"/>
            <a:ext cx="11374766" cy="6753208"/>
          </a:xfrm>
        </p:spPr>
      </p:pic>
      <p:sp>
        <p:nvSpPr>
          <p:cNvPr id="5" name="Oval 4"/>
          <p:cNvSpPr/>
          <p:nvPr/>
        </p:nvSpPr>
        <p:spPr>
          <a:xfrm>
            <a:off x="838200" y="104792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147269" y="622213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168689" y="436674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5454354" y="625994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6606862" y="48462"/>
            <a:ext cx="648540" cy="60836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7573081" y="142388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8912180" y="48462"/>
            <a:ext cx="661572" cy="7045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10374389" y="9796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</a:p>
        </p:txBody>
      </p:sp>
      <p:sp>
        <p:nvSpPr>
          <p:cNvPr id="13" name="Oval 12"/>
          <p:cNvSpPr/>
          <p:nvPr/>
        </p:nvSpPr>
        <p:spPr>
          <a:xfrm>
            <a:off x="2160040" y="14238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172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oogle Shape;369;p34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27666" name="Google Shape;370;p34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7" name="Google Shape;371;p34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8" name="Google Shape;372;p34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9" name="Google Shape;373;p34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70" name="Google Shape;374;p34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71" name="Google Shape;375;p34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72" name="Google Shape;376;p34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7651" name="Google Shape;377;p34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27661" name="Google Shape;378;p34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2" name="Google Shape;379;p34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3" name="Google Shape;380;p34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4" name="Google Shape;381;p34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65" name="Google Shape;382;p34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7652" name="Google Shape;383;p34"/>
          <p:cNvGrpSpPr>
            <a:grpSpLocks/>
          </p:cNvGrpSpPr>
          <p:nvPr/>
        </p:nvGrpSpPr>
        <p:grpSpPr bwMode="auto">
          <a:xfrm>
            <a:off x="440268" y="5063067"/>
            <a:ext cx="1462617" cy="1642533"/>
            <a:chOff x="4725044" y="4077175"/>
            <a:chExt cx="398900" cy="347475"/>
          </a:xfrm>
        </p:grpSpPr>
        <p:sp>
          <p:nvSpPr>
            <p:cNvPr id="27654" name="Google Shape;384;p34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55" name="Google Shape;385;p34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56" name="Google Shape;386;p34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7657" name="Google Shape;387;p34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026384" y="4155088"/>
              <a:ext cx="8082" cy="5821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002138" y="4132699"/>
              <a:ext cx="9236" cy="8956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4996943" y="4178821"/>
              <a:ext cx="10391" cy="8060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65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221155" cy="6874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02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oogle Shape;369;p34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29715" name="Google Shape;370;p34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6" name="Google Shape;371;p34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7" name="Google Shape;372;p34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8" name="Google Shape;373;p34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9" name="Google Shape;374;p34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20" name="Google Shape;375;p34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21" name="Google Shape;376;p34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9699" name="Google Shape;377;p34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29710" name="Google Shape;378;p34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1" name="Google Shape;379;p34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2" name="Google Shape;380;p34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3" name="Google Shape;381;p34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14" name="Google Shape;382;p34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29700" name="Google Shape;383;p34"/>
          <p:cNvGrpSpPr>
            <a:grpSpLocks/>
          </p:cNvGrpSpPr>
          <p:nvPr/>
        </p:nvGrpSpPr>
        <p:grpSpPr bwMode="auto">
          <a:xfrm>
            <a:off x="440268" y="5063067"/>
            <a:ext cx="1462617" cy="1642533"/>
            <a:chOff x="4725044" y="4077175"/>
            <a:chExt cx="398900" cy="347475"/>
          </a:xfrm>
        </p:grpSpPr>
        <p:sp>
          <p:nvSpPr>
            <p:cNvPr id="29703" name="Google Shape;384;p34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04" name="Google Shape;385;p34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05" name="Google Shape;386;p34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29706" name="Google Shape;387;p34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026384" y="4155088"/>
              <a:ext cx="8082" cy="5821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002138" y="4132699"/>
              <a:ext cx="9236" cy="8956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4996943" y="4178821"/>
              <a:ext cx="10391" cy="8060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4" y="1"/>
            <a:ext cx="12018433" cy="676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21071" y="911676"/>
            <a:ext cx="4840225" cy="5810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133" b="1" dirty="0"/>
              <a:t>Main: play</a:t>
            </a:r>
          </a:p>
          <a:p>
            <a:pPr>
              <a:defRPr/>
            </a:pPr>
            <a:r>
              <a:rPr lang="en-US" sz="2133" b="1" dirty="0"/>
              <a:t>Pe-main: player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/>
              <a:t>Baca: read</a:t>
            </a:r>
          </a:p>
          <a:p>
            <a:pPr>
              <a:defRPr/>
            </a:pPr>
            <a:r>
              <a:rPr lang="en-US" sz="2133" b="1" dirty="0" err="1"/>
              <a:t>Pembaca</a:t>
            </a:r>
            <a:r>
              <a:rPr lang="en-US" sz="2133" b="1" dirty="0"/>
              <a:t>: reader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Tulis</a:t>
            </a:r>
            <a:r>
              <a:rPr lang="en-US" sz="2133" b="1" dirty="0"/>
              <a:t>: write</a:t>
            </a:r>
          </a:p>
          <a:p>
            <a:pPr>
              <a:defRPr/>
            </a:pPr>
            <a:r>
              <a:rPr lang="en-US" sz="2133" b="1" dirty="0" err="1"/>
              <a:t>Penulis</a:t>
            </a:r>
            <a:r>
              <a:rPr lang="en-US" sz="2133" b="1" dirty="0"/>
              <a:t>: writer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Kerja</a:t>
            </a:r>
            <a:r>
              <a:rPr lang="en-US" sz="2133" b="1" dirty="0"/>
              <a:t>: work</a:t>
            </a:r>
          </a:p>
          <a:p>
            <a:pPr>
              <a:defRPr/>
            </a:pPr>
            <a:r>
              <a:rPr lang="en-US" sz="2133" b="1" dirty="0" err="1"/>
              <a:t>Pekerja</a:t>
            </a:r>
            <a:r>
              <a:rPr lang="en-US" sz="2133" b="1" dirty="0"/>
              <a:t>: worker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Beli</a:t>
            </a:r>
            <a:r>
              <a:rPr lang="en-US" sz="2133" b="1" dirty="0"/>
              <a:t>: buy</a:t>
            </a:r>
          </a:p>
          <a:p>
            <a:pPr>
              <a:defRPr/>
            </a:pPr>
            <a:r>
              <a:rPr lang="en-US" sz="2133" b="1" dirty="0" err="1"/>
              <a:t>Pembeli</a:t>
            </a:r>
            <a:r>
              <a:rPr lang="en-US" sz="2133" b="1" dirty="0"/>
              <a:t>: buyer</a:t>
            </a:r>
          </a:p>
          <a:p>
            <a:pPr>
              <a:defRPr/>
            </a:pPr>
            <a:endParaRPr lang="en-US" sz="2133" b="1" dirty="0"/>
          </a:p>
          <a:p>
            <a:pPr>
              <a:defRPr/>
            </a:pPr>
            <a:r>
              <a:rPr lang="en-US" sz="2133" b="1" dirty="0" err="1"/>
              <a:t>Jual</a:t>
            </a:r>
            <a:r>
              <a:rPr lang="en-US" sz="2133" b="1" dirty="0"/>
              <a:t>: sale</a:t>
            </a:r>
          </a:p>
          <a:p>
            <a:pPr>
              <a:defRPr/>
            </a:pPr>
            <a:r>
              <a:rPr lang="en-US" sz="2133" b="1" dirty="0" err="1"/>
              <a:t>Penjual</a:t>
            </a:r>
            <a:r>
              <a:rPr lang="en-US" sz="2133" b="1" dirty="0"/>
              <a:t>: seller</a:t>
            </a:r>
          </a:p>
          <a:p>
            <a:pPr>
              <a:defRPr/>
            </a:pPr>
            <a:endParaRPr lang="en-ID" sz="2133" b="1" dirty="0"/>
          </a:p>
        </p:txBody>
      </p:sp>
      <p:sp>
        <p:nvSpPr>
          <p:cNvPr id="3" name="TextBox 2"/>
          <p:cNvSpPr txBox="1"/>
          <p:nvPr/>
        </p:nvSpPr>
        <p:spPr>
          <a:xfrm rot="20521460">
            <a:off x="9610129" y="2618211"/>
            <a:ext cx="2149724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err="1"/>
              <a:t>Pe+verb</a:t>
            </a:r>
            <a:r>
              <a:rPr lang="en-US" sz="2000" b="1" dirty="0"/>
              <a:t> : person who …… (verb)</a:t>
            </a:r>
          </a:p>
        </p:txBody>
      </p:sp>
    </p:spTree>
    <p:extLst>
      <p:ext uri="{BB962C8B-B14F-4D97-AF65-F5344CB8AC3E}">
        <p14:creationId xmlns:p14="http://schemas.microsoft.com/office/powerpoint/2010/main" val="260114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985" y="107951"/>
            <a:ext cx="10272183" cy="764116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Baca </a:t>
            </a:r>
            <a:r>
              <a:rPr lang="en-US" sz="3200" dirty="0" err="1">
                <a:solidFill>
                  <a:schemeClr val="accent5">
                    <a:lumMod val="50000"/>
                  </a:schemeClr>
                </a:solidFill>
              </a:rPr>
              <a:t>teks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ini!</a:t>
            </a:r>
            <a:endParaRPr lang="en-ID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0142" y="981634"/>
            <a:ext cx="10447867" cy="2226921"/>
          </a:xfrm>
        </p:spPr>
        <p:txBody>
          <a:bodyPr/>
          <a:lstStyle/>
          <a:p>
            <a:pPr marL="194728" indent="0">
              <a:buNone/>
              <a:defRPr/>
            </a:pP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Nama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Nia.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Profesi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adalah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resepsionis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di Hotel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Mulia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Bali.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di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hari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Rabu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sampai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Minggu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dari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pukul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06.00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pagi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sampai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15.00 sore.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Setiap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hari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selama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9 jam.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suka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profesi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ini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Hotel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ini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punya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2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resepsionis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,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dan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Abrian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Dia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adalah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teman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kerja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Arvo" panose="020B0604020202020204" charset="0"/>
              </a:rPr>
              <a:t>saya</a:t>
            </a:r>
            <a:r>
              <a:rPr lang="en-ID" sz="2400" dirty="0">
                <a:solidFill>
                  <a:srgbClr val="000000"/>
                </a:solidFill>
                <a:latin typeface="Arvo" panose="020B0604020202020204" charset="0"/>
              </a:rPr>
              <a:t>. </a:t>
            </a:r>
            <a:endParaRPr lang="en-ID" sz="1867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960000" y="3652309"/>
            <a:ext cx="10272000" cy="2439524"/>
          </a:xfrm>
          <a:prstGeom prst="rect">
            <a:avLst/>
          </a:prstGeom>
        </p:spPr>
        <p:txBody>
          <a:bodyPr spcFirstLastPara="1" vert="horz" lIns="91440" tIns="45720" rIns="91440" bIns="45720" rtlCol="0" anchor="t">
            <a:noAutofit/>
          </a:bodyPr>
          <a:lstStyle>
            <a:lvl1pPr marL="609585" lvl="0" indent="-4148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1219170" lvl="1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828754" lvl="2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2438339" lvl="3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3047924" lvl="4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3657509" lvl="5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4267093" lvl="6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4876678" lvl="7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5486263" lvl="8" indent="-414856" algn="l" defTabSz="914400" rtl="0" eaLnBrk="1" latinLnBrk="0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 kern="1200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Siapa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resepsionis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di Hotel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Mulia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Bali?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profesi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Nia?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Berapa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lama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nia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kerja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Apakah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nia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tidak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suka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dengan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profesinya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Hari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Nia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kerja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217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Jawab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pertanyaan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ini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!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Siapa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resepsionis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di Hotel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Mulia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Bali?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profesi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Nia?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Berapa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lama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nia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kerja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Apakah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nia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tidak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suka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dengan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profesinya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  <a:p>
            <a:pPr marL="937679" indent="-742950">
              <a:buClrTx/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Hari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apa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 Nia </a:t>
            </a:r>
            <a:r>
              <a:rPr lang="en-US" sz="3600" dirty="0" err="1">
                <a:solidFill>
                  <a:schemeClr val="tx1"/>
                </a:solidFill>
                <a:latin typeface="Akrobat Black" panose="00000A00000000000000" pitchFamily="50" charset="0"/>
              </a:rPr>
              <a:t>kerja</a:t>
            </a:r>
            <a:r>
              <a:rPr lang="en-US" sz="3600" dirty="0">
                <a:solidFill>
                  <a:schemeClr val="tx1"/>
                </a:solidFill>
                <a:latin typeface="Akrobat Black" panose="00000A00000000000000" pitchFamily="50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722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593367"/>
            <a:ext cx="10586541" cy="763600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Konsep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TIDAK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5459" y="1250576"/>
            <a:ext cx="10586541" cy="3899648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TIDAK : </a:t>
            </a:r>
            <a:r>
              <a:rPr lang="en-US" dirty="0"/>
              <a:t>indicate the negative or opposite of a statement or action.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/>
              <a:t>"</a:t>
            </a:r>
            <a:r>
              <a:rPr lang="en-US" dirty="0" err="1"/>
              <a:t>tidak</a:t>
            </a:r>
            <a:r>
              <a:rPr lang="en-US" dirty="0"/>
              <a:t>" functions to negate a verb or an adjective in a sentence.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688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506" y="591671"/>
            <a:ext cx="10272000" cy="58494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tx1"/>
                </a:solidFill>
                <a:latin typeface="inherit"/>
              </a:rPr>
              <a:t>Saya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makan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nasi 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altLang="en-US" sz="3200" i="1" dirty="0">
                <a:solidFill>
                  <a:srgbClr val="202124"/>
                </a:solidFill>
                <a:latin typeface="inherit"/>
                <a:cs typeface="Arial" panose="020B0604020202020204" pitchFamily="34" charset="0"/>
              </a:rPr>
              <a:t>I don't eat rice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4400" dirty="0">
                <a:solidFill>
                  <a:schemeClr val="tx1"/>
                </a:solidFill>
                <a:latin typeface="inherit"/>
              </a:rPr>
              <a:t>peter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suka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terlambat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3200" i="1" dirty="0">
                <a:solidFill>
                  <a:schemeClr val="tx1"/>
                </a:solidFill>
                <a:latin typeface="inherit"/>
              </a:rPr>
              <a:t>peter doesn't like being late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4400" dirty="0" err="1">
                <a:solidFill>
                  <a:schemeClr val="tx1"/>
                </a:solidFill>
                <a:latin typeface="inherit"/>
              </a:rPr>
              <a:t>dia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masuk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hari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ini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3200" i="1" dirty="0">
                <a:solidFill>
                  <a:schemeClr val="tx1"/>
                </a:solidFill>
                <a:latin typeface="inherit"/>
              </a:rPr>
              <a:t>he's not in today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4400" dirty="0" err="1">
                <a:solidFill>
                  <a:schemeClr val="tx1"/>
                </a:solidFill>
                <a:latin typeface="inherit"/>
              </a:rPr>
              <a:t>anjing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 ini </a:t>
            </a:r>
            <a:r>
              <a:rPr lang="en-US" sz="4400" b="1" dirty="0" err="1">
                <a:solidFill>
                  <a:schemeClr val="tx1"/>
                </a:solidFill>
                <a:latin typeface="inherit"/>
              </a:rPr>
              <a:t>tidak</a:t>
            </a:r>
            <a:r>
              <a:rPr lang="en-US" sz="4400" b="1" dirty="0">
                <a:solidFill>
                  <a:schemeClr val="tx1"/>
                </a:solidFill>
                <a:latin typeface="inherit"/>
              </a:rPr>
              <a:t> </a:t>
            </a:r>
            <a:r>
              <a:rPr lang="en-US" sz="4400" dirty="0" err="1">
                <a:solidFill>
                  <a:schemeClr val="tx1"/>
                </a:solidFill>
                <a:latin typeface="inherit"/>
              </a:rPr>
              <a:t>jahat</a:t>
            </a:r>
            <a:r>
              <a:rPr lang="en-US" sz="4400" dirty="0">
                <a:solidFill>
                  <a:schemeClr val="tx1"/>
                </a:solidFill>
                <a:latin typeface="inherit"/>
              </a:rPr>
              <a:t>.</a:t>
            </a:r>
            <a:br>
              <a:rPr lang="en-US" sz="4400" dirty="0">
                <a:solidFill>
                  <a:schemeClr val="tx1"/>
                </a:solidFill>
                <a:latin typeface="inherit"/>
              </a:rPr>
            </a:br>
            <a:r>
              <a:rPr lang="en-US" sz="3200" i="1" dirty="0">
                <a:solidFill>
                  <a:schemeClr val="tx1"/>
                </a:solidFill>
                <a:latin typeface="inherit"/>
              </a:rPr>
              <a:t>this dog is not bad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31528"/>
            <a:ext cx="65" cy="24174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7457" rIns="0" bIns="-1745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0833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593367"/>
            <a:ext cx="10586541" cy="763600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Konsep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TIDAK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5459" y="1250575"/>
            <a:ext cx="10586541" cy="5217459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BUKAN </a:t>
            </a:r>
            <a:r>
              <a:rPr lang="en-US" dirty="0"/>
              <a:t>function of "</a:t>
            </a:r>
            <a:r>
              <a:rPr lang="en-US" dirty="0" err="1"/>
              <a:t>bukan</a:t>
            </a:r>
            <a:r>
              <a:rPr lang="en-US" dirty="0"/>
              <a:t>" is to negate or deny a statement, indicating the opposite of the statement.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/>
              <a:t>“</a:t>
            </a:r>
            <a:r>
              <a:rPr lang="en-US" dirty="0" err="1"/>
              <a:t>bukan</a:t>
            </a:r>
            <a:r>
              <a:rPr lang="en-US" dirty="0"/>
              <a:t>" functions to negate a noun or pronoun in a sentence.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57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506" y="457201"/>
            <a:ext cx="10272000" cy="55267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tx1"/>
                </a:solidFill>
              </a:rPr>
              <a:t>Jennie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</a:rPr>
              <a:t>pilot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3200" i="1" dirty="0">
                <a:solidFill>
                  <a:schemeClr val="tx1"/>
                </a:solidFill>
              </a:rPr>
              <a:t>Jenny is not a pilot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ini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mobil</a:t>
            </a:r>
            <a:r>
              <a:rPr lang="en-US" sz="4400" dirty="0">
                <a:solidFill>
                  <a:schemeClr val="tx1"/>
                </a:solidFill>
              </a:rPr>
              <a:t> Laure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3200" i="1" dirty="0">
                <a:solidFill>
                  <a:schemeClr val="tx1"/>
                </a:solidFill>
              </a:rPr>
              <a:t>this is not Laure' car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 err="1">
                <a:solidFill>
                  <a:schemeClr val="tx1"/>
                </a:solidFill>
              </a:rPr>
              <a:t>saya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</a:rPr>
              <a:t>guru </a:t>
            </a:r>
            <a:r>
              <a:rPr lang="en-US" sz="4400" dirty="0" err="1">
                <a:solidFill>
                  <a:schemeClr val="tx1"/>
                </a:solidFill>
              </a:rPr>
              <a:t>sains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3200" i="1" dirty="0">
                <a:solidFill>
                  <a:schemeClr val="tx1"/>
                </a:solidFill>
              </a:rPr>
              <a:t>I'm not a science teacher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 err="1">
                <a:solidFill>
                  <a:schemeClr val="tx1"/>
                </a:solidFill>
              </a:rPr>
              <a:t>Bellen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bukan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mahasiswa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3200" i="1" dirty="0" err="1">
                <a:solidFill>
                  <a:schemeClr val="tx1"/>
                </a:solidFill>
              </a:rPr>
              <a:t>Bellen</a:t>
            </a:r>
            <a:r>
              <a:rPr lang="en-US" sz="3200" i="1" dirty="0">
                <a:solidFill>
                  <a:schemeClr val="tx1"/>
                </a:solidFill>
              </a:rPr>
              <a:t> is not a student</a:t>
            </a:r>
            <a:endParaRPr 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46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60000" y="660402"/>
            <a:ext cx="10586541" cy="763600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sz="4000" dirty="0" err="1">
                <a:solidFill>
                  <a:schemeClr val="tx1"/>
                </a:solidFill>
              </a:rPr>
              <a:t>Konsep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Suka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dan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Tidak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Suka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3074" name="Picture 2" descr="Smileys Face Like and Dislike Emotions Stock Vector - Illustration of  saddened, emoji: 1766071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6" t="2165" r="48218" b="46650"/>
          <a:stretch/>
        </p:blipFill>
        <p:spPr bwMode="auto">
          <a:xfrm>
            <a:off x="1048871" y="1869141"/>
            <a:ext cx="183629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Smileys Face Like and Dislike Emotions Stock Vector - Illustration of  saddened, emoji: 1766071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06" t="5929" r="5158" b="42886"/>
          <a:stretch/>
        </p:blipFill>
        <p:spPr bwMode="auto">
          <a:xfrm>
            <a:off x="960000" y="3751729"/>
            <a:ext cx="183629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5081981" y="2401741"/>
            <a:ext cx="6293222" cy="763600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sz="3200" dirty="0" err="1">
                <a:solidFill>
                  <a:schemeClr val="tx1"/>
                </a:solidFill>
              </a:rPr>
              <a:t>Saya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suka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jadi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polisi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081981" y="4284329"/>
            <a:ext cx="6293222" cy="763600"/>
          </a:xfrm>
          <a:prstGeom prst="rect">
            <a:avLst/>
          </a:prstGeom>
        </p:spPr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r>
              <a:rPr lang="en-US" sz="3200" dirty="0" err="1">
                <a:solidFill>
                  <a:schemeClr val="tx1"/>
                </a:solidFill>
              </a:rPr>
              <a:t>Saya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tidak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b="1" dirty="0" err="1">
                <a:solidFill>
                  <a:schemeClr val="tx1"/>
                </a:solidFill>
              </a:rPr>
              <a:t>suka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jadi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dokter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52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2776" y="617137"/>
            <a:ext cx="4082647" cy="7636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ooper Black" panose="0208090404030B020404" pitchFamily="18" charset="0"/>
              </a:rPr>
              <a:t>AYO MAIN!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42" t="16650" r="183" b="42742"/>
          <a:stretch/>
        </p:blipFill>
        <p:spPr>
          <a:xfrm>
            <a:off x="76200" y="1536633"/>
            <a:ext cx="12115800" cy="278354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60147" y="4631966"/>
            <a:ext cx="10671706" cy="1594021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spcFirstLastPara="1" vert="horz" lIns="91440" tIns="45720" rIns="91440" bIns="45720" rtlCol="0" anchor="ctr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 kern="1200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  <a:latin typeface="+mn-lt"/>
                <a:hlinkClick r:id="rId3"/>
              </a:rPr>
              <a:t>https://learningapps.org/watch?v=p7wfbg9yt23</a:t>
            </a:r>
            <a:endParaRPr lang="en-US" sz="4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5756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oogle Shape;504;p39"/>
          <p:cNvGrpSpPr>
            <a:grpSpLocks/>
          </p:cNvGrpSpPr>
          <p:nvPr/>
        </p:nvGrpSpPr>
        <p:grpSpPr bwMode="auto">
          <a:xfrm flipH="1">
            <a:off x="11279718" y="4442885"/>
            <a:ext cx="588433" cy="586316"/>
            <a:chOff x="5721625" y="4984150"/>
            <a:chExt cx="196950" cy="196650"/>
          </a:xfrm>
        </p:grpSpPr>
        <p:sp>
          <p:nvSpPr>
            <p:cNvPr id="33814" name="Google Shape;505;p39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5" name="Google Shape;506;p39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6" name="Google Shape;507;p39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7" name="Google Shape;508;p39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8" name="Google Shape;509;p39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33795" name="Google Shape;510;p39"/>
          <p:cNvSpPr txBox="1">
            <a:spLocks noChangeArrowheads="1"/>
          </p:cNvSpPr>
          <p:nvPr/>
        </p:nvSpPr>
        <p:spPr bwMode="auto">
          <a:xfrm>
            <a:off x="228601" y="95251"/>
            <a:ext cx="11501967" cy="102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en-US" sz="4400" dirty="0" err="1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Contoh</a:t>
            </a:r>
            <a:r>
              <a:rPr lang="en-US" altLang="en-US" sz="4400" dirty="0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 </a:t>
            </a:r>
            <a:r>
              <a:rPr lang="en-US" altLang="en-US" sz="4400" dirty="0" err="1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deskripsi</a:t>
            </a:r>
            <a:r>
              <a:rPr lang="en-US" altLang="en-US" sz="4400" dirty="0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 </a:t>
            </a:r>
            <a:r>
              <a:rPr lang="en-US" altLang="en-US" sz="4400" dirty="0" err="1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profesi</a:t>
            </a:r>
            <a:endParaRPr lang="en-US" altLang="en-US" sz="1600" b="1" dirty="0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33796" name="Google Shape;511;p39"/>
          <p:cNvSpPr txBox="1">
            <a:spLocks noChangeArrowheads="1"/>
          </p:cNvSpPr>
          <p:nvPr/>
        </p:nvSpPr>
        <p:spPr bwMode="auto">
          <a:xfrm>
            <a:off x="2213811" y="1185334"/>
            <a:ext cx="9978190" cy="4533958"/>
          </a:xfrm>
          <a:prstGeom prst="rect">
            <a:avLst/>
          </a:prstGeom>
          <a:solidFill>
            <a:srgbClr val="FFC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>
              <a:spcBef>
                <a:spcPts val="1333"/>
              </a:spcBef>
            </a:pPr>
            <a:r>
              <a:rPr lang="en-US" altLang="en-US" sz="2133" dirty="0">
                <a:solidFill>
                  <a:schemeClr val="tx1"/>
                </a:solidFill>
              </a:rPr>
              <a:t>KOKI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tx1"/>
                </a:solidFill>
              </a:rPr>
              <a:t>Profesi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saya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adalah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koki</a:t>
            </a:r>
            <a:r>
              <a:rPr lang="en-US" altLang="en-US" sz="2133" dirty="0">
                <a:solidFill>
                  <a:schemeClr val="tx1"/>
                </a:solidFill>
              </a:rPr>
              <a:t>. (my job chef) 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tx1"/>
                </a:solidFill>
              </a:rPr>
              <a:t>Saya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kerja</a:t>
            </a:r>
            <a:r>
              <a:rPr lang="en-US" altLang="en-US" sz="2133" dirty="0">
                <a:solidFill>
                  <a:schemeClr val="tx1"/>
                </a:solidFill>
              </a:rPr>
              <a:t> di </a:t>
            </a:r>
            <a:r>
              <a:rPr lang="en-US" altLang="en-US" sz="2133" dirty="0" err="1">
                <a:solidFill>
                  <a:schemeClr val="tx1"/>
                </a:solidFill>
              </a:rPr>
              <a:t>restoran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indonesia</a:t>
            </a:r>
            <a:r>
              <a:rPr lang="en-US" altLang="en-US" sz="2133" dirty="0">
                <a:solidFill>
                  <a:schemeClr val="tx1"/>
                </a:solidFill>
              </a:rPr>
              <a:t>. (I work in Indonesian restaurant)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tx1"/>
                </a:solidFill>
              </a:rPr>
              <a:t>Tugas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saya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masak</a:t>
            </a:r>
            <a:r>
              <a:rPr lang="en-US" altLang="en-US" sz="2133" dirty="0">
                <a:solidFill>
                  <a:schemeClr val="tx1"/>
                </a:solidFill>
              </a:rPr>
              <a:t>. (my job is cook)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tx1"/>
                </a:solidFill>
              </a:rPr>
              <a:t>Saya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masak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nasi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goreng</a:t>
            </a:r>
            <a:r>
              <a:rPr lang="en-US" altLang="en-US" sz="2133" dirty="0">
                <a:solidFill>
                  <a:schemeClr val="tx1"/>
                </a:solidFill>
              </a:rPr>
              <a:t>, </a:t>
            </a:r>
            <a:r>
              <a:rPr lang="en-US" altLang="en-US" sz="2133" dirty="0" err="1">
                <a:solidFill>
                  <a:schemeClr val="tx1"/>
                </a:solidFill>
              </a:rPr>
              <a:t>bakso</a:t>
            </a:r>
            <a:r>
              <a:rPr lang="en-US" altLang="en-US" sz="2133" dirty="0">
                <a:solidFill>
                  <a:schemeClr val="tx1"/>
                </a:solidFill>
              </a:rPr>
              <a:t>, </a:t>
            </a:r>
            <a:r>
              <a:rPr lang="en-US" altLang="en-US" sz="2133" dirty="0" err="1">
                <a:solidFill>
                  <a:schemeClr val="tx1"/>
                </a:solidFill>
              </a:rPr>
              <a:t>dan</a:t>
            </a:r>
            <a:r>
              <a:rPr lang="en-US" altLang="en-US" sz="2133" dirty="0">
                <a:solidFill>
                  <a:schemeClr val="tx1"/>
                </a:solidFill>
              </a:rPr>
              <a:t> salad. (I cook </a:t>
            </a:r>
            <a:r>
              <a:rPr lang="en-US" altLang="en-US" sz="2133" dirty="0" err="1">
                <a:solidFill>
                  <a:schemeClr val="tx1"/>
                </a:solidFill>
              </a:rPr>
              <a:t>nasi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goreng</a:t>
            </a:r>
            <a:r>
              <a:rPr lang="en-US" altLang="en-US" sz="2133" dirty="0">
                <a:solidFill>
                  <a:schemeClr val="tx1"/>
                </a:solidFill>
              </a:rPr>
              <a:t>, </a:t>
            </a:r>
            <a:r>
              <a:rPr lang="en-US" altLang="en-US" sz="2133" dirty="0" err="1">
                <a:solidFill>
                  <a:schemeClr val="tx1"/>
                </a:solidFill>
              </a:rPr>
              <a:t>bakso</a:t>
            </a:r>
            <a:r>
              <a:rPr lang="en-US" altLang="en-US" sz="2133" dirty="0">
                <a:solidFill>
                  <a:schemeClr val="tx1"/>
                </a:solidFill>
              </a:rPr>
              <a:t> n salad) 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tx1"/>
                </a:solidFill>
              </a:rPr>
              <a:t>Saya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kerja</a:t>
            </a:r>
            <a:r>
              <a:rPr lang="en-US" altLang="en-US" sz="2133" dirty="0">
                <a:solidFill>
                  <a:schemeClr val="tx1"/>
                </a:solidFill>
              </a:rPr>
              <a:t> 10 jam </a:t>
            </a:r>
            <a:r>
              <a:rPr lang="en-US" altLang="en-US" sz="2133" dirty="0" err="1">
                <a:solidFill>
                  <a:schemeClr val="tx1"/>
                </a:solidFill>
              </a:rPr>
              <a:t>sehari</a:t>
            </a:r>
            <a:r>
              <a:rPr lang="en-US" altLang="en-US" sz="2133" dirty="0">
                <a:solidFill>
                  <a:schemeClr val="tx1"/>
                </a:solidFill>
              </a:rPr>
              <a:t>. 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>
                <a:solidFill>
                  <a:schemeClr val="tx1"/>
                </a:solidFill>
              </a:rPr>
              <a:t>Saya </a:t>
            </a:r>
            <a:r>
              <a:rPr lang="en-US" altLang="en-US" sz="2133" dirty="0" err="1">
                <a:solidFill>
                  <a:schemeClr val="tx1"/>
                </a:solidFill>
              </a:rPr>
              <a:t>kerja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pukul</a:t>
            </a:r>
            <a:r>
              <a:rPr lang="en-US" altLang="en-US" sz="2133" dirty="0">
                <a:solidFill>
                  <a:schemeClr val="tx1"/>
                </a:solidFill>
              </a:rPr>
              <a:t> 7.00 </a:t>
            </a:r>
            <a:r>
              <a:rPr lang="en-US" altLang="en-US" sz="2133" dirty="0" err="1">
                <a:solidFill>
                  <a:schemeClr val="tx1"/>
                </a:solidFill>
              </a:rPr>
              <a:t>sampai</a:t>
            </a:r>
            <a:r>
              <a:rPr lang="en-US" altLang="en-US" sz="2133" dirty="0">
                <a:solidFill>
                  <a:schemeClr val="tx1"/>
                </a:solidFill>
              </a:rPr>
              <a:t> 17.00. (I work from 7-17)</a:t>
            </a:r>
          </a:p>
          <a:p>
            <a:pPr algn="just">
              <a:spcBef>
                <a:spcPts val="1333"/>
              </a:spcBef>
            </a:pPr>
            <a:r>
              <a:rPr lang="en-US" altLang="en-US" sz="2133" dirty="0" err="1">
                <a:solidFill>
                  <a:schemeClr val="tx1"/>
                </a:solidFill>
              </a:rPr>
              <a:t>Saya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suka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profesi</a:t>
            </a:r>
            <a:r>
              <a:rPr lang="en-US" altLang="en-US" sz="2133" dirty="0">
                <a:solidFill>
                  <a:schemeClr val="tx1"/>
                </a:solidFill>
              </a:rPr>
              <a:t> </a:t>
            </a:r>
            <a:r>
              <a:rPr lang="en-US" altLang="en-US" sz="2133" dirty="0" err="1">
                <a:solidFill>
                  <a:schemeClr val="tx1"/>
                </a:solidFill>
              </a:rPr>
              <a:t>ini</a:t>
            </a:r>
            <a:r>
              <a:rPr lang="en-US" altLang="en-US" sz="2133" dirty="0">
                <a:solidFill>
                  <a:schemeClr val="tx1"/>
                </a:solidFill>
              </a:rPr>
              <a:t>.  (I like this profession)</a:t>
            </a:r>
          </a:p>
          <a:p>
            <a:pPr algn="just">
              <a:spcBef>
                <a:spcPts val="1333"/>
              </a:spcBef>
            </a:pPr>
            <a:endParaRPr lang="en-US" altLang="en-US" sz="2133" dirty="0">
              <a:solidFill>
                <a:schemeClr val="hlink"/>
              </a:solidFill>
            </a:endParaRPr>
          </a:p>
        </p:txBody>
      </p:sp>
      <p:grpSp>
        <p:nvGrpSpPr>
          <p:cNvPr id="33797" name="Google Shape;512;p39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33807" name="Google Shape;513;p39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8" name="Google Shape;514;p39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9" name="Google Shape;515;p39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0" name="Google Shape;516;p39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1" name="Google Shape;517;p39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2" name="Google Shape;518;p39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13" name="Google Shape;519;p39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3798" name="Google Shape;520;p39"/>
          <p:cNvGrpSpPr>
            <a:grpSpLocks/>
          </p:cNvGrpSpPr>
          <p:nvPr/>
        </p:nvGrpSpPr>
        <p:grpSpPr bwMode="auto">
          <a:xfrm>
            <a:off x="10339918" y="5990168"/>
            <a:ext cx="732367" cy="867833"/>
            <a:chOff x="4725044" y="4077175"/>
            <a:chExt cx="398900" cy="347475"/>
          </a:xfrm>
        </p:grpSpPr>
        <p:sp>
          <p:nvSpPr>
            <p:cNvPr id="33800" name="Google Shape;521;p39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1" name="Google Shape;522;p39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2" name="Google Shape;523;p39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3803" name="Google Shape;524;p39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5025948" y="4155145"/>
              <a:ext cx="8071" cy="5933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5001738" y="4133110"/>
              <a:ext cx="9223" cy="84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997126" y="4178875"/>
              <a:ext cx="10376" cy="7628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799" name="Picture 2" descr="Meet Our Chef Tea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6" y="1712384"/>
            <a:ext cx="2044496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7271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oogle Shape;532;p40"/>
          <p:cNvGrpSpPr>
            <a:grpSpLocks/>
          </p:cNvGrpSpPr>
          <p:nvPr/>
        </p:nvGrpSpPr>
        <p:grpSpPr bwMode="auto">
          <a:xfrm flipH="1">
            <a:off x="11279718" y="4442885"/>
            <a:ext cx="588433" cy="586316"/>
            <a:chOff x="5721625" y="4984150"/>
            <a:chExt cx="196950" cy="196650"/>
          </a:xfrm>
        </p:grpSpPr>
        <p:sp>
          <p:nvSpPr>
            <p:cNvPr id="35862" name="Google Shape;533;p40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3" name="Google Shape;534;p40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4" name="Google Shape;535;p40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5" name="Google Shape;536;p40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6" name="Google Shape;537;p40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35843" name="Google Shape;538;p40"/>
          <p:cNvSpPr txBox="1">
            <a:spLocks noChangeArrowheads="1"/>
          </p:cNvSpPr>
          <p:nvPr/>
        </p:nvSpPr>
        <p:spPr bwMode="auto">
          <a:xfrm>
            <a:off x="787401" y="95251"/>
            <a:ext cx="10943167" cy="102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en-US" sz="4400">
                <a:solidFill>
                  <a:schemeClr val="hlink"/>
                </a:solidFill>
                <a:latin typeface="Aharoni" panose="02010803020104030203" pitchFamily="2" charset="-79"/>
                <a:cs typeface="Aharoni" panose="02010803020104030203" pitchFamily="2" charset="-79"/>
                <a:sym typeface="Aharoni" panose="02010803020104030203" pitchFamily="2" charset="-79"/>
              </a:rPr>
              <a:t>PRAKTIK MENULIS</a:t>
            </a:r>
            <a:endParaRPr lang="en-US" altLang="en-US" sz="1600" b="1">
              <a:solidFill>
                <a:srgbClr val="FF0000"/>
              </a:solidFill>
              <a:latin typeface="Comfortaa" charset="0"/>
              <a:sym typeface="Comfortaa" charset="0"/>
            </a:endParaRPr>
          </a:p>
        </p:txBody>
      </p:sp>
      <p:sp>
        <p:nvSpPr>
          <p:cNvPr id="539" name="Google Shape;539;p40"/>
          <p:cNvSpPr txBox="1"/>
          <p:nvPr/>
        </p:nvSpPr>
        <p:spPr>
          <a:xfrm>
            <a:off x="787400" y="1185334"/>
            <a:ext cx="9829800" cy="390359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spcFirstLastPara="1" lIns="121900" tIns="121900" rIns="121900" bIns="121900">
            <a:spAutoFit/>
          </a:bodyPr>
          <a:lstStyle/>
          <a:p>
            <a:pPr algn="just">
              <a:lnSpc>
                <a:spcPct val="150000"/>
              </a:lnSpc>
              <a:spcBef>
                <a:spcPts val="1333"/>
              </a:spcBef>
              <a:buClr>
                <a:srgbClr val="000000"/>
              </a:buClr>
              <a:defRPr/>
            </a:pPr>
            <a:r>
              <a:rPr lang="en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Tulislah deskripsi p</a:t>
            </a:r>
            <a:r>
              <a:rPr lang="en-ID" sz="2400" kern="0" dirty="0" err="1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rofesi</a:t>
            </a:r>
            <a:r>
              <a:rPr lang="en" sz="2400" kern="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Anda!</a:t>
            </a:r>
            <a:endParaRPr sz="2400" kern="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indent="-457189" algn="just">
              <a:lnSpc>
                <a:spcPct val="150000"/>
              </a:lnSpc>
              <a:spcBef>
                <a:spcPts val="1333"/>
              </a:spcBef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-US" sz="2400" kern="0" dirty="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2400" kern="0" dirty="0">
                <a:latin typeface="Arial"/>
                <a:ea typeface="Arial"/>
                <a:cs typeface="Arial"/>
                <a:sym typeface="Arial"/>
              </a:rPr>
              <a:t>rofesi Anda sekarang</a:t>
            </a:r>
            <a:endParaRPr sz="2400" kern="0" dirty="0">
              <a:latin typeface="Arial"/>
              <a:ea typeface="Arial"/>
              <a:cs typeface="Arial"/>
              <a:sym typeface="Arial"/>
            </a:endParaRP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" sz="2400" kern="0" dirty="0">
                <a:latin typeface="Arial"/>
                <a:ea typeface="Arial"/>
                <a:cs typeface="Arial"/>
                <a:sym typeface="Arial"/>
              </a:rPr>
              <a:t>Durasi profesi (mulai - selesai)</a:t>
            </a: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" sz="2400" kern="0" dirty="0">
                <a:latin typeface="Arial"/>
                <a:ea typeface="Arial"/>
                <a:cs typeface="Arial"/>
                <a:sym typeface="Arial"/>
              </a:rPr>
              <a:t>Hari kerja (senin sampai …?)</a:t>
            </a:r>
            <a:endParaRPr sz="2400" kern="0" dirty="0">
              <a:latin typeface="Arial"/>
              <a:ea typeface="Arial"/>
              <a:cs typeface="Arial"/>
              <a:sym typeface="Arial"/>
            </a:endParaRP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r>
              <a:rPr lang="en-US" sz="2400" kern="0" dirty="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400" kern="0" dirty="0">
                <a:latin typeface="Arial"/>
                <a:ea typeface="Arial"/>
                <a:cs typeface="Arial"/>
                <a:sym typeface="Arial"/>
              </a:rPr>
              <a:t>uka atau tidak suka</a:t>
            </a:r>
          </a:p>
          <a:p>
            <a:pPr marL="609585" indent="-457189" algn="just">
              <a:lnSpc>
                <a:spcPct val="150000"/>
              </a:lnSpc>
              <a:buClr>
                <a:schemeClr val="hlink"/>
              </a:buClr>
              <a:buSzPts val="1800"/>
              <a:buFont typeface="Arial"/>
              <a:buAutoNum type="arabicPeriod"/>
              <a:defRPr/>
            </a:pPr>
            <a:endParaRPr sz="2400" kern="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45" name="Google Shape;540;p40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35855" name="Google Shape;541;p40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6" name="Google Shape;542;p40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7" name="Google Shape;543;p40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8" name="Google Shape;544;p40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9" name="Google Shape;545;p40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0" name="Google Shape;546;p40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61" name="Google Shape;547;p40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5846" name="Google Shape;548;p40"/>
          <p:cNvGrpSpPr>
            <a:grpSpLocks/>
          </p:cNvGrpSpPr>
          <p:nvPr/>
        </p:nvGrpSpPr>
        <p:grpSpPr bwMode="auto">
          <a:xfrm>
            <a:off x="9886951" y="4978400"/>
            <a:ext cx="1185333" cy="1879600"/>
            <a:chOff x="4725044" y="4077175"/>
            <a:chExt cx="398900" cy="347475"/>
          </a:xfrm>
        </p:grpSpPr>
        <p:sp>
          <p:nvSpPr>
            <p:cNvPr id="35848" name="Google Shape;549;p40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49" name="Google Shape;550;p40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0" name="Google Shape;551;p40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1" name="Google Shape;552;p40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553" name="Google Shape;553;p40"/>
            <p:cNvSpPr/>
            <p:nvPr/>
          </p:nvSpPr>
          <p:spPr>
            <a:xfrm>
              <a:off x="5026356" y="4155044"/>
              <a:ext cx="7836" cy="5869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0"/>
            <p:cNvSpPr/>
            <p:nvPr/>
          </p:nvSpPr>
          <p:spPr>
            <a:xfrm>
              <a:off x="5002137" y="4132740"/>
              <a:ext cx="9260" cy="9000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4997151" y="4178913"/>
              <a:ext cx="9973" cy="7826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35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28" y="365125"/>
            <a:ext cx="10703744" cy="6011692"/>
          </a:xfrm>
        </p:spPr>
      </p:pic>
    </p:spTree>
    <p:extLst>
      <p:ext uri="{BB962C8B-B14F-4D97-AF65-F5344CB8AC3E}">
        <p14:creationId xmlns:p14="http://schemas.microsoft.com/office/powerpoint/2010/main" val="3798231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920" y="262093"/>
            <a:ext cx="9470160" cy="6326067"/>
          </a:xfrm>
        </p:spPr>
      </p:pic>
    </p:spTree>
    <p:extLst>
      <p:ext uri="{BB962C8B-B14F-4D97-AF65-F5344CB8AC3E}">
        <p14:creationId xmlns:p14="http://schemas.microsoft.com/office/powerpoint/2010/main" val="665583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A61ABA-3C11-4808-AECB-5E4A0A750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2052" name="Picture 4" descr="5 Networking Hacks for Healthcare Professionals — Etactics">
            <a:extLst>
              <a:ext uri="{FF2B5EF4-FFF2-40B4-BE49-F238E27FC236}">
                <a16:creationId xmlns:a16="http://schemas.microsoft.com/office/drawing/2014/main" id="{038DF25E-74BA-487F-8CFB-188728ED7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47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To tackle driver shortages, EU must remove age barrier for bus drivers |  IRU | World Road Transport Organis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017" y="365125"/>
            <a:ext cx="8009965" cy="600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35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20" y="365125"/>
            <a:ext cx="8707792" cy="583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33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Rigspolitiet - Wikipedia">
            <a:extLst>
              <a:ext uri="{FF2B5EF4-FFF2-40B4-BE49-F238E27FC236}">
                <a16:creationId xmlns:a16="http://schemas.microsoft.com/office/drawing/2014/main" id="{B2351954-D6E1-4284-B48A-9490846EB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10633"/>
            <a:ext cx="11061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8196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Taylor Swift | Songs, Albums, Eras Tour, Travis Kelce, &amp; Facts | Britannica">
            <a:extLst>
              <a:ext uri="{FF2B5EF4-FFF2-40B4-BE49-F238E27FC236}">
                <a16:creationId xmlns:a16="http://schemas.microsoft.com/office/drawing/2014/main" id="{86D3BB50-2081-44DC-BC20-B3A2BA6A7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0"/>
            <a:ext cx="9685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238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toh Percakapan Dan Dialog Percakapan Expression of Stance Bahasa Inggris">
            <a:extLst>
              <a:ext uri="{FF2B5EF4-FFF2-40B4-BE49-F238E27FC236}">
                <a16:creationId xmlns:a16="http://schemas.microsoft.com/office/drawing/2014/main" id="{A43BDEB5-7EF3-4156-B951-07E84DAEA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274" y="4068706"/>
            <a:ext cx="5038725" cy="278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643599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PRAKTIK BERBICARA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2375522"/>
            <a:ext cx="9589394" cy="3382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tanya</a:t>
            </a:r>
            <a:r>
              <a:rPr lang="en-US" dirty="0"/>
              <a:t> </a:t>
            </a:r>
            <a:r>
              <a:rPr lang="en-US" dirty="0" err="1"/>
              <a:t>teman</a:t>
            </a:r>
            <a:r>
              <a:rPr lang="en-US" dirty="0"/>
              <a:t> Anda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!</a:t>
            </a:r>
          </a:p>
          <a:p>
            <a:r>
              <a:rPr lang="en-US" dirty="0"/>
              <a:t>What is you </a:t>
            </a:r>
            <a:r>
              <a:rPr lang="en-US" dirty="0" err="1"/>
              <a:t>profesion</a:t>
            </a:r>
            <a:r>
              <a:rPr lang="en-US" dirty="0"/>
              <a:t> (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profesi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?)</a:t>
            </a:r>
          </a:p>
          <a:p>
            <a:r>
              <a:rPr lang="en-US" dirty="0"/>
              <a:t>Where (di mana Anda </a:t>
            </a:r>
            <a:r>
              <a:rPr lang="en-US" dirty="0" err="1"/>
              <a:t>kerja</a:t>
            </a:r>
            <a:r>
              <a:rPr lang="en-US" dirty="0"/>
              <a:t>?) </a:t>
            </a:r>
          </a:p>
          <a:p>
            <a:r>
              <a:rPr lang="en-US" dirty="0"/>
              <a:t>What you do (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Anda?)</a:t>
            </a:r>
          </a:p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profesi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8740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8" r="5602"/>
          <a:stretch/>
        </p:blipFill>
        <p:spPr>
          <a:xfrm>
            <a:off x="4173398" y="1230044"/>
            <a:ext cx="3837904" cy="2858775"/>
          </a:xfrm>
        </p:spPr>
      </p:pic>
      <p:sp>
        <p:nvSpPr>
          <p:cNvPr id="4" name="Title 6"/>
          <p:cNvSpPr>
            <a:spLocks noGrp="1"/>
          </p:cNvSpPr>
          <p:nvPr>
            <p:ph type="title"/>
          </p:nvPr>
        </p:nvSpPr>
        <p:spPr>
          <a:xfrm>
            <a:off x="838200" y="94673"/>
            <a:ext cx="10515600" cy="1025790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Contoh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Pekerjaan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Unik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di Indonesia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239" y="1230044"/>
            <a:ext cx="3696752" cy="31816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207" y="4204730"/>
            <a:ext cx="3932846" cy="26345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291" y="4546242"/>
            <a:ext cx="3834700" cy="21570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1" y="4243367"/>
            <a:ext cx="3773510" cy="24409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6" y="1530432"/>
            <a:ext cx="3783146" cy="25179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278" y="3876541"/>
            <a:ext cx="3024293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Jasa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Tukar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Uang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8753" y="1230044"/>
            <a:ext cx="2450989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Parkir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52597" y="3876541"/>
            <a:ext cx="2450989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Sol Sepatu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1565" y="4198400"/>
            <a:ext cx="2450989" cy="5404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Tukang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Tambal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Ban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8493" y="6471604"/>
            <a:ext cx="2588295" cy="3157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Pawang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Hujan</a:t>
            </a:r>
            <a:endParaRPr lang="en-US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1907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85" y="2083202"/>
            <a:ext cx="7252230" cy="4351338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video </a:t>
            </a:r>
            <a:r>
              <a:rPr lang="en-US" sz="3600" dirty="0" err="1">
                <a:latin typeface="Arial Rounded MT Bold" panose="020F0704030504030204" pitchFamily="34" charset="0"/>
              </a:rPr>
              <a:t>pawang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tidak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hujan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berikut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ini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307" y="2980670"/>
            <a:ext cx="1501415" cy="1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65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oogle Shape;561;p41"/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37906" name="Google Shape;562;p41"/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77082 w 3368"/>
                <a:gd name="T1" fmla="*/ 0 h 6385"/>
                <a:gd name="T2" fmla="*/ 87566 w 3368"/>
                <a:gd name="T3" fmla="*/ 53926 h 6385"/>
                <a:gd name="T4" fmla="*/ 7363 w 3368"/>
                <a:gd name="T5" fmla="*/ 271001 h 6385"/>
                <a:gd name="T6" fmla="*/ 5920 w 3368"/>
                <a:gd name="T7" fmla="*/ 460933 h 6385"/>
                <a:gd name="T8" fmla="*/ 92331 w 3368"/>
                <a:gd name="T9" fmla="*/ 458190 h 6385"/>
                <a:gd name="T10" fmla="*/ 121063 w 3368"/>
                <a:gd name="T11" fmla="*/ 457757 h 6385"/>
                <a:gd name="T12" fmla="*/ 236278 w 3368"/>
                <a:gd name="T13" fmla="*/ 122579 h 6385"/>
                <a:gd name="T14" fmla="*/ 208196 w 3368"/>
                <a:gd name="T15" fmla="*/ 9096 h 6385"/>
                <a:gd name="T16" fmla="*/ 177082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7" name="Google Shape;563;p41"/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56814 w 3945"/>
                <a:gd name="T1" fmla="*/ 0 h 9110"/>
                <a:gd name="T2" fmla="*/ 37611 w 3945"/>
                <a:gd name="T3" fmla="*/ 7291 h 9110"/>
                <a:gd name="T4" fmla="*/ 30609 w 3945"/>
                <a:gd name="T5" fmla="*/ 22812 h 9110"/>
                <a:gd name="T6" fmla="*/ 103882 w 3945"/>
                <a:gd name="T7" fmla="*/ 375893 h 9110"/>
                <a:gd name="T8" fmla="*/ 231514 w 3945"/>
                <a:gd name="T9" fmla="*/ 653536 h 9110"/>
                <a:gd name="T10" fmla="*/ 284790 w 3945"/>
                <a:gd name="T11" fmla="*/ 657651 h 9110"/>
                <a:gd name="T12" fmla="*/ 255409 w 3945"/>
                <a:gd name="T13" fmla="*/ 290276 h 9110"/>
                <a:gd name="T14" fmla="*/ 205814 w 3945"/>
                <a:gd name="T15" fmla="*/ 116731 h 9110"/>
                <a:gd name="T16" fmla="*/ 71974 w 3945"/>
                <a:gd name="T17" fmla="*/ 2094 h 9110"/>
                <a:gd name="T18" fmla="*/ 56814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8" name="Google Shape;564;p41"/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70746 w 2575"/>
                <a:gd name="T1" fmla="*/ 0 h 9941"/>
                <a:gd name="T2" fmla="*/ 69014 w 2575"/>
                <a:gd name="T3" fmla="*/ 72 h 9941"/>
                <a:gd name="T4" fmla="*/ 39993 w 2575"/>
                <a:gd name="T5" fmla="*/ 26566 h 9941"/>
                <a:gd name="T6" fmla="*/ 12705 w 2575"/>
                <a:gd name="T7" fmla="*/ 185601 h 9941"/>
                <a:gd name="T8" fmla="*/ 1444 w 2575"/>
                <a:gd name="T9" fmla="*/ 553409 h 9941"/>
                <a:gd name="T10" fmla="*/ 16965 w 2575"/>
                <a:gd name="T11" fmla="*/ 651371 h 9941"/>
                <a:gd name="T12" fmla="*/ 64393 w 2575"/>
                <a:gd name="T13" fmla="*/ 717641 h 9941"/>
                <a:gd name="T14" fmla="*/ 96590 w 2575"/>
                <a:gd name="T15" fmla="*/ 716847 h 9941"/>
                <a:gd name="T16" fmla="*/ 154559 w 2575"/>
                <a:gd name="T17" fmla="*/ 158313 h 9941"/>
                <a:gd name="T18" fmla="*/ 99261 w 2575"/>
                <a:gd name="T19" fmla="*/ 17037 h 9941"/>
                <a:gd name="T20" fmla="*/ 70746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9" name="Google Shape;565;p41"/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9959 w 4292"/>
                <a:gd name="T1" fmla="*/ 0 h 4333"/>
                <a:gd name="T2" fmla="*/ 22956 w 4292"/>
                <a:gd name="T3" fmla="*/ 1227 h 4333"/>
                <a:gd name="T4" fmla="*/ 6497 w 4292"/>
                <a:gd name="T5" fmla="*/ 28948 h 4333"/>
                <a:gd name="T6" fmla="*/ 49017 w 4292"/>
                <a:gd name="T7" fmla="*/ 165965 h 4333"/>
                <a:gd name="T8" fmla="*/ 156291 w 4292"/>
                <a:gd name="T9" fmla="*/ 265948 h 4333"/>
                <a:gd name="T10" fmla="*/ 216281 w 4292"/>
                <a:gd name="T11" fmla="*/ 312727 h 4333"/>
                <a:gd name="T12" fmla="*/ 262843 w 4292"/>
                <a:gd name="T13" fmla="*/ 308179 h 4333"/>
                <a:gd name="T14" fmla="*/ 306013 w 4292"/>
                <a:gd name="T15" fmla="*/ 305580 h 4333"/>
                <a:gd name="T16" fmla="*/ 309767 w 4292"/>
                <a:gd name="T17" fmla="*/ 301321 h 4333"/>
                <a:gd name="T18" fmla="*/ 45624 w 4292"/>
                <a:gd name="T19" fmla="*/ 3609 h 4333"/>
                <a:gd name="T20" fmla="*/ 29959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10" name="Google Shape;566;p41"/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8914 w 1472"/>
                <a:gd name="T1" fmla="*/ 0 h 4572"/>
                <a:gd name="T2" fmla="*/ 16315 w 1472"/>
                <a:gd name="T3" fmla="*/ 866 h 4572"/>
                <a:gd name="T4" fmla="*/ 13933 w 1472"/>
                <a:gd name="T5" fmla="*/ 6569 h 4572"/>
                <a:gd name="T6" fmla="*/ 97962 w 1472"/>
                <a:gd name="T7" fmla="*/ 313521 h 4572"/>
                <a:gd name="T8" fmla="*/ 97168 w 1472"/>
                <a:gd name="T9" fmla="*/ 329981 h 4572"/>
                <a:gd name="T10" fmla="*/ 98107 w 1472"/>
                <a:gd name="T11" fmla="*/ 157519 h 4572"/>
                <a:gd name="T12" fmla="*/ 25988 w 1472"/>
                <a:gd name="T13" fmla="*/ 3754 h 4572"/>
                <a:gd name="T14" fmla="*/ 18914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11" name="Google Shape;567;p41"/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136222 w 2017"/>
                <a:gd name="T1" fmla="*/ 0 h 4850"/>
                <a:gd name="T2" fmla="*/ 38983 w 2017"/>
                <a:gd name="T3" fmla="*/ 112256 h 4850"/>
                <a:gd name="T4" fmla="*/ 5559 w 2017"/>
                <a:gd name="T5" fmla="*/ 350050 h 4850"/>
                <a:gd name="T6" fmla="*/ 37106 w 2017"/>
                <a:gd name="T7" fmla="*/ 344852 h 4850"/>
                <a:gd name="T8" fmla="*/ 139326 w 2017"/>
                <a:gd name="T9" fmla="*/ 62661 h 4850"/>
                <a:gd name="T10" fmla="*/ 136222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12" name="Google Shape;568;p41"/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12994 w 1400"/>
                <a:gd name="T1" fmla="*/ 72 h 6458"/>
                <a:gd name="T2" fmla="*/ 12417 w 1400"/>
                <a:gd name="T3" fmla="*/ 72 h 6458"/>
                <a:gd name="T4" fmla="*/ 0 w 1400"/>
                <a:gd name="T5" fmla="*/ 23390 h 6458"/>
                <a:gd name="T6" fmla="*/ 49017 w 1400"/>
                <a:gd name="T7" fmla="*/ 466203 h 6458"/>
                <a:gd name="T8" fmla="*/ 64682 w 1400"/>
                <a:gd name="T9" fmla="*/ 465553 h 6458"/>
                <a:gd name="T10" fmla="*/ 95146 w 1400"/>
                <a:gd name="T11" fmla="*/ 258657 h 6458"/>
                <a:gd name="T12" fmla="*/ 28587 w 1400"/>
                <a:gd name="T13" fmla="*/ 16387 h 6458"/>
                <a:gd name="T14" fmla="*/ 12994 w 1400"/>
                <a:gd name="T15" fmla="*/ 72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1" name="Google Shape;569;p41"/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37901" name="Google Shape;570;p41"/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18300 w 893"/>
                <a:gd name="T1" fmla="*/ 25 h 7433"/>
                <a:gd name="T2" fmla="*/ 18300 w 893"/>
                <a:gd name="T3" fmla="*/ 25 h 7433"/>
                <a:gd name="T4" fmla="*/ 4975 w 893"/>
                <a:gd name="T5" fmla="*/ 184100 h 7433"/>
                <a:gd name="T6" fmla="*/ 11550 w 893"/>
                <a:gd name="T7" fmla="*/ 185800 h 7433"/>
                <a:gd name="T8" fmla="*/ 18300 w 893"/>
                <a:gd name="T9" fmla="*/ 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2" name="Google Shape;571;p41"/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25 w 2004"/>
                <a:gd name="T1" fmla="*/ 0 h 7448"/>
                <a:gd name="T2" fmla="*/ 25 w 2004"/>
                <a:gd name="T3" fmla="*/ 0 h 7448"/>
                <a:gd name="T4" fmla="*/ 47025 w 2004"/>
                <a:gd name="T5" fmla="*/ 184200 h 7448"/>
                <a:gd name="T6" fmla="*/ 49925 w 2004"/>
                <a:gd name="T7" fmla="*/ 186175 h 7448"/>
                <a:gd name="T8" fmla="*/ 37400 w 2004"/>
                <a:gd name="T9" fmla="*/ 74575 h 7448"/>
                <a:gd name="T10" fmla="*/ 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3" name="Google Shape;572;p41"/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17200 w 998"/>
                <a:gd name="T1" fmla="*/ 25 h 4436"/>
                <a:gd name="T2" fmla="*/ 0 w 998"/>
                <a:gd name="T3" fmla="*/ 110875 h 4436"/>
                <a:gd name="T4" fmla="*/ 14050 w 998"/>
                <a:gd name="T5" fmla="*/ 105775 h 4436"/>
                <a:gd name="T6" fmla="*/ 23775 w 998"/>
                <a:gd name="T7" fmla="*/ 40050 h 4436"/>
                <a:gd name="T8" fmla="*/ 17200 w 998"/>
                <a:gd name="T9" fmla="*/ 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4" name="Google Shape;573;p41"/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1475 w 1911"/>
                <a:gd name="T1" fmla="*/ 25 h 6287"/>
                <a:gd name="T2" fmla="*/ 1475 w 1911"/>
                <a:gd name="T3" fmla="*/ 25 h 6287"/>
                <a:gd name="T4" fmla="*/ 11300 w 1911"/>
                <a:gd name="T5" fmla="*/ 100150 h 6287"/>
                <a:gd name="T6" fmla="*/ 33825 w 1911"/>
                <a:gd name="T7" fmla="*/ 157100 h 6287"/>
                <a:gd name="T8" fmla="*/ 44250 w 1911"/>
                <a:gd name="T9" fmla="*/ 157150 h 6287"/>
                <a:gd name="T10" fmla="*/ 47550 w 1911"/>
                <a:gd name="T11" fmla="*/ 133150 h 6287"/>
                <a:gd name="T12" fmla="*/ 1475 w 1911"/>
                <a:gd name="T13" fmla="*/ 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905" name="Google Shape;574;p41"/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30325 w 1633"/>
                <a:gd name="T1" fmla="*/ 0 h 5160"/>
                <a:gd name="T2" fmla="*/ 30325 w 1633"/>
                <a:gd name="T3" fmla="*/ 0 h 5160"/>
                <a:gd name="T4" fmla="*/ 12425 w 1633"/>
                <a:gd name="T5" fmla="*/ 67975 h 5160"/>
                <a:gd name="T6" fmla="*/ 5625 w 1633"/>
                <a:gd name="T7" fmla="*/ 103400 h 5160"/>
                <a:gd name="T8" fmla="*/ 25 w 1633"/>
                <a:gd name="T9" fmla="*/ 128975 h 5160"/>
                <a:gd name="T10" fmla="*/ 11175 w 1633"/>
                <a:gd name="T11" fmla="*/ 125675 h 5160"/>
                <a:gd name="T12" fmla="*/ 303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7892" name="Google Shape;575;p41"/>
          <p:cNvGrpSpPr>
            <a:grpSpLocks/>
          </p:cNvGrpSpPr>
          <p:nvPr/>
        </p:nvGrpSpPr>
        <p:grpSpPr bwMode="auto">
          <a:xfrm>
            <a:off x="78318" y="4442885"/>
            <a:ext cx="1185333" cy="899583"/>
            <a:chOff x="4725044" y="4077175"/>
            <a:chExt cx="398900" cy="347475"/>
          </a:xfrm>
        </p:grpSpPr>
        <p:sp>
          <p:nvSpPr>
            <p:cNvPr id="37894" name="Google Shape;576;p41"/>
            <p:cNvSpPr>
              <a:spLocks/>
            </p:cNvSpPr>
            <p:nvPr/>
          </p:nvSpPr>
          <p:spPr bwMode="auto">
            <a:xfrm>
              <a:off x="4725044" y="4077175"/>
              <a:ext cx="398900" cy="297393"/>
            </a:xfrm>
            <a:custGeom>
              <a:avLst/>
              <a:gdLst>
                <a:gd name="T0" fmla="*/ 197975 w 15956"/>
                <a:gd name="T1" fmla="*/ 32 h 9319"/>
                <a:gd name="T2" fmla="*/ 107575 w 15956"/>
                <a:gd name="T3" fmla="*/ 17488 h 9319"/>
                <a:gd name="T4" fmla="*/ 69575 w 15956"/>
                <a:gd name="T5" fmla="*/ 38646 h 9319"/>
                <a:gd name="T6" fmla="*/ 23300 w 15956"/>
                <a:gd name="T7" fmla="*/ 103971 h 9319"/>
                <a:gd name="T8" fmla="*/ 86100 w 15956"/>
                <a:gd name="T9" fmla="*/ 279969 h 9319"/>
                <a:gd name="T10" fmla="*/ 166225 w 15956"/>
                <a:gd name="T11" fmla="*/ 297361 h 9319"/>
                <a:gd name="T12" fmla="*/ 274375 w 15956"/>
                <a:gd name="T13" fmla="*/ 278214 h 9319"/>
                <a:gd name="T14" fmla="*/ 274375 w 15956"/>
                <a:gd name="T15" fmla="*/ 278214 h 9319"/>
                <a:gd name="T16" fmla="*/ 231600 w 15956"/>
                <a:gd name="T17" fmla="*/ 292287 h 9319"/>
                <a:gd name="T18" fmla="*/ 232975 w 15956"/>
                <a:gd name="T19" fmla="*/ 292287 h 9319"/>
                <a:gd name="T20" fmla="*/ 383125 w 15956"/>
                <a:gd name="T21" fmla="*/ 186593 h 9319"/>
                <a:gd name="T22" fmla="*/ 308400 w 15956"/>
                <a:gd name="T23" fmla="*/ 28338 h 9319"/>
                <a:gd name="T24" fmla="*/ 197975 w 15956"/>
                <a:gd name="T25" fmla="*/ 32 h 9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5" name="Google Shape;577;p41"/>
            <p:cNvSpPr>
              <a:spLocks/>
            </p:cNvSpPr>
            <p:nvPr/>
          </p:nvSpPr>
          <p:spPr bwMode="auto">
            <a:xfrm>
              <a:off x="4913100" y="4172025"/>
              <a:ext cx="21550" cy="252625"/>
            </a:xfrm>
            <a:custGeom>
              <a:avLst/>
              <a:gdLst>
                <a:gd name="T0" fmla="*/ 16175 w 862"/>
                <a:gd name="T1" fmla="*/ 25 h 10105"/>
                <a:gd name="T2" fmla="*/ 11975 w 862"/>
                <a:gd name="T3" fmla="*/ 1475 h 10105"/>
                <a:gd name="T4" fmla="*/ 9450 w 862"/>
                <a:gd name="T5" fmla="*/ 29050 h 10105"/>
                <a:gd name="T6" fmla="*/ 7975 w 862"/>
                <a:gd name="T7" fmla="*/ 55900 h 10105"/>
                <a:gd name="T8" fmla="*/ 4350 w 862"/>
                <a:gd name="T9" fmla="*/ 153075 h 10105"/>
                <a:gd name="T10" fmla="*/ 2525 w 862"/>
                <a:gd name="T11" fmla="*/ 201775 h 10105"/>
                <a:gd name="T12" fmla="*/ 1650 w 862"/>
                <a:gd name="T13" fmla="*/ 225975 h 10105"/>
                <a:gd name="T14" fmla="*/ 1050 w 862"/>
                <a:gd name="T15" fmla="*/ 238075 h 10105"/>
                <a:gd name="T16" fmla="*/ 1375 w 862"/>
                <a:gd name="T17" fmla="*/ 250200 h 10105"/>
                <a:gd name="T18" fmla="*/ 7250 w 862"/>
                <a:gd name="T19" fmla="*/ 252625 h 10105"/>
                <a:gd name="T20" fmla="*/ 7875 w 862"/>
                <a:gd name="T21" fmla="*/ 252625 h 10105"/>
                <a:gd name="T22" fmla="*/ 14675 w 862"/>
                <a:gd name="T23" fmla="*/ 250850 h 10105"/>
                <a:gd name="T24" fmla="*/ 15975 w 862"/>
                <a:gd name="T25" fmla="*/ 236750 h 10105"/>
                <a:gd name="T26" fmla="*/ 16250 w 862"/>
                <a:gd name="T27" fmla="*/ 223300 h 10105"/>
                <a:gd name="T28" fmla="*/ 16975 w 862"/>
                <a:gd name="T29" fmla="*/ 196075 h 10105"/>
                <a:gd name="T30" fmla="*/ 19600 w 862"/>
                <a:gd name="T31" fmla="*/ 98950 h 10105"/>
                <a:gd name="T32" fmla="*/ 20825 w 862"/>
                <a:gd name="T33" fmla="*/ 50175 h 10105"/>
                <a:gd name="T34" fmla="*/ 21025 w 862"/>
                <a:gd name="T35" fmla="*/ 26025 h 10105"/>
                <a:gd name="T36" fmla="*/ 20225 w 862"/>
                <a:gd name="T37" fmla="*/ 1475 h 10105"/>
                <a:gd name="T38" fmla="*/ 16175 w 862"/>
                <a:gd name="T39" fmla="*/ 25 h 10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6" name="Google Shape;578;p41"/>
            <p:cNvSpPr>
              <a:spLocks/>
            </p:cNvSpPr>
            <p:nvPr/>
          </p:nvSpPr>
          <p:spPr bwMode="auto">
            <a:xfrm>
              <a:off x="4796700" y="4226125"/>
              <a:ext cx="220125" cy="95400"/>
            </a:xfrm>
            <a:custGeom>
              <a:avLst/>
              <a:gdLst>
                <a:gd name="T0" fmla="*/ 7575 w 8805"/>
                <a:gd name="T1" fmla="*/ 25 h 3816"/>
                <a:gd name="T2" fmla="*/ 2700 w 8805"/>
                <a:gd name="T3" fmla="*/ 5425 h 3816"/>
                <a:gd name="T4" fmla="*/ 28550 w 8805"/>
                <a:gd name="T5" fmla="*/ 26950 h 3816"/>
                <a:gd name="T6" fmla="*/ 53750 w 8805"/>
                <a:gd name="T7" fmla="*/ 47700 h 3816"/>
                <a:gd name="T8" fmla="*/ 98900 w 8805"/>
                <a:gd name="T9" fmla="*/ 84750 h 3816"/>
                <a:gd name="T10" fmla="*/ 121400 w 8805"/>
                <a:gd name="T11" fmla="*/ 95125 h 3816"/>
                <a:gd name="T12" fmla="*/ 125150 w 8805"/>
                <a:gd name="T13" fmla="*/ 95400 h 3816"/>
                <a:gd name="T14" fmla="*/ 134150 w 8805"/>
                <a:gd name="T15" fmla="*/ 93800 h 3816"/>
                <a:gd name="T16" fmla="*/ 143800 w 8805"/>
                <a:gd name="T17" fmla="*/ 86450 h 3816"/>
                <a:gd name="T18" fmla="*/ 182075 w 8805"/>
                <a:gd name="T19" fmla="*/ 45325 h 3816"/>
                <a:gd name="T20" fmla="*/ 219125 w 8805"/>
                <a:gd name="T21" fmla="*/ 3775 h 3816"/>
                <a:gd name="T22" fmla="*/ 219125 w 8805"/>
                <a:gd name="T23" fmla="*/ 3725 h 3816"/>
                <a:gd name="T24" fmla="*/ 217125 w 8805"/>
                <a:gd name="T25" fmla="*/ 1475 h 3816"/>
                <a:gd name="T26" fmla="*/ 215125 w 8805"/>
                <a:gd name="T27" fmla="*/ 2175 h 3816"/>
                <a:gd name="T28" fmla="*/ 172125 w 8805"/>
                <a:gd name="T29" fmla="*/ 45050 h 3816"/>
                <a:gd name="T30" fmla="*/ 134700 w 8805"/>
                <a:gd name="T31" fmla="*/ 83925 h 3816"/>
                <a:gd name="T32" fmla="*/ 126350 w 8805"/>
                <a:gd name="T33" fmla="*/ 88650 h 3816"/>
                <a:gd name="T34" fmla="*/ 125250 w 8805"/>
                <a:gd name="T35" fmla="*/ 88700 h 3816"/>
                <a:gd name="T36" fmla="*/ 116075 w 8805"/>
                <a:gd name="T37" fmla="*/ 86175 h 3816"/>
                <a:gd name="T38" fmla="*/ 96375 w 8805"/>
                <a:gd name="T39" fmla="*/ 71625 h 3816"/>
                <a:gd name="T40" fmla="*/ 53750 w 8805"/>
                <a:gd name="T41" fmla="*/ 36325 h 3816"/>
                <a:gd name="T42" fmla="*/ 32525 w 8805"/>
                <a:gd name="T43" fmla="*/ 18650 h 3816"/>
                <a:gd name="T44" fmla="*/ 11050 w 8805"/>
                <a:gd name="T45" fmla="*/ 1075 h 3816"/>
                <a:gd name="T46" fmla="*/ 7575 w 8805"/>
                <a:gd name="T47" fmla="*/ 25 h 381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7897" name="Google Shape;579;p41"/>
            <p:cNvSpPr>
              <a:spLocks/>
            </p:cNvSpPr>
            <p:nvPr/>
          </p:nvSpPr>
          <p:spPr bwMode="auto">
            <a:xfrm>
              <a:off x="4891150" y="4191050"/>
              <a:ext cx="85575" cy="46575"/>
            </a:xfrm>
            <a:custGeom>
              <a:avLst/>
              <a:gdLst>
                <a:gd name="T0" fmla="*/ 82875 w 3423"/>
                <a:gd name="T1" fmla="*/ 0 h 1863"/>
                <a:gd name="T2" fmla="*/ 81525 w 3423"/>
                <a:gd name="T3" fmla="*/ 350 h 1863"/>
                <a:gd name="T4" fmla="*/ 77475 w 3423"/>
                <a:gd name="T5" fmla="*/ 2600 h 1863"/>
                <a:gd name="T6" fmla="*/ 74000 w 3423"/>
                <a:gd name="T7" fmla="*/ 5125 h 1863"/>
                <a:gd name="T8" fmla="*/ 67525 w 3423"/>
                <a:gd name="T9" fmla="*/ 10025 h 1863"/>
                <a:gd name="T10" fmla="*/ 55275 w 3423"/>
                <a:gd name="T11" fmla="*/ 20225 h 1863"/>
                <a:gd name="T12" fmla="*/ 35125 w 3423"/>
                <a:gd name="T13" fmla="*/ 37475 h 1863"/>
                <a:gd name="T14" fmla="*/ 35125 w 3423"/>
                <a:gd name="T15" fmla="*/ 37475 h 1863"/>
                <a:gd name="T16" fmla="*/ 23000 w 3423"/>
                <a:gd name="T17" fmla="*/ 27600 h 1863"/>
                <a:gd name="T18" fmla="*/ 15050 w 3423"/>
                <a:gd name="T19" fmla="*/ 21100 h 1863"/>
                <a:gd name="T20" fmla="*/ 11250 w 3423"/>
                <a:gd name="T21" fmla="*/ 18025 h 1863"/>
                <a:gd name="T22" fmla="*/ 5975 w 3423"/>
                <a:gd name="T23" fmla="*/ 15675 h 1863"/>
                <a:gd name="T24" fmla="*/ 4375 w 3423"/>
                <a:gd name="T25" fmla="*/ 15450 h 1863"/>
                <a:gd name="T26" fmla="*/ 775 w 3423"/>
                <a:gd name="T27" fmla="*/ 18425 h 1863"/>
                <a:gd name="T28" fmla="*/ 3025 w 3423"/>
                <a:gd name="T29" fmla="*/ 22375 h 1863"/>
                <a:gd name="T30" fmla="*/ 7250 w 3423"/>
                <a:gd name="T31" fmla="*/ 25775 h 1863"/>
                <a:gd name="T32" fmla="*/ 15250 w 3423"/>
                <a:gd name="T33" fmla="*/ 32250 h 1863"/>
                <a:gd name="T34" fmla="*/ 31725 w 3423"/>
                <a:gd name="T35" fmla="*/ 45550 h 1863"/>
                <a:gd name="T36" fmla="*/ 34975 w 3423"/>
                <a:gd name="T37" fmla="*/ 46575 h 1863"/>
                <a:gd name="T38" fmla="*/ 39800 w 3423"/>
                <a:gd name="T39" fmla="*/ 44825 h 1863"/>
                <a:gd name="T40" fmla="*/ 62575 w 3423"/>
                <a:gd name="T41" fmla="*/ 23575 h 1863"/>
                <a:gd name="T42" fmla="*/ 74275 w 3423"/>
                <a:gd name="T43" fmla="*/ 13100 h 1863"/>
                <a:gd name="T44" fmla="*/ 79450 w 3423"/>
                <a:gd name="T45" fmla="*/ 8050 h 1863"/>
                <a:gd name="T46" fmla="*/ 82350 w 3423"/>
                <a:gd name="T47" fmla="*/ 5200 h 1863"/>
                <a:gd name="T48" fmla="*/ 84650 w 3423"/>
                <a:gd name="T49" fmla="*/ 2125 h 1863"/>
                <a:gd name="T50" fmla="*/ 84650 w 3423"/>
                <a:gd name="T51" fmla="*/ 2000 h 1863"/>
                <a:gd name="T52" fmla="*/ 82875 w 3423"/>
                <a:gd name="T53" fmla="*/ 0 h 186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5026356" y="4154846"/>
              <a:ext cx="7836" cy="5723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/>
            <p:cNvSpPr/>
            <p:nvPr/>
          </p:nvSpPr>
          <p:spPr>
            <a:xfrm>
              <a:off x="5002137" y="4132771"/>
              <a:ext cx="9260" cy="8993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/>
            <p:cNvSpPr/>
            <p:nvPr/>
          </p:nvSpPr>
          <p:spPr>
            <a:xfrm>
              <a:off x="4997151" y="4178556"/>
              <a:ext cx="9973" cy="8176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893" name="Google Shape;583;p4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0"/>
            <a:ext cx="7924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7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549</Words>
  <Application>Microsoft Office PowerPoint</Application>
  <PresentationFormat>Widescreen</PresentationFormat>
  <Paragraphs>83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Aharoni</vt:lpstr>
      <vt:lpstr>Akrobat Black</vt:lpstr>
      <vt:lpstr>Arial</vt:lpstr>
      <vt:lpstr>Arial Rounded MT Bold</vt:lpstr>
      <vt:lpstr>Arvo</vt:lpstr>
      <vt:lpstr>Calibri</vt:lpstr>
      <vt:lpstr>Calibri Light</vt:lpstr>
      <vt:lpstr>Chelsea Market</vt:lpstr>
      <vt:lpstr>Comfortaa</vt:lpstr>
      <vt:lpstr>Cooper Black</vt:lpstr>
      <vt:lpstr>inherit</vt:lpstr>
      <vt:lpstr>Josefin Slab</vt:lpstr>
      <vt:lpstr>Office Theme</vt:lpstr>
      <vt:lpstr>PowerPoint Presentation</vt:lpstr>
      <vt:lpstr>PowerPoint Presentation</vt:lpstr>
      <vt:lpstr>PowerPoint Presentation</vt:lpstr>
      <vt:lpstr>PowerPoint Presentation</vt:lpstr>
      <vt:lpstr>Baca teks ini!</vt:lpstr>
      <vt:lpstr>Jawab pertanyaan ini! </vt:lpstr>
      <vt:lpstr>Konsep BUKAN dan TIDAK</vt:lpstr>
      <vt:lpstr>Saya tidak makan nasi  I don't eat rice peter tidak suka terlambat peter doesn't like being late dia tidak masuk hari ini he's not in today anjing ini tidak jahat. this dog is not bad </vt:lpstr>
      <vt:lpstr>Konsep BUKAN dan TIDAK</vt:lpstr>
      <vt:lpstr>Jennie bukan pilot Jenny is not a pilot ini bukan mobil Laure this is not Laure' car saya bukan guru sains I'm not a science teacher Bellen bukan mahasiswa Bellen is not a student</vt:lpstr>
      <vt:lpstr>PowerPoint Presentation</vt:lpstr>
      <vt:lpstr>AYO MAIN!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PRAKTIK BERBICARA</vt:lpstr>
      <vt:lpstr>Contoh Pekerjaan Unik di Indonesia</vt:lpstr>
      <vt:lpstr>Simak video pawang tidak hujan berikut ini!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25</cp:revision>
  <dcterms:created xsi:type="dcterms:W3CDTF">2023-03-06T02:11:42Z</dcterms:created>
  <dcterms:modified xsi:type="dcterms:W3CDTF">2025-05-28T15:34:55Z</dcterms:modified>
</cp:coreProperties>
</file>