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  <p:sldId id="260" r:id="rId5"/>
    <p:sldId id="262" r:id="rId6"/>
    <p:sldId id="256" r:id="rId7"/>
    <p:sldId id="265" r:id="rId8"/>
    <p:sldId id="264" r:id="rId9"/>
    <p:sldId id="271" r:id="rId10"/>
    <p:sldId id="267" r:id="rId11"/>
    <p:sldId id="268" r:id="rId12"/>
    <p:sldId id="261" r:id="rId13"/>
    <p:sldId id="269" r:id="rId14"/>
    <p:sldId id="263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74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28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7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70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64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92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93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0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94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21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6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F07FA-9A43-4467-9893-823D45E672F2}" type="datetimeFigureOut">
              <a:rPr lang="en-US" smtClean="0"/>
              <a:t>8/17/2023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A723D-5F71-423A-995B-959493653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2" r="7106" b="-108"/>
          <a:stretch/>
        </p:blipFill>
        <p:spPr>
          <a:xfrm>
            <a:off x="0" y="-20170"/>
            <a:ext cx="12192000" cy="6827698"/>
          </a:xfrm>
        </p:spPr>
      </p:pic>
      <p:sp>
        <p:nvSpPr>
          <p:cNvPr id="5" name="Google Shape;145;p31"/>
          <p:cNvSpPr txBox="1">
            <a:spLocks/>
          </p:cNvSpPr>
          <p:nvPr/>
        </p:nvSpPr>
        <p:spPr>
          <a:xfrm>
            <a:off x="240554" y="5100350"/>
            <a:ext cx="6880410" cy="82027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sv-SE" sz="5400" dirty="0" smtClean="0">
                <a:latin typeface="Akrobat ExtraBold" panose="00000900000000000000" pitchFamily="50" charset="0"/>
              </a:rPr>
              <a:t>BIPA 1 : Arah dan Lokasi</a:t>
            </a:r>
            <a:endParaRPr lang="sv-SE" sz="4000" dirty="0">
              <a:solidFill>
                <a:srgbClr val="FF0000"/>
              </a:solidFill>
              <a:latin typeface="Akrobat ExtraBold" panose="00000900000000000000" pitchFamily="50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67448" y="5689789"/>
            <a:ext cx="31727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krobat ExtraBold" panose="00000900000000000000" pitchFamily="50" charset="0"/>
                <a:cs typeface="Adobe Devanagari" panose="02040503050201020203" pitchFamily="18" charset="0"/>
              </a:rPr>
              <a:t>Rizky</a:t>
            </a:r>
            <a:r>
              <a:rPr lang="en-US" sz="2400" dirty="0">
                <a:latin typeface="Akrobat ExtraBold" panose="00000900000000000000" pitchFamily="50" charset="0"/>
                <a:cs typeface="Adobe Devanagari" panose="02040503050201020203" pitchFamily="18" charset="0"/>
              </a:rPr>
              <a:t> </a:t>
            </a:r>
            <a:r>
              <a:rPr lang="en-US" sz="2400" dirty="0" err="1" smtClean="0">
                <a:latin typeface="Akrobat ExtraBold" panose="00000900000000000000" pitchFamily="50" charset="0"/>
                <a:cs typeface="Adobe Devanagari" panose="02040503050201020203" pitchFamily="18" charset="0"/>
              </a:rPr>
              <a:t>Abrian</a:t>
            </a:r>
            <a:r>
              <a:rPr lang="en-US" sz="2400" dirty="0" smtClean="0">
                <a:latin typeface="Akrobat ExtraBold" panose="00000900000000000000" pitchFamily="50" charset="0"/>
                <a:cs typeface="Adobe Devanagari" panose="02040503050201020203" pitchFamily="18" charset="0"/>
              </a:rPr>
              <a:t>, S.S., </a:t>
            </a:r>
            <a:r>
              <a:rPr lang="en-US" sz="2400" dirty="0" err="1" smtClean="0">
                <a:latin typeface="Akrobat ExtraBold" panose="00000900000000000000" pitchFamily="50" charset="0"/>
                <a:cs typeface="Adobe Devanagari" panose="02040503050201020203" pitchFamily="18" charset="0"/>
              </a:rPr>
              <a:t>M.Hum</a:t>
            </a:r>
            <a:endParaRPr lang="en-US" sz="2400" dirty="0">
              <a:latin typeface="Akrobat ExtraBold" panose="00000900000000000000" pitchFamily="50" charset="0"/>
              <a:cs typeface="Adobe Devanagari" panose="02040503050201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05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494" y="2570442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6600" dirty="0" smtClean="0">
                <a:latin typeface="Akrobat" panose="00000600000000000000" pitchFamily="50" charset="0"/>
              </a:rPr>
              <a:t>What is different between</a:t>
            </a:r>
            <a:br>
              <a:rPr lang="en-US" sz="6600" dirty="0" smtClean="0">
                <a:latin typeface="Akrobat" panose="00000600000000000000" pitchFamily="50" charset="0"/>
              </a:rPr>
            </a:br>
            <a:r>
              <a:rPr lang="en-US" sz="6600" dirty="0" smtClean="0">
                <a:latin typeface="Akrobat" panose="00000600000000000000" pitchFamily="50" charset="0"/>
              </a:rPr>
              <a:t> </a:t>
            </a:r>
            <a:r>
              <a:rPr lang="en-US" sz="6600" dirty="0" smtClean="0">
                <a:latin typeface="Akrobat ExtraBold" panose="00000900000000000000" pitchFamily="50" charset="0"/>
              </a:rPr>
              <a:t>“</a:t>
            </a:r>
            <a:r>
              <a:rPr lang="en-US" sz="6600" b="1" dirty="0" smtClean="0">
                <a:latin typeface="Akrobat ExtraBold" panose="00000900000000000000" pitchFamily="50" charset="0"/>
              </a:rPr>
              <a:t>Di</a:t>
            </a:r>
            <a:r>
              <a:rPr lang="en-US" sz="6600" dirty="0" smtClean="0">
                <a:latin typeface="Akrobat ExtraBold" panose="00000900000000000000" pitchFamily="50" charset="0"/>
              </a:rPr>
              <a:t>” </a:t>
            </a:r>
            <a:r>
              <a:rPr lang="en-US" sz="6600" dirty="0" smtClean="0">
                <a:latin typeface="Akrobat" panose="00000600000000000000" pitchFamily="50" charset="0"/>
              </a:rPr>
              <a:t>and </a:t>
            </a:r>
            <a:r>
              <a:rPr lang="en-US" sz="6600" dirty="0" smtClean="0">
                <a:latin typeface="Akrobat ExtraBold" panose="00000900000000000000" pitchFamily="50" charset="0"/>
              </a:rPr>
              <a:t>“</a:t>
            </a:r>
            <a:r>
              <a:rPr lang="en-US" sz="6600" dirty="0" err="1" smtClean="0">
                <a:latin typeface="Akrobat ExtraBold" panose="00000900000000000000" pitchFamily="50" charset="0"/>
              </a:rPr>
              <a:t>Ke</a:t>
            </a:r>
            <a:r>
              <a:rPr lang="en-US" sz="6600" dirty="0" smtClean="0">
                <a:latin typeface="Akrobat ExtraBold" panose="00000900000000000000" pitchFamily="50" charset="0"/>
              </a:rPr>
              <a:t>”?</a:t>
            </a:r>
            <a:endParaRPr lang="en-US" sz="6600" dirty="0">
              <a:latin typeface="Akrobat ExtraBold" panose="000009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46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5"/>
            <a:ext cx="10515600" cy="900968"/>
          </a:xfr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err="1" smtClean="0"/>
              <a:t>Konsep</a:t>
            </a:r>
            <a:r>
              <a:rPr lang="en-US" dirty="0" smtClean="0"/>
              <a:t> Di &amp; </a:t>
            </a:r>
            <a:r>
              <a:rPr lang="en-US" dirty="0" err="1" smtClean="0"/>
              <a:t>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246" y="1438835"/>
            <a:ext cx="10617660" cy="5096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 smtClean="0"/>
              <a:t>“</a:t>
            </a:r>
            <a:r>
              <a:rPr lang="en-US" b="1" dirty="0" smtClean="0"/>
              <a:t>Di” used to describe location</a:t>
            </a:r>
          </a:p>
          <a:p>
            <a:pPr marL="0" indent="0">
              <a:buNone/>
            </a:pPr>
            <a:r>
              <a:rPr lang="en-US" dirty="0" err="1" smtClean="0"/>
              <a:t>Saya</a:t>
            </a:r>
            <a:r>
              <a:rPr lang="en-US" dirty="0" smtClean="0"/>
              <a:t> </a:t>
            </a:r>
            <a:r>
              <a:rPr lang="en-US" dirty="0" err="1" smtClean="0"/>
              <a:t>tinggal</a:t>
            </a:r>
            <a:r>
              <a:rPr lang="en-US" dirty="0" smtClean="0"/>
              <a:t> </a:t>
            </a:r>
            <a:r>
              <a:rPr lang="en-US" b="1" dirty="0" smtClean="0"/>
              <a:t>di </a:t>
            </a:r>
            <a:r>
              <a:rPr lang="en-US" dirty="0" smtClean="0"/>
              <a:t>Jakarta (I live in Jakarta)</a:t>
            </a:r>
          </a:p>
          <a:p>
            <a:pPr marL="0" indent="0">
              <a:buNone/>
            </a:pPr>
            <a:r>
              <a:rPr lang="en-US" dirty="0" err="1" smtClean="0"/>
              <a:t>Mobilnya</a:t>
            </a:r>
            <a:r>
              <a:rPr lang="en-US" dirty="0" smtClean="0"/>
              <a:t> </a:t>
            </a:r>
            <a:r>
              <a:rPr lang="en-US" dirty="0" err="1" smtClean="0"/>
              <a:t>ada</a:t>
            </a:r>
            <a:r>
              <a:rPr lang="en-US" dirty="0" smtClean="0"/>
              <a:t> </a:t>
            </a:r>
            <a:r>
              <a:rPr lang="en-US" b="1" dirty="0" smtClean="0"/>
              <a:t>di </a:t>
            </a:r>
            <a:r>
              <a:rPr lang="en-US" dirty="0" err="1" smtClean="0"/>
              <a:t>rumah</a:t>
            </a:r>
            <a:r>
              <a:rPr lang="en-US" dirty="0" smtClean="0"/>
              <a:t> </a:t>
            </a:r>
            <a:r>
              <a:rPr lang="en-US" dirty="0" err="1" smtClean="0"/>
              <a:t>saya</a:t>
            </a:r>
            <a:r>
              <a:rPr lang="en-US" dirty="0" smtClean="0"/>
              <a:t> (his car is in my house)</a:t>
            </a:r>
          </a:p>
          <a:p>
            <a:pPr marL="0" indent="0">
              <a:buNone/>
            </a:pPr>
            <a:r>
              <a:rPr lang="en-US" dirty="0" err="1" smtClean="0"/>
              <a:t>Buku</a:t>
            </a:r>
            <a:r>
              <a:rPr lang="en-US" dirty="0" smtClean="0"/>
              <a:t> </a:t>
            </a:r>
            <a:r>
              <a:rPr lang="en-US" dirty="0" err="1" smtClean="0"/>
              <a:t>rizal</a:t>
            </a:r>
            <a:r>
              <a:rPr lang="en-US" dirty="0" smtClean="0"/>
              <a:t> </a:t>
            </a:r>
            <a:r>
              <a:rPr lang="en-US" b="1" dirty="0" smtClean="0"/>
              <a:t>di</a:t>
            </a:r>
            <a:r>
              <a:rPr lang="en-US" dirty="0" smtClean="0"/>
              <a:t> </a:t>
            </a:r>
            <a:r>
              <a:rPr lang="en-US" dirty="0" err="1" smtClean="0"/>
              <a:t>kamar</a:t>
            </a:r>
            <a:r>
              <a:rPr lang="en-US" dirty="0" smtClean="0"/>
              <a:t> </a:t>
            </a:r>
            <a:r>
              <a:rPr lang="en-US" dirty="0" err="1" smtClean="0"/>
              <a:t>saya</a:t>
            </a:r>
            <a:r>
              <a:rPr lang="en-US" dirty="0" smtClean="0"/>
              <a:t> (</a:t>
            </a:r>
            <a:r>
              <a:rPr lang="en-US" dirty="0" err="1" smtClean="0"/>
              <a:t>rizal</a:t>
            </a:r>
            <a:r>
              <a:rPr lang="en-US" dirty="0" smtClean="0"/>
              <a:t> book is in my room)</a:t>
            </a:r>
            <a:endParaRPr lang="en-US" dirty="0"/>
          </a:p>
          <a:p>
            <a:pPr marL="0" indent="0">
              <a:buNone/>
            </a:pPr>
            <a:endParaRPr lang="en-US" i="1" dirty="0" smtClean="0"/>
          </a:p>
          <a:p>
            <a:pPr marL="0" indent="0">
              <a:buNone/>
            </a:pPr>
            <a:r>
              <a:rPr lang="en-US" b="1" i="1" dirty="0" smtClean="0"/>
              <a:t>“</a:t>
            </a:r>
            <a:r>
              <a:rPr lang="en-US" b="1" dirty="0" err="1" smtClean="0"/>
              <a:t>Ke</a:t>
            </a:r>
            <a:r>
              <a:rPr lang="en-US" b="1" dirty="0" smtClean="0"/>
              <a:t>” used to describe direction</a:t>
            </a:r>
          </a:p>
          <a:p>
            <a:pPr marL="0" indent="0">
              <a:buNone/>
            </a:pPr>
            <a:r>
              <a:rPr lang="en-US" dirty="0" err="1" smtClean="0"/>
              <a:t>Saya</a:t>
            </a:r>
            <a:r>
              <a:rPr lang="en-US" dirty="0" smtClean="0"/>
              <a:t> </a:t>
            </a:r>
            <a:r>
              <a:rPr lang="en-US" dirty="0" err="1" smtClean="0"/>
              <a:t>pergi</a:t>
            </a:r>
            <a:r>
              <a:rPr lang="en-US" dirty="0" smtClean="0"/>
              <a:t> </a:t>
            </a:r>
            <a:r>
              <a:rPr lang="en-US" b="1" dirty="0" err="1" smtClean="0"/>
              <a:t>ke</a:t>
            </a:r>
            <a:r>
              <a:rPr lang="en-US" b="1" dirty="0" smtClean="0"/>
              <a:t> </a:t>
            </a:r>
            <a:r>
              <a:rPr lang="en-US" dirty="0" err="1" smtClean="0"/>
              <a:t>sekolah</a:t>
            </a:r>
            <a:r>
              <a:rPr lang="en-US" dirty="0" smtClean="0"/>
              <a:t> (I go to school)</a:t>
            </a:r>
          </a:p>
          <a:p>
            <a:pPr marL="0" indent="0">
              <a:buNone/>
            </a:pPr>
            <a:r>
              <a:rPr lang="en-US" dirty="0" smtClean="0"/>
              <a:t>Joshua </a:t>
            </a:r>
            <a:r>
              <a:rPr lang="en-US" dirty="0" err="1" smtClean="0"/>
              <a:t>jalan</a:t>
            </a:r>
            <a:r>
              <a:rPr lang="en-US" dirty="0" smtClean="0"/>
              <a:t> </a:t>
            </a:r>
            <a:r>
              <a:rPr lang="en-US" b="1" dirty="0" err="1" smtClean="0"/>
              <a:t>ke</a:t>
            </a:r>
            <a:r>
              <a:rPr lang="en-US" b="1" dirty="0" smtClean="0"/>
              <a:t> </a:t>
            </a:r>
            <a:r>
              <a:rPr lang="en-US" dirty="0" err="1" smtClean="0"/>
              <a:t>kantor</a:t>
            </a:r>
            <a:r>
              <a:rPr lang="en-US" dirty="0" smtClean="0"/>
              <a:t> (Joshua walk to office)</a:t>
            </a:r>
          </a:p>
          <a:p>
            <a:pPr marL="0" indent="0">
              <a:buNone/>
            </a:pPr>
            <a:r>
              <a:rPr lang="en-US" dirty="0" err="1" smtClean="0"/>
              <a:t>Dia</a:t>
            </a:r>
            <a:r>
              <a:rPr lang="en-US" dirty="0" smtClean="0"/>
              <a:t> </a:t>
            </a:r>
            <a:r>
              <a:rPr lang="en-US" dirty="0" err="1" smtClean="0"/>
              <a:t>berlibur</a:t>
            </a:r>
            <a:r>
              <a:rPr lang="en-US" dirty="0" smtClean="0"/>
              <a:t>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pantai</a:t>
            </a:r>
            <a:r>
              <a:rPr lang="en-US" dirty="0" smtClean="0"/>
              <a:t> (She traveling to the beach)</a:t>
            </a:r>
          </a:p>
          <a:p>
            <a:pPr marL="0" indent="0"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74701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81000" y="0"/>
            <a:ext cx="8252012" cy="6858000"/>
          </a:xfrm>
          <a:solidFill>
            <a:schemeClr val="accent1">
              <a:lumMod val="40000"/>
              <a:lumOff val="6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chemeClr val="tx1"/>
                </a:solidFill>
              </a:rPr>
              <a:t>1. </a:t>
            </a:r>
            <a:r>
              <a:rPr lang="en-US" dirty="0" err="1" smtClean="0">
                <a:solidFill>
                  <a:schemeClr val="tx1"/>
                </a:solidFill>
              </a:rPr>
              <a:t>Saya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tinggal</a:t>
            </a:r>
            <a:r>
              <a:rPr lang="en-US" dirty="0" smtClean="0">
                <a:solidFill>
                  <a:schemeClr val="tx1"/>
                </a:solidFill>
              </a:rPr>
              <a:t> …. Surabaya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2. </a:t>
            </a:r>
            <a:r>
              <a:rPr lang="en-US" dirty="0" err="1" smtClean="0">
                <a:solidFill>
                  <a:schemeClr val="tx1"/>
                </a:solidFill>
              </a:rPr>
              <a:t>Ibu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pergi</a:t>
            </a:r>
            <a:r>
              <a:rPr lang="en-US" dirty="0" smtClean="0">
                <a:solidFill>
                  <a:schemeClr val="tx1"/>
                </a:solidFill>
              </a:rPr>
              <a:t> …. </a:t>
            </a:r>
            <a:r>
              <a:rPr lang="en-US" dirty="0" err="1" smtClean="0">
                <a:solidFill>
                  <a:schemeClr val="tx1"/>
                </a:solidFill>
              </a:rPr>
              <a:t>Pasar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3. Ayah </a:t>
            </a:r>
            <a:r>
              <a:rPr lang="en-US" dirty="0" err="1" smtClean="0">
                <a:solidFill>
                  <a:schemeClr val="tx1"/>
                </a:solidFill>
              </a:rPr>
              <a:t>pergi</a:t>
            </a:r>
            <a:r>
              <a:rPr lang="en-US" dirty="0" smtClean="0">
                <a:solidFill>
                  <a:schemeClr val="tx1"/>
                </a:solidFill>
              </a:rPr>
              <a:t> …. </a:t>
            </a:r>
            <a:r>
              <a:rPr lang="en-US" dirty="0" err="1" smtClean="0">
                <a:solidFill>
                  <a:schemeClr val="tx1"/>
                </a:solidFill>
              </a:rPr>
              <a:t>Ke</a:t>
            </a:r>
            <a:r>
              <a:rPr lang="en-US" dirty="0" smtClean="0">
                <a:solidFill>
                  <a:schemeClr val="tx1"/>
                </a:solidFill>
              </a:rPr>
              <a:t> manila </a:t>
            </a:r>
            <a:r>
              <a:rPr lang="en-US" dirty="0" err="1" smtClean="0">
                <a:solidFill>
                  <a:schemeClr val="tx1"/>
                </a:solidFill>
              </a:rPr>
              <a:t>untuk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bisnis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4. Mobil </a:t>
            </a:r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en-US" dirty="0" smtClean="0">
                <a:solidFill>
                  <a:schemeClr val="tx1"/>
                </a:solidFill>
              </a:rPr>
              <a:t>utch </a:t>
            </a:r>
            <a:r>
              <a:rPr lang="en-US" dirty="0" err="1" smtClean="0">
                <a:solidFill>
                  <a:schemeClr val="tx1"/>
                </a:solidFill>
              </a:rPr>
              <a:t>ada</a:t>
            </a:r>
            <a:r>
              <a:rPr lang="en-US" dirty="0" smtClean="0">
                <a:solidFill>
                  <a:schemeClr val="tx1"/>
                </a:solidFill>
              </a:rPr>
              <a:t> …. </a:t>
            </a:r>
            <a:r>
              <a:rPr lang="en-US" dirty="0" err="1" smtClean="0">
                <a:solidFill>
                  <a:schemeClr val="tx1"/>
                </a:solidFill>
              </a:rPr>
              <a:t>Rumah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5. Far Eastern University </a:t>
            </a:r>
            <a:r>
              <a:rPr lang="en-US" dirty="0" err="1" smtClean="0">
                <a:solidFill>
                  <a:schemeClr val="tx1"/>
                </a:solidFill>
              </a:rPr>
              <a:t>ada</a:t>
            </a:r>
            <a:r>
              <a:rPr lang="en-US" dirty="0" smtClean="0">
                <a:solidFill>
                  <a:schemeClr val="tx1"/>
                </a:solidFill>
              </a:rPr>
              <a:t> … Filipina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itle 2"/>
          <p:cNvSpPr txBox="1">
            <a:spLocks/>
          </p:cNvSpPr>
          <p:nvPr/>
        </p:nvSpPr>
        <p:spPr>
          <a:xfrm>
            <a:off x="9614647" y="0"/>
            <a:ext cx="2393578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 smtClean="0"/>
              <a:t>Di / </a:t>
            </a:r>
            <a:r>
              <a:rPr lang="en-US" b="1" dirty="0" err="1" smtClean="0"/>
              <a:t>Ke</a:t>
            </a:r>
            <a:endParaRPr lang="en-US" b="1" dirty="0" smtClean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/>
              <a:t>Di / </a:t>
            </a:r>
            <a:r>
              <a:rPr lang="en-US" b="1" dirty="0" err="1"/>
              <a:t>Ke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885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1182" y="242046"/>
            <a:ext cx="5741894" cy="638785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54388" y="242046"/>
            <a:ext cx="162709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Atas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7035981" y="2111187"/>
            <a:ext cx="162709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Belakang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7735229" y="4139712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Kanan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5145084" y="6168238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Bawah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722645" y="4272203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Depan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2615069" y="2145335"/>
            <a:ext cx="112638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Kiri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2948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47" t="16062" r="17721" b="49803"/>
          <a:stretch/>
        </p:blipFill>
        <p:spPr>
          <a:xfrm>
            <a:off x="2380130" y="2016692"/>
            <a:ext cx="6884894" cy="2044320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>
            <a:off x="1304366" y="174812"/>
            <a:ext cx="24877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Kiri / Left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Left Arrow 7"/>
          <p:cNvSpPr/>
          <p:nvPr/>
        </p:nvSpPr>
        <p:spPr>
          <a:xfrm flipH="1">
            <a:off x="7953936" y="174811"/>
            <a:ext cx="23734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tx1"/>
                </a:solidFill>
              </a:rPr>
              <a:t>Kanan</a:t>
            </a:r>
            <a:r>
              <a:rPr lang="en-US" sz="2400" b="1" dirty="0" smtClean="0">
                <a:solidFill>
                  <a:schemeClr val="tx1"/>
                </a:solidFill>
              </a:rPr>
              <a:t> / Right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48219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Dean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202207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Mark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7627844" y="403858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Jom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5915025" y="4027368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Mavrick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561416" y="4652682"/>
            <a:ext cx="11231655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 smtClean="0"/>
              <a:t>Dean </a:t>
            </a:r>
            <a:r>
              <a:rPr lang="en-US" sz="2400" dirty="0" err="1" smtClean="0"/>
              <a:t>ada</a:t>
            </a:r>
            <a:r>
              <a:rPr lang="en-US" sz="2400" dirty="0" smtClean="0"/>
              <a:t> di </a:t>
            </a:r>
            <a:r>
              <a:rPr lang="en-US" sz="2400" dirty="0" err="1" smtClean="0"/>
              <a:t>sebelah</a:t>
            </a:r>
            <a:r>
              <a:rPr lang="en-US" sz="2400" dirty="0" smtClean="0"/>
              <a:t> </a:t>
            </a:r>
            <a:r>
              <a:rPr lang="en-US" sz="2400" dirty="0" err="1" smtClean="0"/>
              <a:t>kanan</a:t>
            </a:r>
            <a:r>
              <a:rPr lang="en-US" sz="2400" dirty="0" smtClean="0"/>
              <a:t> Mark</a:t>
            </a:r>
          </a:p>
          <a:p>
            <a:r>
              <a:rPr lang="en-US" sz="2400" dirty="0" err="1" smtClean="0"/>
              <a:t>Mavrick</a:t>
            </a:r>
            <a:r>
              <a:rPr lang="en-US" sz="2400" dirty="0" smtClean="0"/>
              <a:t> </a:t>
            </a:r>
            <a:r>
              <a:rPr lang="en-US" sz="2400" dirty="0" err="1" smtClean="0"/>
              <a:t>ada</a:t>
            </a:r>
            <a:r>
              <a:rPr lang="en-US" sz="2400" dirty="0" smtClean="0"/>
              <a:t> di </a:t>
            </a:r>
            <a:r>
              <a:rPr lang="en-US" sz="2400" dirty="0" err="1" smtClean="0"/>
              <a:t>sebelah</a:t>
            </a:r>
            <a:r>
              <a:rPr lang="en-US" sz="2400" dirty="0" smtClean="0"/>
              <a:t> </a:t>
            </a:r>
            <a:r>
              <a:rPr lang="en-US" sz="2400" dirty="0" err="1" smtClean="0"/>
              <a:t>kiri</a:t>
            </a:r>
            <a:r>
              <a:rPr lang="en-US" sz="2400" dirty="0" smtClean="0"/>
              <a:t> Mark</a:t>
            </a:r>
          </a:p>
          <a:p>
            <a:r>
              <a:rPr lang="en-US" sz="2400" dirty="0" smtClean="0"/>
              <a:t>Mark </a:t>
            </a:r>
            <a:r>
              <a:rPr lang="en-US" sz="2400" dirty="0" err="1" smtClean="0"/>
              <a:t>ada</a:t>
            </a:r>
            <a:r>
              <a:rPr lang="en-US" sz="2400" dirty="0" smtClean="0"/>
              <a:t> di </a:t>
            </a:r>
            <a:r>
              <a:rPr lang="en-US" sz="2400" dirty="0" err="1" smtClean="0"/>
              <a:t>sebelah</a:t>
            </a:r>
            <a:r>
              <a:rPr lang="en-US" sz="2400" dirty="0" smtClean="0"/>
              <a:t> </a:t>
            </a:r>
            <a:r>
              <a:rPr lang="en-US" sz="2400" dirty="0" err="1" smtClean="0"/>
              <a:t>kanan</a:t>
            </a:r>
            <a:r>
              <a:rPr lang="en-US" sz="2400" dirty="0" smtClean="0"/>
              <a:t> </a:t>
            </a:r>
            <a:r>
              <a:rPr lang="en-US" sz="2400" dirty="0" err="1" smtClean="0"/>
              <a:t>Mavrick</a:t>
            </a:r>
            <a:endParaRPr lang="en-US" sz="2400" dirty="0" smtClean="0"/>
          </a:p>
          <a:p>
            <a:r>
              <a:rPr lang="en-US" sz="2400" dirty="0" err="1" smtClean="0"/>
              <a:t>Jom</a:t>
            </a:r>
            <a:r>
              <a:rPr lang="en-US" sz="2400" dirty="0" smtClean="0"/>
              <a:t> </a:t>
            </a:r>
            <a:r>
              <a:rPr lang="en-US" sz="2400" dirty="0" err="1" smtClean="0"/>
              <a:t>ada</a:t>
            </a:r>
            <a:r>
              <a:rPr lang="en-US" sz="2400" dirty="0" smtClean="0"/>
              <a:t> di </a:t>
            </a:r>
            <a:r>
              <a:rPr lang="en-US" sz="2400" dirty="0" err="1" smtClean="0"/>
              <a:t>sebelah</a:t>
            </a:r>
            <a:r>
              <a:rPr lang="en-US" sz="2400" dirty="0" smtClean="0"/>
              <a:t> </a:t>
            </a:r>
            <a:r>
              <a:rPr lang="en-US" sz="2400" dirty="0" err="1" smtClean="0"/>
              <a:t>kiri</a:t>
            </a:r>
            <a:r>
              <a:rPr lang="en-US" sz="2400" dirty="0" smtClean="0"/>
              <a:t> </a:t>
            </a:r>
            <a:r>
              <a:rPr lang="en-US" sz="2400" dirty="0" err="1" smtClean="0"/>
              <a:t>Mavric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514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47" t="16062" r="17721" b="49803"/>
          <a:stretch/>
        </p:blipFill>
        <p:spPr>
          <a:xfrm>
            <a:off x="2380130" y="2016692"/>
            <a:ext cx="6884894" cy="2044320"/>
          </a:xfrm>
          <a:prstGeom prst="rect">
            <a:avLst/>
          </a:prstGeom>
        </p:spPr>
      </p:pic>
      <p:sp>
        <p:nvSpPr>
          <p:cNvPr id="6" name="Left Arrow 5"/>
          <p:cNvSpPr/>
          <p:nvPr/>
        </p:nvSpPr>
        <p:spPr>
          <a:xfrm>
            <a:off x="1304366" y="174812"/>
            <a:ext cx="24877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</a:rPr>
              <a:t>Kiri / Left</a:t>
            </a:r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8" name="Left Arrow 7"/>
          <p:cNvSpPr/>
          <p:nvPr/>
        </p:nvSpPr>
        <p:spPr>
          <a:xfrm flipH="1">
            <a:off x="7953936" y="174811"/>
            <a:ext cx="2373406" cy="12909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 smtClean="0">
                <a:solidFill>
                  <a:schemeClr val="tx1"/>
                </a:solidFill>
              </a:rPr>
              <a:t>Kanan</a:t>
            </a:r>
            <a:r>
              <a:rPr lang="en-US" sz="2400" b="1" dirty="0" smtClean="0">
                <a:solidFill>
                  <a:schemeClr val="tx1"/>
                </a:solidFill>
              </a:rPr>
              <a:t> / Right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48219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Kate</a:t>
            </a:r>
            <a:endParaRPr lang="en-US" sz="2400" dirty="0"/>
          </a:p>
        </p:txBody>
      </p:sp>
      <p:sp>
        <p:nvSpPr>
          <p:cNvPr id="18" name="Rectangle 17"/>
          <p:cNvSpPr/>
          <p:nvPr/>
        </p:nvSpPr>
        <p:spPr>
          <a:xfrm>
            <a:off x="4202207" y="406101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Khen</a:t>
            </a:r>
            <a:endParaRPr lang="en-US" sz="2400" dirty="0"/>
          </a:p>
        </p:txBody>
      </p:sp>
      <p:sp>
        <p:nvSpPr>
          <p:cNvPr id="19" name="Rectangle 18"/>
          <p:cNvSpPr/>
          <p:nvPr/>
        </p:nvSpPr>
        <p:spPr>
          <a:xfrm>
            <a:off x="7627844" y="4038582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Kenneth</a:t>
            </a:r>
            <a:endParaRPr lang="en-US" sz="2400" dirty="0"/>
          </a:p>
        </p:txBody>
      </p:sp>
      <p:sp>
        <p:nvSpPr>
          <p:cNvPr id="20" name="Rectangle 19"/>
          <p:cNvSpPr/>
          <p:nvPr/>
        </p:nvSpPr>
        <p:spPr>
          <a:xfrm>
            <a:off x="5915025" y="4027368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Lida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8429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c8.alamy.com/comp/2BEAEFF/queue-of-young-people-waiting-women-and-men-standing-in-line-queue-wait-woman-and-man-vector-illustration-2BEAEFF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6" r="2048" b="19012"/>
          <a:stretch/>
        </p:blipFill>
        <p:spPr bwMode="auto">
          <a:xfrm>
            <a:off x="2716772" y="1022758"/>
            <a:ext cx="6396971" cy="328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810668" y="287687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Jemar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027396" y="287687"/>
            <a:ext cx="124385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Nick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487976" y="287687"/>
            <a:ext cx="9513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Alex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5271248" y="287687"/>
            <a:ext cx="103710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Kim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531160" y="4598841"/>
            <a:ext cx="11231655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 err="1" smtClean="0"/>
              <a:t>Jemar</a:t>
            </a:r>
            <a:r>
              <a:rPr lang="en-US" sz="2400" dirty="0" smtClean="0"/>
              <a:t>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belakang</a:t>
            </a:r>
            <a:r>
              <a:rPr lang="en-US" sz="2400" b="1" dirty="0" smtClean="0"/>
              <a:t> </a:t>
            </a:r>
            <a:r>
              <a:rPr lang="en-US" sz="2400" dirty="0" smtClean="0"/>
              <a:t>Nick</a:t>
            </a:r>
          </a:p>
          <a:p>
            <a:r>
              <a:rPr lang="en-US" sz="2400" dirty="0" smtClean="0"/>
              <a:t>Kim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depan</a:t>
            </a:r>
            <a:r>
              <a:rPr lang="en-US" sz="2400" b="1" dirty="0"/>
              <a:t> </a:t>
            </a:r>
            <a:r>
              <a:rPr lang="en-US" sz="2400" dirty="0" smtClean="0"/>
              <a:t>Nick</a:t>
            </a:r>
          </a:p>
          <a:p>
            <a:r>
              <a:rPr lang="en-US" sz="2400" dirty="0" smtClean="0"/>
              <a:t>Alex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belakang</a:t>
            </a:r>
            <a:r>
              <a:rPr lang="en-US" sz="2400" b="1" dirty="0" smtClean="0"/>
              <a:t> </a:t>
            </a:r>
            <a:r>
              <a:rPr lang="en-US" sz="2400" dirty="0" smtClean="0"/>
              <a:t>Ann</a:t>
            </a:r>
          </a:p>
          <a:p>
            <a:r>
              <a:rPr lang="en-US" sz="2400" dirty="0" smtClean="0"/>
              <a:t>Nick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belakang</a:t>
            </a:r>
            <a:r>
              <a:rPr lang="en-US" sz="2400" b="1" dirty="0" smtClean="0"/>
              <a:t> </a:t>
            </a:r>
            <a:r>
              <a:rPr lang="en-US" sz="2400" dirty="0" smtClean="0"/>
              <a:t>Kim</a:t>
            </a:r>
          </a:p>
          <a:p>
            <a:r>
              <a:rPr lang="en-US" sz="2400" dirty="0" smtClean="0"/>
              <a:t>Ann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depan</a:t>
            </a:r>
            <a:r>
              <a:rPr lang="en-US" sz="2400" b="1" dirty="0" smtClean="0"/>
              <a:t> </a:t>
            </a:r>
            <a:r>
              <a:rPr lang="en-US" sz="2400" dirty="0" smtClean="0"/>
              <a:t>Alex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7618980" y="287686"/>
            <a:ext cx="9513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Ann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77523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c8.alamy.com/comp/2BEAEFF/queue-of-young-people-waiting-women-and-men-standing-in-line-queue-wait-woman-and-man-vector-illustration-2BEAEFF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66" r="2048" b="19012"/>
          <a:stretch/>
        </p:blipFill>
        <p:spPr bwMode="auto">
          <a:xfrm>
            <a:off x="2716772" y="1022758"/>
            <a:ext cx="6396971" cy="328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2810668" y="287687"/>
            <a:ext cx="148589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Lida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027396" y="287687"/>
            <a:ext cx="1243852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Lester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487976" y="287687"/>
            <a:ext cx="95138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Josh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5271248" y="287687"/>
            <a:ext cx="103710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Khen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531160" y="4598841"/>
            <a:ext cx="1123165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7618979" y="287686"/>
            <a:ext cx="105437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Kate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780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2206" t="9981" r="32058" b="6057"/>
          <a:stretch/>
        </p:blipFill>
        <p:spPr>
          <a:xfrm>
            <a:off x="-1" y="0"/>
            <a:ext cx="6562165" cy="68744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73430" y="660516"/>
            <a:ext cx="99330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Jemar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2844372" y="637309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Nick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67932" y="2815728"/>
            <a:ext cx="103862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Dutch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730162" y="637308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Mark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2622173" y="2847502"/>
            <a:ext cx="131781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Mavrick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875774" y="2815728"/>
            <a:ext cx="107244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Kim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791945" y="5050314"/>
            <a:ext cx="11562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Gerald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662627" y="5057695"/>
            <a:ext cx="127735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Jamaica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4546908" y="5042933"/>
            <a:ext cx="128067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Ann</a:t>
            </a:r>
            <a:endParaRPr lang="en-US" sz="2400" dirty="0"/>
          </a:p>
        </p:txBody>
      </p:sp>
      <p:sp>
        <p:nvSpPr>
          <p:cNvPr id="17" name="Rectangle 16"/>
          <p:cNvSpPr/>
          <p:nvPr/>
        </p:nvSpPr>
        <p:spPr>
          <a:xfrm>
            <a:off x="6905068" y="1647173"/>
            <a:ext cx="4199002" cy="286232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/>
              <a:t>Jemar</a:t>
            </a:r>
            <a:r>
              <a:rPr lang="en-US" sz="2400" dirty="0" smtClean="0"/>
              <a:t>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atas</a:t>
            </a:r>
            <a:r>
              <a:rPr lang="en-US" sz="2400" b="1" dirty="0" smtClean="0"/>
              <a:t> </a:t>
            </a:r>
            <a:r>
              <a:rPr lang="en-US" sz="2400" dirty="0" smtClean="0"/>
              <a:t>Kim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Dutch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bawah</a:t>
            </a:r>
            <a:r>
              <a:rPr lang="en-US" sz="2400" b="1" dirty="0" smtClean="0"/>
              <a:t> </a:t>
            </a:r>
            <a:r>
              <a:rPr lang="en-US" sz="2400" dirty="0" smtClean="0"/>
              <a:t>Mark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Gerald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bawah</a:t>
            </a:r>
            <a:r>
              <a:rPr lang="en-US" sz="2400" b="1" dirty="0" smtClean="0"/>
              <a:t> </a:t>
            </a:r>
            <a:r>
              <a:rPr lang="en-US" sz="2400" dirty="0" smtClean="0"/>
              <a:t>Kim</a:t>
            </a:r>
          </a:p>
          <a:p>
            <a:pPr>
              <a:lnSpc>
                <a:spcPct val="150000"/>
              </a:lnSpc>
            </a:pPr>
            <a:r>
              <a:rPr lang="en-US" sz="2400" dirty="0" smtClean="0"/>
              <a:t>Jamaica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bawah</a:t>
            </a:r>
            <a:r>
              <a:rPr lang="en-US" sz="2400" b="1" dirty="0" smtClean="0"/>
              <a:t> </a:t>
            </a:r>
            <a:r>
              <a:rPr lang="en-US" sz="2400" dirty="0" err="1" smtClean="0"/>
              <a:t>Mavrick</a:t>
            </a:r>
            <a:endParaRPr lang="en-US" sz="2400" dirty="0" smtClean="0"/>
          </a:p>
          <a:p>
            <a:pPr>
              <a:lnSpc>
                <a:spcPct val="150000"/>
              </a:lnSpc>
            </a:pPr>
            <a:r>
              <a:rPr lang="en-US" sz="2400" dirty="0" smtClean="0"/>
              <a:t>Nick </a:t>
            </a:r>
            <a:r>
              <a:rPr lang="en-US" sz="2400" dirty="0" err="1" smtClean="0"/>
              <a:t>ada</a:t>
            </a:r>
            <a:r>
              <a:rPr lang="en-US" sz="2400" dirty="0" smtClean="0"/>
              <a:t> </a:t>
            </a:r>
            <a:r>
              <a:rPr lang="en-US" sz="2400" b="1" dirty="0" smtClean="0"/>
              <a:t>di </a:t>
            </a:r>
            <a:r>
              <a:rPr lang="en-US" sz="2400" b="1" dirty="0" err="1" smtClean="0"/>
              <a:t>atas</a:t>
            </a:r>
            <a:r>
              <a:rPr lang="en-US" sz="2400" b="1" dirty="0" smtClean="0"/>
              <a:t> </a:t>
            </a:r>
            <a:r>
              <a:rPr lang="en-US" sz="2400" smtClean="0"/>
              <a:t>Mavrick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0695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32206" t="9981" r="32058" b="6057"/>
          <a:stretch/>
        </p:blipFill>
        <p:spPr>
          <a:xfrm>
            <a:off x="-1" y="0"/>
            <a:ext cx="6562165" cy="68744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54915" y="637309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Kate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2844372" y="637309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Willy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67932" y="2815728"/>
            <a:ext cx="1038626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Lida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730162" y="637308"/>
            <a:ext cx="91416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Chem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2622173" y="2847502"/>
            <a:ext cx="1317811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Lester</a:t>
            </a:r>
            <a:endParaRPr lang="en-US" sz="2400" dirty="0"/>
          </a:p>
        </p:txBody>
      </p:sp>
      <p:sp>
        <p:nvSpPr>
          <p:cNvPr id="13" name="Rectangle 12"/>
          <p:cNvSpPr/>
          <p:nvPr/>
        </p:nvSpPr>
        <p:spPr>
          <a:xfrm>
            <a:off x="875774" y="2815728"/>
            <a:ext cx="1072445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Darryl</a:t>
            </a:r>
            <a:endParaRPr lang="en-US" sz="2400" dirty="0"/>
          </a:p>
        </p:txBody>
      </p:sp>
      <p:sp>
        <p:nvSpPr>
          <p:cNvPr id="14" name="Rectangle 13"/>
          <p:cNvSpPr/>
          <p:nvPr/>
        </p:nvSpPr>
        <p:spPr>
          <a:xfrm>
            <a:off x="791945" y="5050314"/>
            <a:ext cx="115627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Gabriel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2662627" y="5057695"/>
            <a:ext cx="1277357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smtClean="0"/>
              <a:t>Frances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4546908" y="5042933"/>
            <a:ext cx="128067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 err="1" smtClean="0"/>
              <a:t>Khen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794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assroom Seating Chart Template – 14+ Free Sample, Example, Format  Download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17" y="242047"/>
            <a:ext cx="10529047" cy="6373239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4350125" y="2790384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Gabriel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7005923" y="1903657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Jenni</a:t>
            </a:r>
            <a:endParaRPr lang="en-US" sz="2000" dirty="0"/>
          </a:p>
        </p:txBody>
      </p:sp>
      <p:sp>
        <p:nvSpPr>
          <p:cNvPr id="7" name="Rectangle 6"/>
          <p:cNvSpPr/>
          <p:nvPr/>
        </p:nvSpPr>
        <p:spPr>
          <a:xfrm>
            <a:off x="4215656" y="1903657"/>
            <a:ext cx="12035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Frances</a:t>
            </a:r>
            <a:endParaRPr lang="en-US" sz="2000" dirty="0"/>
          </a:p>
        </p:txBody>
      </p:sp>
      <p:sp>
        <p:nvSpPr>
          <p:cNvPr id="9" name="Rectangle 8"/>
          <p:cNvSpPr/>
          <p:nvPr/>
        </p:nvSpPr>
        <p:spPr>
          <a:xfrm>
            <a:off x="2272557" y="1903657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 smtClean="0"/>
              <a:t>Bellen</a:t>
            </a:r>
            <a:endParaRPr lang="en-US" sz="2000" dirty="0"/>
          </a:p>
        </p:txBody>
      </p:sp>
      <p:sp>
        <p:nvSpPr>
          <p:cNvPr id="10" name="Rectangle 9"/>
          <p:cNvSpPr/>
          <p:nvPr/>
        </p:nvSpPr>
        <p:spPr>
          <a:xfrm>
            <a:off x="9184343" y="1903657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Darryl</a:t>
            </a:r>
            <a:endParaRPr lang="en-US" sz="2000" dirty="0"/>
          </a:p>
        </p:txBody>
      </p:sp>
      <p:sp>
        <p:nvSpPr>
          <p:cNvPr id="11" name="Rectangle 10"/>
          <p:cNvSpPr/>
          <p:nvPr/>
        </p:nvSpPr>
        <p:spPr>
          <a:xfrm>
            <a:off x="2161619" y="2807133"/>
            <a:ext cx="11564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Francine</a:t>
            </a:r>
            <a:endParaRPr lang="en-US" sz="2000" dirty="0"/>
          </a:p>
        </p:txBody>
      </p:sp>
      <p:sp>
        <p:nvSpPr>
          <p:cNvPr id="12" name="Rectangle 11"/>
          <p:cNvSpPr/>
          <p:nvPr/>
        </p:nvSpPr>
        <p:spPr>
          <a:xfrm>
            <a:off x="7005922" y="2783780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Girard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9184342" y="2807133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Alec</a:t>
            </a: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9184341" y="3710609"/>
            <a:ext cx="934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Willy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6911792" y="3751875"/>
            <a:ext cx="1122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smtClean="0"/>
              <a:t>Doc </a:t>
            </a:r>
            <a:r>
              <a:rPr lang="en-US" sz="2000" dirty="0" err="1" smtClean="0"/>
              <a:t>Loyd</a:t>
            </a:r>
            <a:endParaRPr lang="en-US" sz="2000" dirty="0"/>
          </a:p>
        </p:txBody>
      </p:sp>
      <p:sp>
        <p:nvSpPr>
          <p:cNvPr id="16" name="Rectangle 15"/>
          <p:cNvSpPr/>
          <p:nvPr/>
        </p:nvSpPr>
        <p:spPr>
          <a:xfrm>
            <a:off x="4289614" y="3677111"/>
            <a:ext cx="1122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 smtClean="0"/>
              <a:t>Chem</a:t>
            </a:r>
            <a:endParaRPr lang="en-US" sz="2000" dirty="0"/>
          </a:p>
        </p:txBody>
      </p:sp>
      <p:sp>
        <p:nvSpPr>
          <p:cNvPr id="17" name="Rectangle 16"/>
          <p:cNvSpPr/>
          <p:nvPr/>
        </p:nvSpPr>
        <p:spPr>
          <a:xfrm>
            <a:off x="2161619" y="3677111"/>
            <a:ext cx="11228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 err="1" smtClean="0"/>
              <a:t>Rizky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59235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379" y="172758"/>
            <a:ext cx="7840943" cy="432864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err="1" smtClean="0">
                <a:latin typeface="Akrobat SemiBold" panose="00000700000000000000" pitchFamily="50" charset="0"/>
              </a:rPr>
              <a:t>Ini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adalah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kamar</a:t>
            </a:r>
            <a:r>
              <a:rPr lang="en-US" sz="3200" dirty="0" smtClean="0">
                <a:latin typeface="Akrobat SemiBold" panose="00000700000000000000" pitchFamily="50" charset="0"/>
              </a:rPr>
              <a:t> Budi. Di </a:t>
            </a:r>
            <a:r>
              <a:rPr lang="en-US" sz="3200" dirty="0" err="1" smtClean="0">
                <a:latin typeface="Akrobat SemiBold" panose="00000700000000000000" pitchFamily="50" charset="0"/>
              </a:rPr>
              <a:t>kamar</a:t>
            </a:r>
            <a:r>
              <a:rPr lang="en-US" sz="3200" dirty="0" smtClean="0">
                <a:latin typeface="Akrobat SemiBold" panose="00000700000000000000" pitchFamily="50" charset="0"/>
              </a:rPr>
              <a:t> Budi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banyak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benda</a:t>
            </a:r>
            <a:r>
              <a:rPr lang="en-US" sz="3200" dirty="0" smtClean="0">
                <a:latin typeface="Akrobat SemiBold" panose="00000700000000000000" pitchFamily="50" charset="0"/>
              </a:rPr>
              <a:t>. Di </a:t>
            </a:r>
            <a:r>
              <a:rPr lang="en-US" sz="3200" dirty="0" err="1" smtClean="0">
                <a:latin typeface="Akrobat SemiBold" panose="00000700000000000000" pitchFamily="50" charset="0"/>
              </a:rPr>
              <a:t>sebelah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kanan</a:t>
            </a:r>
            <a:r>
              <a:rPr lang="en-US" sz="3200" dirty="0" smtClean="0">
                <a:latin typeface="Akrobat SemiBold" panose="00000700000000000000" pitchFamily="50" charset="0"/>
              </a:rPr>
              <a:t> Budi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meja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warna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cokelat</a:t>
            </a:r>
            <a:r>
              <a:rPr lang="en-US" sz="3200" dirty="0" smtClean="0">
                <a:latin typeface="Akrobat SemiBold" panose="00000700000000000000" pitchFamily="50" charset="0"/>
              </a:rPr>
              <a:t>. Di </a:t>
            </a:r>
            <a:r>
              <a:rPr lang="en-US" sz="3200" dirty="0" err="1" smtClean="0">
                <a:latin typeface="Akrobat SemiBold" panose="00000700000000000000" pitchFamily="50" charset="0"/>
              </a:rPr>
              <a:t>sebelah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kiri</a:t>
            </a:r>
            <a:r>
              <a:rPr lang="en-US" sz="3200" dirty="0" smtClean="0">
                <a:latin typeface="Akrobat SemiBold" panose="00000700000000000000" pitchFamily="50" charset="0"/>
              </a:rPr>
              <a:t> Budi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tempat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tidur</a:t>
            </a:r>
            <a:r>
              <a:rPr lang="en-US" sz="3200" dirty="0" smtClean="0">
                <a:latin typeface="Akrobat SemiBold" panose="00000700000000000000" pitchFamily="50" charset="0"/>
              </a:rPr>
              <a:t>. Di </a:t>
            </a:r>
            <a:r>
              <a:rPr lang="en-US" sz="3200" dirty="0" err="1" smtClean="0">
                <a:latin typeface="Akrobat SemiBold" panose="00000700000000000000" pitchFamily="50" charset="0"/>
              </a:rPr>
              <a:t>depan</a:t>
            </a:r>
            <a:r>
              <a:rPr lang="en-US" sz="3200" dirty="0" smtClean="0">
                <a:latin typeface="Akrobat SemiBold" panose="00000700000000000000" pitchFamily="50" charset="0"/>
              </a:rPr>
              <a:t> Budi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dua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benda</a:t>
            </a:r>
            <a:r>
              <a:rPr lang="en-US" sz="3200" dirty="0" smtClean="0">
                <a:latin typeface="Akrobat SemiBold" panose="00000700000000000000" pitchFamily="50" charset="0"/>
              </a:rPr>
              <a:t>. </a:t>
            </a:r>
            <a:r>
              <a:rPr lang="en-US" sz="3200" dirty="0" err="1" smtClean="0">
                <a:latin typeface="Akrobat SemiBold" panose="00000700000000000000" pitchFamily="50" charset="0"/>
              </a:rPr>
              <a:t>pertama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televisi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besar</a:t>
            </a:r>
            <a:r>
              <a:rPr lang="en-US" sz="3200" dirty="0" smtClean="0">
                <a:latin typeface="Akrobat SemiBold" panose="00000700000000000000" pitchFamily="50" charset="0"/>
              </a:rPr>
              <a:t>, </a:t>
            </a:r>
            <a:r>
              <a:rPr lang="en-US" sz="3200" dirty="0" err="1" smtClean="0">
                <a:latin typeface="Akrobat SemiBold" panose="00000700000000000000" pitchFamily="50" charset="0"/>
              </a:rPr>
              <a:t>kedua</a:t>
            </a:r>
            <a:r>
              <a:rPr lang="en-US" sz="3200" dirty="0" smtClean="0">
                <a:latin typeface="Akrobat SemiBold" panose="00000700000000000000" pitchFamily="50" charset="0"/>
              </a:rPr>
              <a:t> jam </a:t>
            </a:r>
            <a:r>
              <a:rPr lang="en-US" sz="3200" dirty="0" err="1" smtClean="0">
                <a:latin typeface="Akrobat SemiBold" panose="00000700000000000000" pitchFamily="50" charset="0"/>
              </a:rPr>
              <a:t>dinding</a:t>
            </a:r>
            <a:r>
              <a:rPr lang="en-US" sz="3200" dirty="0" smtClean="0">
                <a:latin typeface="Akrobat SemiBold" panose="00000700000000000000" pitchFamily="50" charset="0"/>
              </a:rPr>
              <a:t>. Di </a:t>
            </a:r>
            <a:r>
              <a:rPr lang="en-US" sz="3200" dirty="0" err="1" smtClean="0">
                <a:latin typeface="Akrobat SemiBold" panose="00000700000000000000" pitchFamily="50" charset="0"/>
              </a:rPr>
              <a:t>belakang</a:t>
            </a:r>
            <a:r>
              <a:rPr lang="en-US" sz="3200" dirty="0" smtClean="0">
                <a:latin typeface="Akrobat SemiBold" panose="00000700000000000000" pitchFamily="50" charset="0"/>
              </a:rPr>
              <a:t> Budi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komputer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untuk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kerja</a:t>
            </a:r>
            <a:r>
              <a:rPr lang="en-US" sz="3200" dirty="0" smtClean="0">
                <a:latin typeface="Akrobat SemiBold" panose="00000700000000000000" pitchFamily="50" charset="0"/>
              </a:rPr>
              <a:t>. 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atas</a:t>
            </a:r>
            <a:r>
              <a:rPr lang="en-US" sz="3200" dirty="0" smtClean="0">
                <a:latin typeface="Akrobat SemiBold" panose="00000700000000000000" pitchFamily="50" charset="0"/>
              </a:rPr>
              <a:t> Budi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lampu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warna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kuning</a:t>
            </a:r>
            <a:r>
              <a:rPr lang="en-US" sz="3200" dirty="0" smtClean="0">
                <a:latin typeface="Akrobat SemiBold" panose="00000700000000000000" pitchFamily="50" charset="0"/>
              </a:rPr>
              <a:t>. </a:t>
            </a:r>
            <a:r>
              <a:rPr lang="en-US" sz="3200" dirty="0" err="1" smtClean="0">
                <a:latin typeface="Akrobat SemiBold" panose="00000700000000000000" pitchFamily="50" charset="0"/>
              </a:rPr>
              <a:t>Lampu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itu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cantik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sekali</a:t>
            </a:r>
            <a:r>
              <a:rPr lang="en-US" sz="3200" dirty="0" smtClean="0">
                <a:latin typeface="Akrobat SemiBold" panose="00000700000000000000" pitchFamily="50" charset="0"/>
              </a:rPr>
              <a:t>. Di </a:t>
            </a:r>
            <a:r>
              <a:rPr lang="en-US" sz="3200" dirty="0" err="1" smtClean="0">
                <a:latin typeface="Akrobat SemiBold" panose="00000700000000000000" pitchFamily="50" charset="0"/>
              </a:rPr>
              <a:t>bawah</a:t>
            </a:r>
            <a:r>
              <a:rPr lang="en-US" sz="3200" dirty="0" smtClean="0">
                <a:latin typeface="Akrobat SemiBold" panose="00000700000000000000" pitchFamily="50" charset="0"/>
              </a:rPr>
              <a:t> Budi </a:t>
            </a:r>
            <a:r>
              <a:rPr lang="en-US" sz="3200" dirty="0" err="1" smtClean="0">
                <a:latin typeface="Akrobat SemiBold" panose="00000700000000000000" pitchFamily="50" charset="0"/>
              </a:rPr>
              <a:t>ada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karpet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warna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hitam</a:t>
            </a:r>
            <a:r>
              <a:rPr lang="en-US" sz="3200" dirty="0" smtClean="0">
                <a:latin typeface="Akrobat SemiBold" panose="00000700000000000000" pitchFamily="50" charset="0"/>
              </a:rPr>
              <a:t>. </a:t>
            </a:r>
            <a:r>
              <a:rPr lang="en-US" sz="3200" dirty="0" err="1" smtClean="0">
                <a:latin typeface="Akrobat SemiBold" panose="00000700000000000000" pitchFamily="50" charset="0"/>
              </a:rPr>
              <a:t>Karpet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itu</a:t>
            </a:r>
            <a:r>
              <a:rPr lang="en-US" sz="3200" dirty="0" smtClean="0">
                <a:latin typeface="Akrobat SemiBold" panose="00000700000000000000" pitchFamily="50" charset="0"/>
              </a:rPr>
              <a:t> </a:t>
            </a:r>
            <a:r>
              <a:rPr lang="en-US" sz="3200" dirty="0" err="1" smtClean="0">
                <a:latin typeface="Akrobat SemiBold" panose="00000700000000000000" pitchFamily="50" charset="0"/>
              </a:rPr>
              <a:t>lembut</a:t>
            </a:r>
            <a:r>
              <a:rPr lang="en-US" sz="3200" dirty="0" smtClean="0">
                <a:latin typeface="Akrobat SemiBold" panose="00000700000000000000" pitchFamily="50" charset="0"/>
              </a:rPr>
              <a:t>. </a:t>
            </a:r>
            <a:endParaRPr lang="en-US" sz="3200" dirty="0">
              <a:latin typeface="Akrobat SemiBold" panose="00000700000000000000" pitchFamily="50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75" y="4195482"/>
            <a:ext cx="7418295" cy="2662518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1. Ada </a:t>
            </a:r>
            <a:r>
              <a:rPr lang="en-US" sz="3200" b="1" dirty="0" err="1" smtClean="0"/>
              <a:t>benda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apa</a:t>
            </a:r>
            <a:r>
              <a:rPr lang="en-US" sz="3200" b="1" dirty="0" smtClean="0"/>
              <a:t> di </a:t>
            </a:r>
            <a:r>
              <a:rPr lang="en-US" sz="3200" b="1" dirty="0" err="1" smtClean="0"/>
              <a:t>kamar</a:t>
            </a:r>
            <a:r>
              <a:rPr lang="en-US" sz="3200" b="1" dirty="0" smtClean="0"/>
              <a:t> </a:t>
            </a:r>
            <a:r>
              <a:rPr lang="en-US" sz="3200" b="1" dirty="0"/>
              <a:t>B</a:t>
            </a:r>
            <a:r>
              <a:rPr lang="en-US" sz="3200" b="1" dirty="0" smtClean="0"/>
              <a:t>udi?</a:t>
            </a:r>
            <a:br>
              <a:rPr lang="en-US" sz="3200" b="1" dirty="0" smtClean="0"/>
            </a:br>
            <a:r>
              <a:rPr lang="en-US" sz="3200" b="1" dirty="0" smtClean="0"/>
              <a:t>2. </a:t>
            </a:r>
            <a:r>
              <a:rPr lang="en-US" sz="3200" b="1" dirty="0" err="1" smtClean="0"/>
              <a:t>Apa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benda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warna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cokelat</a:t>
            </a:r>
            <a:r>
              <a:rPr lang="en-US" sz="3200" b="1" dirty="0" smtClean="0"/>
              <a:t> di </a:t>
            </a:r>
            <a:r>
              <a:rPr lang="en-US" sz="3200" b="1" dirty="0" err="1" smtClean="0"/>
              <a:t>kamar</a:t>
            </a:r>
            <a:r>
              <a:rPr lang="en-US" sz="3200" b="1" dirty="0" smtClean="0"/>
              <a:t> Budi?</a:t>
            </a:r>
            <a:br>
              <a:rPr lang="en-US" sz="3200" b="1" dirty="0" smtClean="0"/>
            </a:br>
            <a:r>
              <a:rPr lang="en-US" sz="3200" b="1" dirty="0" smtClean="0"/>
              <a:t>3. </a:t>
            </a:r>
            <a:r>
              <a:rPr lang="en-US" sz="3200" b="1" dirty="0" err="1"/>
              <a:t>D</a:t>
            </a:r>
            <a:r>
              <a:rPr lang="en-US" sz="3200" b="1" dirty="0" err="1" smtClean="0"/>
              <a:t>imana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posisi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Komputer</a:t>
            </a:r>
            <a:r>
              <a:rPr lang="en-US" sz="3200" b="1" dirty="0" smtClean="0"/>
              <a:t>?</a:t>
            </a:r>
            <a:br>
              <a:rPr lang="en-US" sz="3200" b="1" dirty="0" smtClean="0"/>
            </a:br>
            <a:r>
              <a:rPr lang="en-US" sz="3200" b="1" dirty="0" smtClean="0"/>
              <a:t>4. </a:t>
            </a:r>
            <a:r>
              <a:rPr lang="en-US" sz="3200" b="1" dirty="0" err="1" smtClean="0"/>
              <a:t>Apa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warna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lampu</a:t>
            </a:r>
            <a:r>
              <a:rPr lang="en-US" sz="3200" b="1" dirty="0" smtClean="0"/>
              <a:t> Budi?</a:t>
            </a:r>
            <a:br>
              <a:rPr lang="en-US" sz="3200" b="1" dirty="0" smtClean="0"/>
            </a:br>
            <a:r>
              <a:rPr lang="en-US" sz="3200" b="1" dirty="0" smtClean="0"/>
              <a:t>5. </a:t>
            </a:r>
            <a:r>
              <a:rPr lang="en-US" sz="3200" b="1" dirty="0" err="1" smtClean="0"/>
              <a:t>Apa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benda</a:t>
            </a:r>
            <a:r>
              <a:rPr lang="en-US" sz="3200" b="1" dirty="0" smtClean="0"/>
              <a:t> di </a:t>
            </a:r>
            <a:r>
              <a:rPr lang="en-US" sz="3200" b="1" dirty="0" err="1" smtClean="0"/>
              <a:t>depan</a:t>
            </a:r>
            <a:r>
              <a:rPr lang="en-US" sz="3200" b="1" dirty="0" smtClean="0"/>
              <a:t> Budi?</a:t>
            </a:r>
            <a:endParaRPr lang="en-US" sz="3200" b="1" dirty="0"/>
          </a:p>
        </p:txBody>
      </p:sp>
      <p:sp>
        <p:nvSpPr>
          <p:cNvPr id="6" name="AutoShape 4" descr="https://image-0.uhdpaper.com/wallpaper/chill-shiba-sleeping-christmas-room-phone-wallpaper-hd-uhdpaper.com-662@0@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75" y="7937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1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683" y="532550"/>
            <a:ext cx="9817273" cy="5816734"/>
          </a:xfrm>
          <a:prstGeom prst="rect">
            <a:avLst/>
          </a:prstGeom>
        </p:spPr>
      </p:pic>
      <p:sp>
        <p:nvSpPr>
          <p:cNvPr id="5" name="Right Arrow 4"/>
          <p:cNvSpPr/>
          <p:nvPr/>
        </p:nvSpPr>
        <p:spPr>
          <a:xfrm rot="2347906">
            <a:off x="7748249" y="4180098"/>
            <a:ext cx="918438" cy="3606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564451" y="4790080"/>
            <a:ext cx="1571222" cy="6231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POJOK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(CORNER)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36176" y="532550"/>
            <a:ext cx="3617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Coba</a:t>
            </a:r>
            <a:r>
              <a:rPr lang="en-US" sz="3600" dirty="0" smtClean="0"/>
              <a:t> </a:t>
            </a:r>
            <a:r>
              <a:rPr lang="en-US" sz="3600" dirty="0" err="1" smtClean="0"/>
              <a:t>sebut</a:t>
            </a:r>
            <a:r>
              <a:rPr lang="en-US" sz="3600" dirty="0" smtClean="0"/>
              <a:t> </a:t>
            </a:r>
            <a:r>
              <a:rPr lang="en-US" sz="3600" dirty="0" err="1" smtClean="0"/>
              <a:t>benda</a:t>
            </a:r>
            <a:r>
              <a:rPr lang="en-US" sz="3600" dirty="0" smtClean="0"/>
              <a:t> di </a:t>
            </a:r>
            <a:r>
              <a:rPr lang="en-US" sz="3600" dirty="0" err="1" smtClean="0"/>
              <a:t>sekitar</a:t>
            </a:r>
            <a:r>
              <a:rPr lang="en-US" sz="3600" dirty="0" smtClean="0"/>
              <a:t> </a:t>
            </a:r>
            <a:r>
              <a:rPr lang="en-US" sz="3600" dirty="0" err="1" smtClean="0"/>
              <a:t>Anda</a:t>
            </a:r>
            <a:r>
              <a:rPr lang="en-US" sz="3600" dirty="0" smtClean="0"/>
              <a:t>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84361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Ada </a:t>
            </a:r>
            <a:r>
              <a:rPr lang="en-US" dirty="0" err="1" smtClean="0"/>
              <a:t>benda</a:t>
            </a:r>
            <a:r>
              <a:rPr lang="en-US" dirty="0" smtClean="0"/>
              <a:t> </a:t>
            </a:r>
            <a:r>
              <a:rPr lang="en-US" dirty="0" err="1" smtClean="0"/>
              <a:t>apa</a:t>
            </a:r>
            <a:r>
              <a:rPr lang="en-US" dirty="0" smtClean="0"/>
              <a:t> </a:t>
            </a:r>
            <a:r>
              <a:rPr lang="en-US" dirty="0" err="1" smtClean="0"/>
              <a:t>saja</a:t>
            </a:r>
            <a:r>
              <a:rPr lang="en-US" dirty="0" smtClean="0"/>
              <a:t> di </a:t>
            </a:r>
            <a:r>
              <a:rPr lang="en-US" dirty="0" err="1" smtClean="0"/>
              <a:t>kamar</a:t>
            </a:r>
            <a:r>
              <a:rPr lang="en-US" dirty="0" smtClean="0"/>
              <a:t> </a:t>
            </a:r>
            <a:r>
              <a:rPr lang="en-US" dirty="0" err="1" smtClean="0"/>
              <a:t>Anda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432" y="2191871"/>
            <a:ext cx="7499136" cy="4666129"/>
          </a:xfrm>
        </p:spPr>
      </p:pic>
    </p:spTree>
    <p:extLst>
      <p:ext uri="{BB962C8B-B14F-4D97-AF65-F5344CB8AC3E}">
        <p14:creationId xmlns:p14="http://schemas.microsoft.com/office/powerpoint/2010/main" val="87813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368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Adobe Devanagari</vt:lpstr>
      <vt:lpstr>Akrobat</vt:lpstr>
      <vt:lpstr>Akrobat ExtraBold</vt:lpstr>
      <vt:lpstr>Akrobat SemiBold</vt:lpstr>
      <vt:lpstr>Arial</vt:lpstr>
      <vt:lpstr>Calibri</vt:lpstr>
      <vt:lpstr>Calibri Light</vt:lpstr>
      <vt:lpstr>Office Theme</vt:lpstr>
      <vt:lpstr>PowerPoint Presentation</vt:lpstr>
      <vt:lpstr>What is different between  “Di” and “Ke”?</vt:lpstr>
      <vt:lpstr>Konsep Di &amp; Ke</vt:lpstr>
      <vt:lpstr>1. Saya tinggal …. Surabaya 2. Ibu pergi …. Pasar  3. Ayah pergi …. Ke manila untuk bisnis 4. Mobil Dutch ada …. Rumah 5. Far Eastern University ada … Filipina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Ada benda apa di kamar Budi? 2. Apa benda warna cokelat di kamar Budi? 3. Dimana posisi Komputer? 4. Apa warna lampu Budi? 5. Apa benda di depan Budi?</vt:lpstr>
      <vt:lpstr>PowerPoint Presentation</vt:lpstr>
      <vt:lpstr>Ada benda apa saja di kamar Anda?</vt:lpstr>
    </vt:vector>
  </TitlesOfParts>
  <Company>Windows User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20</cp:revision>
  <dcterms:created xsi:type="dcterms:W3CDTF">2023-04-16T02:53:29Z</dcterms:created>
  <dcterms:modified xsi:type="dcterms:W3CDTF">2023-08-17T08:23:43Z</dcterms:modified>
</cp:coreProperties>
</file>