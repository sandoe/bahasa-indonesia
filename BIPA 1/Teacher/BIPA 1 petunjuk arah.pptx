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4" r:id="rId2"/>
    <p:sldId id="264" r:id="rId3"/>
    <p:sldId id="265" r:id="rId4"/>
    <p:sldId id="266" r:id="rId5"/>
    <p:sldId id="267" r:id="rId6"/>
    <p:sldId id="268" r:id="rId7"/>
    <p:sldId id="258" r:id="rId8"/>
    <p:sldId id="257" r:id="rId9"/>
    <p:sldId id="275" r:id="rId10"/>
    <p:sldId id="272" r:id="rId11"/>
    <p:sldId id="279" r:id="rId12"/>
    <p:sldId id="276" r:id="rId13"/>
    <p:sldId id="259" r:id="rId14"/>
    <p:sldId id="260" r:id="rId15"/>
    <p:sldId id="261" r:id="rId16"/>
    <p:sldId id="262" r:id="rId17"/>
    <p:sldId id="278" r:id="rId18"/>
    <p:sldId id="271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441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D3750-25A7-4FB3-B07E-D8A1311D38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2E34F-091A-48CC-88DC-292B88CB1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95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15681c86c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15681c86c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2133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15681c86c5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15681c86c5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0233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15681c86c5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15681c86c5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5999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15681c86c5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15681c86c5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4597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15681c86c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15681c86c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2362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15681c86c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15681c86c5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696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fd52d2b48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fd52d2b48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105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D6A-0704-43B8-97C7-A7C0F972A80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AB57-7B79-41F4-8A17-D28396980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31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D6A-0704-43B8-97C7-A7C0F972A80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AB57-7B79-41F4-8A17-D28396980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8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D6A-0704-43B8-97C7-A7C0F972A80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AB57-7B79-41F4-8A17-D28396980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55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D6A-0704-43B8-97C7-A7C0F972A80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AB57-7B79-41F4-8A17-D28396980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73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D6A-0704-43B8-97C7-A7C0F972A80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AB57-7B79-41F4-8A17-D28396980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1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D6A-0704-43B8-97C7-A7C0F972A80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AB57-7B79-41F4-8A17-D28396980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20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D6A-0704-43B8-97C7-A7C0F972A80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AB57-7B79-41F4-8A17-D28396980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6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D6A-0704-43B8-97C7-A7C0F972A80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AB57-7B79-41F4-8A17-D28396980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89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D6A-0704-43B8-97C7-A7C0F972A80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AB57-7B79-41F4-8A17-D28396980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4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D6A-0704-43B8-97C7-A7C0F972A80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AB57-7B79-41F4-8A17-D28396980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79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D6A-0704-43B8-97C7-A7C0F972A80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AB57-7B79-41F4-8A17-D28396980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71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1pPr>
            <a:lvl2pPr marL="1219170" lvl="1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marL="1828754" lvl="2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marL="2438339" lvl="3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marL="3047924" lvl="4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marL="3657509" lvl="5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marL="4267093" lvl="6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marL="4876678" lvl="7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marL="5486263" lvl="8" indent="-414856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grpSp>
        <p:nvGrpSpPr>
          <p:cNvPr id="31" name="Google Shape;31;p4"/>
          <p:cNvGrpSpPr/>
          <p:nvPr/>
        </p:nvGrpSpPr>
        <p:grpSpPr>
          <a:xfrm rot="367901">
            <a:off x="3846933" y="-1606811"/>
            <a:ext cx="9067003" cy="2372147"/>
            <a:chOff x="3270900" y="2843975"/>
            <a:chExt cx="1469475" cy="375975"/>
          </a:xfrm>
        </p:grpSpPr>
        <p:sp>
          <p:nvSpPr>
            <p:cNvPr id="32" name="Google Shape;32;p4"/>
            <p:cNvSpPr/>
            <p:nvPr/>
          </p:nvSpPr>
          <p:spPr>
            <a:xfrm>
              <a:off x="3270900" y="2843975"/>
              <a:ext cx="1469475" cy="375975"/>
            </a:xfrm>
            <a:custGeom>
              <a:avLst/>
              <a:gdLst/>
              <a:ahLst/>
              <a:cxnLst/>
              <a:rect l="l" t="t" r="r" b="b"/>
              <a:pathLst>
                <a:path w="58779" h="15039" extrusionOk="0">
                  <a:moveTo>
                    <a:pt x="40" y="251"/>
                  </a:moveTo>
                  <a:cubicBezTo>
                    <a:pt x="0" y="251"/>
                    <a:pt x="108" y="313"/>
                    <a:pt x="425" y="472"/>
                  </a:cubicBezTo>
                  <a:cubicBezTo>
                    <a:pt x="883" y="701"/>
                    <a:pt x="1509" y="808"/>
                    <a:pt x="2169" y="870"/>
                  </a:cubicBezTo>
                  <a:lnTo>
                    <a:pt x="2169" y="870"/>
                  </a:lnTo>
                  <a:cubicBezTo>
                    <a:pt x="1206" y="656"/>
                    <a:pt x="142" y="251"/>
                    <a:pt x="40" y="251"/>
                  </a:cubicBezTo>
                  <a:close/>
                  <a:moveTo>
                    <a:pt x="10025" y="1"/>
                  </a:moveTo>
                  <a:cubicBezTo>
                    <a:pt x="9252" y="1"/>
                    <a:pt x="8347" y="54"/>
                    <a:pt x="7228" y="181"/>
                  </a:cubicBezTo>
                  <a:cubicBezTo>
                    <a:pt x="5795" y="343"/>
                    <a:pt x="4856" y="538"/>
                    <a:pt x="3475" y="957"/>
                  </a:cubicBezTo>
                  <a:lnTo>
                    <a:pt x="3475" y="957"/>
                  </a:lnTo>
                  <a:cubicBezTo>
                    <a:pt x="3050" y="932"/>
                    <a:pt x="2602" y="911"/>
                    <a:pt x="2169" y="870"/>
                  </a:cubicBezTo>
                  <a:lnTo>
                    <a:pt x="2169" y="870"/>
                  </a:lnTo>
                  <a:cubicBezTo>
                    <a:pt x="2516" y="947"/>
                    <a:pt x="2850" y="1000"/>
                    <a:pt x="3121" y="1000"/>
                  </a:cubicBezTo>
                  <a:cubicBezTo>
                    <a:pt x="3256" y="1000"/>
                    <a:pt x="3376" y="987"/>
                    <a:pt x="3474" y="957"/>
                  </a:cubicBezTo>
                  <a:cubicBezTo>
                    <a:pt x="3474" y="957"/>
                    <a:pt x="3475" y="957"/>
                    <a:pt x="3475" y="957"/>
                  </a:cubicBezTo>
                  <a:lnTo>
                    <a:pt x="3475" y="957"/>
                  </a:lnTo>
                  <a:cubicBezTo>
                    <a:pt x="3921" y="982"/>
                    <a:pt x="4343" y="1010"/>
                    <a:pt x="4696" y="1067"/>
                  </a:cubicBezTo>
                  <a:cubicBezTo>
                    <a:pt x="6111" y="1291"/>
                    <a:pt x="7522" y="1547"/>
                    <a:pt x="8918" y="1867"/>
                  </a:cubicBezTo>
                  <a:cubicBezTo>
                    <a:pt x="11944" y="2558"/>
                    <a:pt x="14923" y="3538"/>
                    <a:pt x="17647" y="5046"/>
                  </a:cubicBezTo>
                  <a:cubicBezTo>
                    <a:pt x="21049" y="6930"/>
                    <a:pt x="23627" y="7708"/>
                    <a:pt x="26956" y="9717"/>
                  </a:cubicBezTo>
                  <a:cubicBezTo>
                    <a:pt x="33431" y="13626"/>
                    <a:pt x="41225" y="15038"/>
                    <a:pt x="48933" y="15038"/>
                  </a:cubicBezTo>
                  <a:cubicBezTo>
                    <a:pt x="51669" y="15038"/>
                    <a:pt x="54395" y="14860"/>
                    <a:pt x="57046" y="14552"/>
                  </a:cubicBezTo>
                  <a:cubicBezTo>
                    <a:pt x="57853" y="14459"/>
                    <a:pt x="58778" y="13851"/>
                    <a:pt x="58687" y="13045"/>
                  </a:cubicBezTo>
                  <a:cubicBezTo>
                    <a:pt x="58643" y="12668"/>
                    <a:pt x="58365" y="12363"/>
                    <a:pt x="58068" y="12126"/>
                  </a:cubicBezTo>
                  <a:cubicBezTo>
                    <a:pt x="56243" y="10673"/>
                    <a:pt x="53649" y="10981"/>
                    <a:pt x="51319" y="10871"/>
                  </a:cubicBezTo>
                  <a:cubicBezTo>
                    <a:pt x="49167" y="10768"/>
                    <a:pt x="47138" y="9869"/>
                    <a:pt x="44999" y="9606"/>
                  </a:cubicBezTo>
                  <a:cubicBezTo>
                    <a:pt x="33862" y="8232"/>
                    <a:pt x="26530" y="2093"/>
                    <a:pt x="18708" y="1371"/>
                  </a:cubicBezTo>
                  <a:cubicBezTo>
                    <a:pt x="14172" y="953"/>
                    <a:pt x="13284" y="1"/>
                    <a:pt x="10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845125" y="2930600"/>
              <a:ext cx="13800" cy="4825"/>
            </a:xfrm>
            <a:custGeom>
              <a:avLst/>
              <a:gdLst/>
              <a:ahLst/>
              <a:cxnLst/>
              <a:rect l="l" t="t" r="r" b="b"/>
              <a:pathLst>
                <a:path w="552" h="193" extrusionOk="0">
                  <a:moveTo>
                    <a:pt x="480" y="0"/>
                  </a:moveTo>
                  <a:cubicBezTo>
                    <a:pt x="344" y="6"/>
                    <a:pt x="210" y="27"/>
                    <a:pt x="75" y="42"/>
                  </a:cubicBezTo>
                  <a:cubicBezTo>
                    <a:pt x="55" y="43"/>
                    <a:pt x="36" y="51"/>
                    <a:pt x="23" y="64"/>
                  </a:cubicBezTo>
                  <a:cubicBezTo>
                    <a:pt x="9" y="78"/>
                    <a:pt x="0" y="97"/>
                    <a:pt x="0" y="117"/>
                  </a:cubicBezTo>
                  <a:cubicBezTo>
                    <a:pt x="2" y="152"/>
                    <a:pt x="31" y="192"/>
                    <a:pt x="70" y="192"/>
                  </a:cubicBezTo>
                  <a:cubicBezTo>
                    <a:pt x="71" y="192"/>
                    <a:pt x="73" y="192"/>
                    <a:pt x="75" y="192"/>
                  </a:cubicBezTo>
                  <a:cubicBezTo>
                    <a:pt x="218" y="178"/>
                    <a:pt x="359" y="168"/>
                    <a:pt x="499" y="144"/>
                  </a:cubicBezTo>
                  <a:cubicBezTo>
                    <a:pt x="533" y="137"/>
                    <a:pt x="550" y="103"/>
                    <a:pt x="552" y="73"/>
                  </a:cubicBezTo>
                  <a:cubicBezTo>
                    <a:pt x="552" y="67"/>
                    <a:pt x="552" y="60"/>
                    <a:pt x="550" y="54"/>
                  </a:cubicBezTo>
                  <a:cubicBezTo>
                    <a:pt x="540" y="22"/>
                    <a:pt x="512" y="1"/>
                    <a:pt x="4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3855900" y="2919575"/>
              <a:ext cx="10825" cy="5700"/>
            </a:xfrm>
            <a:custGeom>
              <a:avLst/>
              <a:gdLst/>
              <a:ahLst/>
              <a:cxnLst/>
              <a:rect l="l" t="t" r="r" b="b"/>
              <a:pathLst>
                <a:path w="433" h="228" extrusionOk="0">
                  <a:moveTo>
                    <a:pt x="128" y="203"/>
                  </a:moveTo>
                  <a:cubicBezTo>
                    <a:pt x="126" y="204"/>
                    <a:pt x="126" y="204"/>
                    <a:pt x="126" y="204"/>
                  </a:cubicBezTo>
                  <a:cubicBezTo>
                    <a:pt x="126" y="204"/>
                    <a:pt x="127" y="204"/>
                    <a:pt x="128" y="203"/>
                  </a:cubicBezTo>
                  <a:close/>
                  <a:moveTo>
                    <a:pt x="302" y="0"/>
                  </a:moveTo>
                  <a:cubicBezTo>
                    <a:pt x="267" y="3"/>
                    <a:pt x="235" y="8"/>
                    <a:pt x="202" y="17"/>
                  </a:cubicBezTo>
                  <a:cubicBezTo>
                    <a:pt x="138" y="36"/>
                    <a:pt x="79" y="68"/>
                    <a:pt x="28" y="111"/>
                  </a:cubicBezTo>
                  <a:cubicBezTo>
                    <a:pt x="1" y="134"/>
                    <a:pt x="3" y="184"/>
                    <a:pt x="28" y="208"/>
                  </a:cubicBezTo>
                  <a:cubicBezTo>
                    <a:pt x="41" y="221"/>
                    <a:pt x="58" y="227"/>
                    <a:pt x="76" y="227"/>
                  </a:cubicBezTo>
                  <a:cubicBezTo>
                    <a:pt x="93" y="227"/>
                    <a:pt x="110" y="221"/>
                    <a:pt x="124" y="208"/>
                  </a:cubicBezTo>
                  <a:lnTo>
                    <a:pt x="123" y="206"/>
                  </a:lnTo>
                  <a:cubicBezTo>
                    <a:pt x="126" y="204"/>
                    <a:pt x="128" y="202"/>
                    <a:pt x="131" y="200"/>
                  </a:cubicBezTo>
                  <a:lnTo>
                    <a:pt x="131" y="200"/>
                  </a:lnTo>
                  <a:cubicBezTo>
                    <a:pt x="131" y="200"/>
                    <a:pt x="129" y="202"/>
                    <a:pt x="128" y="203"/>
                  </a:cubicBezTo>
                  <a:lnTo>
                    <a:pt x="128" y="203"/>
                  </a:lnTo>
                  <a:cubicBezTo>
                    <a:pt x="128" y="203"/>
                    <a:pt x="129" y="202"/>
                    <a:pt x="129" y="202"/>
                  </a:cubicBezTo>
                  <a:cubicBezTo>
                    <a:pt x="135" y="198"/>
                    <a:pt x="140" y="194"/>
                    <a:pt x="145" y="190"/>
                  </a:cubicBezTo>
                  <a:cubicBezTo>
                    <a:pt x="156" y="183"/>
                    <a:pt x="167" y="177"/>
                    <a:pt x="179" y="170"/>
                  </a:cubicBezTo>
                  <a:cubicBezTo>
                    <a:pt x="184" y="167"/>
                    <a:pt x="190" y="165"/>
                    <a:pt x="197" y="162"/>
                  </a:cubicBezTo>
                  <a:cubicBezTo>
                    <a:pt x="197" y="161"/>
                    <a:pt x="198" y="161"/>
                    <a:pt x="199" y="161"/>
                  </a:cubicBezTo>
                  <a:lnTo>
                    <a:pt x="199" y="161"/>
                  </a:lnTo>
                  <a:cubicBezTo>
                    <a:pt x="199" y="161"/>
                    <a:pt x="199" y="161"/>
                    <a:pt x="199" y="161"/>
                  </a:cubicBezTo>
                  <a:cubicBezTo>
                    <a:pt x="200" y="161"/>
                    <a:pt x="201" y="160"/>
                    <a:pt x="203" y="159"/>
                  </a:cubicBezTo>
                  <a:lnTo>
                    <a:pt x="203" y="159"/>
                  </a:lnTo>
                  <a:cubicBezTo>
                    <a:pt x="202" y="160"/>
                    <a:pt x="200" y="160"/>
                    <a:pt x="199" y="161"/>
                  </a:cubicBezTo>
                  <a:lnTo>
                    <a:pt x="199" y="161"/>
                  </a:lnTo>
                  <a:cubicBezTo>
                    <a:pt x="199" y="161"/>
                    <a:pt x="200" y="160"/>
                    <a:pt x="203" y="159"/>
                  </a:cubicBezTo>
                  <a:cubicBezTo>
                    <a:pt x="204" y="158"/>
                    <a:pt x="204" y="158"/>
                    <a:pt x="205" y="158"/>
                  </a:cubicBezTo>
                  <a:lnTo>
                    <a:pt x="205" y="158"/>
                  </a:lnTo>
                  <a:cubicBezTo>
                    <a:pt x="205" y="158"/>
                    <a:pt x="204" y="159"/>
                    <a:pt x="203" y="159"/>
                  </a:cubicBezTo>
                  <a:lnTo>
                    <a:pt x="203" y="159"/>
                  </a:lnTo>
                  <a:cubicBezTo>
                    <a:pt x="204" y="159"/>
                    <a:pt x="205" y="158"/>
                    <a:pt x="205" y="158"/>
                  </a:cubicBezTo>
                  <a:lnTo>
                    <a:pt x="205" y="158"/>
                  </a:lnTo>
                  <a:cubicBezTo>
                    <a:pt x="217" y="153"/>
                    <a:pt x="230" y="149"/>
                    <a:pt x="242" y="146"/>
                  </a:cubicBezTo>
                  <a:cubicBezTo>
                    <a:pt x="256" y="142"/>
                    <a:pt x="267" y="140"/>
                    <a:pt x="280" y="136"/>
                  </a:cubicBezTo>
                  <a:lnTo>
                    <a:pt x="300" y="133"/>
                  </a:lnTo>
                  <a:lnTo>
                    <a:pt x="303" y="133"/>
                  </a:lnTo>
                  <a:cubicBezTo>
                    <a:pt x="300" y="134"/>
                    <a:pt x="299" y="134"/>
                    <a:pt x="299" y="134"/>
                  </a:cubicBezTo>
                  <a:cubicBezTo>
                    <a:pt x="299" y="134"/>
                    <a:pt x="305" y="133"/>
                    <a:pt x="306" y="133"/>
                  </a:cubicBezTo>
                  <a:cubicBezTo>
                    <a:pt x="319" y="132"/>
                    <a:pt x="333" y="131"/>
                    <a:pt x="345" y="131"/>
                  </a:cubicBezTo>
                  <a:cubicBezTo>
                    <a:pt x="348" y="131"/>
                    <a:pt x="350" y="131"/>
                    <a:pt x="352" y="131"/>
                  </a:cubicBezTo>
                  <a:cubicBezTo>
                    <a:pt x="362" y="131"/>
                    <a:pt x="373" y="129"/>
                    <a:pt x="382" y="126"/>
                  </a:cubicBezTo>
                  <a:cubicBezTo>
                    <a:pt x="391" y="123"/>
                    <a:pt x="398" y="120"/>
                    <a:pt x="405" y="116"/>
                  </a:cubicBezTo>
                  <a:cubicBezTo>
                    <a:pt x="422" y="106"/>
                    <a:pt x="433" y="88"/>
                    <a:pt x="432" y="69"/>
                  </a:cubicBezTo>
                  <a:cubicBezTo>
                    <a:pt x="432" y="49"/>
                    <a:pt x="421" y="32"/>
                    <a:pt x="405" y="22"/>
                  </a:cubicBezTo>
                  <a:cubicBezTo>
                    <a:pt x="398" y="16"/>
                    <a:pt x="391" y="11"/>
                    <a:pt x="382" y="8"/>
                  </a:cubicBezTo>
                  <a:cubicBezTo>
                    <a:pt x="370" y="4"/>
                    <a:pt x="357" y="0"/>
                    <a:pt x="3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065050" y="3127375"/>
              <a:ext cx="26350" cy="6400"/>
            </a:xfrm>
            <a:custGeom>
              <a:avLst/>
              <a:gdLst/>
              <a:ahLst/>
              <a:cxnLst/>
              <a:rect l="l" t="t" r="r" b="b"/>
              <a:pathLst>
                <a:path w="1054" h="256" extrusionOk="0">
                  <a:moveTo>
                    <a:pt x="893" y="3"/>
                  </a:moveTo>
                  <a:cubicBezTo>
                    <a:pt x="864" y="4"/>
                    <a:pt x="836" y="6"/>
                    <a:pt x="807" y="9"/>
                  </a:cubicBezTo>
                  <a:cubicBezTo>
                    <a:pt x="750" y="14"/>
                    <a:pt x="694" y="20"/>
                    <a:pt x="637" y="26"/>
                  </a:cubicBezTo>
                  <a:lnTo>
                    <a:pt x="295" y="63"/>
                  </a:lnTo>
                  <a:cubicBezTo>
                    <a:pt x="258" y="67"/>
                    <a:pt x="220" y="70"/>
                    <a:pt x="183" y="77"/>
                  </a:cubicBezTo>
                  <a:cubicBezTo>
                    <a:pt x="150" y="83"/>
                    <a:pt x="119" y="90"/>
                    <a:pt x="88" y="100"/>
                  </a:cubicBezTo>
                  <a:cubicBezTo>
                    <a:pt x="1" y="124"/>
                    <a:pt x="19" y="253"/>
                    <a:pt x="109" y="253"/>
                  </a:cubicBezTo>
                  <a:lnTo>
                    <a:pt x="128" y="254"/>
                  </a:lnTo>
                  <a:lnTo>
                    <a:pt x="143" y="254"/>
                  </a:lnTo>
                  <a:cubicBezTo>
                    <a:pt x="125" y="254"/>
                    <a:pt x="162" y="256"/>
                    <a:pt x="161" y="256"/>
                  </a:cubicBezTo>
                  <a:lnTo>
                    <a:pt x="194" y="256"/>
                  </a:lnTo>
                  <a:cubicBezTo>
                    <a:pt x="222" y="256"/>
                    <a:pt x="251" y="251"/>
                    <a:pt x="279" y="247"/>
                  </a:cubicBezTo>
                  <a:lnTo>
                    <a:pt x="449" y="230"/>
                  </a:lnTo>
                  <a:cubicBezTo>
                    <a:pt x="563" y="217"/>
                    <a:pt x="678" y="205"/>
                    <a:pt x="791" y="191"/>
                  </a:cubicBezTo>
                  <a:cubicBezTo>
                    <a:pt x="828" y="186"/>
                    <a:pt x="866" y="184"/>
                    <a:pt x="902" y="177"/>
                  </a:cubicBezTo>
                  <a:cubicBezTo>
                    <a:pt x="918" y="174"/>
                    <a:pt x="932" y="169"/>
                    <a:pt x="946" y="166"/>
                  </a:cubicBezTo>
                  <a:cubicBezTo>
                    <a:pt x="955" y="164"/>
                    <a:pt x="963" y="162"/>
                    <a:pt x="972" y="160"/>
                  </a:cubicBezTo>
                  <a:cubicBezTo>
                    <a:pt x="989" y="155"/>
                    <a:pt x="1004" y="146"/>
                    <a:pt x="1017" y="135"/>
                  </a:cubicBezTo>
                  <a:cubicBezTo>
                    <a:pt x="1054" y="106"/>
                    <a:pt x="1042" y="38"/>
                    <a:pt x="1002" y="18"/>
                  </a:cubicBezTo>
                  <a:cubicBezTo>
                    <a:pt x="967" y="1"/>
                    <a:pt x="930" y="4"/>
                    <a:pt x="893" y="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4439100" y="3121250"/>
              <a:ext cx="21650" cy="7400"/>
            </a:xfrm>
            <a:custGeom>
              <a:avLst/>
              <a:gdLst/>
              <a:ahLst/>
              <a:cxnLst/>
              <a:rect l="l" t="t" r="r" b="b"/>
              <a:pathLst>
                <a:path w="866" h="296" extrusionOk="0">
                  <a:moveTo>
                    <a:pt x="770" y="0"/>
                  </a:moveTo>
                  <a:cubicBezTo>
                    <a:pt x="750" y="1"/>
                    <a:pt x="730" y="4"/>
                    <a:pt x="711" y="10"/>
                  </a:cubicBezTo>
                  <a:lnTo>
                    <a:pt x="622" y="30"/>
                  </a:lnTo>
                  <a:lnTo>
                    <a:pt x="434" y="72"/>
                  </a:lnTo>
                  <a:lnTo>
                    <a:pt x="61" y="154"/>
                  </a:lnTo>
                  <a:cubicBezTo>
                    <a:pt x="23" y="166"/>
                    <a:pt x="1" y="205"/>
                    <a:pt x="11" y="243"/>
                  </a:cubicBezTo>
                  <a:cubicBezTo>
                    <a:pt x="20" y="275"/>
                    <a:pt x="49" y="295"/>
                    <a:pt x="81" y="295"/>
                  </a:cubicBezTo>
                  <a:cubicBezTo>
                    <a:pt x="87" y="295"/>
                    <a:pt x="93" y="295"/>
                    <a:pt x="99" y="293"/>
                  </a:cubicBezTo>
                  <a:lnTo>
                    <a:pt x="100" y="293"/>
                  </a:lnTo>
                  <a:lnTo>
                    <a:pt x="474" y="215"/>
                  </a:lnTo>
                  <a:lnTo>
                    <a:pt x="659" y="176"/>
                  </a:lnTo>
                  <a:lnTo>
                    <a:pt x="752" y="157"/>
                  </a:lnTo>
                  <a:cubicBezTo>
                    <a:pt x="771" y="154"/>
                    <a:pt x="790" y="149"/>
                    <a:pt x="807" y="139"/>
                  </a:cubicBezTo>
                  <a:cubicBezTo>
                    <a:pt x="826" y="128"/>
                    <a:pt x="841" y="111"/>
                    <a:pt x="851" y="92"/>
                  </a:cubicBezTo>
                  <a:cubicBezTo>
                    <a:pt x="865" y="69"/>
                    <a:pt x="857" y="38"/>
                    <a:pt x="833" y="23"/>
                  </a:cubicBezTo>
                  <a:cubicBezTo>
                    <a:pt x="814" y="10"/>
                    <a:pt x="793" y="2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4463250" y="3129575"/>
              <a:ext cx="22075" cy="7975"/>
            </a:xfrm>
            <a:custGeom>
              <a:avLst/>
              <a:gdLst/>
              <a:ahLst/>
              <a:cxnLst/>
              <a:rect l="l" t="t" r="r" b="b"/>
              <a:pathLst>
                <a:path w="883" h="319" extrusionOk="0">
                  <a:moveTo>
                    <a:pt x="794" y="1"/>
                  </a:moveTo>
                  <a:cubicBezTo>
                    <a:pt x="768" y="1"/>
                    <a:pt x="742" y="8"/>
                    <a:pt x="717" y="14"/>
                  </a:cubicBezTo>
                  <a:cubicBezTo>
                    <a:pt x="685" y="21"/>
                    <a:pt x="653" y="31"/>
                    <a:pt x="622" y="39"/>
                  </a:cubicBezTo>
                  <a:cubicBezTo>
                    <a:pt x="561" y="56"/>
                    <a:pt x="500" y="73"/>
                    <a:pt x="439" y="91"/>
                  </a:cubicBezTo>
                  <a:cubicBezTo>
                    <a:pt x="379" y="108"/>
                    <a:pt x="318" y="125"/>
                    <a:pt x="258" y="145"/>
                  </a:cubicBezTo>
                  <a:lnTo>
                    <a:pt x="70" y="206"/>
                  </a:lnTo>
                  <a:cubicBezTo>
                    <a:pt x="0" y="222"/>
                    <a:pt x="20" y="319"/>
                    <a:pt x="81" y="319"/>
                  </a:cubicBezTo>
                  <a:cubicBezTo>
                    <a:pt x="87" y="319"/>
                    <a:pt x="93" y="318"/>
                    <a:pt x="100" y="316"/>
                  </a:cubicBezTo>
                  <a:lnTo>
                    <a:pt x="100" y="317"/>
                  </a:lnTo>
                  <a:lnTo>
                    <a:pt x="293" y="276"/>
                  </a:lnTo>
                  <a:cubicBezTo>
                    <a:pt x="356" y="264"/>
                    <a:pt x="417" y="248"/>
                    <a:pt x="478" y="233"/>
                  </a:cubicBezTo>
                  <a:cubicBezTo>
                    <a:pt x="539" y="219"/>
                    <a:pt x="601" y="204"/>
                    <a:pt x="662" y="188"/>
                  </a:cubicBezTo>
                  <a:cubicBezTo>
                    <a:pt x="694" y="179"/>
                    <a:pt x="727" y="172"/>
                    <a:pt x="757" y="163"/>
                  </a:cubicBezTo>
                  <a:cubicBezTo>
                    <a:pt x="798" y="150"/>
                    <a:pt x="847" y="140"/>
                    <a:pt x="867" y="99"/>
                  </a:cubicBezTo>
                  <a:cubicBezTo>
                    <a:pt x="883" y="70"/>
                    <a:pt x="873" y="33"/>
                    <a:pt x="845" y="15"/>
                  </a:cubicBezTo>
                  <a:cubicBezTo>
                    <a:pt x="829" y="4"/>
                    <a:pt x="812" y="1"/>
                    <a:pt x="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4088575" y="3140300"/>
              <a:ext cx="15225" cy="3725"/>
            </a:xfrm>
            <a:custGeom>
              <a:avLst/>
              <a:gdLst/>
              <a:ahLst/>
              <a:cxnLst/>
              <a:rect l="l" t="t" r="r" b="b"/>
              <a:pathLst>
                <a:path w="609" h="149" extrusionOk="0">
                  <a:moveTo>
                    <a:pt x="574" y="1"/>
                  </a:moveTo>
                  <a:cubicBezTo>
                    <a:pt x="553" y="1"/>
                    <a:pt x="534" y="8"/>
                    <a:pt x="514" y="14"/>
                  </a:cubicBezTo>
                  <a:cubicBezTo>
                    <a:pt x="492" y="19"/>
                    <a:pt x="471" y="25"/>
                    <a:pt x="449" y="31"/>
                  </a:cubicBezTo>
                  <a:cubicBezTo>
                    <a:pt x="406" y="44"/>
                    <a:pt x="362" y="54"/>
                    <a:pt x="316" y="62"/>
                  </a:cubicBezTo>
                  <a:cubicBezTo>
                    <a:pt x="250" y="73"/>
                    <a:pt x="184" y="78"/>
                    <a:pt x="117" y="78"/>
                  </a:cubicBezTo>
                  <a:cubicBezTo>
                    <a:pt x="94" y="78"/>
                    <a:pt x="71" y="78"/>
                    <a:pt x="49" y="76"/>
                  </a:cubicBezTo>
                  <a:cubicBezTo>
                    <a:pt x="48" y="76"/>
                    <a:pt x="47" y="76"/>
                    <a:pt x="46" y="76"/>
                  </a:cubicBezTo>
                  <a:cubicBezTo>
                    <a:pt x="0" y="76"/>
                    <a:pt x="0" y="146"/>
                    <a:pt x="46" y="146"/>
                  </a:cubicBezTo>
                  <a:cubicBezTo>
                    <a:pt x="47" y="146"/>
                    <a:pt x="48" y="146"/>
                    <a:pt x="49" y="146"/>
                  </a:cubicBezTo>
                  <a:cubicBezTo>
                    <a:pt x="77" y="148"/>
                    <a:pt x="106" y="149"/>
                    <a:pt x="135" y="149"/>
                  </a:cubicBezTo>
                  <a:cubicBezTo>
                    <a:pt x="200" y="149"/>
                    <a:pt x="266" y="144"/>
                    <a:pt x="330" y="134"/>
                  </a:cubicBezTo>
                  <a:cubicBezTo>
                    <a:pt x="377" y="127"/>
                    <a:pt x="422" y="118"/>
                    <a:pt x="467" y="106"/>
                  </a:cubicBezTo>
                  <a:cubicBezTo>
                    <a:pt x="488" y="99"/>
                    <a:pt x="509" y="92"/>
                    <a:pt x="530" y="84"/>
                  </a:cubicBezTo>
                  <a:cubicBezTo>
                    <a:pt x="553" y="75"/>
                    <a:pt x="582" y="68"/>
                    <a:pt x="597" y="48"/>
                  </a:cubicBezTo>
                  <a:cubicBezTo>
                    <a:pt x="608" y="34"/>
                    <a:pt x="608" y="6"/>
                    <a:pt x="585" y="1"/>
                  </a:cubicBezTo>
                  <a:cubicBezTo>
                    <a:pt x="582" y="1"/>
                    <a:pt x="578" y="1"/>
                    <a:pt x="5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452138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2135200" y="3247533"/>
            <a:ext cx="7921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subTitle" idx="1"/>
          </p:nvPr>
        </p:nvSpPr>
        <p:spPr>
          <a:xfrm>
            <a:off x="3175200" y="4211333"/>
            <a:ext cx="5841600" cy="5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title" idx="2" hasCustomPrompt="1"/>
          </p:nvPr>
        </p:nvSpPr>
        <p:spPr>
          <a:xfrm>
            <a:off x="5243600" y="2061033"/>
            <a:ext cx="1704800" cy="102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9333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442269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C8D6A-0704-43B8-97C7-A7C0F972A80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CAB57-7B79-41F4-8A17-D28396980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0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Tercinta</a:t>
            </a:r>
            <a:endParaRPr lang="en-US" dirty="0"/>
          </a:p>
        </p:txBody>
      </p:sp>
      <p:pic>
        <p:nvPicPr>
          <p:cNvPr id="4098" name="Picture 2" descr="Show your home some love this Valentine's Day - Onwa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6470" y="5067767"/>
            <a:ext cx="9144000" cy="1655762"/>
          </a:xfrm>
        </p:spPr>
        <p:txBody>
          <a:bodyPr>
            <a:noAutofit/>
          </a:bodyPr>
          <a:lstStyle/>
          <a:p>
            <a:pPr algn="l"/>
            <a:r>
              <a:rPr lang="en-US" sz="5400" dirty="0"/>
              <a:t>BIPA 1</a:t>
            </a:r>
          </a:p>
          <a:p>
            <a:pPr algn="l"/>
            <a:r>
              <a:rPr lang="en-US" sz="5400" dirty="0" err="1"/>
              <a:t>Arah</a:t>
            </a:r>
            <a:r>
              <a:rPr lang="en-US" sz="5400" dirty="0"/>
              <a:t> </a:t>
            </a:r>
            <a:r>
              <a:rPr lang="en-US" sz="5400" dirty="0" err="1"/>
              <a:t>dan</a:t>
            </a:r>
            <a:r>
              <a:rPr lang="en-US" sz="5400" dirty="0"/>
              <a:t> </a:t>
            </a:r>
            <a:r>
              <a:rPr lang="en-US" sz="5400" dirty="0" err="1"/>
              <a:t>Lokasi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49079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36"/>
          <p:cNvGrpSpPr/>
          <p:nvPr/>
        </p:nvGrpSpPr>
        <p:grpSpPr>
          <a:xfrm flipH="1">
            <a:off x="11130406" y="5990245"/>
            <a:ext cx="888109" cy="716668"/>
            <a:chOff x="7514750" y="4210883"/>
            <a:chExt cx="953999" cy="769838"/>
          </a:xfrm>
        </p:grpSpPr>
        <p:sp>
          <p:nvSpPr>
            <p:cNvPr id="402" name="Google Shape;402;p36"/>
            <p:cNvSpPr/>
            <p:nvPr/>
          </p:nvSpPr>
          <p:spPr>
            <a:xfrm>
              <a:off x="8024561" y="4469182"/>
              <a:ext cx="243136" cy="460933"/>
            </a:xfrm>
            <a:custGeom>
              <a:avLst/>
              <a:gdLst/>
              <a:ahLst/>
              <a:cxnLst/>
              <a:rect l="l" t="t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7780773" y="4269286"/>
              <a:ext cx="284790" cy="657651"/>
            </a:xfrm>
            <a:custGeom>
              <a:avLst/>
              <a:gdLst/>
              <a:ahLst/>
              <a:cxnLst/>
              <a:rect l="l" t="t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8003842" y="4210883"/>
              <a:ext cx="185889" cy="717641"/>
            </a:xfrm>
            <a:custGeom>
              <a:avLst/>
              <a:gdLst/>
              <a:ahLst/>
              <a:cxnLst/>
              <a:rect l="l" t="t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7731322" y="4624175"/>
              <a:ext cx="309839" cy="312799"/>
            </a:xfrm>
            <a:custGeom>
              <a:avLst/>
              <a:gdLst/>
              <a:ahLst/>
              <a:cxnLst/>
              <a:rect l="l" t="t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7514750" y="4638613"/>
              <a:ext cx="106264" cy="330053"/>
            </a:xfrm>
            <a:custGeom>
              <a:avLst/>
              <a:gdLst/>
              <a:ahLst/>
              <a:cxnLst/>
              <a:rect l="l" t="t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8176666" y="4630600"/>
              <a:ext cx="145607" cy="350122"/>
            </a:xfrm>
            <a:custGeom>
              <a:avLst/>
              <a:gdLst/>
              <a:ahLst/>
              <a:cxnLst/>
              <a:rect l="l" t="t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8367683" y="4462179"/>
              <a:ext cx="101066" cy="466203"/>
            </a:xfrm>
            <a:custGeom>
              <a:avLst/>
              <a:gdLst/>
              <a:ahLst/>
              <a:cxnLst/>
              <a:rect l="l" t="t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09" name="Google Shape;409;p36"/>
          <p:cNvGrpSpPr/>
          <p:nvPr/>
        </p:nvGrpSpPr>
        <p:grpSpPr>
          <a:xfrm flipH="1">
            <a:off x="10459109" y="6270761"/>
            <a:ext cx="588172" cy="587249"/>
            <a:chOff x="5721625" y="4984150"/>
            <a:chExt cx="196950" cy="196650"/>
          </a:xfrm>
        </p:grpSpPr>
        <p:sp>
          <p:nvSpPr>
            <p:cNvPr id="410" name="Google Shape;410;p36"/>
            <p:cNvSpPr/>
            <p:nvPr/>
          </p:nvSpPr>
          <p:spPr>
            <a:xfrm>
              <a:off x="5847225" y="4984150"/>
              <a:ext cx="22325" cy="185825"/>
            </a:xfrm>
            <a:custGeom>
              <a:avLst/>
              <a:gdLst/>
              <a:ahLst/>
              <a:cxnLst/>
              <a:rect l="l" t="t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5787275" y="4985750"/>
              <a:ext cx="50100" cy="186200"/>
            </a:xfrm>
            <a:custGeom>
              <a:avLst/>
              <a:gdLst/>
              <a:ahLst/>
              <a:cxnLst/>
              <a:rect l="l" t="t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5777075" y="5069900"/>
              <a:ext cx="24950" cy="110900"/>
            </a:xfrm>
            <a:custGeom>
              <a:avLst/>
              <a:gdLst/>
              <a:ahLst/>
              <a:cxnLst/>
              <a:rect l="l" t="t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5721625" y="5011325"/>
              <a:ext cx="47775" cy="157175"/>
            </a:xfrm>
            <a:custGeom>
              <a:avLst/>
              <a:gdLst/>
              <a:ahLst/>
              <a:cxnLst/>
              <a:rect l="l" t="t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5877750" y="5044825"/>
              <a:ext cx="40825" cy="129000"/>
            </a:xfrm>
            <a:custGeom>
              <a:avLst/>
              <a:gdLst/>
              <a:ahLst/>
              <a:cxnLst/>
              <a:rect l="l" t="t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15" name="Google Shape;415;p36"/>
          <p:cNvSpPr txBox="1"/>
          <p:nvPr/>
        </p:nvSpPr>
        <p:spPr>
          <a:xfrm>
            <a:off x="680032" y="1298867"/>
            <a:ext cx="3161717" cy="547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spcBef>
                <a:spcPts val="1333"/>
              </a:spcBef>
              <a:buClr>
                <a:schemeClr val="hlink"/>
              </a:buClr>
              <a:buSzPts val="1800"/>
              <a:buChar char="●"/>
            </a:pPr>
            <a:r>
              <a:rPr lang="en" sz="2400" dirty="0">
                <a:solidFill>
                  <a:schemeClr val="hlink"/>
                </a:solidFill>
              </a:rPr>
              <a:t>Besar (</a:t>
            </a:r>
            <a:r>
              <a:rPr lang="en-ID" sz="2400" dirty="0">
                <a:solidFill>
                  <a:schemeClr val="hlink"/>
                </a:solidFill>
              </a:rPr>
              <a:t>big)</a:t>
            </a:r>
            <a:endParaRPr sz="2400" dirty="0">
              <a:solidFill>
                <a:schemeClr val="hlink"/>
              </a:solidFill>
            </a:endParaRPr>
          </a:p>
          <a:p>
            <a:pPr marL="609585" indent="-457189">
              <a:buClr>
                <a:schemeClr val="hlink"/>
              </a:buClr>
              <a:buSzPts val="1800"/>
              <a:buChar char="●"/>
            </a:pPr>
            <a:r>
              <a:rPr lang="en" sz="2400" dirty="0">
                <a:solidFill>
                  <a:schemeClr val="hlink"/>
                </a:solidFill>
              </a:rPr>
              <a:t>Kecil</a:t>
            </a:r>
            <a:endParaRPr sz="2400" dirty="0">
              <a:solidFill>
                <a:schemeClr val="hlink"/>
              </a:solidFill>
            </a:endParaRPr>
          </a:p>
          <a:p>
            <a:pPr marL="609585">
              <a:spcBef>
                <a:spcPts val="1333"/>
              </a:spcBef>
            </a:pPr>
            <a:endParaRPr sz="2400" dirty="0">
              <a:solidFill>
                <a:schemeClr val="hlink"/>
              </a:solidFill>
            </a:endParaRPr>
          </a:p>
          <a:p>
            <a:pPr marL="609585" indent="-457189">
              <a:spcBef>
                <a:spcPts val="1333"/>
              </a:spcBef>
              <a:buClr>
                <a:schemeClr val="hlink"/>
              </a:buClr>
              <a:buSzPts val="1800"/>
              <a:buChar char="●"/>
            </a:pPr>
            <a:r>
              <a:rPr lang="en" sz="2400" dirty="0">
                <a:solidFill>
                  <a:schemeClr val="hlink"/>
                </a:solidFill>
              </a:rPr>
              <a:t>Luas (</a:t>
            </a:r>
            <a:r>
              <a:rPr lang="en-ID" sz="2400" dirty="0">
                <a:solidFill>
                  <a:schemeClr val="hlink"/>
                </a:solidFill>
              </a:rPr>
              <a:t>wide)</a:t>
            </a:r>
            <a:endParaRPr sz="2400" dirty="0">
              <a:solidFill>
                <a:schemeClr val="hlink"/>
              </a:solidFill>
            </a:endParaRPr>
          </a:p>
          <a:p>
            <a:pPr marL="609585" indent="-457189">
              <a:buClr>
                <a:schemeClr val="hlink"/>
              </a:buClr>
              <a:buSzPts val="1800"/>
              <a:buChar char="●"/>
            </a:pPr>
            <a:r>
              <a:rPr lang="en" sz="2400" dirty="0">
                <a:solidFill>
                  <a:schemeClr val="hlink"/>
                </a:solidFill>
              </a:rPr>
              <a:t>Sempit</a:t>
            </a:r>
            <a:endParaRPr sz="2400" dirty="0">
              <a:solidFill>
                <a:schemeClr val="hlink"/>
              </a:solidFill>
            </a:endParaRPr>
          </a:p>
          <a:p>
            <a:pPr marL="609585">
              <a:spcBef>
                <a:spcPts val="1333"/>
              </a:spcBef>
            </a:pPr>
            <a:endParaRPr sz="2400" dirty="0">
              <a:solidFill>
                <a:schemeClr val="hlink"/>
              </a:solidFill>
            </a:endParaRPr>
          </a:p>
          <a:p>
            <a:pPr marL="609585" indent="-457189">
              <a:spcBef>
                <a:spcPts val="1333"/>
              </a:spcBef>
              <a:buClr>
                <a:schemeClr val="hlink"/>
              </a:buClr>
              <a:buSzPts val="1800"/>
              <a:buChar char="●"/>
            </a:pPr>
            <a:r>
              <a:rPr lang="en" sz="2400" dirty="0">
                <a:solidFill>
                  <a:schemeClr val="hlink"/>
                </a:solidFill>
              </a:rPr>
              <a:t>Tinggi (</a:t>
            </a:r>
            <a:r>
              <a:rPr lang="en-ID" sz="2400" dirty="0">
                <a:solidFill>
                  <a:schemeClr val="hlink"/>
                </a:solidFill>
              </a:rPr>
              <a:t>tall)</a:t>
            </a:r>
            <a:endParaRPr sz="2400" dirty="0">
              <a:solidFill>
                <a:schemeClr val="hlink"/>
              </a:solidFill>
            </a:endParaRPr>
          </a:p>
          <a:p>
            <a:pPr marL="609585" indent="-457189">
              <a:buClr>
                <a:schemeClr val="hlink"/>
              </a:buClr>
              <a:buSzPts val="1800"/>
              <a:buChar char="●"/>
            </a:pPr>
            <a:r>
              <a:rPr lang="en" sz="2400" dirty="0">
                <a:solidFill>
                  <a:schemeClr val="hlink"/>
                </a:solidFill>
              </a:rPr>
              <a:t>Rendah</a:t>
            </a:r>
            <a:endParaRPr sz="2400" dirty="0">
              <a:solidFill>
                <a:schemeClr val="hlink"/>
              </a:solidFill>
            </a:endParaRPr>
          </a:p>
          <a:p>
            <a:pPr marL="609585">
              <a:spcBef>
                <a:spcPts val="1333"/>
              </a:spcBef>
            </a:pPr>
            <a:endParaRPr sz="2400" dirty="0">
              <a:solidFill>
                <a:schemeClr val="hlink"/>
              </a:solidFill>
            </a:endParaRPr>
          </a:p>
          <a:p>
            <a:pPr marL="609585" indent="-457189">
              <a:spcBef>
                <a:spcPts val="1333"/>
              </a:spcBef>
              <a:buClr>
                <a:schemeClr val="hlink"/>
              </a:buClr>
              <a:buSzPts val="1800"/>
              <a:buChar char="●"/>
            </a:pPr>
            <a:r>
              <a:rPr lang="en" sz="2400" dirty="0">
                <a:solidFill>
                  <a:schemeClr val="hlink"/>
                </a:solidFill>
              </a:rPr>
              <a:t>Panjang (</a:t>
            </a:r>
            <a:r>
              <a:rPr lang="en-ID" sz="2400" dirty="0">
                <a:solidFill>
                  <a:schemeClr val="hlink"/>
                </a:solidFill>
              </a:rPr>
              <a:t>long)</a:t>
            </a:r>
            <a:endParaRPr sz="2400" dirty="0">
              <a:solidFill>
                <a:schemeClr val="hlink"/>
              </a:solidFill>
            </a:endParaRPr>
          </a:p>
          <a:p>
            <a:pPr marL="609585" indent="-457189">
              <a:buClr>
                <a:schemeClr val="hlink"/>
              </a:buClr>
              <a:buSzPts val="1800"/>
              <a:buChar char="●"/>
            </a:pPr>
            <a:r>
              <a:rPr lang="en" sz="2400" dirty="0">
                <a:solidFill>
                  <a:schemeClr val="hlink"/>
                </a:solidFill>
              </a:rPr>
              <a:t>Pendek</a:t>
            </a:r>
            <a:endParaRPr sz="2400" dirty="0">
              <a:solidFill>
                <a:schemeClr val="hlink"/>
              </a:solidFill>
            </a:endParaRPr>
          </a:p>
        </p:txBody>
      </p:sp>
      <p:sp>
        <p:nvSpPr>
          <p:cNvPr id="416" name="Google Shape;416;p36"/>
          <p:cNvSpPr txBox="1"/>
          <p:nvPr/>
        </p:nvSpPr>
        <p:spPr>
          <a:xfrm>
            <a:off x="1274800" y="195934"/>
            <a:ext cx="6654000" cy="759078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3333" b="1"/>
              <a:t>Bentuk Rumah</a:t>
            </a:r>
            <a:endParaRPr sz="3333" b="1"/>
          </a:p>
        </p:txBody>
      </p:sp>
      <p:pic>
        <p:nvPicPr>
          <p:cNvPr id="417" name="Google Shape;417;p36"/>
          <p:cNvPicPr preferRelativeResize="0"/>
          <p:nvPr/>
        </p:nvPicPr>
        <p:blipFill rotWithShape="1">
          <a:blip r:embed="rId3">
            <a:alphaModFix/>
          </a:blip>
          <a:srcRect l="15351" t="16296" r="12539"/>
          <a:stretch/>
        </p:blipFill>
        <p:spPr>
          <a:xfrm>
            <a:off x="4759017" y="3839101"/>
            <a:ext cx="3169632" cy="27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6"/>
          <p:cNvPicPr preferRelativeResize="0"/>
          <p:nvPr/>
        </p:nvPicPr>
        <p:blipFill rotWithShape="1">
          <a:blip r:embed="rId4">
            <a:alphaModFix/>
          </a:blip>
          <a:srcRect l="5075" r="9614"/>
          <a:stretch/>
        </p:blipFill>
        <p:spPr>
          <a:xfrm>
            <a:off x="4263350" y="1298867"/>
            <a:ext cx="3538532" cy="233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6"/>
          <p:cNvPicPr preferRelativeResize="0"/>
          <p:nvPr/>
        </p:nvPicPr>
        <p:blipFill rotWithShape="1">
          <a:blip r:embed="rId5">
            <a:alphaModFix/>
          </a:blip>
          <a:srcRect b="7791"/>
          <a:stretch/>
        </p:blipFill>
        <p:spPr>
          <a:xfrm>
            <a:off x="8329068" y="1846734"/>
            <a:ext cx="3314633" cy="3820567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4068700" y="1231200"/>
            <a:ext cx="645600" cy="716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133" b="1"/>
              <a:t>1</a:t>
            </a:r>
            <a:endParaRPr sz="2133" b="1"/>
          </a:p>
        </p:txBody>
      </p:sp>
      <p:sp>
        <p:nvSpPr>
          <p:cNvPr id="421" name="Google Shape;421;p36"/>
          <p:cNvSpPr/>
          <p:nvPr/>
        </p:nvSpPr>
        <p:spPr>
          <a:xfrm>
            <a:off x="8087000" y="1563233"/>
            <a:ext cx="588000" cy="716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133" b="1"/>
              <a:t>2</a:t>
            </a:r>
            <a:endParaRPr sz="2133" b="1"/>
          </a:p>
        </p:txBody>
      </p:sp>
      <p:sp>
        <p:nvSpPr>
          <p:cNvPr id="422" name="Google Shape;422;p36"/>
          <p:cNvSpPr/>
          <p:nvPr/>
        </p:nvSpPr>
        <p:spPr>
          <a:xfrm>
            <a:off x="4398667" y="3839100"/>
            <a:ext cx="645600" cy="716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133" b="1"/>
              <a:t>3</a:t>
            </a:r>
            <a:endParaRPr sz="2133" b="1"/>
          </a:p>
        </p:txBody>
      </p:sp>
    </p:spTree>
    <p:extLst>
      <p:ext uri="{BB962C8B-B14F-4D97-AF65-F5344CB8AC3E}">
        <p14:creationId xmlns:p14="http://schemas.microsoft.com/office/powerpoint/2010/main" val="267130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/>
          <p:cNvSpPr txBox="1"/>
          <p:nvPr/>
        </p:nvSpPr>
        <p:spPr>
          <a:xfrm>
            <a:off x="599984" y="932846"/>
            <a:ext cx="10992031" cy="137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Lebih suka </a:t>
            </a:r>
            <a:r>
              <a:rPr lang="en" sz="2800" b="1" i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(like this more)</a:t>
            </a:r>
            <a:r>
              <a:rPr lang="en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 ………. </a:t>
            </a:r>
            <a:r>
              <a:rPr lang="en-US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D</a:t>
            </a:r>
            <a:r>
              <a:rPr lang="en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aripada </a:t>
            </a:r>
            <a:r>
              <a:rPr lang="en" sz="2800" b="1" i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(than)</a:t>
            </a:r>
            <a:r>
              <a:rPr lang="en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 ……….</a:t>
            </a:r>
          </a:p>
          <a:p>
            <a:pPr algn="ctr">
              <a:lnSpc>
                <a:spcPct val="115000"/>
              </a:lnSpc>
            </a:pPr>
            <a:r>
              <a:rPr lang="en-US" sz="3200" b="1" dirty="0" err="1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Saya</a:t>
            </a:r>
            <a:r>
              <a:rPr lang="en-US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lebih</a:t>
            </a:r>
            <a:r>
              <a:rPr lang="en-US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suka</a:t>
            </a:r>
            <a:r>
              <a:rPr lang="en-US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rumah</a:t>
            </a:r>
            <a:r>
              <a:rPr lang="en-US" sz="3200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besar</a:t>
            </a:r>
            <a:r>
              <a:rPr lang="en-US" sz="3200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daripada</a:t>
            </a:r>
            <a:r>
              <a:rPr lang="en-US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rumah</a:t>
            </a:r>
            <a:r>
              <a:rPr lang="en-US" sz="3200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kecil</a:t>
            </a:r>
            <a:r>
              <a:rPr lang="en-US" sz="3200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sz="3200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428" name="Google Shape;428;p37"/>
          <p:cNvPicPr preferRelativeResize="0"/>
          <p:nvPr/>
        </p:nvPicPr>
        <p:blipFill rotWithShape="1">
          <a:blip r:embed="rId3">
            <a:alphaModFix/>
          </a:blip>
          <a:srcRect l="3887" t="4169" r="16132" b="4797"/>
          <a:stretch/>
        </p:blipFill>
        <p:spPr>
          <a:xfrm>
            <a:off x="599334" y="2201500"/>
            <a:ext cx="4771799" cy="304506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29" name="Google Shape;42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3168" y="2170067"/>
            <a:ext cx="5525233" cy="310793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30" name="Google Shape;430;p37"/>
          <p:cNvSpPr txBox="1"/>
          <p:nvPr/>
        </p:nvSpPr>
        <p:spPr>
          <a:xfrm>
            <a:off x="1002600" y="5471900"/>
            <a:ext cx="101868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40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kecil/sempit 				besar/luas</a:t>
            </a:r>
            <a:endParaRPr sz="4000" b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6" name="Google Shape;430;p37"/>
          <p:cNvSpPr txBox="1"/>
          <p:nvPr/>
        </p:nvSpPr>
        <p:spPr>
          <a:xfrm>
            <a:off x="849768" y="163578"/>
            <a:ext cx="10186800" cy="81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Anda lebih suka rumah besar atau kecil?</a:t>
            </a:r>
            <a:endParaRPr sz="3200" b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  <p:extLst>
      <p:ext uri="{BB962C8B-B14F-4D97-AF65-F5344CB8AC3E}">
        <p14:creationId xmlns:p14="http://schemas.microsoft.com/office/powerpoint/2010/main" val="2875340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134" y="2169784"/>
            <a:ext cx="5536767" cy="310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3168" y="2139685"/>
            <a:ext cx="4753033" cy="31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8"/>
          <p:cNvSpPr txBox="1"/>
          <p:nvPr/>
        </p:nvSpPr>
        <p:spPr>
          <a:xfrm>
            <a:off x="1002600" y="5471900"/>
            <a:ext cx="101868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40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kotor 							bersih</a:t>
            </a:r>
            <a:endParaRPr sz="4000" b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6" name="Google Shape;427;p37"/>
          <p:cNvSpPr txBox="1"/>
          <p:nvPr/>
        </p:nvSpPr>
        <p:spPr>
          <a:xfrm>
            <a:off x="599333" y="888800"/>
            <a:ext cx="10992031" cy="81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Lebih suka </a:t>
            </a:r>
            <a:r>
              <a:rPr lang="en" sz="2800" b="1" i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(like this more)</a:t>
            </a:r>
            <a:r>
              <a:rPr lang="en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 ………. </a:t>
            </a:r>
            <a:r>
              <a:rPr lang="en-US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D</a:t>
            </a:r>
            <a:r>
              <a:rPr lang="en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aripada </a:t>
            </a:r>
            <a:r>
              <a:rPr lang="en" sz="2800" b="1" i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(than)</a:t>
            </a:r>
            <a:r>
              <a:rPr lang="en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 ……….</a:t>
            </a:r>
            <a:endParaRPr sz="3200" b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  <p:extLst>
      <p:ext uri="{BB962C8B-B14F-4D97-AF65-F5344CB8AC3E}">
        <p14:creationId xmlns:p14="http://schemas.microsoft.com/office/powerpoint/2010/main" val="1474366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9"/>
          <p:cNvSpPr txBox="1"/>
          <p:nvPr/>
        </p:nvSpPr>
        <p:spPr>
          <a:xfrm>
            <a:off x="1002600" y="888800"/>
            <a:ext cx="101868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40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Lebih suka ………. daripada ……….</a:t>
            </a:r>
            <a:endParaRPr sz="4000" b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444" name="Google Shape;4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200" y="2139701"/>
            <a:ext cx="5237099" cy="3535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0501" y="2191181"/>
            <a:ext cx="5903033" cy="3483553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9"/>
          <p:cNvSpPr txBox="1"/>
          <p:nvPr/>
        </p:nvSpPr>
        <p:spPr>
          <a:xfrm>
            <a:off x="1002600" y="5674734"/>
            <a:ext cx="10186800" cy="81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Tidak ada taman 				ada tama</a:t>
            </a:r>
            <a:r>
              <a:rPr lang="en-ID" sz="32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n</a:t>
            </a:r>
            <a:endParaRPr sz="3200" b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  <p:extLst>
      <p:ext uri="{BB962C8B-B14F-4D97-AF65-F5344CB8AC3E}">
        <p14:creationId xmlns:p14="http://schemas.microsoft.com/office/powerpoint/2010/main" val="155149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0"/>
          <p:cNvSpPr txBox="1"/>
          <p:nvPr/>
        </p:nvSpPr>
        <p:spPr>
          <a:xfrm>
            <a:off x="1002600" y="508434"/>
            <a:ext cx="101868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4000" b="1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Lebih suka ………. daripada ……….</a:t>
            </a:r>
            <a:endParaRPr sz="4000" b="1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452" name="Google Shape;452;p40"/>
          <p:cNvPicPr preferRelativeResize="0"/>
          <p:nvPr/>
        </p:nvPicPr>
        <p:blipFill rotWithShape="1">
          <a:blip r:embed="rId3">
            <a:alphaModFix/>
          </a:blip>
          <a:srcRect b="7791"/>
          <a:stretch/>
        </p:blipFill>
        <p:spPr>
          <a:xfrm>
            <a:off x="1736168" y="1619734"/>
            <a:ext cx="3314633" cy="3820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0"/>
          <p:cNvPicPr preferRelativeResize="0"/>
          <p:nvPr/>
        </p:nvPicPr>
        <p:blipFill rotWithShape="1">
          <a:blip r:embed="rId4">
            <a:alphaModFix/>
          </a:blip>
          <a:srcRect b="21960"/>
          <a:stretch/>
        </p:blipFill>
        <p:spPr>
          <a:xfrm>
            <a:off x="5254000" y="1573634"/>
            <a:ext cx="5811000" cy="3820567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0"/>
          <p:cNvSpPr txBox="1"/>
          <p:nvPr/>
        </p:nvSpPr>
        <p:spPr>
          <a:xfrm>
            <a:off x="1002600" y="5471900"/>
            <a:ext cx="10186800" cy="88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3600" b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tinggi 			rendah</a:t>
            </a:r>
            <a:endParaRPr sz="3600" b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  <p:extLst>
      <p:ext uri="{BB962C8B-B14F-4D97-AF65-F5344CB8AC3E}">
        <p14:creationId xmlns:p14="http://schemas.microsoft.com/office/powerpoint/2010/main" val="3713005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41"/>
          <p:cNvGrpSpPr/>
          <p:nvPr/>
        </p:nvGrpSpPr>
        <p:grpSpPr>
          <a:xfrm flipH="1">
            <a:off x="11130406" y="5990245"/>
            <a:ext cx="888109" cy="716668"/>
            <a:chOff x="7514750" y="4210883"/>
            <a:chExt cx="953999" cy="769838"/>
          </a:xfrm>
        </p:grpSpPr>
        <p:sp>
          <p:nvSpPr>
            <p:cNvPr id="460" name="Google Shape;460;p41"/>
            <p:cNvSpPr/>
            <p:nvPr/>
          </p:nvSpPr>
          <p:spPr>
            <a:xfrm>
              <a:off x="8024561" y="4469182"/>
              <a:ext cx="243136" cy="460933"/>
            </a:xfrm>
            <a:custGeom>
              <a:avLst/>
              <a:gdLst/>
              <a:ahLst/>
              <a:cxnLst/>
              <a:rect l="l" t="t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1" name="Google Shape;461;p41"/>
            <p:cNvSpPr/>
            <p:nvPr/>
          </p:nvSpPr>
          <p:spPr>
            <a:xfrm>
              <a:off x="7780773" y="4269286"/>
              <a:ext cx="284790" cy="657651"/>
            </a:xfrm>
            <a:custGeom>
              <a:avLst/>
              <a:gdLst/>
              <a:ahLst/>
              <a:cxnLst/>
              <a:rect l="l" t="t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2" name="Google Shape;462;p41"/>
            <p:cNvSpPr/>
            <p:nvPr/>
          </p:nvSpPr>
          <p:spPr>
            <a:xfrm>
              <a:off x="8003842" y="4210883"/>
              <a:ext cx="185889" cy="717641"/>
            </a:xfrm>
            <a:custGeom>
              <a:avLst/>
              <a:gdLst/>
              <a:ahLst/>
              <a:cxnLst/>
              <a:rect l="l" t="t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3" name="Google Shape;463;p41"/>
            <p:cNvSpPr/>
            <p:nvPr/>
          </p:nvSpPr>
          <p:spPr>
            <a:xfrm>
              <a:off x="7731322" y="4624175"/>
              <a:ext cx="309839" cy="312799"/>
            </a:xfrm>
            <a:custGeom>
              <a:avLst/>
              <a:gdLst/>
              <a:ahLst/>
              <a:cxnLst/>
              <a:rect l="l" t="t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4" name="Google Shape;464;p41"/>
            <p:cNvSpPr/>
            <p:nvPr/>
          </p:nvSpPr>
          <p:spPr>
            <a:xfrm>
              <a:off x="7514750" y="4638613"/>
              <a:ext cx="106264" cy="330053"/>
            </a:xfrm>
            <a:custGeom>
              <a:avLst/>
              <a:gdLst/>
              <a:ahLst/>
              <a:cxnLst/>
              <a:rect l="l" t="t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5" name="Google Shape;465;p41"/>
            <p:cNvSpPr/>
            <p:nvPr/>
          </p:nvSpPr>
          <p:spPr>
            <a:xfrm>
              <a:off x="8176666" y="4630600"/>
              <a:ext cx="145607" cy="350122"/>
            </a:xfrm>
            <a:custGeom>
              <a:avLst/>
              <a:gdLst/>
              <a:ahLst/>
              <a:cxnLst/>
              <a:rect l="l" t="t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6" name="Google Shape;466;p41"/>
            <p:cNvSpPr/>
            <p:nvPr/>
          </p:nvSpPr>
          <p:spPr>
            <a:xfrm>
              <a:off x="8367683" y="4462179"/>
              <a:ext cx="101066" cy="466203"/>
            </a:xfrm>
            <a:custGeom>
              <a:avLst/>
              <a:gdLst/>
              <a:ahLst/>
              <a:cxnLst/>
              <a:rect l="l" t="t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67" name="Google Shape;467;p41"/>
          <p:cNvGrpSpPr/>
          <p:nvPr/>
        </p:nvGrpSpPr>
        <p:grpSpPr>
          <a:xfrm flipH="1">
            <a:off x="7566042" y="47394"/>
            <a:ext cx="588172" cy="587249"/>
            <a:chOff x="5721625" y="4984150"/>
            <a:chExt cx="196950" cy="196650"/>
          </a:xfrm>
        </p:grpSpPr>
        <p:sp>
          <p:nvSpPr>
            <p:cNvPr id="468" name="Google Shape;468;p41"/>
            <p:cNvSpPr/>
            <p:nvPr/>
          </p:nvSpPr>
          <p:spPr>
            <a:xfrm>
              <a:off x="5847225" y="4984150"/>
              <a:ext cx="22325" cy="185825"/>
            </a:xfrm>
            <a:custGeom>
              <a:avLst/>
              <a:gdLst/>
              <a:ahLst/>
              <a:cxnLst/>
              <a:rect l="l" t="t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9" name="Google Shape;469;p41"/>
            <p:cNvSpPr/>
            <p:nvPr/>
          </p:nvSpPr>
          <p:spPr>
            <a:xfrm>
              <a:off x="5787275" y="4985750"/>
              <a:ext cx="50100" cy="186200"/>
            </a:xfrm>
            <a:custGeom>
              <a:avLst/>
              <a:gdLst/>
              <a:ahLst/>
              <a:cxnLst/>
              <a:rect l="l" t="t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0" name="Google Shape;470;p41"/>
            <p:cNvSpPr/>
            <p:nvPr/>
          </p:nvSpPr>
          <p:spPr>
            <a:xfrm>
              <a:off x="5777075" y="5069900"/>
              <a:ext cx="24950" cy="110900"/>
            </a:xfrm>
            <a:custGeom>
              <a:avLst/>
              <a:gdLst/>
              <a:ahLst/>
              <a:cxnLst/>
              <a:rect l="l" t="t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1" name="Google Shape;471;p41"/>
            <p:cNvSpPr/>
            <p:nvPr/>
          </p:nvSpPr>
          <p:spPr>
            <a:xfrm>
              <a:off x="5721625" y="5011325"/>
              <a:ext cx="47775" cy="157175"/>
            </a:xfrm>
            <a:custGeom>
              <a:avLst/>
              <a:gdLst/>
              <a:ahLst/>
              <a:cxnLst/>
              <a:rect l="l" t="t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2" name="Google Shape;472;p41"/>
            <p:cNvSpPr/>
            <p:nvPr/>
          </p:nvSpPr>
          <p:spPr>
            <a:xfrm>
              <a:off x="5877750" y="5044825"/>
              <a:ext cx="40825" cy="129000"/>
            </a:xfrm>
            <a:custGeom>
              <a:avLst/>
              <a:gdLst/>
              <a:ahLst/>
              <a:cxnLst/>
              <a:rect l="l" t="t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73" name="Google Shape;473;p41"/>
          <p:cNvSpPr txBox="1"/>
          <p:nvPr/>
        </p:nvSpPr>
        <p:spPr>
          <a:xfrm>
            <a:off x="288891" y="936755"/>
            <a:ext cx="2953737" cy="594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1333"/>
              </a:spcBef>
            </a:pPr>
            <a:r>
              <a:rPr lang="en" sz="2000" dirty="0">
                <a:solidFill>
                  <a:schemeClr val="hlink"/>
                </a:solidFill>
              </a:rPr>
              <a:t>•</a:t>
            </a:r>
            <a:r>
              <a:rPr lang="en" sz="2000" b="1" dirty="0">
                <a:solidFill>
                  <a:srgbClr val="FF0000"/>
                </a:solidFill>
              </a:rPr>
              <a:t>Di sebelah kiri (</a:t>
            </a:r>
            <a:r>
              <a:rPr lang="en-ID" sz="2000" b="1" dirty="0">
                <a:solidFill>
                  <a:srgbClr val="FF0000"/>
                </a:solidFill>
              </a:rPr>
              <a:t>left)</a:t>
            </a:r>
            <a:endParaRPr sz="2000" b="1" dirty="0">
              <a:solidFill>
                <a:srgbClr val="FF0000"/>
              </a:solidFill>
            </a:endParaRPr>
          </a:p>
          <a:p>
            <a:pPr>
              <a:spcBef>
                <a:spcPts val="1333"/>
              </a:spcBef>
            </a:pPr>
            <a:r>
              <a:rPr lang="en" sz="2000" b="1" dirty="0">
                <a:solidFill>
                  <a:schemeClr val="hlink"/>
                </a:solidFill>
              </a:rPr>
              <a:t>•</a:t>
            </a:r>
            <a:r>
              <a:rPr lang="en" sz="2000" b="1" dirty="0">
                <a:solidFill>
                  <a:srgbClr val="FF0000"/>
                </a:solidFill>
              </a:rPr>
              <a:t>Di sebelah kanan (</a:t>
            </a:r>
            <a:r>
              <a:rPr lang="en-ID" sz="2000" b="1" dirty="0">
                <a:solidFill>
                  <a:srgbClr val="FF0000"/>
                </a:solidFill>
              </a:rPr>
              <a:t>right)</a:t>
            </a:r>
            <a:endParaRPr sz="2000" b="1" dirty="0">
              <a:solidFill>
                <a:srgbClr val="FF0000"/>
              </a:solidFill>
            </a:endParaRPr>
          </a:p>
          <a:p>
            <a:pPr>
              <a:spcBef>
                <a:spcPts val="1333"/>
              </a:spcBef>
            </a:pPr>
            <a:r>
              <a:rPr lang="en" sz="2000" b="1" dirty="0">
                <a:solidFill>
                  <a:schemeClr val="hlink"/>
                </a:solidFill>
              </a:rPr>
              <a:t>•</a:t>
            </a:r>
            <a:r>
              <a:rPr lang="en" sz="2000" b="1" dirty="0">
                <a:solidFill>
                  <a:srgbClr val="FF0000"/>
                </a:solidFill>
              </a:rPr>
              <a:t>Di seberang (across)</a:t>
            </a:r>
            <a:endParaRPr sz="2000" b="1" dirty="0">
              <a:solidFill>
                <a:srgbClr val="FF0000"/>
              </a:solidFill>
            </a:endParaRPr>
          </a:p>
          <a:p>
            <a:pPr>
              <a:spcBef>
                <a:spcPts val="1333"/>
              </a:spcBef>
            </a:pPr>
            <a:r>
              <a:rPr lang="en" sz="2000" b="1" dirty="0">
                <a:solidFill>
                  <a:schemeClr val="hlink"/>
                </a:solidFill>
              </a:rPr>
              <a:t>•</a:t>
            </a:r>
            <a:r>
              <a:rPr lang="en" sz="2000" b="1" dirty="0">
                <a:solidFill>
                  <a:srgbClr val="FF0000"/>
                </a:solidFill>
              </a:rPr>
              <a:t>Di depan</a:t>
            </a:r>
            <a:endParaRPr sz="2000" b="1" dirty="0">
              <a:solidFill>
                <a:srgbClr val="FF0000"/>
              </a:solidFill>
            </a:endParaRPr>
          </a:p>
          <a:p>
            <a:pPr>
              <a:spcBef>
                <a:spcPts val="1333"/>
              </a:spcBef>
            </a:pPr>
            <a:r>
              <a:rPr lang="en" sz="2000" b="1" dirty="0">
                <a:solidFill>
                  <a:schemeClr val="hlink"/>
                </a:solidFill>
              </a:rPr>
              <a:t>•</a:t>
            </a:r>
            <a:r>
              <a:rPr lang="en" sz="2000" b="1" dirty="0">
                <a:solidFill>
                  <a:srgbClr val="FF0000"/>
                </a:solidFill>
              </a:rPr>
              <a:t>Di belakang (</a:t>
            </a:r>
            <a:r>
              <a:rPr lang="en-ID" sz="2000" b="1" dirty="0">
                <a:solidFill>
                  <a:srgbClr val="FF0000"/>
                </a:solidFill>
              </a:rPr>
              <a:t>behind)</a:t>
            </a:r>
            <a:endParaRPr sz="2000" b="1" dirty="0">
              <a:solidFill>
                <a:srgbClr val="FF0000"/>
              </a:solidFill>
            </a:endParaRPr>
          </a:p>
          <a:p>
            <a:pPr>
              <a:spcBef>
                <a:spcPts val="1333"/>
              </a:spcBef>
            </a:pPr>
            <a:r>
              <a:rPr lang="en" sz="2000" b="1" dirty="0">
                <a:solidFill>
                  <a:schemeClr val="hlink"/>
                </a:solidFill>
              </a:rPr>
              <a:t>•</a:t>
            </a:r>
            <a:r>
              <a:rPr lang="en" sz="2000" b="1" dirty="0">
                <a:solidFill>
                  <a:srgbClr val="FF0000"/>
                </a:solidFill>
              </a:rPr>
              <a:t>Di samping</a:t>
            </a:r>
            <a:endParaRPr sz="2000" b="1" dirty="0">
              <a:solidFill>
                <a:srgbClr val="FF0000"/>
              </a:solidFill>
            </a:endParaRPr>
          </a:p>
          <a:p>
            <a:pPr>
              <a:spcBef>
                <a:spcPts val="1333"/>
              </a:spcBef>
            </a:pPr>
            <a:r>
              <a:rPr lang="en" sz="2000" b="1" dirty="0">
                <a:solidFill>
                  <a:schemeClr val="hlink"/>
                </a:solidFill>
              </a:rPr>
              <a:t>•</a:t>
            </a:r>
            <a:r>
              <a:rPr lang="en" sz="2000" b="1" dirty="0">
                <a:solidFill>
                  <a:srgbClr val="FF0000"/>
                </a:solidFill>
              </a:rPr>
              <a:t>Di atas</a:t>
            </a:r>
            <a:endParaRPr sz="2000" b="1" dirty="0">
              <a:solidFill>
                <a:srgbClr val="FF0000"/>
              </a:solidFill>
            </a:endParaRPr>
          </a:p>
          <a:p>
            <a:pPr>
              <a:spcBef>
                <a:spcPts val="1333"/>
              </a:spcBef>
            </a:pPr>
            <a:r>
              <a:rPr lang="en" sz="2000" b="1" dirty="0">
                <a:solidFill>
                  <a:schemeClr val="hlink"/>
                </a:solidFill>
              </a:rPr>
              <a:t>•</a:t>
            </a:r>
            <a:r>
              <a:rPr lang="en" sz="2000" b="1" dirty="0">
                <a:solidFill>
                  <a:srgbClr val="FF0000"/>
                </a:solidFill>
              </a:rPr>
              <a:t>Di bawah</a:t>
            </a:r>
            <a:endParaRPr sz="2000" b="1" dirty="0">
              <a:solidFill>
                <a:srgbClr val="FF0000"/>
              </a:solidFill>
            </a:endParaRPr>
          </a:p>
          <a:p>
            <a:pPr>
              <a:spcBef>
                <a:spcPts val="1333"/>
              </a:spcBef>
            </a:pPr>
            <a:r>
              <a:rPr lang="en" sz="2000" b="1" dirty="0">
                <a:solidFill>
                  <a:schemeClr val="hlink"/>
                </a:solidFill>
              </a:rPr>
              <a:t>•</a:t>
            </a:r>
            <a:r>
              <a:rPr lang="en" sz="2000" b="1" dirty="0">
                <a:solidFill>
                  <a:srgbClr val="FF0000"/>
                </a:solidFill>
              </a:rPr>
              <a:t>Di dalam (inside)</a:t>
            </a:r>
            <a:endParaRPr sz="2000" b="1" dirty="0">
              <a:solidFill>
                <a:srgbClr val="FF0000"/>
              </a:solidFill>
            </a:endParaRPr>
          </a:p>
          <a:p>
            <a:pPr>
              <a:spcBef>
                <a:spcPts val="1333"/>
              </a:spcBef>
            </a:pPr>
            <a:r>
              <a:rPr lang="en" sz="2000" b="1" dirty="0">
                <a:solidFill>
                  <a:schemeClr val="hlink"/>
                </a:solidFill>
              </a:rPr>
              <a:t>•</a:t>
            </a:r>
            <a:r>
              <a:rPr lang="en" sz="2000" b="1" dirty="0">
                <a:solidFill>
                  <a:srgbClr val="FF0000"/>
                </a:solidFill>
              </a:rPr>
              <a:t>Di luar (outside)</a:t>
            </a:r>
            <a:endParaRPr sz="2000" b="1" dirty="0">
              <a:solidFill>
                <a:srgbClr val="FF0000"/>
              </a:solidFill>
            </a:endParaRPr>
          </a:p>
          <a:p>
            <a:pPr>
              <a:spcBef>
                <a:spcPts val="1333"/>
              </a:spcBef>
            </a:pPr>
            <a:r>
              <a:rPr lang="en" sz="2000" b="1" dirty="0">
                <a:solidFill>
                  <a:schemeClr val="hlink"/>
                </a:solidFill>
              </a:rPr>
              <a:t>•</a:t>
            </a:r>
            <a:r>
              <a:rPr lang="en" sz="2000" b="1" dirty="0">
                <a:solidFill>
                  <a:srgbClr val="FF0000"/>
                </a:solidFill>
              </a:rPr>
              <a:t>Di pojok (corner)</a:t>
            </a:r>
          </a:p>
          <a:p>
            <a:pPr>
              <a:spcBef>
                <a:spcPts val="1333"/>
              </a:spcBef>
            </a:pPr>
            <a:r>
              <a:rPr lang="en-ID" sz="2000" b="1" dirty="0">
                <a:solidFill>
                  <a:srgbClr val="FF0000"/>
                </a:solidFill>
              </a:rPr>
              <a:t>D</a:t>
            </a:r>
            <a:r>
              <a:rPr lang="en" sz="2000" b="1" dirty="0">
                <a:solidFill>
                  <a:srgbClr val="FF0000"/>
                </a:solidFill>
              </a:rPr>
              <a:t>i </a:t>
            </a:r>
            <a:r>
              <a:rPr lang="en-ID" sz="2000" b="1" dirty="0" err="1">
                <a:solidFill>
                  <a:srgbClr val="FF0000"/>
                </a:solidFill>
              </a:rPr>
              <a:t>antara</a:t>
            </a:r>
            <a:r>
              <a:rPr lang="en-ID" sz="2000" b="1" dirty="0">
                <a:solidFill>
                  <a:srgbClr val="FF0000"/>
                </a:solidFill>
              </a:rPr>
              <a:t> (between)</a:t>
            </a:r>
            <a:endParaRPr sz="2000" b="1" dirty="0">
              <a:solidFill>
                <a:srgbClr val="FF0000"/>
              </a:solidFill>
            </a:endParaRPr>
          </a:p>
        </p:txBody>
      </p:sp>
      <p:pic>
        <p:nvPicPr>
          <p:cNvPr id="475" name="Google Shape;47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184" y="1114276"/>
            <a:ext cx="9043816" cy="5743724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1"/>
          <p:cNvSpPr txBox="1"/>
          <p:nvPr/>
        </p:nvSpPr>
        <p:spPr>
          <a:xfrm>
            <a:off x="4613506" y="1911079"/>
            <a:ext cx="15676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333" b="1" dirty="0">
                <a:solidFill>
                  <a:schemeClr val="lt1"/>
                </a:solidFill>
              </a:rPr>
              <a:t>Warung kopi</a:t>
            </a:r>
            <a:endParaRPr sz="1333" b="1" dirty="0">
              <a:solidFill>
                <a:schemeClr val="lt1"/>
              </a:solidFill>
            </a:endParaRPr>
          </a:p>
        </p:txBody>
      </p:sp>
      <p:sp>
        <p:nvSpPr>
          <p:cNvPr id="477" name="Google Shape;477;p41"/>
          <p:cNvSpPr txBox="1"/>
          <p:nvPr/>
        </p:nvSpPr>
        <p:spPr>
          <a:xfrm>
            <a:off x="5902494" y="1911079"/>
            <a:ext cx="1567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b="1" dirty="0">
                <a:solidFill>
                  <a:schemeClr val="lt1"/>
                </a:solidFill>
              </a:rPr>
              <a:t>Rumah </a:t>
            </a:r>
            <a:r>
              <a:rPr lang="en-ID" sz="1600" b="1" dirty="0">
                <a:solidFill>
                  <a:schemeClr val="lt1"/>
                </a:solidFill>
              </a:rPr>
              <a:t>Rune</a:t>
            </a:r>
            <a:endParaRPr sz="1600" b="1" dirty="0">
              <a:solidFill>
                <a:schemeClr val="lt1"/>
              </a:solidFill>
            </a:endParaRPr>
          </a:p>
        </p:txBody>
      </p:sp>
      <p:sp>
        <p:nvSpPr>
          <p:cNvPr id="478" name="Google Shape;478;p41"/>
          <p:cNvSpPr txBox="1"/>
          <p:nvPr/>
        </p:nvSpPr>
        <p:spPr>
          <a:xfrm>
            <a:off x="8154214" y="2523869"/>
            <a:ext cx="1669724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b="1" dirty="0">
                <a:solidFill>
                  <a:schemeClr val="lt1"/>
                </a:solidFill>
              </a:rPr>
              <a:t>Rumah </a:t>
            </a:r>
            <a:r>
              <a:rPr lang="en-ID" sz="1600" b="1" dirty="0">
                <a:solidFill>
                  <a:schemeClr val="lt1"/>
                </a:solidFill>
              </a:rPr>
              <a:t>Cas</a:t>
            </a:r>
            <a:endParaRPr sz="1600" b="1" dirty="0">
              <a:solidFill>
                <a:schemeClr val="lt1"/>
              </a:solidFill>
            </a:endParaRPr>
          </a:p>
        </p:txBody>
      </p:sp>
      <p:sp>
        <p:nvSpPr>
          <p:cNvPr id="479" name="Google Shape;479;p41"/>
          <p:cNvSpPr txBox="1"/>
          <p:nvPr/>
        </p:nvSpPr>
        <p:spPr>
          <a:xfrm>
            <a:off x="3148184" y="6295860"/>
            <a:ext cx="17992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b="1" dirty="0">
                <a:solidFill>
                  <a:schemeClr val="lt1"/>
                </a:solidFill>
              </a:rPr>
              <a:t>Taman</a:t>
            </a:r>
            <a:endParaRPr sz="1600" b="1" dirty="0">
              <a:solidFill>
                <a:schemeClr val="dk1"/>
              </a:solidFill>
            </a:endParaRPr>
          </a:p>
        </p:txBody>
      </p:sp>
      <p:sp>
        <p:nvSpPr>
          <p:cNvPr id="480" name="Google Shape;480;p41"/>
          <p:cNvSpPr txBox="1"/>
          <p:nvPr/>
        </p:nvSpPr>
        <p:spPr>
          <a:xfrm>
            <a:off x="8720804" y="1460064"/>
            <a:ext cx="15036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333" b="1" dirty="0">
                <a:solidFill>
                  <a:schemeClr val="lt1"/>
                </a:solidFill>
              </a:rPr>
              <a:t>Rumah </a:t>
            </a:r>
            <a:r>
              <a:rPr lang="en-ID" sz="1333" b="1" dirty="0">
                <a:solidFill>
                  <a:schemeClr val="lt1"/>
                </a:solidFill>
              </a:rPr>
              <a:t>Arthur</a:t>
            </a:r>
            <a:endParaRPr sz="1333" b="1" dirty="0">
              <a:solidFill>
                <a:schemeClr val="lt1"/>
              </a:solidFill>
            </a:endParaRPr>
          </a:p>
        </p:txBody>
      </p:sp>
      <p:sp>
        <p:nvSpPr>
          <p:cNvPr id="481" name="Google Shape;481;p41"/>
          <p:cNvSpPr txBox="1"/>
          <p:nvPr/>
        </p:nvSpPr>
        <p:spPr>
          <a:xfrm>
            <a:off x="6286828" y="1178861"/>
            <a:ext cx="1423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b="1" dirty="0">
                <a:solidFill>
                  <a:schemeClr val="lt1"/>
                </a:solidFill>
              </a:rPr>
              <a:t>sekolah</a:t>
            </a:r>
            <a:endParaRPr sz="1600" b="1" dirty="0">
              <a:solidFill>
                <a:schemeClr val="l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95324"/>
            <a:ext cx="12192000" cy="1066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err="1"/>
              <a:t>Arah</a:t>
            </a:r>
            <a:r>
              <a:rPr lang="en-US" sz="4800" dirty="0"/>
              <a:t> </a:t>
            </a:r>
            <a:r>
              <a:rPr lang="en-US" sz="4800" dirty="0" err="1"/>
              <a:t>dan</a:t>
            </a:r>
            <a:r>
              <a:rPr lang="en-US" sz="4800" dirty="0"/>
              <a:t> </a:t>
            </a:r>
            <a:r>
              <a:rPr lang="en-US" sz="4800" dirty="0" err="1"/>
              <a:t>Lokasi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406879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7892" y="107578"/>
            <a:ext cx="7745190" cy="32945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2800" dirty="0">
                <a:solidFill>
                  <a:schemeClr val="tx1"/>
                </a:solidFill>
              </a:rPr>
              <a:t>To ask about location you can use:</a:t>
            </a:r>
            <a:endParaRPr lang="sv-SE" sz="2800" i="1" dirty="0">
              <a:solidFill>
                <a:schemeClr val="tx1"/>
              </a:solidFill>
            </a:endParaRPr>
          </a:p>
          <a:p>
            <a:r>
              <a:rPr lang="sv-SE" sz="3200" b="1" dirty="0">
                <a:solidFill>
                  <a:schemeClr val="tx1"/>
                </a:solidFill>
              </a:rPr>
              <a:t>di mana</a:t>
            </a:r>
            <a:r>
              <a:rPr lang="sv-SE" sz="3200" dirty="0">
                <a:solidFill>
                  <a:schemeClr val="tx1"/>
                </a:solidFill>
              </a:rPr>
              <a:t> atau </a:t>
            </a:r>
            <a:r>
              <a:rPr lang="sv-SE" sz="3200" b="1" dirty="0">
                <a:solidFill>
                  <a:schemeClr val="tx1"/>
                </a:solidFill>
              </a:rPr>
              <a:t>di sebelah mana</a:t>
            </a:r>
            <a:r>
              <a:rPr lang="sv-SE" sz="2800" dirty="0">
                <a:solidFill>
                  <a:schemeClr val="tx1"/>
                </a:solidFill>
              </a:rPr>
              <a:t>. 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Contoh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</a:p>
          <a:p>
            <a:r>
              <a:rPr lang="it-IT" sz="2800" dirty="0">
                <a:solidFill>
                  <a:schemeClr val="tx1"/>
                </a:solidFill>
              </a:rPr>
              <a:t>1. </a:t>
            </a:r>
            <a:r>
              <a:rPr lang="it-IT" sz="2800" i="1" dirty="0">
                <a:solidFill>
                  <a:schemeClr val="tx1"/>
                </a:solidFill>
              </a:rPr>
              <a:t>Di mana </a:t>
            </a:r>
            <a:r>
              <a:rPr lang="it-IT" sz="2800" dirty="0">
                <a:solidFill>
                  <a:schemeClr val="tx1"/>
                </a:solidFill>
              </a:rPr>
              <a:t>letak/posisi/lokasi ... ? </a:t>
            </a:r>
          </a:p>
          <a:p>
            <a:r>
              <a:rPr lang="it-IT" sz="2800" dirty="0">
                <a:solidFill>
                  <a:schemeClr val="tx1"/>
                </a:solidFill>
              </a:rPr>
              <a:t>2. Lokasi ... </a:t>
            </a:r>
            <a:r>
              <a:rPr lang="it-IT" sz="2800" i="1" dirty="0">
                <a:solidFill>
                  <a:schemeClr val="tx1"/>
                </a:solidFill>
              </a:rPr>
              <a:t>di mana</a:t>
            </a:r>
            <a:r>
              <a:rPr lang="it-IT" sz="2800" dirty="0">
                <a:solidFill>
                  <a:schemeClr val="tx1"/>
                </a:solidFill>
              </a:rPr>
              <a:t>? </a:t>
            </a:r>
          </a:p>
          <a:p>
            <a:r>
              <a:rPr lang="it-IT" sz="2800" dirty="0">
                <a:solidFill>
                  <a:schemeClr val="tx1"/>
                </a:solidFill>
              </a:rPr>
              <a:t>3. Lokasi ... </a:t>
            </a:r>
            <a:r>
              <a:rPr lang="it-IT" sz="2800" i="1" dirty="0">
                <a:solidFill>
                  <a:schemeClr val="tx1"/>
                </a:solidFill>
              </a:rPr>
              <a:t>di sebelah mana</a:t>
            </a:r>
            <a:r>
              <a:rPr lang="it-IT" sz="2800" dirty="0">
                <a:solidFill>
                  <a:schemeClr val="tx1"/>
                </a:solidFill>
              </a:rPr>
              <a:t>? </a:t>
            </a:r>
          </a:p>
          <a:p>
            <a:r>
              <a:rPr lang="it-IT" sz="2800" dirty="0">
                <a:solidFill>
                  <a:schemeClr val="tx1"/>
                </a:solidFill>
              </a:rPr>
              <a:t>4. Di mana lokasi ...?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9246" y="3724835"/>
            <a:ext cx="7745190" cy="2770092"/>
          </a:xfrm>
          <a:prstGeom prst="roundRect">
            <a:avLst/>
          </a:prstGeom>
          <a:solidFill>
            <a:srgbClr val="FFFF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2800" b="1" dirty="0">
                <a:solidFill>
                  <a:schemeClr val="tx1"/>
                </a:solidFill>
              </a:rPr>
              <a:t>Contoh :</a:t>
            </a:r>
          </a:p>
          <a:p>
            <a:pPr marL="514350" indent="-514350">
              <a:buAutoNum type="arabicPeriod"/>
            </a:pPr>
            <a:r>
              <a:rPr lang="it-IT" sz="2800" b="1" dirty="0">
                <a:solidFill>
                  <a:schemeClr val="tx1"/>
                </a:solidFill>
              </a:rPr>
              <a:t>Di mana lokasi</a:t>
            </a:r>
            <a:r>
              <a:rPr lang="it-IT" sz="2800" dirty="0">
                <a:solidFill>
                  <a:schemeClr val="tx1"/>
                </a:solidFill>
              </a:rPr>
              <a:t> rumahmu?</a:t>
            </a:r>
          </a:p>
          <a:p>
            <a:pPr marL="514350" indent="-514350">
              <a:buAutoNum type="arabicPeriod"/>
            </a:pPr>
            <a:r>
              <a:rPr lang="it-IT" sz="2800" b="1" dirty="0">
                <a:solidFill>
                  <a:schemeClr val="tx1"/>
                </a:solidFill>
              </a:rPr>
              <a:t>Lokasi</a:t>
            </a:r>
            <a:r>
              <a:rPr lang="it-IT" sz="2800" dirty="0">
                <a:solidFill>
                  <a:schemeClr val="tx1"/>
                </a:solidFill>
              </a:rPr>
              <a:t> sekolah </a:t>
            </a:r>
            <a:r>
              <a:rPr lang="it-IT" sz="2800" b="1" dirty="0">
                <a:solidFill>
                  <a:schemeClr val="tx1"/>
                </a:solidFill>
              </a:rPr>
              <a:t>di mana?</a:t>
            </a:r>
            <a:endParaRPr lang="it-IT" sz="2800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it-IT" sz="2800" b="1" dirty="0">
                <a:solidFill>
                  <a:schemeClr val="tx1"/>
                </a:solidFill>
              </a:rPr>
              <a:t>Lokasi</a:t>
            </a:r>
            <a:r>
              <a:rPr lang="it-IT" sz="2800" dirty="0">
                <a:solidFill>
                  <a:schemeClr val="tx1"/>
                </a:solidFill>
              </a:rPr>
              <a:t> stasiun </a:t>
            </a:r>
            <a:r>
              <a:rPr lang="it-IT" sz="2800" b="1" dirty="0">
                <a:solidFill>
                  <a:schemeClr val="tx1"/>
                </a:solidFill>
              </a:rPr>
              <a:t>di sebelah mana</a:t>
            </a:r>
            <a:r>
              <a:rPr lang="it-IT" sz="2800" dirty="0">
                <a:solidFill>
                  <a:schemeClr val="tx1"/>
                </a:solidFill>
              </a:rPr>
              <a:t>?</a:t>
            </a:r>
          </a:p>
          <a:p>
            <a:pPr marL="514350" indent="-514350">
              <a:buFontTx/>
              <a:buAutoNum type="arabicPeriod"/>
            </a:pPr>
            <a:r>
              <a:rPr lang="it-IT" sz="2800" b="1" dirty="0">
                <a:solidFill>
                  <a:schemeClr val="tx1"/>
                </a:solidFill>
              </a:rPr>
              <a:t>Di mana lokasi </a:t>
            </a:r>
            <a:r>
              <a:rPr lang="it-IT" sz="2800" dirty="0">
                <a:solidFill>
                  <a:schemeClr val="tx1"/>
                </a:solidFill>
              </a:rPr>
              <a:t>stadion?</a:t>
            </a:r>
          </a:p>
        </p:txBody>
      </p:sp>
    </p:spTree>
    <p:extLst>
      <p:ext uri="{BB962C8B-B14F-4D97-AF65-F5344CB8AC3E}">
        <p14:creationId xmlns:p14="http://schemas.microsoft.com/office/powerpoint/2010/main" val="2149651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1348" y="0"/>
            <a:ext cx="1140758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/>
              <a:t>Alamat</a:t>
            </a:r>
            <a:r>
              <a:rPr lang="en-US" sz="2800" b="1" dirty="0"/>
              <a:t> </a:t>
            </a:r>
            <a:r>
              <a:rPr lang="en-US" sz="2800" b="1" dirty="0" err="1"/>
              <a:t>Rumah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Fred		: Hai </a:t>
            </a:r>
            <a:r>
              <a:rPr lang="en-US" sz="2800" dirty="0" err="1"/>
              <a:t>Dimo</a:t>
            </a:r>
            <a:r>
              <a:rPr lang="en-US" sz="2800" dirty="0"/>
              <a:t>, </a:t>
            </a:r>
            <a:r>
              <a:rPr lang="en-US" sz="2800" dirty="0" err="1"/>
              <a:t>apa</a:t>
            </a:r>
            <a:r>
              <a:rPr lang="en-US" sz="2800" dirty="0"/>
              <a:t> </a:t>
            </a:r>
            <a:r>
              <a:rPr lang="en-US" sz="2800" dirty="0" err="1"/>
              <a:t>kabar</a:t>
            </a:r>
            <a:r>
              <a:rPr lang="en-US" sz="280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Dimo</a:t>
            </a:r>
            <a:r>
              <a:rPr lang="en-US" sz="2800" dirty="0"/>
              <a:t>		: </a:t>
            </a:r>
            <a:r>
              <a:rPr lang="en-US" sz="2800" dirty="0" err="1"/>
              <a:t>Baik</a:t>
            </a:r>
            <a:r>
              <a:rPr lang="en-US" sz="2800" dirty="0"/>
              <a:t> </a:t>
            </a:r>
            <a:r>
              <a:rPr lang="en-US" sz="2800" dirty="0" err="1"/>
              <a:t>terima</a:t>
            </a:r>
            <a:r>
              <a:rPr lang="en-US" sz="2800" dirty="0"/>
              <a:t> </a:t>
            </a:r>
            <a:r>
              <a:rPr lang="en-US" sz="2800" dirty="0" err="1"/>
              <a:t>kasih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Fred		: </a:t>
            </a:r>
            <a:r>
              <a:rPr lang="en-US" sz="2800" b="1" dirty="0"/>
              <a:t>Di mana </a:t>
            </a:r>
            <a:r>
              <a:rPr lang="en-US" sz="2800" b="1" dirty="0" err="1"/>
              <a:t>alamat</a:t>
            </a:r>
            <a:r>
              <a:rPr lang="en-US" sz="2800" b="1" dirty="0"/>
              <a:t> </a:t>
            </a:r>
            <a:r>
              <a:rPr lang="en-US" sz="2800" b="1" dirty="0" err="1"/>
              <a:t>rumahmu</a:t>
            </a:r>
            <a:r>
              <a:rPr lang="en-US" sz="280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Dimo</a:t>
            </a:r>
            <a:r>
              <a:rPr lang="en-US" sz="2800" dirty="0"/>
              <a:t>		: </a:t>
            </a:r>
            <a:r>
              <a:rPr lang="en-US" sz="2800" dirty="0" err="1"/>
              <a:t>Rumahku</a:t>
            </a:r>
            <a:r>
              <a:rPr lang="en-US" sz="2800" dirty="0"/>
              <a:t> di Jalan Mangga no.17 RT.02 RW.01 </a:t>
            </a:r>
            <a:r>
              <a:rPr lang="en-US" sz="2800" dirty="0" err="1"/>
              <a:t>Kelurahan</a:t>
            </a:r>
            <a:r>
              <a:rPr lang="en-US" sz="2800" dirty="0"/>
              <a:t> </a:t>
            </a:r>
            <a:r>
              <a:rPr lang="en-US" sz="2800" dirty="0" err="1"/>
              <a:t>Damai</a:t>
            </a:r>
            <a:r>
              <a:rPr lang="en-US" sz="2800" dirty="0"/>
              <a:t> 		  </a:t>
            </a:r>
            <a:r>
              <a:rPr lang="en-US" sz="2800" dirty="0" err="1"/>
              <a:t>Kecamatan</a:t>
            </a:r>
            <a:r>
              <a:rPr lang="en-US" sz="2800" dirty="0"/>
              <a:t> </a:t>
            </a:r>
            <a:r>
              <a:rPr lang="en-US" sz="2800" dirty="0" err="1"/>
              <a:t>Melati</a:t>
            </a:r>
            <a:r>
              <a:rPr lang="en-US" sz="2800" dirty="0"/>
              <a:t> Kota Bandung </a:t>
            </a:r>
            <a:r>
              <a:rPr lang="en-US" sz="2800" dirty="0" err="1"/>
              <a:t>Provinsi</a:t>
            </a:r>
            <a:r>
              <a:rPr lang="en-US" sz="2800" dirty="0"/>
              <a:t> </a:t>
            </a:r>
            <a:r>
              <a:rPr lang="en-US" sz="2800" dirty="0" err="1"/>
              <a:t>Jawa</a:t>
            </a:r>
            <a:r>
              <a:rPr lang="en-US" sz="2800" dirty="0"/>
              <a:t> Barat.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Fred		: </a:t>
            </a:r>
            <a:r>
              <a:rPr lang="en-US" sz="2800" dirty="0" err="1"/>
              <a:t>Baik</a:t>
            </a:r>
            <a:r>
              <a:rPr lang="en-US" sz="2800" dirty="0"/>
              <a:t> </a:t>
            </a:r>
            <a:r>
              <a:rPr lang="en-US" sz="2800" dirty="0" err="1"/>
              <a:t>terima</a:t>
            </a:r>
            <a:r>
              <a:rPr lang="en-US" sz="2800" dirty="0"/>
              <a:t> </a:t>
            </a:r>
            <a:r>
              <a:rPr lang="en-US" sz="2800" dirty="0" err="1"/>
              <a:t>kasih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Dimo</a:t>
            </a:r>
            <a:r>
              <a:rPr lang="en-US" sz="2800" dirty="0"/>
              <a:t>		: </a:t>
            </a:r>
            <a:r>
              <a:rPr lang="en-US" sz="2800" dirty="0" err="1"/>
              <a:t>Ya</a:t>
            </a:r>
            <a:r>
              <a:rPr lang="en-US" sz="2800" dirty="0"/>
              <a:t>. </a:t>
            </a:r>
            <a:r>
              <a:rPr lang="en-US" sz="2800" dirty="0" err="1"/>
              <a:t>Sama</a:t>
            </a:r>
            <a:r>
              <a:rPr lang="en-US" sz="2800" dirty="0"/>
              <a:t> </a:t>
            </a:r>
            <a:r>
              <a:rPr lang="en-US" sz="2800" dirty="0" err="1"/>
              <a:t>sama</a:t>
            </a:r>
            <a:r>
              <a:rPr lang="en-US" sz="2800" dirty="0"/>
              <a:t>. </a:t>
            </a:r>
          </a:p>
        </p:txBody>
      </p:sp>
      <p:pic>
        <p:nvPicPr>
          <p:cNvPr id="5" name="Picture 2" descr="Asking for Direction (listening practice) - Quizizz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0969" r="-214" b="10095"/>
          <a:stretch/>
        </p:blipFill>
        <p:spPr bwMode="auto">
          <a:xfrm>
            <a:off x="6355976" y="4190568"/>
            <a:ext cx="5836024" cy="266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603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1494556"/>
              </p:ext>
            </p:extLst>
          </p:nvPr>
        </p:nvGraphicFramePr>
        <p:xfrm>
          <a:off x="430307" y="255494"/>
          <a:ext cx="11228295" cy="6585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2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90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Denmark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/>
                        <a:t>Ukuran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1850">
                <a:tc>
                  <a:txBody>
                    <a:bodyPr/>
                    <a:lstStyle/>
                    <a:p>
                      <a:r>
                        <a:rPr lang="en-US" sz="3200" dirty="0"/>
                        <a:t>Country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Negara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Combined of </a:t>
                      </a:r>
                      <a:r>
                        <a:rPr lang="en-US" sz="3200" dirty="0" err="1"/>
                        <a:t>Provinsi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652">
                <a:tc>
                  <a:txBody>
                    <a:bodyPr/>
                    <a:lstStyle/>
                    <a:p>
                      <a:r>
                        <a:rPr lang="en-US" sz="3200" dirty="0"/>
                        <a:t>Province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Provinsi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Combine of Kota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6403">
                <a:tc>
                  <a:txBody>
                    <a:bodyPr/>
                    <a:lstStyle/>
                    <a:p>
                      <a:r>
                        <a:rPr lang="en-US" sz="32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Kota / </a:t>
                      </a:r>
                      <a:r>
                        <a:rPr lang="en-US" sz="3200" dirty="0" err="1"/>
                        <a:t>Kabupaten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Combine of </a:t>
                      </a:r>
                      <a:r>
                        <a:rPr lang="en-US" sz="3200" dirty="0" err="1"/>
                        <a:t>Kecamatan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8778">
                <a:tc>
                  <a:txBody>
                    <a:bodyPr/>
                    <a:lstStyle/>
                    <a:p>
                      <a:r>
                        <a:rPr lang="en-US" sz="3200" dirty="0"/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Kecamatan</a:t>
                      </a:r>
                      <a:r>
                        <a:rPr lang="en-US" sz="3200" dirty="0"/>
                        <a:t> (</a:t>
                      </a:r>
                      <a:r>
                        <a:rPr lang="en-US" sz="3200" dirty="0" err="1"/>
                        <a:t>camat</a:t>
                      </a:r>
                      <a:r>
                        <a:rPr lang="en-US" sz="3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Gabungan</a:t>
                      </a:r>
                      <a:r>
                        <a:rPr lang="en-US" sz="3200" baseline="0" dirty="0"/>
                        <a:t> </a:t>
                      </a:r>
                      <a:r>
                        <a:rPr lang="en-US" sz="3200" baseline="0" dirty="0" err="1"/>
                        <a:t>Kelurahan</a:t>
                      </a:r>
                      <a:r>
                        <a:rPr lang="en-US" sz="3200" baseline="0" dirty="0"/>
                        <a:t> / </a:t>
                      </a:r>
                      <a:r>
                        <a:rPr lang="en-US" sz="3200" baseline="0" dirty="0" err="1"/>
                        <a:t>Desa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6403">
                <a:tc>
                  <a:txBody>
                    <a:bodyPr/>
                    <a:lstStyle/>
                    <a:p>
                      <a:r>
                        <a:rPr lang="en-US" sz="3200" dirty="0"/>
                        <a:t>Sub-district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1" dirty="0" err="1"/>
                        <a:t>Kelurahan</a:t>
                      </a:r>
                      <a:r>
                        <a:rPr lang="en-US" sz="3200" dirty="0"/>
                        <a:t>/</a:t>
                      </a:r>
                      <a:r>
                        <a:rPr lang="en-US" sz="3200" dirty="0" err="1"/>
                        <a:t>Desa</a:t>
                      </a:r>
                      <a:r>
                        <a:rPr lang="en-US" sz="32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Gabungan</a:t>
                      </a:r>
                      <a:r>
                        <a:rPr lang="en-US" sz="3200" dirty="0"/>
                        <a:t> RW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904">
                <a:tc>
                  <a:txBody>
                    <a:bodyPr/>
                    <a:lstStyle/>
                    <a:p>
                      <a:r>
                        <a:rPr lang="en-US" sz="3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Rukun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Warga</a:t>
                      </a:r>
                      <a:r>
                        <a:rPr lang="en-US" sz="3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3-10 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904">
                <a:tc>
                  <a:txBody>
                    <a:bodyPr/>
                    <a:lstStyle/>
                    <a:p>
                      <a:r>
                        <a:rPr lang="en-US" sz="3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Rukun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Tetangga</a:t>
                      </a:r>
                      <a:r>
                        <a:rPr lang="en-US" sz="3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50 – 100 </a:t>
                      </a:r>
                      <a:r>
                        <a:rPr lang="en-US" sz="3200" dirty="0" err="1"/>
                        <a:t>rumah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902388" y="817167"/>
            <a:ext cx="5396753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3600" dirty="0" err="1"/>
              <a:t>Rumahku</a:t>
            </a:r>
            <a:r>
              <a:rPr lang="en-US" sz="3600" dirty="0"/>
              <a:t> di </a:t>
            </a:r>
            <a:r>
              <a:rPr lang="en-US" sz="3600" dirty="0" err="1"/>
              <a:t>jalan</a:t>
            </a:r>
            <a:r>
              <a:rPr lang="en-US" sz="3600" dirty="0"/>
              <a:t> </a:t>
            </a:r>
            <a:r>
              <a:rPr lang="en-US" sz="3600" dirty="0" err="1"/>
              <a:t>lidah</a:t>
            </a:r>
            <a:r>
              <a:rPr lang="en-US" sz="3600" dirty="0"/>
              <a:t> </a:t>
            </a:r>
            <a:r>
              <a:rPr lang="en-US" sz="3600" dirty="0" err="1"/>
              <a:t>nomer</a:t>
            </a:r>
            <a:r>
              <a:rPr lang="en-US" sz="3600" dirty="0"/>
              <a:t> 5</a:t>
            </a:r>
          </a:p>
          <a:p>
            <a:r>
              <a:rPr lang="en-US" sz="3600" dirty="0"/>
              <a:t>Rt.02 rw.03 </a:t>
            </a:r>
            <a:r>
              <a:rPr lang="en-US" sz="3600" dirty="0" err="1"/>
              <a:t>kelurahan</a:t>
            </a:r>
            <a:r>
              <a:rPr lang="en-US" sz="3600" dirty="0"/>
              <a:t> sepat</a:t>
            </a:r>
          </a:p>
          <a:p>
            <a:r>
              <a:rPr lang="en-US" sz="3600" dirty="0" err="1"/>
              <a:t>Kecamatan</a:t>
            </a:r>
            <a:r>
              <a:rPr lang="en-US" sz="3600" dirty="0"/>
              <a:t> </a:t>
            </a:r>
            <a:r>
              <a:rPr lang="en-US" sz="3600" dirty="0" err="1"/>
              <a:t>lakar</a:t>
            </a:r>
            <a:endParaRPr lang="en-US" sz="3600" dirty="0"/>
          </a:p>
          <a:p>
            <a:r>
              <a:rPr lang="en-US" sz="3600" dirty="0"/>
              <a:t>Kota Surabaya</a:t>
            </a:r>
          </a:p>
          <a:p>
            <a:r>
              <a:rPr lang="en-US" sz="3600" dirty="0" err="1"/>
              <a:t>Jawa</a:t>
            </a:r>
            <a:r>
              <a:rPr lang="en-US" sz="3600" dirty="0"/>
              <a:t> </a:t>
            </a:r>
            <a:r>
              <a:rPr lang="en-US" sz="3600" dirty="0" err="1"/>
              <a:t>timur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35024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50305-8D41-4456-BB05-0EDA07EE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jalan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E9A2-F47D-4F07-AD0E-A96DDF90D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Jalan Tol (Highway)</a:t>
            </a:r>
          </a:p>
          <a:p>
            <a:r>
              <a:rPr lang="en-US" sz="5400" dirty="0"/>
              <a:t>Jalan Raya (Road / Boulevard)</a:t>
            </a:r>
          </a:p>
          <a:p>
            <a:r>
              <a:rPr lang="en-US" sz="5400" dirty="0"/>
              <a:t>Jalan (street)</a:t>
            </a:r>
          </a:p>
          <a:p>
            <a:r>
              <a:rPr lang="en-US" sz="5400" dirty="0"/>
              <a:t>Gang (alley) </a:t>
            </a:r>
          </a:p>
        </p:txBody>
      </p:sp>
    </p:spTree>
    <p:extLst>
      <p:ext uri="{BB962C8B-B14F-4D97-AF65-F5344CB8AC3E}">
        <p14:creationId xmlns:p14="http://schemas.microsoft.com/office/powerpoint/2010/main" val="353206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oogle Maps gets a new icon and more tabs to celebrate 15th anniversary -  The Ver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9" y="-1"/>
            <a:ext cx="6858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849471" cy="6858000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 err="1"/>
              <a:t>Coba</a:t>
            </a:r>
            <a:r>
              <a:rPr lang="en-US" dirty="0"/>
              <a:t> </a:t>
            </a:r>
            <a:r>
              <a:rPr lang="en-US" dirty="0" err="1"/>
              <a:t>sebut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!</a:t>
            </a:r>
            <a:br>
              <a:rPr lang="en-US" dirty="0"/>
            </a:br>
            <a:br>
              <a:rPr lang="en-US" dirty="0"/>
            </a:br>
            <a:r>
              <a:rPr lang="en-US" sz="3600" b="1" dirty="0"/>
              <a:t>“</a:t>
            </a:r>
            <a:r>
              <a:rPr lang="en-US" sz="3600" b="1" dirty="0" err="1"/>
              <a:t>alamat</a:t>
            </a:r>
            <a:r>
              <a:rPr lang="en-US" sz="3600" b="1" dirty="0"/>
              <a:t> </a:t>
            </a:r>
            <a:r>
              <a:rPr lang="en-US" sz="3600" b="1" dirty="0" err="1"/>
              <a:t>rumah</a:t>
            </a:r>
            <a:r>
              <a:rPr lang="en-US" sz="3600" b="1" dirty="0"/>
              <a:t> </a:t>
            </a:r>
            <a:r>
              <a:rPr lang="en-US" sz="3600" b="1" dirty="0" err="1"/>
              <a:t>saya</a:t>
            </a:r>
            <a:r>
              <a:rPr lang="en-US" sz="3600" b="1" dirty="0"/>
              <a:t> di ….. “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138445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81115" y="4043966"/>
            <a:ext cx="3910885" cy="2570878"/>
          </a:xfrm>
        </p:spPr>
        <p:txBody>
          <a:bodyPr/>
          <a:lstStyle/>
          <a:p>
            <a:r>
              <a:rPr lang="en-US" dirty="0"/>
              <a:t>U turn: </a:t>
            </a:r>
            <a:r>
              <a:rPr lang="en-US" dirty="0" err="1"/>
              <a:t>putar</a:t>
            </a:r>
            <a:r>
              <a:rPr lang="en-US" dirty="0"/>
              <a:t> </a:t>
            </a:r>
            <a:r>
              <a:rPr lang="en-US" dirty="0" err="1"/>
              <a:t>balik</a:t>
            </a:r>
            <a:endParaRPr lang="en-US" dirty="0"/>
          </a:p>
          <a:p>
            <a:r>
              <a:rPr lang="en-US" dirty="0"/>
              <a:t>Bridge: </a:t>
            </a:r>
            <a:r>
              <a:rPr lang="en-US" dirty="0" err="1"/>
              <a:t>jembatan</a:t>
            </a:r>
            <a:endParaRPr lang="en-US" dirty="0"/>
          </a:p>
          <a:p>
            <a:r>
              <a:rPr lang="en-US" dirty="0"/>
              <a:t>Flyover: </a:t>
            </a:r>
            <a:r>
              <a:rPr lang="en-US" dirty="0" err="1"/>
              <a:t>jembatan</a:t>
            </a:r>
            <a:r>
              <a:rPr lang="en-US" dirty="0"/>
              <a:t> </a:t>
            </a:r>
            <a:r>
              <a:rPr lang="en-US" sz="2400" dirty="0" err="1"/>
              <a:t>layang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972" t="12376" r="21449" b="6646"/>
          <a:stretch/>
        </p:blipFill>
        <p:spPr>
          <a:xfrm>
            <a:off x="-77273" y="0"/>
            <a:ext cx="8097078" cy="651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3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92" y="56954"/>
            <a:ext cx="11140225" cy="897005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Petunjuk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Arah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772323"/>
              </p:ext>
            </p:extLst>
          </p:nvPr>
        </p:nvGraphicFramePr>
        <p:xfrm>
          <a:off x="553792" y="1123080"/>
          <a:ext cx="11140224" cy="5649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3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3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568">
                <a:tc>
                  <a:txBody>
                    <a:bodyPr/>
                    <a:lstStyle/>
                    <a:p>
                      <a:r>
                        <a:rPr lang="en-US" sz="2400" dirty="0" err="1"/>
                        <a:t>Dilarang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parkir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Forbid to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568">
                <a:tc>
                  <a:txBody>
                    <a:bodyPr/>
                    <a:lstStyle/>
                    <a:p>
                      <a:r>
                        <a:rPr lang="en-US" sz="2800" dirty="0" err="1"/>
                        <a:t>Belok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kanan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Turn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568">
                <a:tc>
                  <a:txBody>
                    <a:bodyPr/>
                    <a:lstStyle/>
                    <a:p>
                      <a:r>
                        <a:rPr lang="en-US" sz="2800" dirty="0" err="1"/>
                        <a:t>Belok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kiri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Turn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5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/>
                        <a:t>Perempatan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Intersection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5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/>
                        <a:t>Pertigaan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T-junction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568">
                <a:tc>
                  <a:txBody>
                    <a:bodyPr/>
                    <a:lstStyle/>
                    <a:p>
                      <a:r>
                        <a:rPr lang="en-US" sz="2800" dirty="0" err="1"/>
                        <a:t>Lurus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568">
                <a:tc>
                  <a:txBody>
                    <a:bodyPr/>
                    <a:lstStyle/>
                    <a:p>
                      <a:r>
                        <a:rPr lang="en-US" sz="2800" dirty="0" err="1"/>
                        <a:t>Lampu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lalu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lintas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stoplight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568">
                <a:tc>
                  <a:txBody>
                    <a:bodyPr/>
                    <a:lstStyle/>
                    <a:p>
                      <a:r>
                        <a:rPr lang="en-US" sz="2800" dirty="0" err="1"/>
                        <a:t>Putar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balik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U turn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568">
                <a:tc>
                  <a:txBody>
                    <a:bodyPr/>
                    <a:lstStyle/>
                    <a:p>
                      <a:r>
                        <a:rPr lang="en-US" sz="2800" dirty="0" err="1"/>
                        <a:t>Mundur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Backwards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7568">
                <a:tc>
                  <a:txBody>
                    <a:bodyPr/>
                    <a:lstStyle/>
                    <a:p>
                      <a:r>
                        <a:rPr lang="en-US" sz="2800" dirty="0" err="1"/>
                        <a:t>Polisi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tidur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speedbump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7568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766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92" y="56954"/>
            <a:ext cx="11140225" cy="897005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Petunjuk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Arah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4224807" y="1232077"/>
            <a:ext cx="3489103" cy="5561527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sebelah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kiri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sebelah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kanan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seberang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depan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belakang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samping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atas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bawah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dalam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Rambu-rambu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(traffic sign 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Lampu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merah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Isyarat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(sign)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3" name="Content Placeholder 2"/>
          <p:cNvSpPr txBox="1">
            <a:spLocks/>
          </p:cNvSpPr>
          <p:nvPr/>
        </p:nvSpPr>
        <p:spPr>
          <a:xfrm>
            <a:off x="553792" y="1326524"/>
            <a:ext cx="3489103" cy="556152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Jalan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lurus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Belok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kiri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Belok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kanan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Putar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balik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 u turn)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Maju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Mundur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Berhenti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Stop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Menyeberang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 (cross by)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Lewat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 (pass)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Content Placeholder 2"/>
          <p:cNvSpPr txBox="1">
            <a:spLocks/>
          </p:cNvSpPr>
          <p:nvPr/>
        </p:nvSpPr>
        <p:spPr>
          <a:xfrm>
            <a:off x="7895822" y="1326524"/>
            <a:ext cx="3450466" cy="553147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Jalan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raya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Gang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Jembatan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brigde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Jembatan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layang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Jembatan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penyeberangan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Perempatan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Pertigaan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Perlimaan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Bundaran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Penyeberangan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jalan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(zebra cross)</a:t>
            </a:r>
          </a:p>
        </p:txBody>
      </p:sp>
    </p:spTree>
    <p:extLst>
      <p:ext uri="{BB962C8B-B14F-4D97-AF65-F5344CB8AC3E}">
        <p14:creationId xmlns:p14="http://schemas.microsoft.com/office/powerpoint/2010/main" val="123289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  <p:bldP spid="33" grpId="0"/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16 Arah Mata Angin dan Cara Mengukurnya - Pinho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517" y="335335"/>
            <a:ext cx="8572500" cy="622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352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sometric-maps-public-facilities - Isometric City Map Builder - Vector Map  Cre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9230" y="297931"/>
            <a:ext cx="4811806" cy="2218764"/>
          </a:xfr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 err="1"/>
              <a:t>Sebutkan</a:t>
            </a:r>
            <a:r>
              <a:rPr lang="en-US" b="1" dirty="0"/>
              <a:t> </a:t>
            </a:r>
            <a:r>
              <a:rPr lang="en-US" b="1" dirty="0" err="1"/>
              <a:t>fasilitas</a:t>
            </a:r>
            <a:r>
              <a:rPr lang="en-US" b="1" dirty="0"/>
              <a:t> </a:t>
            </a:r>
            <a:r>
              <a:rPr lang="en-US" b="1" dirty="0" err="1"/>
              <a:t>publik</a:t>
            </a:r>
            <a:r>
              <a:rPr lang="en-US" b="1" dirty="0"/>
              <a:t> di </a:t>
            </a:r>
            <a:r>
              <a:rPr lang="en-US" b="1" dirty="0" err="1"/>
              <a:t>dekat</a:t>
            </a:r>
            <a:r>
              <a:rPr lang="en-US" b="1" dirty="0"/>
              <a:t> </a:t>
            </a:r>
            <a:r>
              <a:rPr lang="en-US" b="1" dirty="0" err="1"/>
              <a:t>rumah</a:t>
            </a:r>
            <a:r>
              <a:rPr lang="en-US" b="1" dirty="0"/>
              <a:t> </a:t>
            </a:r>
            <a:r>
              <a:rPr lang="en-US" b="1" dirty="0" err="1"/>
              <a:t>Anda</a:t>
            </a:r>
            <a:r>
              <a:rPr lang="en-US" b="1" dirty="0"/>
              <a:t>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47D8467-1128-41FD-9276-383B0CF5C8A6}"/>
              </a:ext>
            </a:extLst>
          </p:cNvPr>
          <p:cNvSpPr txBox="1">
            <a:spLocks/>
          </p:cNvSpPr>
          <p:nvPr/>
        </p:nvSpPr>
        <p:spPr>
          <a:xfrm>
            <a:off x="-1" y="2908522"/>
            <a:ext cx="10200905" cy="32072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Di </a:t>
            </a:r>
            <a:r>
              <a:rPr lang="en-US" b="1" dirty="0" err="1"/>
              <a:t>dekat</a:t>
            </a:r>
            <a:r>
              <a:rPr lang="en-US" b="1" dirty="0"/>
              <a:t> </a:t>
            </a:r>
            <a:r>
              <a:rPr lang="en-US" b="1" dirty="0" err="1"/>
              <a:t>rumah</a:t>
            </a:r>
            <a:r>
              <a:rPr lang="en-US" b="1" dirty="0"/>
              <a:t> </a:t>
            </a:r>
            <a:r>
              <a:rPr lang="en-US" b="1" dirty="0" err="1"/>
              <a:t>saya</a:t>
            </a:r>
            <a:r>
              <a:rPr lang="en-US" b="1" dirty="0"/>
              <a:t> </a:t>
            </a:r>
            <a:r>
              <a:rPr lang="en-US" b="1" dirty="0" err="1"/>
              <a:t>ada</a:t>
            </a:r>
            <a:r>
              <a:rPr lang="en-US" b="1" dirty="0"/>
              <a:t>….. </a:t>
            </a:r>
          </a:p>
          <a:p>
            <a:pPr algn="ctr"/>
            <a:r>
              <a:rPr lang="en-US" b="1" dirty="0" err="1"/>
              <a:t>Sekolah</a:t>
            </a:r>
            <a:r>
              <a:rPr lang="en-US" b="1" dirty="0"/>
              <a:t> </a:t>
            </a:r>
            <a:r>
              <a:rPr lang="en-US" sz="3600" b="1" i="1" dirty="0"/>
              <a:t>(near my house there is…)</a:t>
            </a:r>
            <a:endParaRPr lang="en-US" b="1" i="1" dirty="0"/>
          </a:p>
          <a:p>
            <a:pPr algn="ctr"/>
            <a:r>
              <a:rPr lang="en-US" b="1" dirty="0" err="1"/>
              <a:t>Itu</a:t>
            </a:r>
            <a:r>
              <a:rPr lang="en-US" b="1" dirty="0"/>
              <a:t> 500 meter </a:t>
            </a:r>
            <a:r>
              <a:rPr lang="en-US" b="1" dirty="0" err="1"/>
              <a:t>dari</a:t>
            </a:r>
            <a:r>
              <a:rPr lang="en-US" b="1" dirty="0"/>
              <a:t> </a:t>
            </a:r>
            <a:r>
              <a:rPr lang="en-US" b="1" dirty="0" err="1"/>
              <a:t>rumah</a:t>
            </a:r>
            <a:r>
              <a:rPr lang="en-US" b="1" dirty="0"/>
              <a:t> </a:t>
            </a:r>
            <a:r>
              <a:rPr lang="en-US" sz="3200" b="1" i="1" dirty="0"/>
              <a:t>(that’s 500 meters from home)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545717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43"/>
          <p:cNvGrpSpPr/>
          <p:nvPr/>
        </p:nvGrpSpPr>
        <p:grpSpPr>
          <a:xfrm flipH="1">
            <a:off x="11130406" y="5990245"/>
            <a:ext cx="888109" cy="716668"/>
            <a:chOff x="7514750" y="4210883"/>
            <a:chExt cx="953999" cy="769838"/>
          </a:xfrm>
        </p:grpSpPr>
        <p:sp>
          <p:nvSpPr>
            <p:cNvPr id="513" name="Google Shape;513;p43"/>
            <p:cNvSpPr/>
            <p:nvPr/>
          </p:nvSpPr>
          <p:spPr>
            <a:xfrm>
              <a:off x="8024561" y="4469182"/>
              <a:ext cx="243136" cy="460933"/>
            </a:xfrm>
            <a:custGeom>
              <a:avLst/>
              <a:gdLst/>
              <a:ahLst/>
              <a:cxnLst/>
              <a:rect l="l" t="t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4" name="Google Shape;514;p43"/>
            <p:cNvSpPr/>
            <p:nvPr/>
          </p:nvSpPr>
          <p:spPr>
            <a:xfrm>
              <a:off x="7780773" y="4269286"/>
              <a:ext cx="284790" cy="657651"/>
            </a:xfrm>
            <a:custGeom>
              <a:avLst/>
              <a:gdLst/>
              <a:ahLst/>
              <a:cxnLst/>
              <a:rect l="l" t="t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5" name="Google Shape;515;p43"/>
            <p:cNvSpPr/>
            <p:nvPr/>
          </p:nvSpPr>
          <p:spPr>
            <a:xfrm>
              <a:off x="8003842" y="4210883"/>
              <a:ext cx="185889" cy="717641"/>
            </a:xfrm>
            <a:custGeom>
              <a:avLst/>
              <a:gdLst/>
              <a:ahLst/>
              <a:cxnLst/>
              <a:rect l="l" t="t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6" name="Google Shape;516;p43"/>
            <p:cNvSpPr/>
            <p:nvPr/>
          </p:nvSpPr>
          <p:spPr>
            <a:xfrm>
              <a:off x="7731322" y="4624175"/>
              <a:ext cx="309839" cy="312799"/>
            </a:xfrm>
            <a:custGeom>
              <a:avLst/>
              <a:gdLst/>
              <a:ahLst/>
              <a:cxnLst/>
              <a:rect l="l" t="t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7" name="Google Shape;517;p43"/>
            <p:cNvSpPr/>
            <p:nvPr/>
          </p:nvSpPr>
          <p:spPr>
            <a:xfrm>
              <a:off x="7514750" y="4638613"/>
              <a:ext cx="106264" cy="330053"/>
            </a:xfrm>
            <a:custGeom>
              <a:avLst/>
              <a:gdLst/>
              <a:ahLst/>
              <a:cxnLst/>
              <a:rect l="l" t="t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8" name="Google Shape;518;p43"/>
            <p:cNvSpPr/>
            <p:nvPr/>
          </p:nvSpPr>
          <p:spPr>
            <a:xfrm>
              <a:off x="8176666" y="4630600"/>
              <a:ext cx="145607" cy="350122"/>
            </a:xfrm>
            <a:custGeom>
              <a:avLst/>
              <a:gdLst/>
              <a:ahLst/>
              <a:cxnLst/>
              <a:rect l="l" t="t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9" name="Google Shape;519;p43"/>
            <p:cNvSpPr/>
            <p:nvPr/>
          </p:nvSpPr>
          <p:spPr>
            <a:xfrm>
              <a:off x="8367683" y="4462179"/>
              <a:ext cx="101066" cy="466203"/>
            </a:xfrm>
            <a:custGeom>
              <a:avLst/>
              <a:gdLst/>
              <a:ahLst/>
              <a:cxnLst/>
              <a:rect l="l" t="t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20" name="Google Shape;520;p43"/>
          <p:cNvGrpSpPr/>
          <p:nvPr/>
        </p:nvGrpSpPr>
        <p:grpSpPr>
          <a:xfrm flipH="1">
            <a:off x="10067209" y="6119661"/>
            <a:ext cx="588172" cy="587249"/>
            <a:chOff x="5721625" y="4984150"/>
            <a:chExt cx="196950" cy="196650"/>
          </a:xfrm>
        </p:grpSpPr>
        <p:sp>
          <p:nvSpPr>
            <p:cNvPr id="521" name="Google Shape;521;p43"/>
            <p:cNvSpPr/>
            <p:nvPr/>
          </p:nvSpPr>
          <p:spPr>
            <a:xfrm>
              <a:off x="5847225" y="4984150"/>
              <a:ext cx="22325" cy="185825"/>
            </a:xfrm>
            <a:custGeom>
              <a:avLst/>
              <a:gdLst/>
              <a:ahLst/>
              <a:cxnLst/>
              <a:rect l="l" t="t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2" name="Google Shape;522;p43"/>
            <p:cNvSpPr/>
            <p:nvPr/>
          </p:nvSpPr>
          <p:spPr>
            <a:xfrm>
              <a:off x="5787275" y="4985750"/>
              <a:ext cx="50100" cy="186200"/>
            </a:xfrm>
            <a:custGeom>
              <a:avLst/>
              <a:gdLst/>
              <a:ahLst/>
              <a:cxnLst/>
              <a:rect l="l" t="t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3" name="Google Shape;523;p43"/>
            <p:cNvSpPr/>
            <p:nvPr/>
          </p:nvSpPr>
          <p:spPr>
            <a:xfrm>
              <a:off x="5777075" y="5069900"/>
              <a:ext cx="24950" cy="110900"/>
            </a:xfrm>
            <a:custGeom>
              <a:avLst/>
              <a:gdLst/>
              <a:ahLst/>
              <a:cxnLst/>
              <a:rect l="l" t="t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4" name="Google Shape;524;p43"/>
            <p:cNvSpPr/>
            <p:nvPr/>
          </p:nvSpPr>
          <p:spPr>
            <a:xfrm>
              <a:off x="5721625" y="5011325"/>
              <a:ext cx="47775" cy="157175"/>
            </a:xfrm>
            <a:custGeom>
              <a:avLst/>
              <a:gdLst/>
              <a:ahLst/>
              <a:cxnLst/>
              <a:rect l="l" t="t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5" name="Google Shape;525;p43"/>
            <p:cNvSpPr/>
            <p:nvPr/>
          </p:nvSpPr>
          <p:spPr>
            <a:xfrm>
              <a:off x="5877750" y="5044825"/>
              <a:ext cx="40825" cy="129000"/>
            </a:xfrm>
            <a:custGeom>
              <a:avLst/>
              <a:gdLst/>
              <a:ahLst/>
              <a:cxnLst/>
              <a:rect l="l" t="t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26" name="Google Shape;526;p43"/>
          <p:cNvGrpSpPr/>
          <p:nvPr/>
        </p:nvGrpSpPr>
        <p:grpSpPr>
          <a:xfrm>
            <a:off x="76912" y="4442210"/>
            <a:ext cx="1826217" cy="2264700"/>
            <a:chOff x="4725044" y="4077175"/>
            <a:chExt cx="398900" cy="347475"/>
          </a:xfrm>
        </p:grpSpPr>
        <p:sp>
          <p:nvSpPr>
            <p:cNvPr id="527" name="Google Shape;527;p43"/>
            <p:cNvSpPr/>
            <p:nvPr/>
          </p:nvSpPr>
          <p:spPr>
            <a:xfrm>
              <a:off x="4725044" y="4077175"/>
              <a:ext cx="398900" cy="297393"/>
            </a:xfrm>
            <a:custGeom>
              <a:avLst/>
              <a:gdLst/>
              <a:ahLst/>
              <a:cxnLst/>
              <a:rect l="l" t="t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10975" y="8718"/>
                  </a:ln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8" name="Google Shape;528;p43"/>
            <p:cNvSpPr/>
            <p:nvPr/>
          </p:nvSpPr>
          <p:spPr>
            <a:xfrm>
              <a:off x="4913100" y="4172025"/>
              <a:ext cx="21550" cy="252625"/>
            </a:xfrm>
            <a:custGeom>
              <a:avLst/>
              <a:gdLst/>
              <a:ahLst/>
              <a:cxnLst/>
              <a:rect l="l" t="t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9" name="Google Shape;529;p43"/>
            <p:cNvSpPr/>
            <p:nvPr/>
          </p:nvSpPr>
          <p:spPr>
            <a:xfrm>
              <a:off x="4796700" y="4226125"/>
              <a:ext cx="220125" cy="95400"/>
            </a:xfrm>
            <a:custGeom>
              <a:avLst/>
              <a:gdLst/>
              <a:ahLst/>
              <a:cxnLst/>
              <a:rect l="l" t="t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0" name="Google Shape;530;p43"/>
            <p:cNvSpPr/>
            <p:nvPr/>
          </p:nvSpPr>
          <p:spPr>
            <a:xfrm>
              <a:off x="4891150" y="4191050"/>
              <a:ext cx="85575" cy="46575"/>
            </a:xfrm>
            <a:custGeom>
              <a:avLst/>
              <a:gdLst/>
              <a:ahLst/>
              <a:cxnLst/>
              <a:rect l="l" t="t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1405" y="1499"/>
                  </a:ln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1" name="Google Shape;531;p43"/>
            <p:cNvSpPr/>
            <p:nvPr/>
          </p:nvSpPr>
          <p:spPr>
            <a:xfrm>
              <a:off x="5026525" y="4154875"/>
              <a:ext cx="7775" cy="6075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2" name="Google Shape;532;p43"/>
            <p:cNvSpPr/>
            <p:nvPr/>
          </p:nvSpPr>
          <p:spPr>
            <a:xfrm>
              <a:off x="5002150" y="4132700"/>
              <a:ext cx="9075" cy="8975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3" name="Google Shape;533;p43"/>
            <p:cNvSpPr/>
            <p:nvPr/>
          </p:nvSpPr>
          <p:spPr>
            <a:xfrm>
              <a:off x="4996825" y="4178825"/>
              <a:ext cx="10300" cy="7975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534" name="Google Shape;534;p43"/>
          <p:cNvPicPr preferRelativeResize="0"/>
          <p:nvPr/>
        </p:nvPicPr>
        <p:blipFill rotWithShape="1">
          <a:blip r:embed="rId3">
            <a:alphaModFix/>
          </a:blip>
          <a:srcRect l="14272" t="33264" r="33121" b="43474"/>
          <a:stretch/>
        </p:blipFill>
        <p:spPr>
          <a:xfrm>
            <a:off x="3518" y="609162"/>
            <a:ext cx="12014997" cy="31844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416736" y="4241278"/>
            <a:ext cx="6861494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/>
              <a:t>Rumah</a:t>
            </a:r>
            <a:r>
              <a:rPr lang="en-US" sz="2800" b="1" dirty="0"/>
              <a:t> </a:t>
            </a:r>
            <a:r>
              <a:rPr lang="en-US" sz="2800" b="1" dirty="0" err="1"/>
              <a:t>saya</a:t>
            </a:r>
            <a:r>
              <a:rPr lang="en-US" sz="2800" b="1" dirty="0"/>
              <a:t> </a:t>
            </a:r>
            <a:r>
              <a:rPr lang="en-US" sz="2800" b="1" dirty="0" err="1"/>
              <a:t>ada</a:t>
            </a:r>
            <a:r>
              <a:rPr lang="en-US" sz="2800" b="1" dirty="0"/>
              <a:t> di ….. (address)</a:t>
            </a:r>
          </a:p>
          <a:p>
            <a:r>
              <a:rPr lang="en-US" sz="2800" b="1" dirty="0" err="1"/>
              <a:t>Rumah</a:t>
            </a:r>
            <a:r>
              <a:rPr lang="en-US" sz="2800" b="1" dirty="0"/>
              <a:t> </a:t>
            </a:r>
            <a:r>
              <a:rPr lang="en-US" sz="2800" b="1" dirty="0" err="1"/>
              <a:t>saya</a:t>
            </a:r>
            <a:r>
              <a:rPr lang="en-US" sz="2800" b="1" dirty="0"/>
              <a:t> </a:t>
            </a:r>
            <a:r>
              <a:rPr lang="en-US" sz="2800" b="1" dirty="0" err="1"/>
              <a:t>rumah</a:t>
            </a:r>
            <a:r>
              <a:rPr lang="en-US" sz="2800" b="1" dirty="0"/>
              <a:t> </a:t>
            </a:r>
            <a:r>
              <a:rPr lang="en-US" sz="2800" b="1" dirty="0" err="1"/>
              <a:t>tinggi</a:t>
            </a:r>
            <a:r>
              <a:rPr lang="en-US" sz="2800" b="1" dirty="0"/>
              <a:t>/ </a:t>
            </a:r>
            <a:r>
              <a:rPr lang="en-US" sz="2800" b="1" dirty="0" err="1"/>
              <a:t>besar</a:t>
            </a:r>
            <a:r>
              <a:rPr lang="en-US" sz="2800" b="1" dirty="0"/>
              <a:t>/ </a:t>
            </a:r>
            <a:r>
              <a:rPr lang="en-US" sz="2800" b="1" dirty="0" err="1"/>
              <a:t>bersih</a:t>
            </a:r>
            <a:r>
              <a:rPr lang="en-US" sz="2800" b="1" dirty="0"/>
              <a:t>/ </a:t>
            </a:r>
            <a:r>
              <a:rPr lang="en-US" sz="2800" b="1" dirty="0" err="1"/>
              <a:t>etc</a:t>
            </a:r>
            <a:endParaRPr lang="en-US" sz="2800" b="1" dirty="0"/>
          </a:p>
          <a:p>
            <a:r>
              <a:rPr lang="en-US" sz="2800" b="1" dirty="0" err="1"/>
              <a:t>Warna</a:t>
            </a:r>
            <a:r>
              <a:rPr lang="en-US" sz="2800" b="1" dirty="0"/>
              <a:t> </a:t>
            </a:r>
            <a:r>
              <a:rPr lang="en-US" sz="2800" b="1" dirty="0" err="1"/>
              <a:t>rumah</a:t>
            </a:r>
            <a:r>
              <a:rPr lang="en-US" sz="2800" b="1" dirty="0"/>
              <a:t> </a:t>
            </a:r>
            <a:r>
              <a:rPr lang="en-US" sz="2800" b="1" dirty="0" err="1"/>
              <a:t>saya</a:t>
            </a:r>
            <a:r>
              <a:rPr lang="en-US" sz="2800" b="1" dirty="0"/>
              <a:t> </a:t>
            </a:r>
            <a:r>
              <a:rPr lang="en-US" sz="2800" b="1" dirty="0" err="1"/>
              <a:t>putih</a:t>
            </a:r>
            <a:endParaRPr lang="en-US" sz="2800" b="1" dirty="0"/>
          </a:p>
          <a:p>
            <a:r>
              <a:rPr lang="en-US" sz="2800" b="1" dirty="0"/>
              <a:t>Di </a:t>
            </a:r>
            <a:r>
              <a:rPr lang="en-US" sz="2800" b="1" dirty="0" err="1"/>
              <a:t>depan</a:t>
            </a:r>
            <a:r>
              <a:rPr lang="en-US" sz="2800" b="1" dirty="0"/>
              <a:t> </a:t>
            </a:r>
            <a:r>
              <a:rPr lang="en-US" sz="2800" b="1" dirty="0" err="1"/>
              <a:t>rumah</a:t>
            </a:r>
            <a:r>
              <a:rPr lang="en-US" sz="2800" b="1" dirty="0"/>
              <a:t> </a:t>
            </a:r>
            <a:r>
              <a:rPr lang="en-US" sz="2800" b="1" dirty="0" err="1"/>
              <a:t>saya</a:t>
            </a:r>
            <a:r>
              <a:rPr lang="en-US" sz="2800" b="1" dirty="0"/>
              <a:t> </a:t>
            </a:r>
            <a:r>
              <a:rPr lang="en-US" sz="2800" b="1" dirty="0" err="1"/>
              <a:t>ada</a:t>
            </a:r>
            <a:r>
              <a:rPr lang="en-US" sz="2800" b="1" dirty="0"/>
              <a:t> ….</a:t>
            </a:r>
          </a:p>
          <a:p>
            <a:r>
              <a:rPr lang="en-US" sz="2800" b="1" dirty="0"/>
              <a:t>Di </a:t>
            </a:r>
            <a:r>
              <a:rPr lang="en-US" sz="2800" b="1" dirty="0" err="1"/>
              <a:t>belakang</a:t>
            </a:r>
            <a:r>
              <a:rPr lang="en-US" sz="2800" b="1" dirty="0"/>
              <a:t> </a:t>
            </a:r>
            <a:r>
              <a:rPr lang="en-US" sz="2800" b="1" dirty="0" err="1"/>
              <a:t>rumah</a:t>
            </a:r>
            <a:r>
              <a:rPr lang="en-US" sz="2800" b="1" dirty="0"/>
              <a:t> </a:t>
            </a:r>
            <a:r>
              <a:rPr lang="en-US" sz="2800" b="1" dirty="0" err="1"/>
              <a:t>saya</a:t>
            </a:r>
            <a:r>
              <a:rPr lang="en-US" sz="2800" b="1" dirty="0"/>
              <a:t> </a:t>
            </a:r>
            <a:r>
              <a:rPr lang="en-US" sz="2800" b="1" dirty="0" err="1"/>
              <a:t>ada</a:t>
            </a:r>
            <a:r>
              <a:rPr lang="en-US" sz="2800" b="1" dirty="0"/>
              <a:t> ….</a:t>
            </a:r>
          </a:p>
        </p:txBody>
      </p:sp>
    </p:spTree>
    <p:extLst>
      <p:ext uri="{BB962C8B-B14F-4D97-AF65-F5344CB8AC3E}">
        <p14:creationId xmlns:p14="http://schemas.microsoft.com/office/powerpoint/2010/main" val="544088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Praktik</a:t>
            </a:r>
            <a:r>
              <a:rPr lang="en-US" dirty="0"/>
              <a:t> </a:t>
            </a:r>
            <a:r>
              <a:rPr lang="en-US" dirty="0" err="1"/>
              <a:t>berbicara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err="1"/>
              <a:t>Sebut</a:t>
            </a:r>
            <a:r>
              <a:rPr lang="en-US" sz="4000" dirty="0"/>
              <a:t> </a:t>
            </a:r>
            <a:r>
              <a:rPr lang="en-US" sz="4000" dirty="0" err="1"/>
              <a:t>alamat</a:t>
            </a:r>
            <a:r>
              <a:rPr lang="en-US" sz="4000" dirty="0"/>
              <a:t> </a:t>
            </a:r>
            <a:r>
              <a:rPr lang="en-US" sz="4000" dirty="0" err="1"/>
              <a:t>rumah</a:t>
            </a:r>
            <a:r>
              <a:rPr lang="en-US" sz="4000" dirty="0"/>
              <a:t> </a:t>
            </a:r>
            <a:r>
              <a:rPr lang="en-US" sz="4000" dirty="0" err="1"/>
              <a:t>Anda</a:t>
            </a:r>
            <a:r>
              <a:rPr lang="en-US" sz="4000" dirty="0"/>
              <a:t> </a:t>
            </a:r>
            <a:r>
              <a:rPr lang="en-US" sz="4000" dirty="0" err="1"/>
              <a:t>dengan</a:t>
            </a:r>
            <a:r>
              <a:rPr lang="en-US" sz="4000" dirty="0"/>
              <a:t> format </a:t>
            </a:r>
            <a:r>
              <a:rPr lang="en-US" sz="4000" dirty="0" err="1"/>
              <a:t>wilayah</a:t>
            </a:r>
            <a:r>
              <a:rPr lang="en-US" sz="4000" dirty="0"/>
              <a:t> Indonesia.</a:t>
            </a:r>
          </a:p>
          <a:p>
            <a:pPr marL="0" indent="0">
              <a:buNone/>
            </a:pPr>
            <a:r>
              <a:rPr lang="en-US" sz="4000" dirty="0" err="1"/>
              <a:t>Jelaskan</a:t>
            </a:r>
            <a:r>
              <a:rPr lang="en-US" sz="4000" dirty="0"/>
              <a:t> </a:t>
            </a:r>
            <a:r>
              <a:rPr lang="en-US" sz="4000" dirty="0" err="1"/>
              <a:t>fasilitas</a:t>
            </a:r>
            <a:r>
              <a:rPr lang="en-US" sz="4000" dirty="0"/>
              <a:t> public di </a:t>
            </a:r>
            <a:r>
              <a:rPr lang="en-US" sz="4000" dirty="0" err="1"/>
              <a:t>dekat</a:t>
            </a:r>
            <a:r>
              <a:rPr lang="en-US" sz="4000" dirty="0"/>
              <a:t> </a:t>
            </a:r>
            <a:r>
              <a:rPr lang="en-US" sz="4000" dirty="0" err="1"/>
              <a:t>rumah</a:t>
            </a:r>
            <a:r>
              <a:rPr lang="en-US" sz="4000" dirty="0"/>
              <a:t> Anda!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i="1" dirty="0"/>
              <a:t>"Mention your home address using the Indonesian regional format.</a:t>
            </a:r>
          </a:p>
          <a:p>
            <a:pPr marL="0" indent="0">
              <a:buNone/>
            </a:pPr>
            <a:r>
              <a:rPr lang="en-US" i="1" dirty="0"/>
              <a:t>Describe what public facility around your house!"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64784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678</Words>
  <Application>Microsoft Office PowerPoint</Application>
  <PresentationFormat>Widescreen</PresentationFormat>
  <Paragraphs>175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Rounded MT Bold</vt:lpstr>
      <vt:lpstr>Calibri</vt:lpstr>
      <vt:lpstr>Calibri Light</vt:lpstr>
      <vt:lpstr>Chelsea Market</vt:lpstr>
      <vt:lpstr>Josefin Slab</vt:lpstr>
      <vt:lpstr>Patrick Hand</vt:lpstr>
      <vt:lpstr>Office Theme</vt:lpstr>
      <vt:lpstr>Rumah Tercinta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Jenis jalan</vt:lpstr>
      <vt:lpstr>Coba sebut alamat rumah Anda!  “alamat rumah saya di ….. “</vt:lpstr>
      <vt:lpstr>PowerPoint Presentation</vt:lpstr>
      <vt:lpstr>Petunjuk Arah</vt:lpstr>
      <vt:lpstr>Petunjuk Arah</vt:lpstr>
      <vt:lpstr>PowerPoint Presentation</vt:lpstr>
      <vt:lpstr>Sebutkan fasilitas publik di dekat rumah Anda!</vt:lpstr>
      <vt:lpstr>PowerPoint Presentation</vt:lpstr>
      <vt:lpstr>Praktik berbicara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31</cp:revision>
  <dcterms:created xsi:type="dcterms:W3CDTF">2023-04-25T04:41:25Z</dcterms:created>
  <dcterms:modified xsi:type="dcterms:W3CDTF">2025-10-28T18:54:56Z</dcterms:modified>
</cp:coreProperties>
</file>