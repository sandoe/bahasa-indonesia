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7" r:id="rId4"/>
    <p:sldId id="289" r:id="rId5"/>
    <p:sldId id="279" r:id="rId6"/>
    <p:sldId id="266" r:id="rId7"/>
    <p:sldId id="287" r:id="rId8"/>
    <p:sldId id="290" r:id="rId9"/>
    <p:sldId id="257" r:id="rId10"/>
    <p:sldId id="258" r:id="rId11"/>
    <p:sldId id="259" r:id="rId12"/>
    <p:sldId id="261" r:id="rId13"/>
    <p:sldId id="293" r:id="rId14"/>
    <p:sldId id="260" r:id="rId15"/>
    <p:sldId id="278" r:id="rId16"/>
    <p:sldId id="280" r:id="rId17"/>
    <p:sldId id="268" r:id="rId18"/>
    <p:sldId id="292" r:id="rId19"/>
    <p:sldId id="281" r:id="rId20"/>
    <p:sldId id="270" r:id="rId21"/>
    <p:sldId id="291" r:id="rId22"/>
    <p:sldId id="271" r:id="rId23"/>
    <p:sldId id="296" r:id="rId24"/>
    <p:sldId id="298" r:id="rId25"/>
    <p:sldId id="299" r:id="rId26"/>
    <p:sldId id="300" r:id="rId27"/>
    <p:sldId id="301" r:id="rId28"/>
    <p:sldId id="302" r:id="rId29"/>
    <p:sldId id="304" r:id="rId30"/>
    <p:sldId id="303" r:id="rId31"/>
    <p:sldId id="305" r:id="rId32"/>
    <p:sldId id="27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60"/>
  </p:normalViewPr>
  <p:slideViewPr>
    <p:cSldViewPr snapToGrid="0">
      <p:cViewPr varScale="1">
        <p:scale>
          <a:sx n="81" d="100"/>
          <a:sy n="8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0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5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8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3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7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1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99FAB-39A5-4CB5-B632-5ACE842B4E6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FEB16-8AB3-4581-8940-3F8E9C0BA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Etiquette: Protocol of Introducing People - Right Attitu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28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5425305"/>
            <a:ext cx="12192000" cy="144655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4800" dirty="0" err="1">
                <a:latin typeface="Akrobat Black" panose="00000A00000000000000" pitchFamily="50" charset="0"/>
              </a:rPr>
              <a:t>Mengenalkan</a:t>
            </a:r>
            <a:r>
              <a:rPr lang="en-US" sz="4800" dirty="0">
                <a:latin typeface="Akrobat Black" panose="00000A00000000000000" pitchFamily="50" charset="0"/>
              </a:rPr>
              <a:t> orang lain</a:t>
            </a:r>
          </a:p>
          <a:p>
            <a:r>
              <a:rPr lang="en-US" sz="4000" dirty="0">
                <a:latin typeface="Akrobat Bold" panose="00000800000000000000" pitchFamily="50" charset="0"/>
              </a:rPr>
              <a:t>BIPA PJJ AFP Filipina</a:t>
            </a:r>
          </a:p>
        </p:txBody>
      </p:sp>
    </p:spTree>
    <p:extLst>
      <p:ext uri="{BB962C8B-B14F-4D97-AF65-F5344CB8AC3E}">
        <p14:creationId xmlns:p14="http://schemas.microsoft.com/office/powerpoint/2010/main" val="178064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 noGrp="1"/>
          </p:cNvSpPr>
          <p:nvPr>
            <p:ph type="title"/>
          </p:nvPr>
        </p:nvSpPr>
        <p:spPr bwMode="auto">
          <a:xfrm>
            <a:off x="838200" y="682580"/>
            <a:ext cx="10515600" cy="187099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3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Mengenalkan</a:t>
            </a:r>
            <a:r>
              <a:rPr lang="en-US" altLang="en-US" sz="53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diri</a:t>
            </a:r>
            <a:r>
              <a:rPr lang="en-US" altLang="en-US" sz="53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3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sendiri</a:t>
            </a:r>
            <a:b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altLang="en-US" sz="4400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introduce my self</a:t>
            </a:r>
          </a:p>
        </p:txBody>
      </p:sp>
      <p:sp>
        <p:nvSpPr>
          <p:cNvPr id="5" name="Title 1"/>
          <p:cNvSpPr txBox="1">
            <a:spLocks noGrp="1"/>
          </p:cNvSpPr>
          <p:nvPr>
            <p:ph idx="1"/>
          </p:nvPr>
        </p:nvSpPr>
        <p:spPr bwMode="auto">
          <a:xfrm>
            <a:off x="838200" y="3709115"/>
            <a:ext cx="10515600" cy="209925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5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Mengenalkan</a:t>
            </a:r>
            <a:r>
              <a:rPr lang="en-US" altLang="en-US" sz="5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orang lain</a:t>
            </a:r>
            <a:br>
              <a:rPr lang="en-US" alt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altLang="en-US" sz="4400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introduce other people</a:t>
            </a:r>
            <a:endParaRPr lang="en-US" altLang="en-US" sz="4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0656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4330"/>
            <a:ext cx="10632141" cy="448263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3200" i="1" dirty="0"/>
              <a:t>First person: </a:t>
            </a:r>
            <a:r>
              <a:rPr lang="en-US" sz="3200" b="1" i="1" dirty="0" err="1">
                <a:solidFill>
                  <a:srgbClr val="FF0000"/>
                </a:solidFill>
              </a:rPr>
              <a:t>aku</a:t>
            </a:r>
            <a:r>
              <a:rPr lang="en-US" sz="3200" b="1" i="1" dirty="0">
                <a:solidFill>
                  <a:srgbClr val="FF0000"/>
                </a:solidFill>
              </a:rPr>
              <a:t>, </a:t>
            </a:r>
            <a:r>
              <a:rPr lang="en-US" sz="3200" b="1" i="1" dirty="0" err="1">
                <a:solidFill>
                  <a:srgbClr val="FF0000"/>
                </a:solidFill>
              </a:rPr>
              <a:t>saya</a:t>
            </a:r>
            <a:r>
              <a:rPr lang="en-US" sz="3200" i="1" dirty="0">
                <a:solidFill>
                  <a:srgbClr val="FF0000"/>
                </a:solidFill>
              </a:rPr>
              <a:t>,</a:t>
            </a:r>
            <a:r>
              <a:rPr lang="en-US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3200" i="1" dirty="0">
                <a:solidFill>
                  <a:srgbClr val="00B050"/>
                </a:solidFill>
              </a:rPr>
              <a:t>…-</a:t>
            </a:r>
            <a:r>
              <a:rPr lang="en-US" sz="3200" i="1" dirty="0" err="1">
                <a:solidFill>
                  <a:srgbClr val="00B050"/>
                </a:solidFill>
              </a:rPr>
              <a:t>ku</a:t>
            </a:r>
            <a:r>
              <a:rPr lang="en-US" sz="3200" i="1" dirty="0">
                <a:solidFill>
                  <a:srgbClr val="00B050"/>
                </a:solidFill>
              </a:rPr>
              <a:t> (my…)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Second person: </a:t>
            </a:r>
            <a:r>
              <a:rPr lang="en-US" sz="3200" b="1" i="1" dirty="0" err="1">
                <a:solidFill>
                  <a:srgbClr val="FF0000"/>
                </a:solidFill>
              </a:rPr>
              <a:t>kamu</a:t>
            </a:r>
            <a:r>
              <a:rPr lang="en-US" sz="3200" b="1" i="1" dirty="0">
                <a:solidFill>
                  <a:srgbClr val="FF0000"/>
                </a:solidFill>
              </a:rPr>
              <a:t>, Anda</a:t>
            </a:r>
            <a:r>
              <a:rPr lang="en-US" sz="3200" i="1" dirty="0">
                <a:solidFill>
                  <a:srgbClr val="FF0000"/>
                </a:solidFill>
              </a:rPr>
              <a:t>, kau,</a:t>
            </a:r>
            <a:r>
              <a:rPr lang="en-US" sz="3200" i="1" dirty="0"/>
              <a:t> </a:t>
            </a:r>
            <a:r>
              <a:rPr lang="en-US" sz="3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engkau</a:t>
            </a:r>
            <a:r>
              <a:rPr lang="en-US" sz="3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3200" i="1" dirty="0">
                <a:solidFill>
                  <a:srgbClr val="00B050"/>
                </a:solidFill>
              </a:rPr>
              <a:t>…-mu (your 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Third person: </a:t>
            </a:r>
            <a:r>
              <a:rPr lang="en-US" sz="3200" b="1" i="1" dirty="0" err="1">
                <a:solidFill>
                  <a:srgbClr val="FF0000"/>
                </a:solidFill>
              </a:rPr>
              <a:t>dia</a:t>
            </a:r>
            <a:r>
              <a:rPr lang="en-US" sz="3200" i="1" dirty="0">
                <a:solidFill>
                  <a:srgbClr val="FF0000"/>
                </a:solidFill>
              </a:rPr>
              <a:t> (she/he), </a:t>
            </a:r>
            <a:r>
              <a:rPr lang="en-US" sz="3200" b="1" i="1" dirty="0" err="1">
                <a:solidFill>
                  <a:srgbClr val="FF0000"/>
                </a:solidFill>
              </a:rPr>
              <a:t>ia</a:t>
            </a:r>
            <a:r>
              <a:rPr lang="en-US" sz="3200" b="1" i="1" dirty="0">
                <a:solidFill>
                  <a:srgbClr val="FF0000"/>
                </a:solidFill>
              </a:rPr>
              <a:t>, </a:t>
            </a:r>
            <a:r>
              <a:rPr lang="en-US" sz="3200" b="1" i="1" dirty="0" err="1">
                <a:solidFill>
                  <a:srgbClr val="FF0000"/>
                </a:solidFill>
              </a:rPr>
              <a:t>beliau</a:t>
            </a:r>
            <a:r>
              <a:rPr lang="en-US" sz="3200" i="1" dirty="0">
                <a:solidFill>
                  <a:srgbClr val="FF0000"/>
                </a:solidFill>
              </a:rPr>
              <a:t>, </a:t>
            </a:r>
            <a:r>
              <a:rPr lang="en-US" sz="3200" i="1" dirty="0">
                <a:solidFill>
                  <a:srgbClr val="00B050"/>
                </a:solidFill>
              </a:rPr>
              <a:t>-</a:t>
            </a:r>
            <a:r>
              <a:rPr lang="en-US" sz="3200" i="1" dirty="0" err="1">
                <a:solidFill>
                  <a:srgbClr val="00B050"/>
                </a:solidFill>
              </a:rPr>
              <a:t>nya</a:t>
            </a:r>
            <a:r>
              <a:rPr lang="en-US" sz="3200" i="1" dirty="0">
                <a:solidFill>
                  <a:srgbClr val="00B050"/>
                </a:solidFill>
              </a:rPr>
              <a:t> (her.. or his …)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First person (plural): </a:t>
            </a:r>
            <a:r>
              <a:rPr lang="en-US" sz="3200" b="1" i="1" dirty="0">
                <a:solidFill>
                  <a:srgbClr val="FF0000"/>
                </a:solidFill>
              </a:rPr>
              <a:t>kami</a:t>
            </a:r>
            <a:r>
              <a:rPr lang="en-US" sz="3200" i="1" dirty="0">
                <a:solidFill>
                  <a:srgbClr val="FF0000"/>
                </a:solidFill>
              </a:rPr>
              <a:t> (we), </a:t>
            </a:r>
            <a:r>
              <a:rPr lang="en-US" sz="3200" b="1" i="1" dirty="0" err="1">
                <a:solidFill>
                  <a:srgbClr val="FF0000"/>
                </a:solidFill>
              </a:rPr>
              <a:t>kita</a:t>
            </a:r>
            <a:r>
              <a:rPr lang="en-US" sz="3200" i="1" dirty="0">
                <a:solidFill>
                  <a:srgbClr val="FF0000"/>
                </a:solidFill>
              </a:rPr>
              <a:t> (us)</a:t>
            </a: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Second person (plural): </a:t>
            </a:r>
            <a:r>
              <a:rPr lang="en-US" sz="3200" b="1" i="1" dirty="0">
                <a:solidFill>
                  <a:srgbClr val="FF0000"/>
                </a:solidFill>
              </a:rPr>
              <a:t>kalian</a:t>
            </a:r>
            <a:r>
              <a:rPr lang="en-US" sz="3200" i="1" dirty="0">
                <a:solidFill>
                  <a:srgbClr val="FF0000"/>
                </a:solidFill>
              </a:rPr>
              <a:t> (you), Anda </a:t>
            </a:r>
            <a:r>
              <a:rPr lang="en-US" sz="3200" i="1" dirty="0" err="1">
                <a:solidFill>
                  <a:srgbClr val="FF0000"/>
                </a:solidFill>
              </a:rPr>
              <a:t>sekalian</a:t>
            </a:r>
            <a:r>
              <a:rPr lang="en-US" sz="3200" i="1" dirty="0">
                <a:solidFill>
                  <a:srgbClr val="FF0000"/>
                </a:solidFill>
              </a:rPr>
              <a:t>, </a:t>
            </a:r>
            <a:r>
              <a:rPr lang="en-US" sz="3200" i="1" dirty="0" err="1">
                <a:solidFill>
                  <a:srgbClr val="FF0000"/>
                </a:solidFill>
              </a:rPr>
              <a:t>kamu</a:t>
            </a:r>
            <a:r>
              <a:rPr lang="en-US" sz="3200" i="1" dirty="0">
                <a:solidFill>
                  <a:srgbClr val="FF0000"/>
                </a:solidFill>
              </a:rPr>
              <a:t> </a:t>
            </a:r>
            <a:r>
              <a:rPr lang="en-US" sz="3200" i="1" dirty="0" err="1">
                <a:solidFill>
                  <a:srgbClr val="FF0000"/>
                </a:solidFill>
              </a:rPr>
              <a:t>sekalian</a:t>
            </a:r>
            <a:endParaRPr lang="en-US" sz="32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  <a:defRPr/>
            </a:pPr>
            <a:r>
              <a:rPr lang="en-US" sz="3200" i="1" dirty="0"/>
              <a:t>Third person (plural): </a:t>
            </a:r>
            <a:r>
              <a:rPr lang="en-US" sz="3200" b="1" i="1" dirty="0" err="1">
                <a:solidFill>
                  <a:srgbClr val="FF0000"/>
                </a:solidFill>
              </a:rPr>
              <a:t>mereka</a:t>
            </a:r>
            <a:endParaRPr lang="en-US" sz="3200" b="1" i="1" dirty="0">
              <a:solidFill>
                <a:srgbClr val="FF0000"/>
              </a:solidFill>
            </a:endParaRPr>
          </a:p>
        </p:txBody>
      </p:sp>
      <p:sp>
        <p:nvSpPr>
          <p:cNvPr id="8195" name="Title 1"/>
          <p:cNvSpPr txBox="1">
            <a:spLocks/>
          </p:cNvSpPr>
          <p:nvPr/>
        </p:nvSpPr>
        <p:spPr bwMode="auto">
          <a:xfrm>
            <a:off x="838200" y="192181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Kata 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Ganti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Pronomina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576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636" y="365125"/>
            <a:ext cx="6943164" cy="1325563"/>
          </a:xfrm>
        </p:spPr>
        <p:txBody>
          <a:bodyPr/>
          <a:lstStyle/>
          <a:p>
            <a:r>
              <a:rPr lang="en-US" dirty="0"/>
              <a:t>Speaking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0635" y="1825625"/>
            <a:ext cx="751690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Kenalkan</a:t>
            </a:r>
            <a:r>
              <a:rPr lang="en-US" sz="4000" dirty="0">
                <a:latin typeface="Akrobat Bold" panose="00000800000000000000" pitchFamily="50" charset="0"/>
              </a:rPr>
              <a:t>, </a:t>
            </a:r>
            <a:r>
              <a:rPr lang="en-US" sz="4000" dirty="0" err="1">
                <a:latin typeface="Akrobat Bold" panose="00000800000000000000" pitchFamily="50" charset="0"/>
              </a:rPr>
              <a:t>nama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……. 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(introduce, his name is ……. )</a:t>
            </a: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dirty="0" err="1">
                <a:latin typeface="Akrobat Bold" panose="00000800000000000000" pitchFamily="50" charset="0"/>
              </a:rPr>
              <a:t>dari</a:t>
            </a:r>
            <a:r>
              <a:rPr lang="en-US" sz="4000" dirty="0">
                <a:latin typeface="Akrobat Bold" panose="00000800000000000000" pitchFamily="50" charset="0"/>
              </a:rPr>
              <a:t> …..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(He/ she come from ……)</a:t>
            </a:r>
            <a:endParaRPr lang="en-US" sz="3600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32" name="Picture 8" descr="Aung San Suu Kyi | Biography, Nobel Prize, &amp; Facts | Britannica">
            <a:extLst>
              <a:ext uri="{FF2B5EF4-FFF2-40B4-BE49-F238E27FC236}">
                <a16:creationId xmlns:a16="http://schemas.microsoft.com/office/drawing/2014/main" id="{773AC7C1-25D9-4F97-9A58-6F9EE3D7C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62" y="645962"/>
            <a:ext cx="3325954" cy="43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84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7789388"/>
              </p:ext>
            </p:extLst>
          </p:nvPr>
        </p:nvGraphicFramePr>
        <p:xfrm>
          <a:off x="838200" y="1825625"/>
          <a:ext cx="10515600" cy="4667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Indonesia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Good / 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Smart / intelligent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Pintar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Miskin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Tall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Dingin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Cantik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handsome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Ganteng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Hangat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Imut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Friendly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Ramah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pendek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Arrogant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Sombong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Hot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Seksi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Rakus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Buruk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Stupid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Bodoh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Sesat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r>
                        <a:rPr lang="en-US" dirty="0"/>
                        <a:t>Charming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berkharisma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dermawan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 bwMode="auto">
          <a:xfrm>
            <a:off x="850900" y="447675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Kosakata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en-US" sz="4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orang</a:t>
            </a:r>
          </a:p>
        </p:txBody>
      </p:sp>
    </p:spTree>
    <p:extLst>
      <p:ext uri="{BB962C8B-B14F-4D97-AF65-F5344CB8AC3E}">
        <p14:creationId xmlns:p14="http://schemas.microsoft.com/office/powerpoint/2010/main" val="107278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0" r="-162"/>
          <a:stretch/>
        </p:blipFill>
        <p:spPr>
          <a:xfrm>
            <a:off x="1636210" y="11819"/>
            <a:ext cx="8919580" cy="684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07422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MENULIS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7029" y="1694329"/>
            <a:ext cx="11263085" cy="4482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Buat</a:t>
            </a:r>
            <a:r>
              <a:rPr lang="en-US" sz="3200" dirty="0"/>
              <a:t> </a:t>
            </a:r>
            <a:r>
              <a:rPr lang="en-US" sz="3200" dirty="0" err="1"/>
              <a:t>kalimat</a:t>
            </a:r>
            <a:r>
              <a:rPr lang="en-US" sz="3200" dirty="0"/>
              <a:t> (write a sentence)</a:t>
            </a:r>
          </a:p>
          <a:p>
            <a:pPr marL="0" indent="0">
              <a:buNone/>
            </a:pPr>
            <a:r>
              <a:rPr lang="en-US" sz="3200" dirty="0" err="1"/>
              <a:t>Contoh</a:t>
            </a:r>
            <a:r>
              <a:rPr lang="en-US" sz="3200" dirty="0"/>
              <a:t> (example) :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400" dirty="0" err="1"/>
              <a:t>Kenalkan</a:t>
            </a:r>
            <a:r>
              <a:rPr lang="en-US" sz="4400" dirty="0"/>
              <a:t>, </a:t>
            </a:r>
            <a:r>
              <a:rPr lang="en-US" sz="4400" dirty="0" err="1"/>
              <a:t>nama</a:t>
            </a:r>
            <a:r>
              <a:rPr lang="en-US" sz="4400" dirty="0"/>
              <a:t> </a:t>
            </a:r>
            <a:r>
              <a:rPr lang="en-US" sz="4400" dirty="0" err="1"/>
              <a:t>dia</a:t>
            </a:r>
            <a:r>
              <a:rPr lang="en-US" sz="4400" dirty="0"/>
              <a:t> Willy. </a:t>
            </a:r>
          </a:p>
          <a:p>
            <a:pPr marL="0" indent="0">
              <a:buNone/>
            </a:pPr>
            <a:r>
              <a:rPr lang="en-US" sz="4400" dirty="0" err="1"/>
              <a:t>Dia</a:t>
            </a:r>
            <a:r>
              <a:rPr lang="en-US" sz="4400" dirty="0"/>
              <a:t> </a:t>
            </a:r>
            <a:r>
              <a:rPr lang="en-US" sz="4400" dirty="0" err="1"/>
              <a:t>dari</a:t>
            </a:r>
            <a:r>
              <a:rPr lang="en-US" sz="4400" dirty="0"/>
              <a:t>…. .  (he/she from……)</a:t>
            </a:r>
          </a:p>
          <a:p>
            <a:pPr marL="0" indent="0">
              <a:buNone/>
            </a:pPr>
            <a:r>
              <a:rPr lang="en-US" sz="4400" dirty="0" err="1"/>
              <a:t>Dia</a:t>
            </a:r>
            <a:r>
              <a:rPr lang="en-US" sz="4400" dirty="0"/>
              <a:t> orang yang …. (he/she is ….. person)</a:t>
            </a:r>
          </a:p>
        </p:txBody>
      </p:sp>
    </p:spTree>
    <p:extLst>
      <p:ext uri="{BB962C8B-B14F-4D97-AF65-F5344CB8AC3E}">
        <p14:creationId xmlns:p14="http://schemas.microsoft.com/office/powerpoint/2010/main" val="401382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0636" y="365125"/>
            <a:ext cx="6943164" cy="1325563"/>
          </a:xfrm>
        </p:spPr>
        <p:txBody>
          <a:bodyPr/>
          <a:lstStyle/>
          <a:p>
            <a:r>
              <a:rPr lang="en-US" dirty="0"/>
              <a:t>Speaking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0635" y="1825625"/>
            <a:ext cx="7516905" cy="4351338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Kenalkan</a:t>
            </a:r>
            <a:r>
              <a:rPr lang="en-US" sz="4000" dirty="0">
                <a:latin typeface="Akrobat Bold" panose="00000800000000000000" pitchFamily="50" charset="0"/>
              </a:rPr>
              <a:t>, </a:t>
            </a:r>
            <a:r>
              <a:rPr lang="en-US" sz="4000" dirty="0" err="1">
                <a:latin typeface="Akrobat Bold" panose="00000800000000000000" pitchFamily="50" charset="0"/>
              </a:rPr>
              <a:t>nama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…. 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(introduce, his/her name is ….)</a:t>
            </a: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</a:t>
            </a:r>
            <a:r>
              <a:rPr lang="en-US" sz="4000" dirty="0" err="1">
                <a:latin typeface="Akrobat Bold" panose="00000800000000000000" pitchFamily="50" charset="0"/>
              </a:rPr>
              <a:t>dari</a:t>
            </a:r>
            <a:r>
              <a:rPr lang="en-US" sz="4000" dirty="0">
                <a:latin typeface="Akrobat Bold" panose="00000800000000000000" pitchFamily="50" charset="0"/>
              </a:rPr>
              <a:t> ….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 / she from ….. )</a:t>
            </a:r>
            <a:endParaRPr lang="en-US" sz="3600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r>
              <a:rPr lang="en-US" sz="4000" dirty="0" err="1">
                <a:latin typeface="Akrobat Bold" panose="00000800000000000000" pitchFamily="50" charset="0"/>
              </a:rPr>
              <a:t>Dia</a:t>
            </a:r>
            <a:r>
              <a:rPr lang="en-US" sz="4000" dirty="0">
                <a:latin typeface="Akrobat Bold" panose="00000800000000000000" pitchFamily="50" charset="0"/>
              </a:rPr>
              <a:t> orang yang </a:t>
            </a:r>
            <a:r>
              <a:rPr lang="en-US" sz="4000" dirty="0">
                <a:solidFill>
                  <a:srgbClr val="FF0000"/>
                </a:solidFill>
                <a:latin typeface="Akrobat Bold" panose="00000800000000000000" pitchFamily="50" charset="0"/>
              </a:rPr>
              <a:t>…..</a:t>
            </a:r>
          </a:p>
          <a:p>
            <a:pPr marL="0" indent="0">
              <a:buNone/>
            </a:pPr>
            <a:r>
              <a:rPr lang="en-US" sz="3600" i="1" dirty="0">
                <a:latin typeface="Akrobat Bold" panose="00000800000000000000" pitchFamily="50" charset="0"/>
              </a:rPr>
              <a:t>(He / she is ……. person)</a:t>
            </a:r>
            <a:endParaRPr lang="en-US" sz="4400" i="1" dirty="0">
              <a:latin typeface="Akrobat Bold" panose="00000800000000000000" pitchFamily="50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Anonymous man silhouette with question mark - full body picture vector de  Stock | Adobe 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6" r="25295"/>
          <a:stretch/>
        </p:blipFill>
        <p:spPr bwMode="auto">
          <a:xfrm>
            <a:off x="0" y="0"/>
            <a:ext cx="34290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468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tentukan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benar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atau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salah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4771"/>
            <a:ext cx="12192000" cy="4285170"/>
          </a:xfrm>
        </p:spPr>
      </p:pic>
    </p:spTree>
    <p:extLst>
      <p:ext uri="{BB962C8B-B14F-4D97-AF65-F5344CB8AC3E}">
        <p14:creationId xmlns:p14="http://schemas.microsoft.com/office/powerpoint/2010/main" val="361219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563" y="4068154"/>
            <a:ext cx="4673959" cy="2686811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Kenalkan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kaykay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berasal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dari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south Cotabato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tinggal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 Metro Manila 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adalah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mahasiswa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).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adalah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saya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63" y="-154548"/>
            <a:ext cx="10515600" cy="4171188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387922" y="4068155"/>
            <a:ext cx="4927242" cy="26868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23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sangat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cantik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tinggi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juga (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baik</a:t>
            </a:r>
            <a:r>
              <a:rPr lang="en-US" sz="2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sekali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suka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bermain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dengan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kucing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)play with cat.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590806" y="3154069"/>
            <a:ext cx="5480188" cy="7080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dirty="0"/>
              <a:t>Very : </a:t>
            </a:r>
            <a:r>
              <a:rPr lang="en-US" dirty="0" err="1"/>
              <a:t>Sangat</a:t>
            </a:r>
            <a:r>
              <a:rPr lang="en-US" dirty="0"/>
              <a:t> … = … </a:t>
            </a:r>
            <a:r>
              <a:rPr lang="en-US" dirty="0" err="1"/>
              <a:t>sekali</a:t>
            </a:r>
            <a:r>
              <a:rPr lang="en-US" dirty="0"/>
              <a:t> (very)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54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19" y="1210614"/>
            <a:ext cx="9585907" cy="5647386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99564" y="54345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isi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teks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4722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529" y="0"/>
            <a:ext cx="7619472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isi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teks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713668" y="1516532"/>
            <a:ext cx="7147774" cy="5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Nama </a:t>
            </a:r>
            <a:r>
              <a:rPr lang="en-US" dirty="0" err="1"/>
              <a:t>dia</a:t>
            </a:r>
            <a:r>
              <a:rPr lang="en-US" dirty="0"/>
              <a:t> (name)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(</a:t>
            </a:r>
            <a:r>
              <a:rPr lang="en-US" dirty="0" err="1"/>
              <a:t>profesion</a:t>
            </a:r>
            <a:r>
              <a:rPr lang="en-US" dirty="0"/>
              <a:t>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Prabowo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(live in)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orang yang (describe person)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pintar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(he good at)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Badan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(his body is)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(he like to wear)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naik</a:t>
            </a:r>
            <a:r>
              <a:rPr lang="en-US" dirty="0"/>
              <a:t> </a:t>
            </a:r>
            <a:r>
              <a:rPr lang="en-US" dirty="0" err="1"/>
              <a:t>kuda</a:t>
            </a:r>
            <a:r>
              <a:rPr lang="en-US" dirty="0"/>
              <a:t> (ride horse)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( he don’t like) 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098" name="Picture 2" descr="https://pbs.twimg.com/media/BqLJgLeCMAAOvA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572529" cy="685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9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64" y="1516532"/>
            <a:ext cx="3769451" cy="5025936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99564" y="54345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latin typeface="Arial Rounded MT Bold" panose="020F0704030504030204" pitchFamily="34" charset="0"/>
              </a:rPr>
              <a:t>Simak</a:t>
            </a:r>
            <a:r>
              <a:rPr lang="en-US" sz="3600" dirty="0">
                <a:latin typeface="Arial Rounded MT Bold" panose="020F0704030504030204" pitchFamily="34" charset="0"/>
              </a:rPr>
              <a:t> audio </a:t>
            </a:r>
            <a:r>
              <a:rPr lang="en-US" sz="3600" dirty="0" err="1">
                <a:latin typeface="Arial Rounded MT Bold" panose="020F0704030504030204" pitchFamily="34" charset="0"/>
              </a:rPr>
              <a:t>dan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isi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teks</a:t>
            </a:r>
            <a:r>
              <a:rPr lang="en-US" sz="3600" dirty="0">
                <a:latin typeface="Arial Rounded MT Bold" panose="020F0704030504030204" pitchFamily="34" charset="0"/>
              </a:rPr>
              <a:t> </a:t>
            </a:r>
            <a:r>
              <a:rPr lang="en-US" sz="3600" dirty="0" err="1">
                <a:latin typeface="Arial Rounded MT Bold" panose="020F0704030504030204" pitchFamily="34" charset="0"/>
              </a:rPr>
              <a:t>berikut</a:t>
            </a:r>
            <a:r>
              <a:rPr lang="en-US" sz="3600" dirty="0">
                <a:latin typeface="Arial Rounded MT Bold" panose="020F0704030504030204" pitchFamily="34" charset="0"/>
              </a:rPr>
              <a:t>!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713668" y="1516532"/>
            <a:ext cx="7147774" cy="5206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Nama </a:t>
            </a:r>
            <a:r>
              <a:rPr lang="en-US" dirty="0" err="1"/>
              <a:t>dia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orang yang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pintar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Badan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bermain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….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Dia</a:t>
            </a:r>
            <a:r>
              <a:rPr lang="en-US" dirty="0"/>
              <a:t> juga </a:t>
            </a:r>
            <a:r>
              <a:rPr lang="en-US" dirty="0" err="1"/>
              <a:t>ramah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….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62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820"/>
            <a:ext cx="10515600" cy="897005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 Rounded MT Bold" panose="020F0704030504030204" pitchFamily="34" charset="0"/>
              </a:rPr>
              <a:t>Diskusikan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cara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mengenalkan</a:t>
            </a:r>
            <a:r>
              <a:rPr lang="en-US" dirty="0">
                <a:latin typeface="Arial Rounded MT Bold" panose="020F0704030504030204" pitchFamily="34" charset="0"/>
              </a:rPr>
              <a:t> orang lain!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251"/>
            <a:ext cx="10515600" cy="540912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Kenalkan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.</a:t>
            </a:r>
          </a:p>
          <a:p>
            <a:r>
              <a:rPr lang="en-US" dirty="0" err="1"/>
              <a:t>Panggil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. 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seorang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r>
              <a:rPr lang="en-US" dirty="0" err="1"/>
              <a:t>Rizky</a:t>
            </a:r>
            <a:r>
              <a:rPr lang="en-US" dirty="0"/>
              <a:t> </a:t>
            </a:r>
            <a:r>
              <a:rPr lang="en-US" dirty="0" err="1"/>
              <a:t>Abrian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Indonesia 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tinggal</a:t>
            </a:r>
            <a:r>
              <a:rPr lang="en-US" dirty="0"/>
              <a:t> di Surabaya.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pintar</a:t>
            </a:r>
            <a:r>
              <a:rPr lang="en-US" dirty="0"/>
              <a:t> di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Badan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/>
              <a:t>tinggi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kulit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dia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/>
              <a:t>cokelat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rambutnya</a:t>
            </a:r>
            <a:r>
              <a:rPr lang="en-US" dirty="0"/>
              <a:t> </a:t>
            </a:r>
            <a:r>
              <a:rPr lang="en-US" dirty="0" err="1"/>
              <a:t>pendek</a:t>
            </a:r>
            <a:r>
              <a:rPr lang="en-US" dirty="0"/>
              <a:t>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pakai</a:t>
            </a:r>
            <a:r>
              <a:rPr lang="en-US" dirty="0"/>
              <a:t> </a:t>
            </a:r>
            <a:r>
              <a:rPr lang="en-US" dirty="0" err="1"/>
              <a:t>baju</a:t>
            </a:r>
            <a:r>
              <a:rPr lang="en-US" dirty="0"/>
              <a:t> batik.</a:t>
            </a:r>
          </a:p>
          <a:p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bermain</a:t>
            </a:r>
            <a:r>
              <a:rPr lang="en-US" dirty="0"/>
              <a:t> futsal.</a:t>
            </a:r>
          </a:p>
          <a:p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suka</a:t>
            </a:r>
            <a:r>
              <a:rPr lang="en-US" dirty="0"/>
              <a:t> </a:t>
            </a:r>
            <a:r>
              <a:rPr lang="en-US" dirty="0" err="1"/>
              <a:t>makanan</a:t>
            </a:r>
            <a:r>
              <a:rPr lang="en-US" dirty="0"/>
              <a:t> </a:t>
            </a:r>
            <a:r>
              <a:rPr lang="en-US" dirty="0" err="1"/>
              <a:t>pedas</a:t>
            </a:r>
            <a:r>
              <a:rPr lang="en-US" dirty="0"/>
              <a:t>.</a:t>
            </a:r>
          </a:p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005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ask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2574637"/>
            <a:ext cx="10515600" cy="400533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	: </a:t>
            </a:r>
            <a:r>
              <a:rPr lang="en-US" b="1" dirty="0" err="1"/>
              <a:t>apa</a:t>
            </a:r>
            <a:endParaRPr lang="en-US" b="1" dirty="0"/>
          </a:p>
          <a:p>
            <a:r>
              <a:rPr lang="en-US" b="1" dirty="0"/>
              <a:t>Who		: </a:t>
            </a:r>
            <a:r>
              <a:rPr lang="en-US" b="1" dirty="0" err="1"/>
              <a:t>siapa</a:t>
            </a:r>
            <a:endParaRPr lang="en-US" b="1" dirty="0"/>
          </a:p>
          <a:p>
            <a:r>
              <a:rPr lang="en-US" b="1" dirty="0"/>
              <a:t>Where	: </a:t>
            </a:r>
            <a:r>
              <a:rPr lang="en-US" b="1" dirty="0" err="1"/>
              <a:t>dimana</a:t>
            </a:r>
            <a:endParaRPr lang="en-US" b="1" dirty="0"/>
          </a:p>
          <a:p>
            <a:r>
              <a:rPr lang="en-US" b="1" dirty="0"/>
              <a:t>When	: </a:t>
            </a:r>
            <a:r>
              <a:rPr lang="en-US" b="1" dirty="0" err="1"/>
              <a:t>kapan</a:t>
            </a:r>
            <a:endParaRPr lang="en-US" b="1" dirty="0"/>
          </a:p>
          <a:p>
            <a:r>
              <a:rPr lang="en-US" b="1" dirty="0"/>
              <a:t>Why		: </a:t>
            </a:r>
            <a:r>
              <a:rPr lang="en-US" b="1" dirty="0" err="1"/>
              <a:t>mengapa</a:t>
            </a:r>
            <a:endParaRPr lang="en-US" b="1" dirty="0"/>
          </a:p>
          <a:p>
            <a:r>
              <a:rPr lang="en-US" b="1" dirty="0"/>
              <a:t>How		: </a:t>
            </a:r>
            <a:r>
              <a:rPr lang="en-US" b="1" dirty="0" err="1"/>
              <a:t>bagaimana</a:t>
            </a:r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i="1" dirty="0" err="1"/>
              <a:t>Buat</a:t>
            </a:r>
            <a:r>
              <a:rPr lang="en-US" b="1" i="1" dirty="0"/>
              <a:t> </a:t>
            </a:r>
            <a:r>
              <a:rPr lang="en-US" b="1" i="1" dirty="0" err="1"/>
              <a:t>kalimat</a:t>
            </a:r>
            <a:r>
              <a:rPr lang="en-US" b="1" i="1" dirty="0"/>
              <a:t> </a:t>
            </a:r>
            <a:r>
              <a:rPr lang="en-US" b="1" i="1" dirty="0" err="1"/>
              <a:t>dengan</a:t>
            </a:r>
            <a:r>
              <a:rPr lang="en-US" b="1" i="1" dirty="0"/>
              <a:t> kata …. !</a:t>
            </a:r>
          </a:p>
          <a:p>
            <a:pPr marL="0" indent="0">
              <a:buNone/>
            </a:pPr>
            <a:r>
              <a:rPr lang="en-US" b="1" i="1" dirty="0"/>
              <a:t>Make sentence with word …. !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850900" y="447675"/>
            <a:ext cx="10515600" cy="1325563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How to ask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23331" y="2111188"/>
            <a:ext cx="6575612" cy="4468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 err="1"/>
              <a:t>Apa</a:t>
            </a:r>
            <a:r>
              <a:rPr lang="en-US" sz="3000" b="1" dirty="0"/>
              <a:t> </a:t>
            </a:r>
            <a:r>
              <a:rPr lang="en-US" sz="3000" b="1" dirty="0" err="1"/>
              <a:t>hobi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What is your hobby?</a:t>
            </a:r>
          </a:p>
          <a:p>
            <a:r>
              <a:rPr lang="en-US" sz="3000" b="1" dirty="0" err="1"/>
              <a:t>Siapa</a:t>
            </a:r>
            <a:r>
              <a:rPr lang="en-US" sz="3000" b="1" dirty="0"/>
              <a:t> </a:t>
            </a:r>
            <a:r>
              <a:rPr lang="en-US" sz="3000" b="1" dirty="0" err="1"/>
              <a:t>dia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Who is she/he?</a:t>
            </a:r>
            <a:endParaRPr lang="en-US" sz="2200" b="1" dirty="0"/>
          </a:p>
          <a:p>
            <a:r>
              <a:rPr lang="en-US" sz="3000" b="1" dirty="0" err="1"/>
              <a:t>Dimana</a:t>
            </a:r>
            <a:r>
              <a:rPr lang="en-US" sz="3000" b="1" dirty="0"/>
              <a:t> </a:t>
            </a:r>
            <a:r>
              <a:rPr lang="en-US" sz="3000" b="1" dirty="0" err="1"/>
              <a:t>dia</a:t>
            </a:r>
            <a:r>
              <a:rPr lang="en-US" sz="3000" b="1" dirty="0"/>
              <a:t> </a:t>
            </a:r>
            <a:r>
              <a:rPr lang="en-US" sz="3000" b="1" dirty="0" err="1"/>
              <a:t>sekarang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1900" b="1" i="1" dirty="0"/>
              <a:t>Where are she/he now?</a:t>
            </a:r>
          </a:p>
          <a:p>
            <a:r>
              <a:rPr lang="en-US" sz="3000" b="1" dirty="0"/>
              <a:t>Kapan </a:t>
            </a:r>
            <a:r>
              <a:rPr lang="en-US" sz="3000" b="1" dirty="0" err="1"/>
              <a:t>kamu</a:t>
            </a:r>
            <a:r>
              <a:rPr lang="en-US" sz="3000" b="1" dirty="0"/>
              <a:t> </a:t>
            </a:r>
            <a:r>
              <a:rPr lang="en-US" sz="3000" b="1" dirty="0" err="1"/>
              <a:t>ke</a:t>
            </a:r>
            <a:r>
              <a:rPr lang="en-US" sz="3000" b="1" dirty="0"/>
              <a:t> Indonesia?</a:t>
            </a:r>
          </a:p>
          <a:p>
            <a:pPr marL="0" indent="0">
              <a:buNone/>
            </a:pPr>
            <a:r>
              <a:rPr lang="en-US" sz="2200" b="1" i="1" dirty="0"/>
              <a:t>When you go to Indonesia?</a:t>
            </a:r>
          </a:p>
          <a:p>
            <a:r>
              <a:rPr lang="en-US" sz="3000" b="1" dirty="0" err="1"/>
              <a:t>Mengapa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 </a:t>
            </a:r>
            <a:r>
              <a:rPr lang="en-US" sz="3000" b="1" dirty="0" err="1"/>
              <a:t>belajar</a:t>
            </a:r>
            <a:r>
              <a:rPr lang="en-US" sz="3000" b="1" dirty="0"/>
              <a:t> </a:t>
            </a:r>
            <a:r>
              <a:rPr lang="en-US" sz="3000" b="1" dirty="0" err="1"/>
              <a:t>bahasa</a:t>
            </a:r>
            <a:r>
              <a:rPr lang="en-US" sz="3000" b="1" dirty="0"/>
              <a:t> Indonesia?</a:t>
            </a:r>
          </a:p>
          <a:p>
            <a:pPr marL="0" indent="0">
              <a:buNone/>
            </a:pPr>
            <a:r>
              <a:rPr lang="en-US" sz="2200" b="1" i="1" dirty="0"/>
              <a:t>Why you learn Bahasa Indonesia?</a:t>
            </a:r>
          </a:p>
          <a:p>
            <a:r>
              <a:rPr lang="en-US" sz="3000" b="1" dirty="0" err="1"/>
              <a:t>Bagaimana</a:t>
            </a:r>
            <a:r>
              <a:rPr lang="en-US" sz="3000" b="1" dirty="0"/>
              <a:t> </a:t>
            </a:r>
            <a:r>
              <a:rPr lang="en-US" sz="3000" b="1" dirty="0" err="1"/>
              <a:t>Anda</a:t>
            </a:r>
            <a:r>
              <a:rPr lang="en-US" sz="3000" b="1" dirty="0"/>
              <a:t> </a:t>
            </a:r>
            <a:r>
              <a:rPr lang="en-US" sz="3000" b="1" dirty="0" err="1"/>
              <a:t>belajar</a:t>
            </a:r>
            <a:r>
              <a:rPr lang="en-US" sz="3000" b="1" dirty="0"/>
              <a:t>?</a:t>
            </a:r>
          </a:p>
          <a:p>
            <a:pPr marL="0" indent="0">
              <a:buNone/>
            </a:pPr>
            <a:r>
              <a:rPr lang="en-US" sz="2200" b="1" i="1" dirty="0"/>
              <a:t>How you learn?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445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43599"/>
            <a:ext cx="10515600" cy="115626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Arial Rounded MT Bold" panose="020F0704030504030204" pitchFamily="34" charset="0"/>
              </a:rPr>
              <a:t>PRAKTIK MENULIS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2191871"/>
            <a:ext cx="10515600" cy="398509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Kenalkan</a:t>
            </a:r>
            <a:r>
              <a:rPr lang="en-US" dirty="0"/>
              <a:t> 1 </a:t>
            </a:r>
            <a:r>
              <a:rPr lang="en-US" dirty="0" err="1"/>
              <a:t>teman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 err="1"/>
              <a:t>Jelaskan</a:t>
            </a:r>
            <a:r>
              <a:rPr lang="en-US" dirty="0"/>
              <a:t> : </a:t>
            </a:r>
          </a:p>
          <a:p>
            <a:r>
              <a:rPr lang="en-US" dirty="0" err="1"/>
              <a:t>nama</a:t>
            </a:r>
            <a:r>
              <a:rPr lang="en-US" dirty="0"/>
              <a:t> </a:t>
            </a:r>
          </a:p>
          <a:p>
            <a:r>
              <a:rPr lang="en-US" dirty="0" err="1"/>
              <a:t>Asal</a:t>
            </a:r>
            <a:endParaRPr lang="en-US" dirty="0"/>
          </a:p>
          <a:p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tinggal</a:t>
            </a:r>
            <a:endParaRPr lang="en-US" dirty="0"/>
          </a:p>
          <a:p>
            <a:r>
              <a:rPr lang="en-US" dirty="0" err="1"/>
              <a:t>Karakter</a:t>
            </a:r>
            <a:endParaRPr lang="en-US" dirty="0"/>
          </a:p>
          <a:p>
            <a:r>
              <a:rPr lang="en-US" dirty="0" err="1"/>
              <a:t>profesi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00122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pic>
        <p:nvPicPr>
          <p:cNvPr id="1026" name="Picture 2" descr="Manny Pacquiao Berurusan dengan Organisasi MMA Jepa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2000436"/>
            <a:ext cx="536193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396317" y="2000436"/>
            <a:ext cx="44285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</p:spTree>
    <p:extLst>
      <p:ext uri="{BB962C8B-B14F-4D97-AF65-F5344CB8AC3E}">
        <p14:creationId xmlns:p14="http://schemas.microsoft.com/office/powerpoint/2010/main" val="2347951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52" name="Picture 8" descr="Berkas:Andrés Bonifacio.jpg - Wikipedia bahasa Indonesia, ensiklopedia beba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209" b="9309"/>
          <a:stretch/>
        </p:blipFill>
        <p:spPr bwMode="auto">
          <a:xfrm>
            <a:off x="838200" y="1426381"/>
            <a:ext cx="3545568" cy="516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7624" y="1801527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</p:spTree>
    <p:extLst>
      <p:ext uri="{BB962C8B-B14F-4D97-AF65-F5344CB8AC3E}">
        <p14:creationId xmlns:p14="http://schemas.microsoft.com/office/powerpoint/2010/main" val="81851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545502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93224" y="1933201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1026" name="Picture 2" descr="Corazon Aqui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4812479" cy="4010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557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5"/>
            <a:ext cx="3290047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Lea Salong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291065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13729" y="1795556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</p:spTree>
    <p:extLst>
      <p:ext uri="{BB962C8B-B14F-4D97-AF65-F5344CB8AC3E}">
        <p14:creationId xmlns:p14="http://schemas.microsoft.com/office/powerpoint/2010/main" val="175921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Emilio Aguinaldo | Historica Wiki | Fand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20044"/>
            <a:ext cx="33718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13195" y="1785701"/>
            <a:ext cx="55581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</p:spTree>
    <p:extLst>
      <p:ext uri="{BB962C8B-B14F-4D97-AF65-F5344CB8AC3E}">
        <p14:creationId xmlns:p14="http://schemas.microsoft.com/office/powerpoint/2010/main" val="34894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1026" name="Picture 2" descr="Credit: Corbis via Getty Images/Historic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404" y="1825625"/>
            <a:ext cx="3317106" cy="419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44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2" name="Picture 2" descr="Ivana Alawi - YouTube">
            <a:extLst>
              <a:ext uri="{FF2B5EF4-FFF2-40B4-BE49-F238E27FC236}">
                <a16:creationId xmlns:a16="http://schemas.microsoft.com/office/drawing/2014/main" id="{9125EE05-74BB-4457-BDBA-EDC455190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32" y="1825625"/>
            <a:ext cx="4544291" cy="454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688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3074" name="Picture 2" descr="Sara Duterte - Wikipedia, ang malayang ensiklopedya">
            <a:extLst>
              <a:ext uri="{FF2B5EF4-FFF2-40B4-BE49-F238E27FC236}">
                <a16:creationId xmlns:a16="http://schemas.microsoft.com/office/drawing/2014/main" id="{688A4B36-A27E-4EBD-92B0-3DA1ABDAB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58" y="1426381"/>
            <a:ext cx="3621079" cy="543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076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4098" name="Picture 2" descr="Kathryn Bernardo - IMDb">
            <a:extLst>
              <a:ext uri="{FF2B5EF4-FFF2-40B4-BE49-F238E27FC236}">
                <a16:creationId xmlns:a16="http://schemas.microsoft.com/office/drawing/2014/main" id="{147F9D96-6C3F-4A33-8CD0-7770CA562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34652"/>
            <a:ext cx="4216758" cy="527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698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5124" name="Picture 4" descr="Andrea Brillantes - Wikipedia">
            <a:extLst>
              <a:ext uri="{FF2B5EF4-FFF2-40B4-BE49-F238E27FC236}">
                <a16:creationId xmlns:a16="http://schemas.microsoft.com/office/drawing/2014/main" id="{3CA4991B-DEC0-4454-8A92-E07E9ABEE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26381"/>
            <a:ext cx="3702540" cy="495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540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6146" name="Picture 2" descr="Daniel Padilla - YouTube">
            <a:extLst>
              <a:ext uri="{FF2B5EF4-FFF2-40B4-BE49-F238E27FC236}">
                <a16:creationId xmlns:a16="http://schemas.microsoft.com/office/drawing/2014/main" id="{1143F537-6424-49D5-9322-51A6170F5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22015"/>
            <a:ext cx="4488236" cy="448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772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7172" name="Picture 4" descr="Apo Whang-Od And The Indelible Marks Of Filipino Identity">
            <a:extLst>
              <a:ext uri="{FF2B5EF4-FFF2-40B4-BE49-F238E27FC236}">
                <a16:creationId xmlns:a16="http://schemas.microsoft.com/office/drawing/2014/main" id="{0E648CEC-1869-4C98-B41E-BF8A16334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26381"/>
            <a:ext cx="4488873" cy="56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98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8194" name="Picture 2" descr="Anne Curtis - VIVA Artists Agency">
            <a:extLst>
              <a:ext uri="{FF2B5EF4-FFF2-40B4-BE49-F238E27FC236}">
                <a16:creationId xmlns:a16="http://schemas.microsoft.com/office/drawing/2014/main" id="{B7175E32-99E2-4CA8-9CEC-04B2420ED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534072"/>
            <a:ext cx="2687247" cy="376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837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9218" name="Picture 2" descr="Hidilyn Diaz | Tatler Asia">
            <a:extLst>
              <a:ext uri="{FF2B5EF4-FFF2-40B4-BE49-F238E27FC236}">
                <a16:creationId xmlns:a16="http://schemas.microsoft.com/office/drawing/2014/main" id="{4AA5E591-AC00-4A24-AAB1-22A823E13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26381"/>
            <a:ext cx="4156364" cy="554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372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442" y="270112"/>
            <a:ext cx="10515600" cy="11562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err="1"/>
              <a:t>Kenalkan</a:t>
            </a:r>
            <a:r>
              <a:rPr lang="en-US" sz="3600" b="1" dirty="0"/>
              <a:t> orang </a:t>
            </a:r>
            <a:r>
              <a:rPr lang="en-US" sz="3600" b="1" dirty="0" err="1"/>
              <a:t>ini</a:t>
            </a:r>
            <a:r>
              <a:rPr lang="en-US" sz="3600" b="1" dirty="0"/>
              <a:t> </a:t>
            </a:r>
            <a:r>
              <a:rPr lang="en-US" sz="3600" b="1" dirty="0" err="1"/>
              <a:t>kepada</a:t>
            </a:r>
            <a:r>
              <a:rPr lang="en-US" sz="3600" b="1" dirty="0"/>
              <a:t> </a:t>
            </a:r>
            <a:r>
              <a:rPr lang="en-US" sz="3600" b="1" dirty="0" err="1"/>
              <a:t>teman</a:t>
            </a:r>
            <a:r>
              <a:rPr lang="en-US" sz="3600" b="1" dirty="0"/>
              <a:t> </a:t>
            </a:r>
            <a:r>
              <a:rPr lang="en-US" sz="3600" b="1" dirty="0" err="1"/>
              <a:t>Anda</a:t>
            </a:r>
            <a:r>
              <a:rPr lang="en-US" sz="3600" b="1" dirty="0"/>
              <a:t>!</a:t>
            </a:r>
            <a:endParaRPr lang="en-US" sz="3600" b="1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55023" y="1825625"/>
            <a:ext cx="55581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Nama </a:t>
            </a:r>
            <a:r>
              <a:rPr lang="en-US" sz="2800" dirty="0" err="1"/>
              <a:t>dia</a:t>
            </a:r>
            <a:r>
              <a:rPr lang="en-US" sz="2800" dirty="0"/>
              <a:t> ..</a:t>
            </a:r>
          </a:p>
          <a:p>
            <a:r>
              <a:rPr lang="en-US" sz="2800" dirty="0"/>
              <a:t>Nama </a:t>
            </a:r>
            <a:r>
              <a:rPr lang="en-US" sz="2800" dirty="0" err="1"/>
              <a:t>panggilan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</a:t>
            </a:r>
            <a:r>
              <a:rPr lang="en-US" sz="2800" dirty="0" err="1"/>
              <a:t>berasal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Profesi</a:t>
            </a:r>
            <a:r>
              <a:rPr lang="en-US" sz="2800" dirty="0"/>
              <a:t> </a:t>
            </a:r>
            <a:r>
              <a:rPr lang="en-US" sz="2800" dirty="0" err="1"/>
              <a:t>dia</a:t>
            </a:r>
            <a:r>
              <a:rPr lang="en-US" sz="2800" dirty="0"/>
              <a:t>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orang yang …</a:t>
            </a:r>
          </a:p>
          <a:p>
            <a:r>
              <a:rPr lang="en-US" sz="2800" dirty="0" err="1"/>
              <a:t>Dia</a:t>
            </a:r>
            <a:r>
              <a:rPr lang="en-US" sz="2800" dirty="0"/>
              <a:t> juga orang yang … </a:t>
            </a:r>
          </a:p>
        </p:txBody>
      </p:sp>
      <p:pic>
        <p:nvPicPr>
          <p:cNvPr id="10242" name="Picture 2" descr="Molbog-Mendoza: Reasons we love Catriona Gray">
            <a:extLst>
              <a:ext uri="{FF2B5EF4-FFF2-40B4-BE49-F238E27FC236}">
                <a16:creationId xmlns:a16="http://schemas.microsoft.com/office/drawing/2014/main" id="{92E9E396-B446-4A2F-9CBD-601B820C4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2" y="1426381"/>
            <a:ext cx="3683336" cy="4779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741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Image result for terima kasih indonesia carto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-244475"/>
            <a:ext cx="8213725" cy="710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23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1903</TotalTime>
  <Words>1121</Words>
  <Application>Microsoft Office PowerPoint</Application>
  <PresentationFormat>Widescreen</PresentationFormat>
  <Paragraphs>257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Aharoni</vt:lpstr>
      <vt:lpstr>Akrobat Black</vt:lpstr>
      <vt:lpstr>Akrobat Bold</vt:lpstr>
      <vt:lpstr>Arial</vt:lpstr>
      <vt:lpstr>Arial Rounded MT Bold</vt:lpstr>
      <vt:lpstr>Calibri</vt:lpstr>
      <vt:lpstr>Calibri Light</vt:lpstr>
      <vt:lpstr>Tahoma</vt:lpstr>
      <vt:lpstr>Office Theme</vt:lpstr>
      <vt:lpstr>PowerPoint Presentation</vt:lpstr>
      <vt:lpstr>Mengenalkan diri sendiri introduce my self</vt:lpstr>
      <vt:lpstr>PowerPoint Presentation</vt:lpstr>
      <vt:lpstr>Speaking practice</vt:lpstr>
      <vt:lpstr>PowerPoint Presentation</vt:lpstr>
      <vt:lpstr>PowerPoint Presentation</vt:lpstr>
      <vt:lpstr>PRAKTIK MENULIS</vt:lpstr>
      <vt:lpstr>Speaking practice</vt:lpstr>
      <vt:lpstr>Simak audio dan tentukan benar atau salah!</vt:lpstr>
      <vt:lpstr>Kenalkan, nama dia kaykay Dia berasal dari south Cotabato Dia tinggal di Metro Manila  Dia adalah ( mahasiswa ). Dia adalah ( teman saya).</vt:lpstr>
      <vt:lpstr>Simak audio dan isi teks berikut!</vt:lpstr>
      <vt:lpstr>Simak audio dan isi teks berikut!</vt:lpstr>
      <vt:lpstr>Simak audio dan isi teks berikut!</vt:lpstr>
      <vt:lpstr>Diskusikan cara mengenalkan orang lain!</vt:lpstr>
      <vt:lpstr>How to ask ?</vt:lpstr>
      <vt:lpstr>PRAKTIK MENULIS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55</cp:revision>
  <dcterms:created xsi:type="dcterms:W3CDTF">2020-10-19T23:51:58Z</dcterms:created>
  <dcterms:modified xsi:type="dcterms:W3CDTF">2025-04-22T17:10:46Z</dcterms:modified>
</cp:coreProperties>
</file>