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7" r:id="rId4"/>
    <p:sldId id="289" r:id="rId5"/>
    <p:sldId id="279" r:id="rId6"/>
    <p:sldId id="266" r:id="rId7"/>
    <p:sldId id="287" r:id="rId8"/>
    <p:sldId id="290" r:id="rId9"/>
    <p:sldId id="258" r:id="rId10"/>
    <p:sldId id="261" r:id="rId11"/>
    <p:sldId id="293" r:id="rId12"/>
    <p:sldId id="260" r:id="rId13"/>
    <p:sldId id="278" r:id="rId14"/>
    <p:sldId id="280" r:id="rId15"/>
    <p:sldId id="300" r:id="rId16"/>
    <p:sldId id="298" r:id="rId17"/>
    <p:sldId id="301" r:id="rId18"/>
    <p:sldId id="291" r:id="rId19"/>
    <p:sldId id="292" r:id="rId20"/>
    <p:sldId id="270" r:id="rId21"/>
    <p:sldId id="281" r:id="rId22"/>
    <p:sldId id="296" r:id="rId23"/>
    <p:sldId id="268" r:id="rId24"/>
    <p:sldId id="299" r:id="rId25"/>
    <p:sldId id="302" r:id="rId26"/>
    <p:sldId id="271" r:id="rId27"/>
    <p:sldId id="27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Etiquette: Protocol of Introducing People - Right Attitud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28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5425305"/>
            <a:ext cx="12192000" cy="144655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800" dirty="0" err="1">
                <a:latin typeface="Akrobat Black" panose="00000A00000000000000" pitchFamily="50" charset="0"/>
              </a:rPr>
              <a:t>Mengenalkan</a:t>
            </a:r>
            <a:r>
              <a:rPr lang="en-US" sz="4800" dirty="0">
                <a:latin typeface="Akrobat Black" panose="00000A00000000000000" pitchFamily="50" charset="0"/>
              </a:rPr>
              <a:t> orang lain</a:t>
            </a:r>
          </a:p>
          <a:p>
            <a:r>
              <a:rPr lang="en-US" sz="4000" dirty="0">
                <a:latin typeface="Akrobat Bold" panose="00000800000000000000" pitchFamily="50" charset="0"/>
              </a:rPr>
              <a:t>BIPA PJJ </a:t>
            </a:r>
            <a:r>
              <a:rPr lang="en-US" sz="4000" dirty="0" err="1">
                <a:latin typeface="Akrobat Bold" panose="00000800000000000000" pitchFamily="50" charset="0"/>
              </a:rPr>
              <a:t>Kopenhagen</a:t>
            </a:r>
            <a:endParaRPr lang="en-US" sz="4000" dirty="0">
              <a:latin typeface="Akrobat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64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 bwMode="auto">
          <a:xfrm>
            <a:off x="838200" y="682580"/>
            <a:ext cx="10515600" cy="187099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53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Mengenalkan</a:t>
            </a:r>
            <a:r>
              <a:rPr lang="en-US" altLang="en-US" sz="53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en-US" sz="5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diri</a:t>
            </a:r>
            <a:r>
              <a:rPr lang="en-US" altLang="en-US" sz="53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en-US" sz="5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sendiri</a:t>
            </a:r>
            <a:b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altLang="en-US" sz="4400" i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introduce my self</a:t>
            </a:r>
          </a:p>
        </p:txBody>
      </p:sp>
      <p:sp>
        <p:nvSpPr>
          <p:cNvPr id="5" name="Title 1"/>
          <p:cNvSpPr txBox="1">
            <a:spLocks noGrp="1"/>
          </p:cNvSpPr>
          <p:nvPr>
            <p:ph idx="1"/>
          </p:nvPr>
        </p:nvSpPr>
        <p:spPr bwMode="auto">
          <a:xfrm>
            <a:off x="838200" y="3709115"/>
            <a:ext cx="10515600" cy="209925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5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Mengenalkan</a:t>
            </a:r>
            <a:r>
              <a:rPr lang="en-US" altLang="en-US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orang lain</a:t>
            </a:r>
            <a:br>
              <a:rPr lang="en-US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altLang="en-US" sz="4400" i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introduce other people</a:t>
            </a:r>
            <a:endParaRPr lang="en-US" altLang="en-US" sz="4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0656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4330"/>
            <a:ext cx="10632141" cy="448263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3200" i="1" dirty="0"/>
              <a:t>First person: </a:t>
            </a:r>
            <a:r>
              <a:rPr lang="en-US" sz="3200" b="1" i="1" dirty="0" err="1">
                <a:solidFill>
                  <a:srgbClr val="FF0000"/>
                </a:solidFill>
              </a:rPr>
              <a:t>aku</a:t>
            </a:r>
            <a:r>
              <a:rPr lang="en-US" sz="3200" b="1" i="1" dirty="0">
                <a:solidFill>
                  <a:srgbClr val="FF0000"/>
                </a:solidFill>
              </a:rPr>
              <a:t>, </a:t>
            </a:r>
            <a:r>
              <a:rPr lang="en-US" sz="3200" b="1" i="1" dirty="0" err="1">
                <a:solidFill>
                  <a:srgbClr val="FF0000"/>
                </a:solidFill>
              </a:rPr>
              <a:t>saya</a:t>
            </a:r>
            <a:r>
              <a:rPr lang="en-US" sz="3200" i="1" dirty="0">
                <a:solidFill>
                  <a:srgbClr val="FF0000"/>
                </a:solidFill>
              </a:rPr>
              <a:t>,</a:t>
            </a:r>
            <a:r>
              <a:rPr lang="en-US" sz="3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3200" i="1" dirty="0">
                <a:solidFill>
                  <a:srgbClr val="00B050"/>
                </a:solidFill>
              </a:rPr>
              <a:t>…-</a:t>
            </a:r>
            <a:r>
              <a:rPr lang="en-US" sz="3200" i="1" dirty="0" err="1">
                <a:solidFill>
                  <a:srgbClr val="00B050"/>
                </a:solidFill>
              </a:rPr>
              <a:t>ku</a:t>
            </a:r>
            <a:r>
              <a:rPr lang="en-US" sz="3200" i="1" dirty="0">
                <a:solidFill>
                  <a:srgbClr val="00B050"/>
                </a:solidFill>
              </a:rPr>
              <a:t> (my…)</a:t>
            </a: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Second person: </a:t>
            </a:r>
            <a:r>
              <a:rPr lang="en-US" sz="3200" b="1" i="1" dirty="0" err="1">
                <a:solidFill>
                  <a:srgbClr val="FF0000"/>
                </a:solidFill>
              </a:rPr>
              <a:t>kamu</a:t>
            </a:r>
            <a:r>
              <a:rPr lang="en-US" sz="3200" b="1" i="1" dirty="0">
                <a:solidFill>
                  <a:srgbClr val="FF0000"/>
                </a:solidFill>
              </a:rPr>
              <a:t>, Anda</a:t>
            </a:r>
            <a:r>
              <a:rPr lang="en-US" sz="3200" i="1" dirty="0">
                <a:solidFill>
                  <a:srgbClr val="FF0000"/>
                </a:solidFill>
              </a:rPr>
              <a:t>, kau,</a:t>
            </a:r>
            <a:r>
              <a:rPr lang="en-US" sz="3200" i="1" dirty="0"/>
              <a:t> </a:t>
            </a:r>
            <a:r>
              <a:rPr lang="en-US" sz="3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engkau</a:t>
            </a:r>
            <a:r>
              <a:rPr lang="en-US" sz="3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3200" i="1" dirty="0">
                <a:solidFill>
                  <a:srgbClr val="00B050"/>
                </a:solidFill>
              </a:rPr>
              <a:t>…-mu (your …)</a:t>
            </a: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Third person: </a:t>
            </a:r>
            <a:r>
              <a:rPr lang="en-US" sz="3200" b="1" i="1" dirty="0" err="1">
                <a:solidFill>
                  <a:srgbClr val="FF0000"/>
                </a:solidFill>
              </a:rPr>
              <a:t>dia</a:t>
            </a:r>
            <a:r>
              <a:rPr lang="en-US" sz="3200" i="1" dirty="0">
                <a:solidFill>
                  <a:srgbClr val="FF0000"/>
                </a:solidFill>
              </a:rPr>
              <a:t> (she/he), </a:t>
            </a:r>
            <a:r>
              <a:rPr lang="en-US" sz="3200" b="1" i="1" dirty="0" err="1">
                <a:solidFill>
                  <a:srgbClr val="FF0000"/>
                </a:solidFill>
              </a:rPr>
              <a:t>ia</a:t>
            </a:r>
            <a:r>
              <a:rPr lang="en-US" sz="3200" b="1" i="1" dirty="0">
                <a:solidFill>
                  <a:srgbClr val="FF0000"/>
                </a:solidFill>
              </a:rPr>
              <a:t>, </a:t>
            </a:r>
            <a:r>
              <a:rPr lang="en-US" sz="3200" b="1" i="1" dirty="0" err="1">
                <a:solidFill>
                  <a:srgbClr val="FF0000"/>
                </a:solidFill>
              </a:rPr>
              <a:t>beliau</a:t>
            </a:r>
            <a:r>
              <a:rPr lang="en-US" sz="3200" i="1" dirty="0">
                <a:solidFill>
                  <a:srgbClr val="FF0000"/>
                </a:solidFill>
              </a:rPr>
              <a:t>, </a:t>
            </a:r>
            <a:r>
              <a:rPr lang="en-US" sz="3200" i="1" dirty="0">
                <a:solidFill>
                  <a:srgbClr val="00B050"/>
                </a:solidFill>
              </a:rPr>
              <a:t>-</a:t>
            </a:r>
            <a:r>
              <a:rPr lang="en-US" sz="3200" i="1" dirty="0" err="1">
                <a:solidFill>
                  <a:srgbClr val="00B050"/>
                </a:solidFill>
              </a:rPr>
              <a:t>nya</a:t>
            </a:r>
            <a:r>
              <a:rPr lang="en-US" sz="3200" i="1" dirty="0">
                <a:solidFill>
                  <a:srgbClr val="00B050"/>
                </a:solidFill>
              </a:rPr>
              <a:t> (her.. or his …)</a:t>
            </a: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First person (plural): </a:t>
            </a:r>
            <a:r>
              <a:rPr lang="en-US" sz="3200" b="1" i="1" dirty="0">
                <a:solidFill>
                  <a:srgbClr val="FF0000"/>
                </a:solidFill>
              </a:rPr>
              <a:t>kami</a:t>
            </a:r>
            <a:r>
              <a:rPr lang="en-US" sz="3200" i="1" dirty="0">
                <a:solidFill>
                  <a:srgbClr val="FF0000"/>
                </a:solidFill>
              </a:rPr>
              <a:t> (we), </a:t>
            </a:r>
            <a:r>
              <a:rPr lang="en-US" sz="3200" b="1" i="1" dirty="0" err="1">
                <a:solidFill>
                  <a:srgbClr val="FF0000"/>
                </a:solidFill>
              </a:rPr>
              <a:t>kita</a:t>
            </a:r>
            <a:r>
              <a:rPr lang="en-US" sz="3200" i="1" dirty="0">
                <a:solidFill>
                  <a:srgbClr val="FF0000"/>
                </a:solidFill>
              </a:rPr>
              <a:t> (us)</a:t>
            </a: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Second person (plural): </a:t>
            </a:r>
            <a:r>
              <a:rPr lang="en-US" sz="3200" b="1" i="1" dirty="0">
                <a:solidFill>
                  <a:srgbClr val="FF0000"/>
                </a:solidFill>
              </a:rPr>
              <a:t>kalian</a:t>
            </a:r>
            <a:r>
              <a:rPr lang="en-US" sz="3200" i="1" dirty="0">
                <a:solidFill>
                  <a:srgbClr val="FF0000"/>
                </a:solidFill>
              </a:rPr>
              <a:t> (you), Anda </a:t>
            </a:r>
            <a:r>
              <a:rPr lang="en-US" sz="3200" i="1" dirty="0" err="1">
                <a:solidFill>
                  <a:srgbClr val="FF0000"/>
                </a:solidFill>
              </a:rPr>
              <a:t>sekalian</a:t>
            </a:r>
            <a:r>
              <a:rPr lang="en-US" sz="3200" i="1" dirty="0">
                <a:solidFill>
                  <a:srgbClr val="FF0000"/>
                </a:solidFill>
              </a:rPr>
              <a:t>, </a:t>
            </a:r>
            <a:r>
              <a:rPr lang="en-US" sz="3200" i="1" dirty="0" err="1">
                <a:solidFill>
                  <a:srgbClr val="FF0000"/>
                </a:solidFill>
              </a:rPr>
              <a:t>kamu</a:t>
            </a:r>
            <a:r>
              <a:rPr lang="en-US" sz="3200" i="1" dirty="0">
                <a:solidFill>
                  <a:srgbClr val="FF0000"/>
                </a:solidFill>
              </a:rPr>
              <a:t> </a:t>
            </a:r>
            <a:r>
              <a:rPr lang="en-US" sz="3200" i="1" dirty="0" err="1">
                <a:solidFill>
                  <a:srgbClr val="FF0000"/>
                </a:solidFill>
              </a:rPr>
              <a:t>sekalian</a:t>
            </a:r>
            <a:endParaRPr lang="en-US" sz="3200" i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Third person (plural): </a:t>
            </a:r>
            <a:r>
              <a:rPr lang="en-US" sz="3200" b="1" i="1" dirty="0" err="1">
                <a:solidFill>
                  <a:srgbClr val="FF0000"/>
                </a:solidFill>
              </a:rPr>
              <a:t>mereka</a:t>
            </a:r>
            <a:endParaRPr lang="en-US" sz="3200" b="1" i="1" dirty="0">
              <a:solidFill>
                <a:srgbClr val="FF0000"/>
              </a:solidFill>
            </a:endParaRPr>
          </a:p>
        </p:txBody>
      </p:sp>
      <p:sp>
        <p:nvSpPr>
          <p:cNvPr id="8195" name="Title 1"/>
          <p:cNvSpPr txBox="1">
            <a:spLocks/>
          </p:cNvSpPr>
          <p:nvPr/>
        </p:nvSpPr>
        <p:spPr bwMode="auto">
          <a:xfrm>
            <a:off x="838200" y="192181"/>
            <a:ext cx="10515600" cy="13255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Kata </a:t>
            </a:r>
            <a:r>
              <a:rPr lang="en-US" altLang="en-US" sz="4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Ganti</a:t>
            </a: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(</a:t>
            </a:r>
            <a:r>
              <a:rPr lang="en-US" altLang="en-US" sz="4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Pronomina</a:t>
            </a: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576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636" y="365125"/>
            <a:ext cx="6943164" cy="1325563"/>
          </a:xfrm>
        </p:spPr>
        <p:txBody>
          <a:bodyPr/>
          <a:lstStyle/>
          <a:p>
            <a:r>
              <a:rPr lang="en-US" dirty="0"/>
              <a:t>Speaking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0635" y="1825625"/>
            <a:ext cx="751690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Kenalkan</a:t>
            </a:r>
            <a:r>
              <a:rPr lang="en-US" sz="4000" dirty="0">
                <a:latin typeface="Akrobat Bold" panose="00000800000000000000" pitchFamily="50" charset="0"/>
              </a:rPr>
              <a:t>, </a:t>
            </a:r>
            <a:r>
              <a:rPr lang="en-US" sz="4000" dirty="0" err="1">
                <a:latin typeface="Akrobat Bold" panose="00000800000000000000" pitchFamily="50" charset="0"/>
              </a:rPr>
              <a:t>nama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……. 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(introduce, his name is ……. )</a:t>
            </a:r>
          </a:p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dirty="0" err="1">
                <a:latin typeface="Akrobat Bold" panose="00000800000000000000" pitchFamily="50" charset="0"/>
              </a:rPr>
              <a:t>dari</a:t>
            </a:r>
            <a:r>
              <a:rPr lang="en-US" sz="4000" dirty="0">
                <a:latin typeface="Akrobat Bold" panose="00000800000000000000" pitchFamily="50" charset="0"/>
              </a:rPr>
              <a:t> …..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(He/ she come from ……)</a:t>
            </a:r>
            <a:endParaRPr lang="en-US" sz="3600" dirty="0">
              <a:latin typeface="Akrobat Bold" panose="00000800000000000000" pitchFamily="50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02A7B0-2B62-428B-8153-2B292B436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7470"/>
            <a:ext cx="3919015" cy="570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848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3140492"/>
              </p:ext>
            </p:extLst>
          </p:nvPr>
        </p:nvGraphicFramePr>
        <p:xfrm>
          <a:off x="838200" y="1825625"/>
          <a:ext cx="10515600" cy="4667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Indonesia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Good / kind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Talkative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Banyak </a:t>
                      </a:r>
                      <a:r>
                        <a:rPr lang="en-US" dirty="0" err="1"/>
                        <a:t>bicara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cerewet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Smart / intelligent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Pintar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Bahagia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Tall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Lucu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Beauty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Cantik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Beresiko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Handsome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Ganteng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Workaholic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Gila </a:t>
                      </a:r>
                      <a:r>
                        <a:rPr lang="en-US" dirty="0" err="1"/>
                        <a:t>kerja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Pendek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Diligent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Rajin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 err="1"/>
                        <a:t>Thoughtfull</a:t>
                      </a:r>
                      <a:r>
                        <a:rPr lang="en-US" dirty="0"/>
                        <a:t> /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peduli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Lambat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Angry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Pemarah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Sedih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Cool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Penasaran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Imut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Tricky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Cerdik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Hooligan / wild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Sopan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 bwMode="auto">
          <a:xfrm>
            <a:off x="850900" y="447675"/>
            <a:ext cx="10515600" cy="13255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Kosakata</a:t>
            </a: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en-US" sz="4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orang</a:t>
            </a:r>
          </a:p>
        </p:txBody>
      </p:sp>
    </p:spTree>
    <p:extLst>
      <p:ext uri="{BB962C8B-B14F-4D97-AF65-F5344CB8AC3E}">
        <p14:creationId xmlns:p14="http://schemas.microsoft.com/office/powerpoint/2010/main" val="107278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10" r="-162"/>
          <a:stretch/>
        </p:blipFill>
        <p:spPr>
          <a:xfrm>
            <a:off x="1636210" y="11819"/>
            <a:ext cx="8919580" cy="684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07422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PRAKTIK MENULIS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7029" y="1694329"/>
            <a:ext cx="11263085" cy="4482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/>
              <a:t>Buat</a:t>
            </a:r>
            <a:r>
              <a:rPr lang="en-US" sz="3200" dirty="0"/>
              <a:t> </a:t>
            </a:r>
            <a:r>
              <a:rPr lang="en-US" sz="3200" dirty="0" err="1"/>
              <a:t>kalimat</a:t>
            </a:r>
            <a:r>
              <a:rPr lang="en-US" sz="3200" dirty="0"/>
              <a:t> (write a sentence)</a:t>
            </a:r>
          </a:p>
          <a:p>
            <a:pPr marL="0" indent="0">
              <a:buNone/>
            </a:pPr>
            <a:r>
              <a:rPr lang="en-US" sz="3200" dirty="0" err="1"/>
              <a:t>Contoh</a:t>
            </a:r>
            <a:r>
              <a:rPr lang="en-US" sz="3200" dirty="0"/>
              <a:t> (example) :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4400" dirty="0" err="1"/>
              <a:t>Kenalkan</a:t>
            </a:r>
            <a:r>
              <a:rPr lang="en-US" sz="4400" dirty="0"/>
              <a:t>, </a:t>
            </a:r>
            <a:r>
              <a:rPr lang="en-US" sz="4400" dirty="0" err="1"/>
              <a:t>nama</a:t>
            </a:r>
            <a:r>
              <a:rPr lang="en-US" sz="4400" dirty="0"/>
              <a:t> </a:t>
            </a:r>
            <a:r>
              <a:rPr lang="en-US" sz="4400" dirty="0" err="1"/>
              <a:t>dia</a:t>
            </a:r>
            <a:r>
              <a:rPr lang="en-US" sz="4400" dirty="0"/>
              <a:t> Willy. </a:t>
            </a:r>
          </a:p>
          <a:p>
            <a:pPr marL="0" indent="0">
              <a:buNone/>
            </a:pPr>
            <a:r>
              <a:rPr lang="en-US" sz="4400" dirty="0" err="1"/>
              <a:t>Dia</a:t>
            </a:r>
            <a:r>
              <a:rPr lang="en-US" sz="4400" dirty="0"/>
              <a:t> </a:t>
            </a:r>
            <a:r>
              <a:rPr lang="en-US" sz="4400" dirty="0" err="1"/>
              <a:t>dari</a:t>
            </a:r>
            <a:r>
              <a:rPr lang="en-US" sz="4400" dirty="0"/>
              <a:t>…. .  (he/she from……)</a:t>
            </a:r>
          </a:p>
          <a:p>
            <a:pPr marL="0" indent="0">
              <a:buNone/>
            </a:pPr>
            <a:r>
              <a:rPr lang="en-US" sz="4400" dirty="0" err="1"/>
              <a:t>Dia</a:t>
            </a:r>
            <a:r>
              <a:rPr lang="en-US" sz="4400" dirty="0"/>
              <a:t> orang yang …. (he/she is ….. person)</a:t>
            </a:r>
          </a:p>
        </p:txBody>
      </p:sp>
    </p:spTree>
    <p:extLst>
      <p:ext uri="{BB962C8B-B14F-4D97-AF65-F5344CB8AC3E}">
        <p14:creationId xmlns:p14="http://schemas.microsoft.com/office/powerpoint/2010/main" val="401382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636" y="365125"/>
            <a:ext cx="6943164" cy="1325563"/>
          </a:xfrm>
        </p:spPr>
        <p:txBody>
          <a:bodyPr/>
          <a:lstStyle/>
          <a:p>
            <a:r>
              <a:rPr lang="en-US" dirty="0"/>
              <a:t>Speaking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0636" y="1493116"/>
            <a:ext cx="751690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Kenalkan</a:t>
            </a:r>
            <a:r>
              <a:rPr lang="en-US" sz="4000" dirty="0">
                <a:latin typeface="Akrobat Bold" panose="00000800000000000000" pitchFamily="50" charset="0"/>
              </a:rPr>
              <a:t>, </a:t>
            </a:r>
            <a:r>
              <a:rPr lang="en-US" sz="4000" dirty="0" err="1">
                <a:latin typeface="Akrobat Bold" panose="00000800000000000000" pitchFamily="50" charset="0"/>
              </a:rPr>
              <a:t>nama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…. 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(introduce, his/her name is ….)</a:t>
            </a:r>
          </a:p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dirty="0" err="1">
                <a:latin typeface="Akrobat Bold" panose="00000800000000000000" pitchFamily="50" charset="0"/>
              </a:rPr>
              <a:t>dari</a:t>
            </a:r>
            <a:r>
              <a:rPr lang="en-US" sz="4000" dirty="0">
                <a:latin typeface="Akrobat Bold" panose="00000800000000000000" pitchFamily="50" charset="0"/>
              </a:rPr>
              <a:t> ….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(He / she from ….. )</a:t>
            </a:r>
            <a:endParaRPr lang="en-US" sz="3600" dirty="0">
              <a:latin typeface="Akrobat Bold" panose="00000800000000000000" pitchFamily="50" charset="0"/>
            </a:endParaRPr>
          </a:p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orang yang </a:t>
            </a:r>
            <a:r>
              <a:rPr lang="en-US" sz="4000" dirty="0">
                <a:solidFill>
                  <a:srgbClr val="FF0000"/>
                </a:solidFill>
                <a:latin typeface="Akrobat Bold" panose="00000800000000000000" pitchFamily="50" charset="0"/>
              </a:rPr>
              <a:t>…..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(He / she is ……. person)</a:t>
            </a:r>
            <a:endParaRPr lang="en-US" sz="4400" i="1" dirty="0">
              <a:latin typeface="Akrobat Bold" panose="00000800000000000000" pitchFamily="50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Anonymous man silhouette with question mark - full body picture vector de  Stock | Adobe 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6" r="25295"/>
          <a:stretch/>
        </p:blipFill>
        <p:spPr bwMode="auto">
          <a:xfrm>
            <a:off x="0" y="0"/>
            <a:ext cx="34290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468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563" y="4068154"/>
            <a:ext cx="4673959" cy="2686811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Kenalkan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Olivia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berasal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Aarhus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tinggal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 Odense 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adalah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mahasiswa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).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adalah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saya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63" y="-154548"/>
            <a:ext cx="10515600" cy="4171188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387922" y="4068155"/>
            <a:ext cx="4927242" cy="26868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23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sangat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cantik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tinggi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juga (</a:t>
            </a:r>
            <a:r>
              <a:rPr lang="en-US" sz="2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sekali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suka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bermain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dengan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kucing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play with cat.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590806" y="3154069"/>
            <a:ext cx="5480188" cy="7080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dirty="0"/>
              <a:t>Very : </a:t>
            </a:r>
            <a:r>
              <a:rPr lang="en-US" dirty="0" err="1"/>
              <a:t>Sangat</a:t>
            </a:r>
            <a:r>
              <a:rPr lang="en-US" dirty="0"/>
              <a:t> … = … </a:t>
            </a:r>
            <a:r>
              <a:rPr lang="en-US" dirty="0" err="1"/>
              <a:t>sekali</a:t>
            </a:r>
            <a:r>
              <a:rPr lang="en-US" dirty="0"/>
              <a:t> (very)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54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529" y="0"/>
            <a:ext cx="7619472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Rounded MT Bold" panose="020F0704030504030204" pitchFamily="34" charset="0"/>
              </a:rPr>
              <a:t>Simak</a:t>
            </a:r>
            <a:r>
              <a:rPr lang="en-US" sz="3600" dirty="0">
                <a:latin typeface="Arial Rounded MT Bold" panose="020F0704030504030204" pitchFamily="34" charset="0"/>
              </a:rPr>
              <a:t> audio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isi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teks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berikut</a:t>
            </a:r>
            <a:r>
              <a:rPr lang="en-US" sz="3600" dirty="0">
                <a:latin typeface="Arial Rounded MT Bold" panose="020F0704030504030204" pitchFamily="34" charset="0"/>
              </a:rPr>
              <a:t>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713668" y="1516532"/>
            <a:ext cx="7147774" cy="5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Nama </a:t>
            </a:r>
            <a:r>
              <a:rPr lang="en-US" dirty="0" err="1"/>
              <a:t>dia</a:t>
            </a:r>
            <a:r>
              <a:rPr lang="en-US" dirty="0"/>
              <a:t> (name)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(</a:t>
            </a:r>
            <a:r>
              <a:rPr lang="en-US" dirty="0" err="1"/>
              <a:t>profesion</a:t>
            </a:r>
            <a:r>
              <a:rPr lang="en-US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tinggal</a:t>
            </a:r>
            <a:r>
              <a:rPr lang="en-US" dirty="0"/>
              <a:t> di (live in)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orang yang (he/she is … person)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Dia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pintar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di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bidang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(he good at)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Badan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dia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(his body is)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Dia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suka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pakai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(he like to wear)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Hobi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dia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naik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kuda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(ride horse)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Dia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tidak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suka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( he don’t like) </a:t>
            </a:r>
          </a:p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098" name="Picture 2" descr="https://pbs.twimg.com/media/BqLJgLeCMAAOvA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4572529" cy="685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952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64" y="1516532"/>
            <a:ext cx="3769451" cy="5025936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99564" y="54345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Rounded MT Bold" panose="020F0704030504030204" pitchFamily="34" charset="0"/>
              </a:rPr>
              <a:t>Simak</a:t>
            </a:r>
            <a:r>
              <a:rPr lang="en-US" sz="3600" dirty="0">
                <a:latin typeface="Arial Rounded MT Bold" panose="020F0704030504030204" pitchFamily="34" charset="0"/>
              </a:rPr>
              <a:t> audio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isi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teks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berikut</a:t>
            </a:r>
            <a:r>
              <a:rPr lang="en-US" sz="3600" dirty="0">
                <a:latin typeface="Arial Rounded MT Bold" panose="020F0704030504030204" pitchFamily="34" charset="0"/>
              </a:rPr>
              <a:t>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713668" y="1516532"/>
            <a:ext cx="7147774" cy="5206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Nama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rizky</a:t>
            </a:r>
            <a:r>
              <a:rPr lang="en-US" dirty="0"/>
              <a:t> </a:t>
            </a:r>
            <a:r>
              <a:rPr lang="en-US" dirty="0" err="1"/>
              <a:t>abrian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Rizky</a:t>
            </a:r>
            <a:r>
              <a:rPr lang="en-US" dirty="0"/>
              <a:t> </a:t>
            </a:r>
            <a:r>
              <a:rPr lang="en-US" dirty="0" err="1"/>
              <a:t>Abrian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tinggal</a:t>
            </a:r>
            <a:r>
              <a:rPr lang="en-US" dirty="0"/>
              <a:t> di </a:t>
            </a:r>
            <a:r>
              <a:rPr lang="en-US" dirty="0" err="1"/>
              <a:t>surabaya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orang yang </a:t>
            </a:r>
            <a:r>
              <a:rPr lang="en-US" dirty="0" err="1"/>
              <a:t>baik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pintar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bahasa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Badan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tinggi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batik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juga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bermain</a:t>
            </a:r>
            <a:r>
              <a:rPr lang="en-US" dirty="0"/>
              <a:t> dengan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kecil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Hobi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futsal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pedes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juga </a:t>
            </a:r>
            <a:r>
              <a:rPr lang="en-US" dirty="0" err="1"/>
              <a:t>ramah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….</a:t>
            </a:r>
          </a:p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6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820"/>
            <a:ext cx="10515600" cy="897005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 Rounded MT Bold" panose="020F0704030504030204" pitchFamily="34" charset="0"/>
              </a:rPr>
              <a:t>Diskusikan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cara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mengenalkan</a:t>
            </a:r>
            <a:r>
              <a:rPr lang="en-US" dirty="0">
                <a:latin typeface="Arial Rounded MT Bold" panose="020F0704030504030204" pitchFamily="34" charset="0"/>
              </a:rPr>
              <a:t> orang lain!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251"/>
            <a:ext cx="10515600" cy="540912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Kenalkan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Rizky</a:t>
            </a:r>
            <a:r>
              <a:rPr lang="en-US" dirty="0"/>
              <a:t> </a:t>
            </a:r>
            <a:r>
              <a:rPr lang="en-US" dirty="0" err="1"/>
              <a:t>Abrian</a:t>
            </a:r>
            <a:r>
              <a:rPr lang="en-US" dirty="0"/>
              <a:t>.</a:t>
            </a:r>
          </a:p>
          <a:p>
            <a:r>
              <a:rPr lang="en-US" dirty="0" err="1"/>
              <a:t>Panggil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Abrian</a:t>
            </a:r>
            <a:r>
              <a:rPr lang="en-US" dirty="0"/>
              <a:t>. 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seorang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r>
              <a:rPr lang="en-US" dirty="0" err="1"/>
              <a:t>Rizky</a:t>
            </a:r>
            <a:r>
              <a:rPr lang="en-US" dirty="0"/>
              <a:t> </a:t>
            </a:r>
            <a:r>
              <a:rPr lang="en-US" dirty="0" err="1"/>
              <a:t>Abrian</a:t>
            </a:r>
            <a:r>
              <a:rPr lang="en-US" dirty="0"/>
              <a:t>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Indonesia 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tinggal</a:t>
            </a:r>
            <a:r>
              <a:rPr lang="en-US" dirty="0"/>
              <a:t> di Surabaya.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pintar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.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Badan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/>
              <a:t>tinggi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kulit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/>
              <a:t>cokelat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rambutnya</a:t>
            </a:r>
            <a:r>
              <a:rPr lang="en-US" dirty="0"/>
              <a:t> </a:t>
            </a:r>
            <a:r>
              <a:rPr lang="en-US" dirty="0" err="1"/>
              <a:t>pendek</a:t>
            </a:r>
            <a:r>
              <a:rPr lang="en-US" dirty="0"/>
              <a:t>.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</a:t>
            </a:r>
            <a:r>
              <a:rPr lang="en-US" dirty="0" err="1"/>
              <a:t>baju</a:t>
            </a:r>
            <a:r>
              <a:rPr lang="en-US" dirty="0"/>
              <a:t> batik.</a:t>
            </a:r>
          </a:p>
          <a:p>
            <a:r>
              <a:rPr lang="en-US" dirty="0" err="1"/>
              <a:t>Hobi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bermain</a:t>
            </a:r>
            <a:r>
              <a:rPr lang="en-US" dirty="0"/>
              <a:t> futsal.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pedas</a:t>
            </a:r>
            <a:r>
              <a:rPr lang="en-US" dirty="0"/>
              <a:t>.</a:t>
            </a:r>
          </a:p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005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ask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18" y="2574637"/>
            <a:ext cx="10515600" cy="400533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	: </a:t>
            </a:r>
            <a:r>
              <a:rPr lang="en-US" b="1" dirty="0" err="1"/>
              <a:t>apa</a:t>
            </a:r>
            <a:endParaRPr lang="en-US" b="1" dirty="0"/>
          </a:p>
          <a:p>
            <a:r>
              <a:rPr lang="en-US" b="1" dirty="0"/>
              <a:t>Who		: </a:t>
            </a:r>
            <a:r>
              <a:rPr lang="en-US" b="1" dirty="0" err="1"/>
              <a:t>siapa</a:t>
            </a:r>
            <a:endParaRPr lang="en-US" b="1" dirty="0"/>
          </a:p>
          <a:p>
            <a:r>
              <a:rPr lang="en-US" b="1" dirty="0"/>
              <a:t>Where	: </a:t>
            </a:r>
            <a:r>
              <a:rPr lang="en-US" b="1" dirty="0" err="1"/>
              <a:t>dimana</a:t>
            </a:r>
            <a:endParaRPr lang="en-US" b="1" dirty="0"/>
          </a:p>
          <a:p>
            <a:r>
              <a:rPr lang="en-US" b="1" dirty="0"/>
              <a:t>When	: </a:t>
            </a:r>
            <a:r>
              <a:rPr lang="en-US" b="1" dirty="0" err="1"/>
              <a:t>kapan</a:t>
            </a:r>
            <a:endParaRPr lang="en-US" b="1" dirty="0"/>
          </a:p>
          <a:p>
            <a:r>
              <a:rPr lang="en-US" b="1" dirty="0"/>
              <a:t>Why		: </a:t>
            </a:r>
            <a:r>
              <a:rPr lang="en-US" b="1" dirty="0" err="1"/>
              <a:t>mengapa</a:t>
            </a:r>
            <a:endParaRPr lang="en-US" b="1" dirty="0"/>
          </a:p>
          <a:p>
            <a:r>
              <a:rPr lang="en-US" b="1" dirty="0"/>
              <a:t>How		: </a:t>
            </a:r>
            <a:r>
              <a:rPr lang="en-US" b="1" dirty="0" err="1"/>
              <a:t>bagaimana</a:t>
            </a:r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i="1" dirty="0" err="1"/>
              <a:t>Buat</a:t>
            </a:r>
            <a:r>
              <a:rPr lang="en-US" b="1" i="1" dirty="0"/>
              <a:t> </a:t>
            </a:r>
            <a:r>
              <a:rPr lang="en-US" b="1" i="1" dirty="0" err="1"/>
              <a:t>kalimat</a:t>
            </a:r>
            <a:r>
              <a:rPr lang="en-US" b="1" i="1" dirty="0"/>
              <a:t> </a:t>
            </a:r>
            <a:r>
              <a:rPr lang="en-US" b="1" i="1" dirty="0" err="1"/>
              <a:t>dengan</a:t>
            </a:r>
            <a:r>
              <a:rPr lang="en-US" b="1" i="1" dirty="0"/>
              <a:t> kata …. !</a:t>
            </a:r>
          </a:p>
          <a:p>
            <a:pPr marL="0" indent="0">
              <a:buNone/>
            </a:pPr>
            <a:r>
              <a:rPr lang="en-US" b="1" i="1" dirty="0"/>
              <a:t>Make sentence with word …. !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850900" y="447675"/>
            <a:ext cx="10515600" cy="13255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How to ask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23331" y="2111188"/>
            <a:ext cx="6575612" cy="4468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 err="1"/>
              <a:t>Apa</a:t>
            </a:r>
            <a:r>
              <a:rPr lang="en-US" sz="3000" b="1" dirty="0"/>
              <a:t> </a:t>
            </a:r>
            <a:r>
              <a:rPr lang="en-US" sz="3000" b="1" dirty="0" err="1"/>
              <a:t>hobi</a:t>
            </a:r>
            <a:r>
              <a:rPr lang="en-US" sz="3000" b="1" dirty="0"/>
              <a:t> </a:t>
            </a:r>
            <a:r>
              <a:rPr lang="en-US" sz="3000" b="1" dirty="0" err="1"/>
              <a:t>Anda</a:t>
            </a:r>
            <a:r>
              <a:rPr lang="en-US" sz="3000" b="1" dirty="0"/>
              <a:t>?</a:t>
            </a:r>
          </a:p>
          <a:p>
            <a:pPr marL="0" indent="0">
              <a:buNone/>
            </a:pPr>
            <a:r>
              <a:rPr lang="en-US" sz="2200" b="1" i="1" dirty="0"/>
              <a:t>What is your hobby?</a:t>
            </a:r>
          </a:p>
          <a:p>
            <a:r>
              <a:rPr lang="en-US" sz="3000" b="1" dirty="0" err="1"/>
              <a:t>Siapa</a:t>
            </a:r>
            <a:r>
              <a:rPr lang="en-US" sz="3000" b="1" dirty="0"/>
              <a:t> </a:t>
            </a:r>
            <a:r>
              <a:rPr lang="en-US" sz="3000" b="1" dirty="0" err="1"/>
              <a:t>dia</a:t>
            </a:r>
            <a:r>
              <a:rPr lang="en-US" sz="3000" b="1" dirty="0"/>
              <a:t>?</a:t>
            </a:r>
          </a:p>
          <a:p>
            <a:pPr marL="0" indent="0">
              <a:buNone/>
            </a:pPr>
            <a:r>
              <a:rPr lang="en-US" sz="2200" b="1" i="1" dirty="0"/>
              <a:t>Who is she/he?</a:t>
            </a:r>
            <a:endParaRPr lang="en-US" sz="2200" b="1" dirty="0"/>
          </a:p>
          <a:p>
            <a:r>
              <a:rPr lang="en-US" sz="3000" b="1" dirty="0" err="1"/>
              <a:t>Dimana</a:t>
            </a:r>
            <a:r>
              <a:rPr lang="en-US" sz="3000" b="1" dirty="0"/>
              <a:t> </a:t>
            </a:r>
            <a:r>
              <a:rPr lang="en-US" sz="3000" b="1" dirty="0" err="1"/>
              <a:t>dia</a:t>
            </a:r>
            <a:r>
              <a:rPr lang="en-US" sz="3000" b="1" dirty="0"/>
              <a:t> </a:t>
            </a:r>
            <a:r>
              <a:rPr lang="en-US" sz="3000" b="1" dirty="0" err="1"/>
              <a:t>sekarang</a:t>
            </a:r>
            <a:r>
              <a:rPr lang="en-US" sz="3000" b="1" dirty="0"/>
              <a:t>?</a:t>
            </a:r>
          </a:p>
          <a:p>
            <a:pPr marL="0" indent="0">
              <a:buNone/>
            </a:pPr>
            <a:r>
              <a:rPr lang="en-US" sz="1900" b="1" i="1" dirty="0"/>
              <a:t>Where are she/he now?</a:t>
            </a:r>
          </a:p>
          <a:p>
            <a:r>
              <a:rPr lang="en-US" sz="3000" b="1" dirty="0"/>
              <a:t>Kapan </a:t>
            </a:r>
            <a:r>
              <a:rPr lang="en-US" sz="3000" b="1" dirty="0" err="1"/>
              <a:t>kamu</a:t>
            </a:r>
            <a:r>
              <a:rPr lang="en-US" sz="3000" b="1" dirty="0"/>
              <a:t> </a:t>
            </a:r>
            <a:r>
              <a:rPr lang="en-US" sz="3000" b="1" dirty="0" err="1"/>
              <a:t>ke</a:t>
            </a:r>
            <a:r>
              <a:rPr lang="en-US" sz="3000" b="1" dirty="0"/>
              <a:t> Indonesia?</a:t>
            </a:r>
          </a:p>
          <a:p>
            <a:pPr marL="0" indent="0">
              <a:buNone/>
            </a:pPr>
            <a:r>
              <a:rPr lang="en-US" sz="2200" b="1" i="1" dirty="0"/>
              <a:t>When you go to Indonesia?</a:t>
            </a:r>
          </a:p>
          <a:p>
            <a:r>
              <a:rPr lang="en-US" sz="3000" b="1" dirty="0" err="1"/>
              <a:t>Mengapa</a:t>
            </a:r>
            <a:r>
              <a:rPr lang="en-US" sz="3000" b="1" dirty="0"/>
              <a:t> </a:t>
            </a:r>
            <a:r>
              <a:rPr lang="en-US" sz="3000" b="1" dirty="0" err="1"/>
              <a:t>Anda</a:t>
            </a:r>
            <a:r>
              <a:rPr lang="en-US" sz="3000" b="1" dirty="0"/>
              <a:t> </a:t>
            </a:r>
            <a:r>
              <a:rPr lang="en-US" sz="3000" b="1" dirty="0" err="1"/>
              <a:t>belajar</a:t>
            </a:r>
            <a:r>
              <a:rPr lang="en-US" sz="3000" b="1" dirty="0"/>
              <a:t> </a:t>
            </a:r>
            <a:r>
              <a:rPr lang="en-US" sz="3000" b="1" dirty="0" err="1"/>
              <a:t>bahasa</a:t>
            </a:r>
            <a:r>
              <a:rPr lang="en-US" sz="3000" b="1" dirty="0"/>
              <a:t> Indonesia?</a:t>
            </a:r>
          </a:p>
          <a:p>
            <a:pPr marL="0" indent="0">
              <a:buNone/>
            </a:pPr>
            <a:r>
              <a:rPr lang="en-US" sz="2200" b="1" i="1" dirty="0"/>
              <a:t>Why you learn Bahasa Indonesia?</a:t>
            </a:r>
          </a:p>
          <a:p>
            <a:r>
              <a:rPr lang="en-US" sz="3000" b="1" dirty="0" err="1"/>
              <a:t>Bagaimana</a:t>
            </a:r>
            <a:r>
              <a:rPr lang="en-US" sz="3000" b="1" dirty="0"/>
              <a:t> </a:t>
            </a:r>
            <a:r>
              <a:rPr lang="en-US" sz="3000" b="1" dirty="0" err="1"/>
              <a:t>Anda</a:t>
            </a:r>
            <a:r>
              <a:rPr lang="en-US" sz="3000" b="1" dirty="0"/>
              <a:t> </a:t>
            </a:r>
            <a:r>
              <a:rPr lang="en-US" sz="3000" b="1" dirty="0" err="1"/>
              <a:t>belajar</a:t>
            </a:r>
            <a:r>
              <a:rPr lang="en-US" sz="3000" b="1" dirty="0"/>
              <a:t>?</a:t>
            </a:r>
          </a:p>
          <a:p>
            <a:pPr marL="0" indent="0">
              <a:buNone/>
            </a:pPr>
            <a:r>
              <a:rPr lang="en-US" sz="2200" b="1" i="1" dirty="0"/>
              <a:t>How you learn?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4454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643599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PRAKTIK MENULIS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2191871"/>
            <a:ext cx="10515600" cy="398509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Kenalkan</a:t>
            </a:r>
            <a:r>
              <a:rPr lang="en-US" dirty="0"/>
              <a:t> 2 </a:t>
            </a:r>
            <a:r>
              <a:rPr lang="en-US" dirty="0" err="1"/>
              <a:t>teman</a:t>
            </a:r>
            <a:r>
              <a:rPr lang="en-US" dirty="0"/>
              <a:t> Anda!</a:t>
            </a:r>
          </a:p>
          <a:p>
            <a:pPr marL="0" indent="0">
              <a:buNone/>
            </a:pPr>
            <a:r>
              <a:rPr lang="en-US" dirty="0" err="1"/>
              <a:t>Jelaskan</a:t>
            </a:r>
            <a:r>
              <a:rPr lang="en-US" dirty="0"/>
              <a:t> : </a:t>
            </a:r>
          </a:p>
          <a:p>
            <a:r>
              <a:rPr lang="en-US" dirty="0" err="1"/>
              <a:t>nama</a:t>
            </a:r>
            <a:r>
              <a:rPr lang="en-US" dirty="0"/>
              <a:t> </a:t>
            </a:r>
          </a:p>
          <a:p>
            <a:r>
              <a:rPr lang="en-US" dirty="0" err="1"/>
              <a:t>Asal</a:t>
            </a:r>
            <a:endParaRPr lang="en-US" dirty="0"/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tinggal</a:t>
            </a:r>
            <a:endParaRPr lang="en-US" dirty="0"/>
          </a:p>
          <a:p>
            <a:r>
              <a:rPr lang="en-US" dirty="0" err="1"/>
              <a:t>Karakter</a:t>
            </a:r>
            <a:endParaRPr lang="en-US" dirty="0"/>
          </a:p>
          <a:p>
            <a:r>
              <a:rPr lang="en-US" dirty="0" err="1"/>
              <a:t>profesi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00122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</p:txBody>
      </p:sp>
      <p:pic>
        <p:nvPicPr>
          <p:cNvPr id="11266" name="Picture 2" descr="Denmark's new king promises to be &quot;unifying&quot;">
            <a:extLst>
              <a:ext uri="{FF2B5EF4-FFF2-40B4-BE49-F238E27FC236}">
                <a16:creationId xmlns:a16="http://schemas.microsoft.com/office/drawing/2014/main" id="{2FE3BD02-647B-4AE0-A224-9A1438F9DC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4" r="21040"/>
          <a:stretch/>
        </p:blipFill>
        <p:spPr bwMode="auto">
          <a:xfrm>
            <a:off x="812442" y="1825625"/>
            <a:ext cx="4418955" cy="405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540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</p:txBody>
      </p:sp>
      <p:pic>
        <p:nvPicPr>
          <p:cNvPr id="9218" name="Picture 2" descr="Hans Christian Andersen - Wikipedia">
            <a:extLst>
              <a:ext uri="{FF2B5EF4-FFF2-40B4-BE49-F238E27FC236}">
                <a16:creationId xmlns:a16="http://schemas.microsoft.com/office/drawing/2014/main" id="{B0F9166E-6EE2-4670-94B5-E2231BA63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556206"/>
            <a:ext cx="3600711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076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</p:txBody>
      </p:sp>
      <p:pic>
        <p:nvPicPr>
          <p:cNvPr id="12290" name="Picture 2" descr="Aung San">
            <a:extLst>
              <a:ext uri="{FF2B5EF4-FFF2-40B4-BE49-F238E27FC236}">
                <a16:creationId xmlns:a16="http://schemas.microsoft.com/office/drawing/2014/main" id="{3BF0B153-B15E-4988-A88C-E896C523A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38" y="1807176"/>
            <a:ext cx="3139844" cy="453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772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13195" y="1785701"/>
            <a:ext cx="55581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2050" name="Picture 2" descr="Keanu Reeves - Wikipedia bahasa Indonesia, ensiklopedia bebas">
            <a:extLst>
              <a:ext uri="{FF2B5EF4-FFF2-40B4-BE49-F238E27FC236}">
                <a16:creationId xmlns:a16="http://schemas.microsoft.com/office/drawing/2014/main" id="{7633DD1C-96B5-4E9D-98AA-8EA9CDEC8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18" y="1690688"/>
            <a:ext cx="3808921" cy="507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40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7624" y="1801527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18C04C-214B-4EE3-9349-CF4D6D159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46" y="1971303"/>
            <a:ext cx="2704198" cy="4411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512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3290047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14506" y="2005641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3074" name="Picture 2" descr="Mariano Rivera | Biography, Stats, &amp; Facts | Britannica">
            <a:extLst>
              <a:ext uri="{FF2B5EF4-FFF2-40B4-BE49-F238E27FC236}">
                <a16:creationId xmlns:a16="http://schemas.microsoft.com/office/drawing/2014/main" id="{C8A7DE83-DFA9-4C6E-AC40-4C5059CC8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3" y="1732394"/>
            <a:ext cx="4336024" cy="32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21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93224" y="1933201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4100" name="Picture 4" descr="Mette Frederiksen - Copenhagen Democracy Summit 2024">
            <a:extLst>
              <a:ext uri="{FF2B5EF4-FFF2-40B4-BE49-F238E27FC236}">
                <a16:creationId xmlns:a16="http://schemas.microsoft.com/office/drawing/2014/main" id="{2745C42D-8C50-40FE-B3E0-5590AFCDDB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9"/>
          <a:stretch/>
        </p:blipFill>
        <p:spPr bwMode="auto">
          <a:xfrm>
            <a:off x="976745" y="1551709"/>
            <a:ext cx="5119255" cy="466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557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8194" name="Picture 2" descr="Niels Bohr - Wikipedia bahasa Indonesia, ensiklopedia bebas">
            <a:extLst>
              <a:ext uri="{FF2B5EF4-FFF2-40B4-BE49-F238E27FC236}">
                <a16:creationId xmlns:a16="http://schemas.microsoft.com/office/drawing/2014/main" id="{9C1C45A3-B3C0-4158-8F04-7A824BC23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607126"/>
            <a:ext cx="3269840" cy="459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688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96317" y="2000436"/>
            <a:ext cx="44285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2050" name="Picture 2" descr="Viggo mortensen 1080P, 2K, 4K, 5K HD wallpapers free download | Wallpaper  Flare">
            <a:extLst>
              <a:ext uri="{FF2B5EF4-FFF2-40B4-BE49-F238E27FC236}">
                <a16:creationId xmlns:a16="http://schemas.microsoft.com/office/drawing/2014/main" id="{899EE9C1-52AC-40EF-BF4B-7524F8209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010" b="21818"/>
          <a:stretch/>
        </p:blipFill>
        <p:spPr bwMode="auto">
          <a:xfrm>
            <a:off x="838200" y="1496291"/>
            <a:ext cx="4766830" cy="536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951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</p:txBody>
      </p:sp>
      <p:pic>
        <p:nvPicPr>
          <p:cNvPr id="10242" name="Picture 2" descr="Scarlett Johansson - Simple English Wikipedia, the free encyclopedia">
            <a:extLst>
              <a:ext uri="{FF2B5EF4-FFF2-40B4-BE49-F238E27FC236}">
                <a16:creationId xmlns:a16="http://schemas.microsoft.com/office/drawing/2014/main" id="{5C76A0C9-5543-4F45-99C3-71F1FF3A1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512631"/>
            <a:ext cx="3736542" cy="51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98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</p:txBody>
      </p:sp>
      <p:pic>
        <p:nvPicPr>
          <p:cNvPr id="13314" name="Picture 2" descr="Mads Mikkelsen as Hannibal Ugghhh this man and the things.............I  dare not say">
            <a:extLst>
              <a:ext uri="{FF2B5EF4-FFF2-40B4-BE49-F238E27FC236}">
                <a16:creationId xmlns:a16="http://schemas.microsoft.com/office/drawing/2014/main" id="{289EBAF6-953C-41FB-8EB6-5CC144B0E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717121"/>
            <a:ext cx="3065126" cy="471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98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53786" y="1700935"/>
            <a:ext cx="55581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</p:txBody>
      </p:sp>
      <p:pic>
        <p:nvPicPr>
          <p:cNvPr id="7174" name="Picture 6" descr="Profil dan Biodata Viktor Axelsen: Ranking, Prestasi hingga Pasangan - Hits  Katadata.co.id">
            <a:extLst>
              <a:ext uri="{FF2B5EF4-FFF2-40B4-BE49-F238E27FC236}">
                <a16:creationId xmlns:a16="http://schemas.microsoft.com/office/drawing/2014/main" id="{3B8539A5-8CAF-4B0E-AB05-8129AC9BF4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6"/>
          <a:stretch/>
        </p:blipFill>
        <p:spPr bwMode="auto">
          <a:xfrm>
            <a:off x="812442" y="1586780"/>
            <a:ext cx="4920096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644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Image result for terima kasih indonesia carto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-244475"/>
            <a:ext cx="8213725" cy="710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23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2041</TotalTime>
  <Words>998</Words>
  <Application>Microsoft Office PowerPoint</Application>
  <PresentationFormat>Widescreen</PresentationFormat>
  <Paragraphs>229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Aharoni</vt:lpstr>
      <vt:lpstr>Akrobat Black</vt:lpstr>
      <vt:lpstr>Akrobat Bold</vt:lpstr>
      <vt:lpstr>Arial</vt:lpstr>
      <vt:lpstr>Arial Rounded MT Bold</vt:lpstr>
      <vt:lpstr>Calibri</vt:lpstr>
      <vt:lpstr>Calibri Light</vt:lpstr>
      <vt:lpstr>Tahoma</vt:lpstr>
      <vt:lpstr>Office Theme</vt:lpstr>
      <vt:lpstr>PowerPoint Presentation</vt:lpstr>
      <vt:lpstr>Mengenalkan diri sendiri introduce my self</vt:lpstr>
      <vt:lpstr>PowerPoint Presentation</vt:lpstr>
      <vt:lpstr>Speaking practice</vt:lpstr>
      <vt:lpstr>PowerPoint Presentation</vt:lpstr>
      <vt:lpstr>PowerPoint Presentation</vt:lpstr>
      <vt:lpstr>PRAKTIK MENULIS</vt:lpstr>
      <vt:lpstr>Speaking practice</vt:lpstr>
      <vt:lpstr>Kenalkan, nama dia Olivia Dia berasal dari Aarhus Dia tinggal di Odense  Dia adalah ( mahasiswa ). Dia adalah ( teman saya).</vt:lpstr>
      <vt:lpstr>Simak audio dan isi teks berikut!</vt:lpstr>
      <vt:lpstr>Simak audio dan isi teks berikut!</vt:lpstr>
      <vt:lpstr>Diskusikan cara mengenalkan orang lain!</vt:lpstr>
      <vt:lpstr>How to ask ?</vt:lpstr>
      <vt:lpstr>PRAKTIK MENULIS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57</cp:revision>
  <dcterms:created xsi:type="dcterms:W3CDTF">2020-10-19T23:51:58Z</dcterms:created>
  <dcterms:modified xsi:type="dcterms:W3CDTF">2025-04-24T16:25:59Z</dcterms:modified>
</cp:coreProperties>
</file>