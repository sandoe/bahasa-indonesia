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8" r:id="rId4"/>
    <p:sldId id="259" r:id="rId5"/>
    <p:sldId id="264" r:id="rId6"/>
    <p:sldId id="266" r:id="rId7"/>
    <p:sldId id="280" r:id="rId8"/>
    <p:sldId id="265" r:id="rId9"/>
    <p:sldId id="262" r:id="rId10"/>
    <p:sldId id="268" r:id="rId11"/>
    <p:sldId id="267" r:id="rId12"/>
    <p:sldId id="279" r:id="rId13"/>
    <p:sldId id="260" r:id="rId14"/>
    <p:sldId id="257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7" autoAdjust="0"/>
    <p:restoredTop sz="94660"/>
  </p:normalViewPr>
  <p:slideViewPr>
    <p:cSldViewPr snapToGrid="0">
      <p:cViewPr varScale="1">
        <p:scale>
          <a:sx n="81" d="100"/>
          <a:sy n="81" d="100"/>
        </p:scale>
        <p:origin x="4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A4210-3159-476F-96EA-9F9E94C45A80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D9EE2A-3962-489A-98F4-19A5F90E28D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62864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fd52d2b48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fd52d2b48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105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456;g115681c86c5_0_79:notes">
            <a:extLst>
              <a:ext uri="{FF2B5EF4-FFF2-40B4-BE49-F238E27FC236}">
                <a16:creationId xmlns:a16="http://schemas.microsoft.com/office/drawing/2014/main" id="{F1A00A0C-79B1-4B88-A3EA-FF7CD90868B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noFill/>
          <a:ln>
            <a:headEnd/>
            <a:tailEnd/>
          </a:ln>
        </p:spPr>
      </p:sp>
      <p:sp>
        <p:nvSpPr>
          <p:cNvPr id="31747" name="Google Shape;457;g115681c86c5_0_79:notes">
            <a:extLst>
              <a:ext uri="{FF2B5EF4-FFF2-40B4-BE49-F238E27FC236}">
                <a16:creationId xmlns:a16="http://schemas.microsoft.com/office/drawing/2014/main" id="{02EC63DC-373D-4DB4-8F8F-5A7F8AE8576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SzPts val="1100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F079-FD4B-4948-BAE4-3D683A33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AD1E0-CF64-4917-BD09-E1DC7F98D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3128E-E45B-4628-9CC6-4D93DFEE2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EF5C3-1902-4787-BE63-8E4AD6C67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9E642-2767-450D-A34D-CB21CDDD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6693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159BC-ADAE-4700-BEFD-A3EB9006E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DB5FC-BE0E-48B4-BF50-3DC0E6C52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D5177-AED2-4D11-9062-B9D868B0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0A82D-DF66-4C90-8419-D15CFB8B1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01A0E-F9E0-4760-8A7E-CA224BD9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962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E1292-1481-4622-B4D5-80EEB5F19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B4EAB-4349-455B-9DAF-444AA9D73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2ECB7-B7AA-4EE4-8E22-55DB2F9E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87108-0A09-4D74-8D19-BA71B2884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982C2-6A2B-41E1-8CA7-EAFA8138B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8304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72EE-8B45-469D-B476-307808B1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FBC2-FAF7-4417-B09B-253A23D75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3A295-FABF-4279-8DE9-F149A9F6E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D22A5-77E5-4F0C-AA51-7AC1DD2BE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6068A-D1D4-416D-B4A8-8864279C5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3A9F02-FEA1-4AA5-BEA5-AC1967EF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048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0503B-E480-4651-A54F-BB5D8E214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4191B-8A75-45F8-B368-A3C8F9C22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8FD2B-79A7-4109-B595-31ED3A5E1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92BD9-B2FE-4144-823D-962E65247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AB517D-DB7A-4F3F-B950-F8184E2189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0A3179-91C2-4796-882B-C661FF1B3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B7FB59-8435-4EB3-A43A-44DBBF0B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BE80EB-89EF-423E-86B5-CAD1920B2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8721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FFDD1-3965-44EE-BEB1-27B29324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EDAEF2-0004-495C-9BDE-1444AD1B3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10B95-3BF1-4930-863B-4BE14990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9ECB15-1F64-4EBB-B3AC-91ADA8902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5815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0B433-4089-4174-AC3B-133824D7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9DA62-1DF1-4552-9E81-BF992FA4F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B91F0-4BE6-4338-ACE0-E2211B266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97038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EB804-4C69-4BDF-9743-3C2DD6F2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68FED-080B-4A27-B616-B898A8247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9D2A3-A9E1-453A-B1EC-05A7CC4BE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9024E-0910-4214-9D77-477FF6E87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0E669-1107-4033-B9E8-8C029523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5602E-DD84-4000-ACB3-A3440A56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8729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4F424-104E-42E8-BB98-F0A4145B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0A560A-90AD-459D-8FA4-DFD12B85F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DC442-5EAF-425D-8B70-7C98BC784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9DD726-6994-40D1-8CA8-A21760F23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2B446-E725-4665-805C-0D892826C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7B985-B0EB-40C0-ACF8-6A412FC5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6705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135A-BFF1-4AC5-8BF5-21AE9D07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547103-9D8D-44FC-92CD-54E14C02B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EAF4B-EE71-48A1-92AC-20E9D14E1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7941F-3DBE-4F97-B888-5F4D4DB6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E5AE3-1C69-4279-A77D-7AEE1EC8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0572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49BB13-5F4C-4AB6-A841-671125BE1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B7FCA-A497-4FED-BB5E-1AE0AE4C3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1F1AB-EA25-41D5-BD6E-907376E64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42C2C-5726-4ADD-B255-FD535A910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2A21A-4626-4087-87BB-3C729B6E5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439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31;p4">
            <a:extLst>
              <a:ext uri="{FF2B5EF4-FFF2-40B4-BE49-F238E27FC236}">
                <a16:creationId xmlns:a16="http://schemas.microsoft.com/office/drawing/2014/main" id="{4F8FCE7F-C149-4B69-914D-583259E57037}"/>
              </a:ext>
            </a:extLst>
          </p:cNvPr>
          <p:cNvGrpSpPr>
            <a:grpSpLocks/>
          </p:cNvGrpSpPr>
          <p:nvPr/>
        </p:nvGrpSpPr>
        <p:grpSpPr bwMode="auto">
          <a:xfrm rot="367901">
            <a:off x="3845984" y="-1606551"/>
            <a:ext cx="9067800" cy="2372784"/>
            <a:chOff x="3270900" y="2843975"/>
            <a:chExt cx="1469475" cy="375975"/>
          </a:xfrm>
        </p:grpSpPr>
        <p:sp>
          <p:nvSpPr>
            <p:cNvPr id="5" name="Google Shape;32;p4">
              <a:extLst>
                <a:ext uri="{FF2B5EF4-FFF2-40B4-BE49-F238E27FC236}">
                  <a16:creationId xmlns:a16="http://schemas.microsoft.com/office/drawing/2014/main" id="{8A2FBDC8-D8A2-46F0-B5DA-92F5DA7CB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900" y="2843975"/>
              <a:ext cx="1469475" cy="375975"/>
            </a:xfrm>
            <a:custGeom>
              <a:avLst/>
              <a:gdLst>
                <a:gd name="T0" fmla="*/ 25000 w 58779"/>
                <a:gd name="T1" fmla="*/ 156875 h 15039"/>
                <a:gd name="T2" fmla="*/ 265625 w 58779"/>
                <a:gd name="T3" fmla="*/ 295000 h 15039"/>
                <a:gd name="T4" fmla="*/ 1355625 w 58779"/>
                <a:gd name="T5" fmla="*/ 543750 h 15039"/>
                <a:gd name="T6" fmla="*/ 1355625 w 58779"/>
                <a:gd name="T7" fmla="*/ 543750 h 15039"/>
                <a:gd name="T8" fmla="*/ 25000 w 58779"/>
                <a:gd name="T9" fmla="*/ 156875 h 15039"/>
                <a:gd name="T10" fmla="*/ 6265625 w 58779"/>
                <a:gd name="T11" fmla="*/ 625 h 15039"/>
                <a:gd name="T12" fmla="*/ 4517500 w 58779"/>
                <a:gd name="T13" fmla="*/ 113125 h 15039"/>
                <a:gd name="T14" fmla="*/ 2171875 w 58779"/>
                <a:gd name="T15" fmla="*/ 598125 h 15039"/>
                <a:gd name="T16" fmla="*/ 2171875 w 58779"/>
                <a:gd name="T17" fmla="*/ 598125 h 15039"/>
                <a:gd name="T18" fmla="*/ 1355625 w 58779"/>
                <a:gd name="T19" fmla="*/ 543750 h 15039"/>
                <a:gd name="T20" fmla="*/ 1355625 w 58779"/>
                <a:gd name="T21" fmla="*/ 543750 h 15039"/>
                <a:gd name="T22" fmla="*/ 1950625 w 58779"/>
                <a:gd name="T23" fmla="*/ 625000 h 15039"/>
                <a:gd name="T24" fmla="*/ 2171250 w 58779"/>
                <a:gd name="T25" fmla="*/ 598125 h 15039"/>
                <a:gd name="T26" fmla="*/ 2171875 w 58779"/>
                <a:gd name="T27" fmla="*/ 598125 h 15039"/>
                <a:gd name="T28" fmla="*/ 2171875 w 58779"/>
                <a:gd name="T29" fmla="*/ 598125 h 15039"/>
                <a:gd name="T30" fmla="*/ 2935000 w 58779"/>
                <a:gd name="T31" fmla="*/ 666875 h 15039"/>
                <a:gd name="T32" fmla="*/ 5573750 w 58779"/>
                <a:gd name="T33" fmla="*/ 1166875 h 15039"/>
                <a:gd name="T34" fmla="*/ 11029375 w 58779"/>
                <a:gd name="T35" fmla="*/ 3153750 h 15039"/>
                <a:gd name="T36" fmla="*/ 16847500 w 58779"/>
                <a:gd name="T37" fmla="*/ 6073125 h 15039"/>
                <a:gd name="T38" fmla="*/ 30583125 w 58779"/>
                <a:gd name="T39" fmla="*/ 9398750 h 15039"/>
                <a:gd name="T40" fmla="*/ 35653750 w 58779"/>
                <a:gd name="T41" fmla="*/ 9095000 h 15039"/>
                <a:gd name="T42" fmla="*/ 36679375 w 58779"/>
                <a:gd name="T43" fmla="*/ 8153125 h 15039"/>
                <a:gd name="T44" fmla="*/ 36292500 w 58779"/>
                <a:gd name="T45" fmla="*/ 7578750 h 15039"/>
                <a:gd name="T46" fmla="*/ 32074375 w 58779"/>
                <a:gd name="T47" fmla="*/ 6794375 h 15039"/>
                <a:gd name="T48" fmla="*/ 28124375 w 58779"/>
                <a:gd name="T49" fmla="*/ 6003750 h 15039"/>
                <a:gd name="T50" fmla="*/ 11692500 w 58779"/>
                <a:gd name="T51" fmla="*/ 856875 h 15039"/>
                <a:gd name="T52" fmla="*/ 6265625 w 58779"/>
                <a:gd name="T53" fmla="*/ 625 h 1503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8779" h="15039" extrusionOk="0">
                  <a:moveTo>
                    <a:pt x="40" y="251"/>
                  </a:moveTo>
                  <a:cubicBezTo>
                    <a:pt x="0" y="251"/>
                    <a:pt x="108" y="313"/>
                    <a:pt x="425" y="472"/>
                  </a:cubicBezTo>
                  <a:cubicBezTo>
                    <a:pt x="883" y="701"/>
                    <a:pt x="1509" y="808"/>
                    <a:pt x="2169" y="870"/>
                  </a:cubicBezTo>
                  <a:cubicBezTo>
                    <a:pt x="1206" y="656"/>
                    <a:pt x="142" y="251"/>
                    <a:pt x="40" y="251"/>
                  </a:cubicBezTo>
                  <a:close/>
                  <a:moveTo>
                    <a:pt x="10025" y="1"/>
                  </a:moveTo>
                  <a:cubicBezTo>
                    <a:pt x="9252" y="1"/>
                    <a:pt x="8347" y="54"/>
                    <a:pt x="7228" y="181"/>
                  </a:cubicBezTo>
                  <a:cubicBezTo>
                    <a:pt x="5795" y="343"/>
                    <a:pt x="4856" y="538"/>
                    <a:pt x="3475" y="957"/>
                  </a:cubicBezTo>
                  <a:cubicBezTo>
                    <a:pt x="3050" y="932"/>
                    <a:pt x="2602" y="911"/>
                    <a:pt x="2169" y="870"/>
                  </a:cubicBezTo>
                  <a:cubicBezTo>
                    <a:pt x="2516" y="947"/>
                    <a:pt x="2850" y="1000"/>
                    <a:pt x="3121" y="1000"/>
                  </a:cubicBezTo>
                  <a:cubicBezTo>
                    <a:pt x="3256" y="1000"/>
                    <a:pt x="3376" y="987"/>
                    <a:pt x="3474" y="957"/>
                  </a:cubicBezTo>
                  <a:cubicBezTo>
                    <a:pt x="3474" y="957"/>
                    <a:pt x="3475" y="957"/>
                    <a:pt x="3475" y="957"/>
                  </a:cubicBezTo>
                  <a:cubicBezTo>
                    <a:pt x="3921" y="982"/>
                    <a:pt x="4343" y="1010"/>
                    <a:pt x="4696" y="1067"/>
                  </a:cubicBezTo>
                  <a:cubicBezTo>
                    <a:pt x="6111" y="1291"/>
                    <a:pt x="7522" y="1547"/>
                    <a:pt x="8918" y="1867"/>
                  </a:cubicBezTo>
                  <a:cubicBezTo>
                    <a:pt x="11944" y="2558"/>
                    <a:pt x="14923" y="3538"/>
                    <a:pt x="17647" y="5046"/>
                  </a:cubicBezTo>
                  <a:cubicBezTo>
                    <a:pt x="21049" y="6930"/>
                    <a:pt x="23627" y="7708"/>
                    <a:pt x="26956" y="9717"/>
                  </a:cubicBezTo>
                  <a:cubicBezTo>
                    <a:pt x="33431" y="13626"/>
                    <a:pt x="41225" y="15038"/>
                    <a:pt x="48933" y="15038"/>
                  </a:cubicBezTo>
                  <a:cubicBezTo>
                    <a:pt x="51669" y="15038"/>
                    <a:pt x="54395" y="14860"/>
                    <a:pt x="57046" y="14552"/>
                  </a:cubicBezTo>
                  <a:cubicBezTo>
                    <a:pt x="57853" y="14459"/>
                    <a:pt x="58778" y="13851"/>
                    <a:pt x="58687" y="13045"/>
                  </a:cubicBezTo>
                  <a:cubicBezTo>
                    <a:pt x="58643" y="12668"/>
                    <a:pt x="58365" y="12363"/>
                    <a:pt x="58068" y="12126"/>
                  </a:cubicBezTo>
                  <a:cubicBezTo>
                    <a:pt x="56243" y="10673"/>
                    <a:pt x="53649" y="10981"/>
                    <a:pt x="51319" y="10871"/>
                  </a:cubicBezTo>
                  <a:cubicBezTo>
                    <a:pt x="49167" y="10768"/>
                    <a:pt x="47138" y="9869"/>
                    <a:pt x="44999" y="9606"/>
                  </a:cubicBezTo>
                  <a:cubicBezTo>
                    <a:pt x="33862" y="8232"/>
                    <a:pt x="26530" y="2093"/>
                    <a:pt x="18708" y="1371"/>
                  </a:cubicBezTo>
                  <a:cubicBezTo>
                    <a:pt x="14172" y="953"/>
                    <a:pt x="13284" y="1"/>
                    <a:pt x="10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1425" tIns="91425" rIns="91425" bIns="91425" anchor="ctr"/>
            <a:lstStyle/>
            <a:p>
              <a:endParaRPr lang="en-ID" sz="2400"/>
            </a:p>
          </p:txBody>
        </p:sp>
        <p:sp>
          <p:nvSpPr>
            <p:cNvPr id="6" name="Google Shape;33;p4">
              <a:extLst>
                <a:ext uri="{FF2B5EF4-FFF2-40B4-BE49-F238E27FC236}">
                  <a16:creationId xmlns:a16="http://schemas.microsoft.com/office/drawing/2014/main" id="{084E8A6D-BE32-4E10-8D25-57FBDBA74D5E}"/>
                </a:ext>
              </a:extLst>
            </p:cNvPr>
            <p:cNvSpPr/>
            <p:nvPr/>
          </p:nvSpPr>
          <p:spPr>
            <a:xfrm>
              <a:off x="3844978" y="2929564"/>
              <a:ext cx="13721" cy="5031"/>
            </a:xfrm>
            <a:custGeom>
              <a:avLst/>
              <a:gdLst/>
              <a:ahLst/>
              <a:cxnLst/>
              <a:rect l="l" t="t" r="r" b="b"/>
              <a:pathLst>
                <a:path w="552" h="193" extrusionOk="0">
                  <a:moveTo>
                    <a:pt x="480" y="0"/>
                  </a:moveTo>
                  <a:cubicBezTo>
                    <a:pt x="344" y="6"/>
                    <a:pt x="210" y="27"/>
                    <a:pt x="75" y="42"/>
                  </a:cubicBezTo>
                  <a:cubicBezTo>
                    <a:pt x="55" y="43"/>
                    <a:pt x="36" y="51"/>
                    <a:pt x="23" y="64"/>
                  </a:cubicBezTo>
                  <a:cubicBezTo>
                    <a:pt x="9" y="78"/>
                    <a:pt x="0" y="97"/>
                    <a:pt x="0" y="117"/>
                  </a:cubicBezTo>
                  <a:cubicBezTo>
                    <a:pt x="2" y="152"/>
                    <a:pt x="31" y="192"/>
                    <a:pt x="70" y="192"/>
                  </a:cubicBezTo>
                  <a:cubicBezTo>
                    <a:pt x="71" y="192"/>
                    <a:pt x="73" y="192"/>
                    <a:pt x="75" y="192"/>
                  </a:cubicBezTo>
                  <a:cubicBezTo>
                    <a:pt x="218" y="178"/>
                    <a:pt x="359" y="168"/>
                    <a:pt x="499" y="144"/>
                  </a:cubicBezTo>
                  <a:cubicBezTo>
                    <a:pt x="533" y="137"/>
                    <a:pt x="550" y="103"/>
                    <a:pt x="552" y="73"/>
                  </a:cubicBezTo>
                  <a:cubicBezTo>
                    <a:pt x="552" y="67"/>
                    <a:pt x="552" y="60"/>
                    <a:pt x="550" y="54"/>
                  </a:cubicBezTo>
                  <a:cubicBezTo>
                    <a:pt x="540" y="22"/>
                    <a:pt x="512" y="1"/>
                    <a:pt x="4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34;p4">
              <a:extLst>
                <a:ext uri="{FF2B5EF4-FFF2-40B4-BE49-F238E27FC236}">
                  <a16:creationId xmlns:a16="http://schemas.microsoft.com/office/drawing/2014/main" id="{0B09C5D2-C40C-4ACA-B76A-CC9E9DCC68EC}"/>
                </a:ext>
              </a:extLst>
            </p:cNvPr>
            <p:cNvSpPr/>
            <p:nvPr/>
          </p:nvSpPr>
          <p:spPr>
            <a:xfrm>
              <a:off x="3855178" y="2918519"/>
              <a:ext cx="10976" cy="5702"/>
            </a:xfrm>
            <a:custGeom>
              <a:avLst/>
              <a:gdLst/>
              <a:ahLst/>
              <a:cxnLst/>
              <a:rect l="l" t="t" r="r" b="b"/>
              <a:pathLst>
                <a:path w="433" h="228" extrusionOk="0">
                  <a:moveTo>
                    <a:pt x="128" y="203"/>
                  </a:moveTo>
                  <a:cubicBezTo>
                    <a:pt x="126" y="204"/>
                    <a:pt x="126" y="204"/>
                    <a:pt x="126" y="204"/>
                  </a:cubicBezTo>
                  <a:cubicBezTo>
                    <a:pt x="126" y="204"/>
                    <a:pt x="127" y="204"/>
                    <a:pt x="128" y="203"/>
                  </a:cubicBezTo>
                  <a:close/>
                  <a:moveTo>
                    <a:pt x="302" y="0"/>
                  </a:moveTo>
                  <a:cubicBezTo>
                    <a:pt x="267" y="3"/>
                    <a:pt x="235" y="8"/>
                    <a:pt x="202" y="17"/>
                  </a:cubicBezTo>
                  <a:cubicBezTo>
                    <a:pt x="138" y="36"/>
                    <a:pt x="79" y="68"/>
                    <a:pt x="28" y="111"/>
                  </a:cubicBezTo>
                  <a:cubicBezTo>
                    <a:pt x="1" y="134"/>
                    <a:pt x="3" y="184"/>
                    <a:pt x="28" y="208"/>
                  </a:cubicBezTo>
                  <a:cubicBezTo>
                    <a:pt x="41" y="221"/>
                    <a:pt x="58" y="227"/>
                    <a:pt x="76" y="227"/>
                  </a:cubicBezTo>
                  <a:cubicBezTo>
                    <a:pt x="93" y="227"/>
                    <a:pt x="110" y="221"/>
                    <a:pt x="124" y="208"/>
                  </a:cubicBezTo>
                  <a:lnTo>
                    <a:pt x="123" y="206"/>
                  </a:lnTo>
                  <a:cubicBezTo>
                    <a:pt x="126" y="204"/>
                    <a:pt x="128" y="202"/>
                    <a:pt x="131" y="200"/>
                  </a:cubicBezTo>
                  <a:lnTo>
                    <a:pt x="131" y="200"/>
                  </a:lnTo>
                  <a:cubicBezTo>
                    <a:pt x="131" y="200"/>
                    <a:pt x="129" y="202"/>
                    <a:pt x="128" y="203"/>
                  </a:cubicBezTo>
                  <a:lnTo>
                    <a:pt x="128" y="203"/>
                  </a:lnTo>
                  <a:cubicBezTo>
                    <a:pt x="128" y="203"/>
                    <a:pt x="129" y="202"/>
                    <a:pt x="129" y="202"/>
                  </a:cubicBezTo>
                  <a:cubicBezTo>
                    <a:pt x="135" y="198"/>
                    <a:pt x="140" y="194"/>
                    <a:pt x="145" y="190"/>
                  </a:cubicBezTo>
                  <a:cubicBezTo>
                    <a:pt x="156" y="183"/>
                    <a:pt x="167" y="177"/>
                    <a:pt x="179" y="170"/>
                  </a:cubicBezTo>
                  <a:cubicBezTo>
                    <a:pt x="184" y="167"/>
                    <a:pt x="190" y="165"/>
                    <a:pt x="197" y="162"/>
                  </a:cubicBezTo>
                  <a:cubicBezTo>
                    <a:pt x="197" y="161"/>
                    <a:pt x="198" y="161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199" y="161"/>
                    <a:pt x="199" y="161"/>
                  </a:cubicBezTo>
                  <a:cubicBezTo>
                    <a:pt x="200" y="161"/>
                    <a:pt x="201" y="160"/>
                    <a:pt x="203" y="159"/>
                  </a:cubicBezTo>
                  <a:lnTo>
                    <a:pt x="203" y="159"/>
                  </a:lnTo>
                  <a:cubicBezTo>
                    <a:pt x="202" y="160"/>
                    <a:pt x="200" y="160"/>
                    <a:pt x="199" y="161"/>
                  </a:cubicBezTo>
                  <a:lnTo>
                    <a:pt x="199" y="161"/>
                  </a:lnTo>
                  <a:cubicBezTo>
                    <a:pt x="199" y="161"/>
                    <a:pt x="200" y="160"/>
                    <a:pt x="203" y="159"/>
                  </a:cubicBezTo>
                  <a:cubicBezTo>
                    <a:pt x="204" y="158"/>
                    <a:pt x="204" y="158"/>
                    <a:pt x="205" y="158"/>
                  </a:cubicBezTo>
                  <a:lnTo>
                    <a:pt x="205" y="158"/>
                  </a:lnTo>
                  <a:cubicBezTo>
                    <a:pt x="205" y="158"/>
                    <a:pt x="204" y="159"/>
                    <a:pt x="203" y="159"/>
                  </a:cubicBezTo>
                  <a:lnTo>
                    <a:pt x="203" y="159"/>
                  </a:lnTo>
                  <a:cubicBezTo>
                    <a:pt x="204" y="159"/>
                    <a:pt x="205" y="158"/>
                    <a:pt x="205" y="158"/>
                  </a:cubicBezTo>
                  <a:lnTo>
                    <a:pt x="205" y="158"/>
                  </a:lnTo>
                  <a:cubicBezTo>
                    <a:pt x="217" y="153"/>
                    <a:pt x="230" y="149"/>
                    <a:pt x="242" y="146"/>
                  </a:cubicBezTo>
                  <a:cubicBezTo>
                    <a:pt x="256" y="142"/>
                    <a:pt x="267" y="140"/>
                    <a:pt x="280" y="136"/>
                  </a:cubicBezTo>
                  <a:lnTo>
                    <a:pt x="300" y="133"/>
                  </a:lnTo>
                  <a:lnTo>
                    <a:pt x="303" y="133"/>
                  </a:lnTo>
                  <a:cubicBezTo>
                    <a:pt x="300" y="134"/>
                    <a:pt x="299" y="134"/>
                    <a:pt x="299" y="134"/>
                  </a:cubicBezTo>
                  <a:cubicBezTo>
                    <a:pt x="299" y="134"/>
                    <a:pt x="305" y="133"/>
                    <a:pt x="306" y="133"/>
                  </a:cubicBezTo>
                  <a:cubicBezTo>
                    <a:pt x="319" y="132"/>
                    <a:pt x="333" y="131"/>
                    <a:pt x="345" y="131"/>
                  </a:cubicBezTo>
                  <a:cubicBezTo>
                    <a:pt x="348" y="131"/>
                    <a:pt x="350" y="131"/>
                    <a:pt x="352" y="131"/>
                  </a:cubicBezTo>
                  <a:cubicBezTo>
                    <a:pt x="362" y="131"/>
                    <a:pt x="373" y="129"/>
                    <a:pt x="382" y="126"/>
                  </a:cubicBezTo>
                  <a:cubicBezTo>
                    <a:pt x="391" y="123"/>
                    <a:pt x="398" y="120"/>
                    <a:pt x="405" y="116"/>
                  </a:cubicBezTo>
                  <a:cubicBezTo>
                    <a:pt x="422" y="106"/>
                    <a:pt x="433" y="88"/>
                    <a:pt x="432" y="69"/>
                  </a:cubicBezTo>
                  <a:cubicBezTo>
                    <a:pt x="432" y="49"/>
                    <a:pt x="421" y="32"/>
                    <a:pt x="405" y="22"/>
                  </a:cubicBezTo>
                  <a:cubicBezTo>
                    <a:pt x="398" y="16"/>
                    <a:pt x="391" y="11"/>
                    <a:pt x="382" y="8"/>
                  </a:cubicBezTo>
                  <a:cubicBezTo>
                    <a:pt x="370" y="4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35;p4">
              <a:extLst>
                <a:ext uri="{FF2B5EF4-FFF2-40B4-BE49-F238E27FC236}">
                  <a16:creationId xmlns:a16="http://schemas.microsoft.com/office/drawing/2014/main" id="{38EB58E4-0968-4AF4-844C-4A493761C17E}"/>
                </a:ext>
              </a:extLst>
            </p:cNvPr>
            <p:cNvSpPr/>
            <p:nvPr/>
          </p:nvSpPr>
          <p:spPr>
            <a:xfrm>
              <a:off x="4064399" y="3126461"/>
              <a:ext cx="26412" cy="6373"/>
            </a:xfrm>
            <a:custGeom>
              <a:avLst/>
              <a:gdLst/>
              <a:ahLst/>
              <a:cxnLst/>
              <a:rect l="l" t="t" r="r" b="b"/>
              <a:pathLst>
                <a:path w="1054" h="256" extrusionOk="0">
                  <a:moveTo>
                    <a:pt x="893" y="3"/>
                  </a:moveTo>
                  <a:cubicBezTo>
                    <a:pt x="864" y="4"/>
                    <a:pt x="836" y="6"/>
                    <a:pt x="807" y="9"/>
                  </a:cubicBezTo>
                  <a:cubicBezTo>
                    <a:pt x="750" y="14"/>
                    <a:pt x="694" y="20"/>
                    <a:pt x="637" y="26"/>
                  </a:cubicBezTo>
                  <a:lnTo>
                    <a:pt x="295" y="63"/>
                  </a:lnTo>
                  <a:cubicBezTo>
                    <a:pt x="258" y="67"/>
                    <a:pt x="220" y="70"/>
                    <a:pt x="183" y="77"/>
                  </a:cubicBezTo>
                  <a:cubicBezTo>
                    <a:pt x="150" y="83"/>
                    <a:pt x="119" y="90"/>
                    <a:pt x="88" y="100"/>
                  </a:cubicBezTo>
                  <a:cubicBezTo>
                    <a:pt x="1" y="124"/>
                    <a:pt x="19" y="253"/>
                    <a:pt x="109" y="253"/>
                  </a:cubicBezTo>
                  <a:lnTo>
                    <a:pt x="128" y="254"/>
                  </a:lnTo>
                  <a:lnTo>
                    <a:pt x="143" y="254"/>
                  </a:lnTo>
                  <a:cubicBezTo>
                    <a:pt x="125" y="254"/>
                    <a:pt x="162" y="256"/>
                    <a:pt x="161" y="256"/>
                  </a:cubicBezTo>
                  <a:lnTo>
                    <a:pt x="194" y="256"/>
                  </a:lnTo>
                  <a:cubicBezTo>
                    <a:pt x="222" y="256"/>
                    <a:pt x="251" y="251"/>
                    <a:pt x="279" y="247"/>
                  </a:cubicBezTo>
                  <a:lnTo>
                    <a:pt x="449" y="230"/>
                  </a:lnTo>
                  <a:cubicBezTo>
                    <a:pt x="563" y="217"/>
                    <a:pt x="678" y="205"/>
                    <a:pt x="791" y="191"/>
                  </a:cubicBezTo>
                  <a:cubicBezTo>
                    <a:pt x="828" y="186"/>
                    <a:pt x="866" y="184"/>
                    <a:pt x="902" y="177"/>
                  </a:cubicBezTo>
                  <a:cubicBezTo>
                    <a:pt x="918" y="174"/>
                    <a:pt x="932" y="169"/>
                    <a:pt x="946" y="166"/>
                  </a:cubicBezTo>
                  <a:cubicBezTo>
                    <a:pt x="955" y="164"/>
                    <a:pt x="963" y="162"/>
                    <a:pt x="972" y="160"/>
                  </a:cubicBezTo>
                  <a:cubicBezTo>
                    <a:pt x="989" y="155"/>
                    <a:pt x="1004" y="146"/>
                    <a:pt x="1017" y="135"/>
                  </a:cubicBezTo>
                  <a:cubicBezTo>
                    <a:pt x="1054" y="106"/>
                    <a:pt x="1042" y="38"/>
                    <a:pt x="1002" y="18"/>
                  </a:cubicBezTo>
                  <a:cubicBezTo>
                    <a:pt x="967" y="1"/>
                    <a:pt x="930" y="4"/>
                    <a:pt x="893" y="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6;p4">
              <a:extLst>
                <a:ext uri="{FF2B5EF4-FFF2-40B4-BE49-F238E27FC236}">
                  <a16:creationId xmlns:a16="http://schemas.microsoft.com/office/drawing/2014/main" id="{C79AB9D7-5FF8-4C74-931F-3C32882A8FA6}"/>
                </a:ext>
              </a:extLst>
            </p:cNvPr>
            <p:cNvSpPr/>
            <p:nvPr/>
          </p:nvSpPr>
          <p:spPr>
            <a:xfrm>
              <a:off x="4438783" y="3120448"/>
              <a:ext cx="21610" cy="7379"/>
            </a:xfrm>
            <a:custGeom>
              <a:avLst/>
              <a:gdLst/>
              <a:ahLst/>
              <a:cxnLst/>
              <a:rect l="l" t="t" r="r" b="b"/>
              <a:pathLst>
                <a:path w="866" h="296" extrusionOk="0">
                  <a:moveTo>
                    <a:pt x="770" y="0"/>
                  </a:moveTo>
                  <a:cubicBezTo>
                    <a:pt x="750" y="1"/>
                    <a:pt x="730" y="4"/>
                    <a:pt x="711" y="10"/>
                  </a:cubicBezTo>
                  <a:lnTo>
                    <a:pt x="622" y="30"/>
                  </a:lnTo>
                  <a:lnTo>
                    <a:pt x="434" y="72"/>
                  </a:lnTo>
                  <a:lnTo>
                    <a:pt x="61" y="154"/>
                  </a:lnTo>
                  <a:cubicBezTo>
                    <a:pt x="23" y="166"/>
                    <a:pt x="1" y="205"/>
                    <a:pt x="11" y="243"/>
                  </a:cubicBezTo>
                  <a:cubicBezTo>
                    <a:pt x="20" y="275"/>
                    <a:pt x="49" y="295"/>
                    <a:pt x="81" y="295"/>
                  </a:cubicBezTo>
                  <a:cubicBezTo>
                    <a:pt x="87" y="295"/>
                    <a:pt x="93" y="295"/>
                    <a:pt x="99" y="293"/>
                  </a:cubicBezTo>
                  <a:lnTo>
                    <a:pt x="100" y="293"/>
                  </a:lnTo>
                  <a:lnTo>
                    <a:pt x="474" y="215"/>
                  </a:lnTo>
                  <a:lnTo>
                    <a:pt x="659" y="176"/>
                  </a:lnTo>
                  <a:lnTo>
                    <a:pt x="752" y="157"/>
                  </a:lnTo>
                  <a:cubicBezTo>
                    <a:pt x="771" y="154"/>
                    <a:pt x="790" y="149"/>
                    <a:pt x="807" y="139"/>
                  </a:cubicBezTo>
                  <a:cubicBezTo>
                    <a:pt x="826" y="128"/>
                    <a:pt x="841" y="111"/>
                    <a:pt x="851" y="92"/>
                  </a:cubicBezTo>
                  <a:cubicBezTo>
                    <a:pt x="865" y="69"/>
                    <a:pt x="857" y="38"/>
                    <a:pt x="833" y="23"/>
                  </a:cubicBezTo>
                  <a:cubicBezTo>
                    <a:pt x="814" y="10"/>
                    <a:pt x="793" y="2"/>
                    <a:pt x="7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37;p4">
              <a:extLst>
                <a:ext uri="{FF2B5EF4-FFF2-40B4-BE49-F238E27FC236}">
                  <a16:creationId xmlns:a16="http://schemas.microsoft.com/office/drawing/2014/main" id="{0FF79758-2BB0-40A2-84B3-A22A0DE6B134}"/>
                </a:ext>
              </a:extLst>
            </p:cNvPr>
            <p:cNvSpPr/>
            <p:nvPr/>
          </p:nvSpPr>
          <p:spPr>
            <a:xfrm>
              <a:off x="4462214" y="3129439"/>
              <a:ext cx="21953" cy="7714"/>
            </a:xfrm>
            <a:custGeom>
              <a:avLst/>
              <a:gdLst/>
              <a:ahLst/>
              <a:cxnLst/>
              <a:rect l="l" t="t" r="r" b="b"/>
              <a:pathLst>
                <a:path w="883" h="319" extrusionOk="0">
                  <a:moveTo>
                    <a:pt x="794" y="1"/>
                  </a:moveTo>
                  <a:cubicBezTo>
                    <a:pt x="768" y="1"/>
                    <a:pt x="742" y="8"/>
                    <a:pt x="717" y="14"/>
                  </a:cubicBezTo>
                  <a:cubicBezTo>
                    <a:pt x="685" y="21"/>
                    <a:pt x="653" y="31"/>
                    <a:pt x="622" y="39"/>
                  </a:cubicBezTo>
                  <a:cubicBezTo>
                    <a:pt x="561" y="56"/>
                    <a:pt x="500" y="73"/>
                    <a:pt x="439" y="91"/>
                  </a:cubicBezTo>
                  <a:cubicBezTo>
                    <a:pt x="379" y="108"/>
                    <a:pt x="318" y="125"/>
                    <a:pt x="258" y="145"/>
                  </a:cubicBezTo>
                  <a:lnTo>
                    <a:pt x="70" y="206"/>
                  </a:lnTo>
                  <a:cubicBezTo>
                    <a:pt x="0" y="222"/>
                    <a:pt x="20" y="319"/>
                    <a:pt x="81" y="319"/>
                  </a:cubicBezTo>
                  <a:cubicBezTo>
                    <a:pt x="87" y="319"/>
                    <a:pt x="93" y="318"/>
                    <a:pt x="100" y="316"/>
                  </a:cubicBezTo>
                  <a:lnTo>
                    <a:pt x="100" y="317"/>
                  </a:lnTo>
                  <a:lnTo>
                    <a:pt x="293" y="276"/>
                  </a:lnTo>
                  <a:cubicBezTo>
                    <a:pt x="356" y="264"/>
                    <a:pt x="417" y="248"/>
                    <a:pt x="478" y="233"/>
                  </a:cubicBezTo>
                  <a:cubicBezTo>
                    <a:pt x="539" y="219"/>
                    <a:pt x="601" y="204"/>
                    <a:pt x="662" y="188"/>
                  </a:cubicBezTo>
                  <a:cubicBezTo>
                    <a:pt x="694" y="179"/>
                    <a:pt x="727" y="172"/>
                    <a:pt x="757" y="163"/>
                  </a:cubicBezTo>
                  <a:cubicBezTo>
                    <a:pt x="798" y="150"/>
                    <a:pt x="847" y="140"/>
                    <a:pt x="867" y="99"/>
                  </a:cubicBezTo>
                  <a:cubicBezTo>
                    <a:pt x="883" y="70"/>
                    <a:pt x="873" y="33"/>
                    <a:pt x="845" y="15"/>
                  </a:cubicBezTo>
                  <a:cubicBezTo>
                    <a:pt x="829" y="4"/>
                    <a:pt x="812" y="1"/>
                    <a:pt x="7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38;p4">
              <a:extLst>
                <a:ext uri="{FF2B5EF4-FFF2-40B4-BE49-F238E27FC236}">
                  <a16:creationId xmlns:a16="http://schemas.microsoft.com/office/drawing/2014/main" id="{0364DA40-E6A7-4C38-A5B0-91B87B564120}"/>
                </a:ext>
              </a:extLst>
            </p:cNvPr>
            <p:cNvSpPr/>
            <p:nvPr/>
          </p:nvSpPr>
          <p:spPr>
            <a:xfrm>
              <a:off x="4088517" y="3140369"/>
              <a:ext cx="15093" cy="3689"/>
            </a:xfrm>
            <a:custGeom>
              <a:avLst/>
              <a:gdLst/>
              <a:ahLst/>
              <a:cxnLst/>
              <a:rect l="l" t="t" r="r" b="b"/>
              <a:pathLst>
                <a:path w="609" h="149" extrusionOk="0">
                  <a:moveTo>
                    <a:pt x="574" y="1"/>
                  </a:moveTo>
                  <a:cubicBezTo>
                    <a:pt x="553" y="1"/>
                    <a:pt x="534" y="8"/>
                    <a:pt x="514" y="14"/>
                  </a:cubicBezTo>
                  <a:cubicBezTo>
                    <a:pt x="492" y="19"/>
                    <a:pt x="471" y="25"/>
                    <a:pt x="449" y="31"/>
                  </a:cubicBezTo>
                  <a:cubicBezTo>
                    <a:pt x="406" y="44"/>
                    <a:pt x="362" y="54"/>
                    <a:pt x="316" y="62"/>
                  </a:cubicBezTo>
                  <a:cubicBezTo>
                    <a:pt x="250" y="73"/>
                    <a:pt x="184" y="78"/>
                    <a:pt x="117" y="78"/>
                  </a:cubicBezTo>
                  <a:cubicBezTo>
                    <a:pt x="94" y="78"/>
                    <a:pt x="71" y="78"/>
                    <a:pt x="49" y="76"/>
                  </a:cubicBezTo>
                  <a:cubicBezTo>
                    <a:pt x="48" y="76"/>
                    <a:pt x="47" y="76"/>
                    <a:pt x="46" y="76"/>
                  </a:cubicBezTo>
                  <a:cubicBezTo>
                    <a:pt x="0" y="76"/>
                    <a:pt x="0" y="146"/>
                    <a:pt x="46" y="146"/>
                  </a:cubicBezTo>
                  <a:cubicBezTo>
                    <a:pt x="47" y="146"/>
                    <a:pt x="48" y="146"/>
                    <a:pt x="49" y="146"/>
                  </a:cubicBezTo>
                  <a:cubicBezTo>
                    <a:pt x="77" y="148"/>
                    <a:pt x="106" y="149"/>
                    <a:pt x="135" y="149"/>
                  </a:cubicBezTo>
                  <a:cubicBezTo>
                    <a:pt x="200" y="149"/>
                    <a:pt x="266" y="144"/>
                    <a:pt x="330" y="134"/>
                  </a:cubicBezTo>
                  <a:cubicBezTo>
                    <a:pt x="377" y="127"/>
                    <a:pt x="422" y="118"/>
                    <a:pt x="467" y="106"/>
                  </a:cubicBezTo>
                  <a:cubicBezTo>
                    <a:pt x="488" y="99"/>
                    <a:pt x="509" y="92"/>
                    <a:pt x="530" y="84"/>
                  </a:cubicBezTo>
                  <a:cubicBezTo>
                    <a:pt x="553" y="75"/>
                    <a:pt x="582" y="68"/>
                    <a:pt x="597" y="48"/>
                  </a:cubicBezTo>
                  <a:cubicBezTo>
                    <a:pt x="608" y="34"/>
                    <a:pt x="608" y="6"/>
                    <a:pt x="585" y="1"/>
                  </a:cubicBezTo>
                  <a:cubicBezTo>
                    <a:pt x="582" y="1"/>
                    <a:pt x="578" y="1"/>
                    <a:pt x="5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lIns="91425" tIns="91425" rIns="91425" bIns="91425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/>
              </a:pPr>
              <a:endParaRPr sz="2400" kern="0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Chelsea Market"/>
              <a:buNone/>
              <a:defRPr sz="3733">
                <a:solidFill>
                  <a:schemeClr val="accent2"/>
                </a:solidFill>
                <a:latin typeface="Chelsea Market"/>
                <a:ea typeface="Chelsea Market"/>
                <a:cs typeface="Chelsea Market"/>
                <a:sym typeface="Chelsea Market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960000" y="1536633"/>
            <a:ext cx="10272000" cy="4555200"/>
          </a:xfrm>
          <a:prstGeom prst="rect">
            <a:avLst/>
          </a:prstGeom>
        </p:spPr>
        <p:txBody>
          <a:bodyPr spcFirstLastPara="1" anchor="b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1pPr>
            <a:lvl2pPr marL="1219170" lvl="1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marL="1828754" lvl="2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marL="2438339" lvl="3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marL="3047924" lvl="4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marL="3657509" lvl="5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marL="4267093" lvl="6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●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marL="4876678" lvl="7" indent="-414856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osefin Slab"/>
              <a:buChar char="○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marL="5486263" lvl="8" indent="-414856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Clr>
                <a:schemeClr val="accent4"/>
              </a:buClr>
              <a:buSzPts val="1300"/>
              <a:buFont typeface="Josefin Slab"/>
              <a:buChar char="■"/>
              <a:defRPr sz="1733">
                <a:solidFill>
                  <a:schemeClr val="accent4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535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7FF8FC-392E-4991-A54A-D776C37B5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532FA-C858-49A9-BA5F-9D1EB7855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DBFC4-222A-40DC-B4CD-9A87DAD4B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6FF0F-4A4B-4D44-A9CE-3E0DE46BC757}" type="datetimeFigureOut">
              <a:rPr lang="en-ID" smtClean="0"/>
              <a:t>06/11/2025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CCAD9-F860-4AD4-8E6A-D6E2B8228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5ECCB-BAB5-4D45-BD65-BF9CB2F39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C74804-0EED-4CA8-9B94-35D7C0228BC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18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4.jpeg"/><Relationship Id="rId3" Type="http://schemas.openxmlformats.org/officeDocument/2006/relationships/image" Target="../media/image1.jpeg"/><Relationship Id="rId7" Type="http://schemas.openxmlformats.org/officeDocument/2006/relationships/image" Target="../media/image2.jpeg"/><Relationship Id="rId12" Type="http://schemas.openxmlformats.org/officeDocument/2006/relationships/image" Target="../media/image1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2.jpeg"/><Relationship Id="rId5" Type="http://schemas.openxmlformats.org/officeDocument/2006/relationships/image" Target="../media/image8.jpeg"/><Relationship Id="rId10" Type="http://schemas.openxmlformats.org/officeDocument/2006/relationships/image" Target="../media/image11.jpeg"/><Relationship Id="rId4" Type="http://schemas.openxmlformats.org/officeDocument/2006/relationships/image" Target="../media/image7.jpeg"/><Relationship Id="rId9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eg"/><Relationship Id="rId5" Type="http://schemas.openxmlformats.org/officeDocument/2006/relationships/image" Target="../media/image9.jpeg"/><Relationship Id="rId10" Type="http://schemas.openxmlformats.org/officeDocument/2006/relationships/image" Target="../media/image4.jpeg"/><Relationship Id="rId4" Type="http://schemas.openxmlformats.org/officeDocument/2006/relationships/image" Target="../media/image8.jpeg"/><Relationship Id="rId9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4.jpeg"/><Relationship Id="rId3" Type="http://schemas.openxmlformats.org/officeDocument/2006/relationships/image" Target="../media/image1.jpeg"/><Relationship Id="rId7" Type="http://schemas.openxmlformats.org/officeDocument/2006/relationships/image" Target="../media/image2.jpeg"/><Relationship Id="rId12" Type="http://schemas.openxmlformats.org/officeDocument/2006/relationships/image" Target="../media/image1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11" Type="http://schemas.openxmlformats.org/officeDocument/2006/relationships/image" Target="../media/image12.jpeg"/><Relationship Id="rId5" Type="http://schemas.openxmlformats.org/officeDocument/2006/relationships/image" Target="../media/image8.jpeg"/><Relationship Id="rId10" Type="http://schemas.openxmlformats.org/officeDocument/2006/relationships/image" Target="../media/image11.jpeg"/><Relationship Id="rId4" Type="http://schemas.openxmlformats.org/officeDocument/2006/relationships/image" Target="../media/image7.jpeg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3AF93-EF09-42E8-813F-D70C84B0D3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/>
              <a:t>Fasilitas</a:t>
            </a:r>
            <a:r>
              <a:rPr lang="en-US" b="1" dirty="0"/>
              <a:t> </a:t>
            </a:r>
            <a:r>
              <a:rPr lang="en-US" b="1" dirty="0" err="1"/>
              <a:t>Publik</a:t>
            </a:r>
            <a:endParaRPr lang="en-ID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E305E-44A9-4C34-AD2A-764CC02E89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BIPA 2 </a:t>
            </a:r>
            <a:r>
              <a:rPr lang="en-US" sz="3200" b="1" dirty="0" err="1"/>
              <a:t>Kopenhagen</a:t>
            </a:r>
            <a:endParaRPr lang="en-ID" sz="3200" b="1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ACFBF3B6-3838-4584-B2F6-E98F61E140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2" b="19677"/>
          <a:stretch/>
        </p:blipFill>
        <p:spPr bwMode="auto">
          <a:xfrm>
            <a:off x="56570" y="0"/>
            <a:ext cx="2226808" cy="180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3d isometric roadside restaurant with shoppers buying food. Vector  Isometric Illustration Suitable for Diagrams, Infographics, And Other  Graphic assets 15508748 Vector Art at Vecteezy">
            <a:extLst>
              <a:ext uri="{FF2B5EF4-FFF2-40B4-BE49-F238E27FC236}">
                <a16:creationId xmlns:a16="http://schemas.microsoft.com/office/drawing/2014/main" id="{6D04CDF8-DC10-42BA-AA90-85F7E584A2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" t="10736" r="4764" b="9264"/>
          <a:stretch/>
        </p:blipFill>
        <p:spPr bwMode="auto">
          <a:xfrm>
            <a:off x="9457451" y="68147"/>
            <a:ext cx="2734547" cy="178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8" descr="Mall Royalty Free Vector Image - VectorStock">
            <a:extLst>
              <a:ext uri="{FF2B5EF4-FFF2-40B4-BE49-F238E27FC236}">
                <a16:creationId xmlns:a16="http://schemas.microsoft.com/office/drawing/2014/main" id="{7CB2337D-5751-49D6-A25B-DE76A9A69A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0" r="1890" b="14286"/>
          <a:stretch/>
        </p:blipFill>
        <p:spPr bwMode="auto">
          <a:xfrm>
            <a:off x="213495" y="5036940"/>
            <a:ext cx="2003161" cy="183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6" descr="3D Park Images – Browse 348,759 Stock Photos, Vectors, and Video | Adobe  Stock">
            <a:extLst>
              <a:ext uri="{FF2B5EF4-FFF2-40B4-BE49-F238E27FC236}">
                <a16:creationId xmlns:a16="http://schemas.microsoft.com/office/drawing/2014/main" id="{828F1C0C-7B73-497E-9379-C9AFBEB4E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3" b="6778"/>
          <a:stretch/>
        </p:blipFill>
        <p:spPr bwMode="auto">
          <a:xfrm>
            <a:off x="9393468" y="5073594"/>
            <a:ext cx="2671862" cy="174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736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43"/>
          <p:cNvGrpSpPr/>
          <p:nvPr/>
        </p:nvGrpSpPr>
        <p:grpSpPr>
          <a:xfrm flipH="1">
            <a:off x="11130406" y="5990245"/>
            <a:ext cx="888109" cy="716668"/>
            <a:chOff x="7514750" y="4210883"/>
            <a:chExt cx="953999" cy="769838"/>
          </a:xfrm>
        </p:grpSpPr>
        <p:sp>
          <p:nvSpPr>
            <p:cNvPr id="513" name="Google Shape;513;p43"/>
            <p:cNvSpPr/>
            <p:nvPr/>
          </p:nvSpPr>
          <p:spPr>
            <a:xfrm>
              <a:off x="8024561" y="4469182"/>
              <a:ext cx="243136" cy="460933"/>
            </a:xfrm>
            <a:custGeom>
              <a:avLst/>
              <a:gdLst/>
              <a:ahLst/>
              <a:cxnLst/>
              <a:rect l="l" t="t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4" name="Google Shape;514;p43"/>
            <p:cNvSpPr/>
            <p:nvPr/>
          </p:nvSpPr>
          <p:spPr>
            <a:xfrm>
              <a:off x="7780773" y="4269286"/>
              <a:ext cx="284790" cy="657651"/>
            </a:xfrm>
            <a:custGeom>
              <a:avLst/>
              <a:gdLst/>
              <a:ahLst/>
              <a:cxnLst/>
              <a:rect l="l" t="t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5" name="Google Shape;515;p43"/>
            <p:cNvSpPr/>
            <p:nvPr/>
          </p:nvSpPr>
          <p:spPr>
            <a:xfrm>
              <a:off x="8003842" y="4210883"/>
              <a:ext cx="185889" cy="717641"/>
            </a:xfrm>
            <a:custGeom>
              <a:avLst/>
              <a:gdLst/>
              <a:ahLst/>
              <a:cxnLst/>
              <a:rect l="l" t="t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6" name="Google Shape;516;p43"/>
            <p:cNvSpPr/>
            <p:nvPr/>
          </p:nvSpPr>
          <p:spPr>
            <a:xfrm>
              <a:off x="7731322" y="4624175"/>
              <a:ext cx="309839" cy="312799"/>
            </a:xfrm>
            <a:custGeom>
              <a:avLst/>
              <a:gdLst/>
              <a:ahLst/>
              <a:cxnLst/>
              <a:rect l="l" t="t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7" name="Google Shape;517;p43"/>
            <p:cNvSpPr/>
            <p:nvPr/>
          </p:nvSpPr>
          <p:spPr>
            <a:xfrm>
              <a:off x="7514750" y="4638613"/>
              <a:ext cx="106264" cy="330053"/>
            </a:xfrm>
            <a:custGeom>
              <a:avLst/>
              <a:gdLst/>
              <a:ahLst/>
              <a:cxnLst/>
              <a:rect l="l" t="t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8" name="Google Shape;518;p43"/>
            <p:cNvSpPr/>
            <p:nvPr/>
          </p:nvSpPr>
          <p:spPr>
            <a:xfrm>
              <a:off x="8176666" y="4630600"/>
              <a:ext cx="145607" cy="350122"/>
            </a:xfrm>
            <a:custGeom>
              <a:avLst/>
              <a:gdLst/>
              <a:ahLst/>
              <a:cxnLst/>
              <a:rect l="l" t="t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19" name="Google Shape;519;p43"/>
            <p:cNvSpPr/>
            <p:nvPr/>
          </p:nvSpPr>
          <p:spPr>
            <a:xfrm>
              <a:off x="8367683" y="4462179"/>
              <a:ext cx="101066" cy="466203"/>
            </a:xfrm>
            <a:custGeom>
              <a:avLst/>
              <a:gdLst/>
              <a:ahLst/>
              <a:cxnLst/>
              <a:rect l="l" t="t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20" name="Google Shape;520;p43"/>
          <p:cNvGrpSpPr/>
          <p:nvPr/>
        </p:nvGrpSpPr>
        <p:grpSpPr>
          <a:xfrm flipH="1">
            <a:off x="10067209" y="6119661"/>
            <a:ext cx="588172" cy="587249"/>
            <a:chOff x="5721625" y="4984150"/>
            <a:chExt cx="196950" cy="196650"/>
          </a:xfrm>
        </p:grpSpPr>
        <p:sp>
          <p:nvSpPr>
            <p:cNvPr id="521" name="Google Shape;521;p43"/>
            <p:cNvSpPr/>
            <p:nvPr/>
          </p:nvSpPr>
          <p:spPr>
            <a:xfrm>
              <a:off x="5847225" y="4984150"/>
              <a:ext cx="22325" cy="185825"/>
            </a:xfrm>
            <a:custGeom>
              <a:avLst/>
              <a:gdLst/>
              <a:ahLst/>
              <a:cxnLst/>
              <a:rect l="l" t="t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2" name="Google Shape;522;p43"/>
            <p:cNvSpPr/>
            <p:nvPr/>
          </p:nvSpPr>
          <p:spPr>
            <a:xfrm>
              <a:off x="5787275" y="4985750"/>
              <a:ext cx="50100" cy="186200"/>
            </a:xfrm>
            <a:custGeom>
              <a:avLst/>
              <a:gdLst/>
              <a:ahLst/>
              <a:cxnLst/>
              <a:rect l="l" t="t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3" name="Google Shape;523;p43"/>
            <p:cNvSpPr/>
            <p:nvPr/>
          </p:nvSpPr>
          <p:spPr>
            <a:xfrm>
              <a:off x="5777075" y="5069900"/>
              <a:ext cx="24950" cy="110900"/>
            </a:xfrm>
            <a:custGeom>
              <a:avLst/>
              <a:gdLst/>
              <a:ahLst/>
              <a:cxnLst/>
              <a:rect l="l" t="t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4" name="Google Shape;524;p43"/>
            <p:cNvSpPr/>
            <p:nvPr/>
          </p:nvSpPr>
          <p:spPr>
            <a:xfrm>
              <a:off x="5721625" y="5011325"/>
              <a:ext cx="47775" cy="157175"/>
            </a:xfrm>
            <a:custGeom>
              <a:avLst/>
              <a:gdLst/>
              <a:ahLst/>
              <a:cxnLst/>
              <a:rect l="l" t="t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5" name="Google Shape;525;p43"/>
            <p:cNvSpPr/>
            <p:nvPr/>
          </p:nvSpPr>
          <p:spPr>
            <a:xfrm>
              <a:off x="5877750" y="5044825"/>
              <a:ext cx="40825" cy="129000"/>
            </a:xfrm>
            <a:custGeom>
              <a:avLst/>
              <a:gdLst/>
              <a:ahLst/>
              <a:cxnLst/>
              <a:rect l="l" t="t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26" name="Google Shape;526;p43"/>
          <p:cNvGrpSpPr/>
          <p:nvPr/>
        </p:nvGrpSpPr>
        <p:grpSpPr>
          <a:xfrm>
            <a:off x="76912" y="4442210"/>
            <a:ext cx="1826217" cy="2264700"/>
            <a:chOff x="4725044" y="4077175"/>
            <a:chExt cx="398900" cy="347475"/>
          </a:xfrm>
        </p:grpSpPr>
        <p:sp>
          <p:nvSpPr>
            <p:cNvPr id="527" name="Google Shape;527;p43"/>
            <p:cNvSpPr/>
            <p:nvPr/>
          </p:nvSpPr>
          <p:spPr>
            <a:xfrm>
              <a:off x="4725044" y="4077175"/>
              <a:ext cx="398900" cy="297393"/>
            </a:xfrm>
            <a:custGeom>
              <a:avLst/>
              <a:gdLst/>
              <a:ahLst/>
              <a:cxnLst/>
              <a:rect l="l" t="t" r="r" b="b"/>
              <a:pathLst>
                <a:path w="15956" h="9319" extrusionOk="0">
                  <a:moveTo>
                    <a:pt x="7919" y="1"/>
                  </a:moveTo>
                  <a:cubicBezTo>
                    <a:pt x="6674" y="1"/>
                    <a:pt x="5425" y="185"/>
                    <a:pt x="4303" y="548"/>
                  </a:cubicBezTo>
                  <a:cubicBezTo>
                    <a:pt x="3756" y="724"/>
                    <a:pt x="3235" y="939"/>
                    <a:pt x="2783" y="1211"/>
                  </a:cubicBezTo>
                  <a:cubicBezTo>
                    <a:pt x="1975" y="1692"/>
                    <a:pt x="1329" y="2406"/>
                    <a:pt x="932" y="3258"/>
                  </a:cubicBezTo>
                  <a:cubicBezTo>
                    <a:pt x="0" y="5237"/>
                    <a:pt x="795" y="7718"/>
                    <a:pt x="3444" y="8773"/>
                  </a:cubicBezTo>
                  <a:cubicBezTo>
                    <a:pt x="4426" y="9163"/>
                    <a:pt x="5521" y="9318"/>
                    <a:pt x="6649" y="9318"/>
                  </a:cubicBezTo>
                  <a:cubicBezTo>
                    <a:pt x="8094" y="9318"/>
                    <a:pt x="9592" y="9063"/>
                    <a:pt x="10975" y="8718"/>
                  </a:cubicBezTo>
                  <a:lnTo>
                    <a:pt x="10975" y="8718"/>
                  </a:lnTo>
                  <a:lnTo>
                    <a:pt x="9264" y="9159"/>
                  </a:lnTo>
                  <a:cubicBezTo>
                    <a:pt x="9282" y="9159"/>
                    <a:pt x="9301" y="9159"/>
                    <a:pt x="9319" y="9159"/>
                  </a:cubicBezTo>
                  <a:cubicBezTo>
                    <a:pt x="12107" y="9159"/>
                    <a:pt x="14699" y="7684"/>
                    <a:pt x="15325" y="5847"/>
                  </a:cubicBezTo>
                  <a:cubicBezTo>
                    <a:pt x="15956" y="3998"/>
                    <a:pt x="14658" y="1956"/>
                    <a:pt x="12336" y="888"/>
                  </a:cubicBezTo>
                  <a:cubicBezTo>
                    <a:pt x="11043" y="293"/>
                    <a:pt x="9484" y="1"/>
                    <a:pt x="7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8" name="Google Shape;528;p43"/>
            <p:cNvSpPr/>
            <p:nvPr/>
          </p:nvSpPr>
          <p:spPr>
            <a:xfrm>
              <a:off x="4913100" y="4172025"/>
              <a:ext cx="21550" cy="252625"/>
            </a:xfrm>
            <a:custGeom>
              <a:avLst/>
              <a:gdLst/>
              <a:ahLst/>
              <a:cxnLst/>
              <a:rect l="l" t="t" r="r" b="b"/>
              <a:pathLst>
                <a:path w="862" h="10105" extrusionOk="0">
                  <a:moveTo>
                    <a:pt x="647" y="1"/>
                  </a:moveTo>
                  <a:cubicBezTo>
                    <a:pt x="568" y="1"/>
                    <a:pt x="488" y="21"/>
                    <a:pt x="479" y="59"/>
                  </a:cubicBezTo>
                  <a:cubicBezTo>
                    <a:pt x="398" y="424"/>
                    <a:pt x="398" y="795"/>
                    <a:pt x="378" y="1162"/>
                  </a:cubicBezTo>
                  <a:cubicBezTo>
                    <a:pt x="358" y="1520"/>
                    <a:pt x="339" y="1878"/>
                    <a:pt x="319" y="2236"/>
                  </a:cubicBezTo>
                  <a:cubicBezTo>
                    <a:pt x="246" y="3531"/>
                    <a:pt x="222" y="4827"/>
                    <a:pt x="174" y="6123"/>
                  </a:cubicBezTo>
                  <a:cubicBezTo>
                    <a:pt x="150" y="6771"/>
                    <a:pt x="125" y="7421"/>
                    <a:pt x="101" y="8071"/>
                  </a:cubicBezTo>
                  <a:cubicBezTo>
                    <a:pt x="90" y="8394"/>
                    <a:pt x="77" y="8717"/>
                    <a:pt x="66" y="9039"/>
                  </a:cubicBezTo>
                  <a:cubicBezTo>
                    <a:pt x="60" y="9200"/>
                    <a:pt x="53" y="9362"/>
                    <a:pt x="42" y="9523"/>
                  </a:cubicBezTo>
                  <a:cubicBezTo>
                    <a:pt x="33" y="9685"/>
                    <a:pt x="0" y="9848"/>
                    <a:pt x="55" y="10008"/>
                  </a:cubicBezTo>
                  <a:cubicBezTo>
                    <a:pt x="71" y="10056"/>
                    <a:pt x="145" y="10096"/>
                    <a:pt x="290" y="10105"/>
                  </a:cubicBezTo>
                  <a:cubicBezTo>
                    <a:pt x="298" y="10105"/>
                    <a:pt x="306" y="10105"/>
                    <a:pt x="315" y="10105"/>
                  </a:cubicBezTo>
                  <a:cubicBezTo>
                    <a:pt x="430" y="10105"/>
                    <a:pt x="568" y="10077"/>
                    <a:pt x="587" y="10034"/>
                  </a:cubicBezTo>
                  <a:cubicBezTo>
                    <a:pt x="661" y="9845"/>
                    <a:pt x="639" y="9659"/>
                    <a:pt x="639" y="9470"/>
                  </a:cubicBezTo>
                  <a:cubicBezTo>
                    <a:pt x="639" y="9290"/>
                    <a:pt x="644" y="9112"/>
                    <a:pt x="650" y="8932"/>
                  </a:cubicBezTo>
                  <a:cubicBezTo>
                    <a:pt x="659" y="8569"/>
                    <a:pt x="668" y="8205"/>
                    <a:pt x="679" y="7843"/>
                  </a:cubicBezTo>
                  <a:cubicBezTo>
                    <a:pt x="712" y="6547"/>
                    <a:pt x="747" y="5253"/>
                    <a:pt x="784" y="3958"/>
                  </a:cubicBezTo>
                  <a:cubicBezTo>
                    <a:pt x="802" y="3307"/>
                    <a:pt x="826" y="2657"/>
                    <a:pt x="833" y="2007"/>
                  </a:cubicBezTo>
                  <a:cubicBezTo>
                    <a:pt x="835" y="1684"/>
                    <a:pt x="846" y="1366"/>
                    <a:pt x="841" y="1041"/>
                  </a:cubicBezTo>
                  <a:cubicBezTo>
                    <a:pt x="835" y="714"/>
                    <a:pt x="861" y="384"/>
                    <a:pt x="809" y="59"/>
                  </a:cubicBezTo>
                  <a:cubicBezTo>
                    <a:pt x="802" y="20"/>
                    <a:pt x="725" y="1"/>
                    <a:pt x="6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29" name="Google Shape;529;p43"/>
            <p:cNvSpPr/>
            <p:nvPr/>
          </p:nvSpPr>
          <p:spPr>
            <a:xfrm>
              <a:off x="4796700" y="4226125"/>
              <a:ext cx="220125" cy="95400"/>
            </a:xfrm>
            <a:custGeom>
              <a:avLst/>
              <a:gdLst/>
              <a:ahLst/>
              <a:cxnLst/>
              <a:rect l="l" t="t" r="r" b="b"/>
              <a:pathLst>
                <a:path w="8805" h="3816" extrusionOk="0">
                  <a:moveTo>
                    <a:pt x="303" y="1"/>
                  </a:moveTo>
                  <a:cubicBezTo>
                    <a:pt x="152" y="1"/>
                    <a:pt x="1" y="117"/>
                    <a:pt x="108" y="217"/>
                  </a:cubicBezTo>
                  <a:cubicBezTo>
                    <a:pt x="429" y="515"/>
                    <a:pt x="795" y="792"/>
                    <a:pt x="1142" y="1078"/>
                  </a:cubicBezTo>
                  <a:lnTo>
                    <a:pt x="2150" y="1908"/>
                  </a:lnTo>
                  <a:cubicBezTo>
                    <a:pt x="2752" y="2402"/>
                    <a:pt x="3339" y="2905"/>
                    <a:pt x="3956" y="3390"/>
                  </a:cubicBezTo>
                  <a:cubicBezTo>
                    <a:pt x="4186" y="3570"/>
                    <a:pt x="4498" y="3759"/>
                    <a:pt x="4856" y="3805"/>
                  </a:cubicBezTo>
                  <a:cubicBezTo>
                    <a:pt x="4906" y="3812"/>
                    <a:pt x="4956" y="3816"/>
                    <a:pt x="5006" y="3816"/>
                  </a:cubicBezTo>
                  <a:cubicBezTo>
                    <a:pt x="5128" y="3816"/>
                    <a:pt x="5250" y="3795"/>
                    <a:pt x="5366" y="3752"/>
                  </a:cubicBezTo>
                  <a:cubicBezTo>
                    <a:pt x="5541" y="3687"/>
                    <a:pt x="5649" y="3570"/>
                    <a:pt x="5752" y="3458"/>
                  </a:cubicBezTo>
                  <a:cubicBezTo>
                    <a:pt x="6266" y="2911"/>
                    <a:pt x="6778" y="2362"/>
                    <a:pt x="7283" y="1813"/>
                  </a:cubicBezTo>
                  <a:cubicBezTo>
                    <a:pt x="7790" y="1264"/>
                    <a:pt x="8315" y="722"/>
                    <a:pt x="8765" y="151"/>
                  </a:cubicBezTo>
                  <a:lnTo>
                    <a:pt x="8765" y="149"/>
                  </a:lnTo>
                  <a:cubicBezTo>
                    <a:pt x="8804" y="99"/>
                    <a:pt x="8748" y="59"/>
                    <a:pt x="8685" y="59"/>
                  </a:cubicBezTo>
                  <a:cubicBezTo>
                    <a:pt x="8657" y="59"/>
                    <a:pt x="8627" y="67"/>
                    <a:pt x="8605" y="87"/>
                  </a:cubicBezTo>
                  <a:cubicBezTo>
                    <a:pt x="7988" y="636"/>
                    <a:pt x="7445" y="1227"/>
                    <a:pt x="6885" y="1802"/>
                  </a:cubicBezTo>
                  <a:cubicBezTo>
                    <a:pt x="6383" y="2318"/>
                    <a:pt x="5888" y="2839"/>
                    <a:pt x="5388" y="3357"/>
                  </a:cubicBezTo>
                  <a:cubicBezTo>
                    <a:pt x="5306" y="3441"/>
                    <a:pt x="5216" y="3535"/>
                    <a:pt x="5054" y="3546"/>
                  </a:cubicBezTo>
                  <a:cubicBezTo>
                    <a:pt x="5039" y="3547"/>
                    <a:pt x="5025" y="3548"/>
                    <a:pt x="5010" y="3548"/>
                  </a:cubicBezTo>
                  <a:cubicBezTo>
                    <a:pt x="4878" y="3548"/>
                    <a:pt x="4748" y="3497"/>
                    <a:pt x="4643" y="3447"/>
                  </a:cubicBezTo>
                  <a:cubicBezTo>
                    <a:pt x="4322" y="3300"/>
                    <a:pt x="4096" y="3065"/>
                    <a:pt x="3855" y="2865"/>
                  </a:cubicBezTo>
                  <a:lnTo>
                    <a:pt x="2150" y="1453"/>
                  </a:lnTo>
                  <a:lnTo>
                    <a:pt x="1301" y="746"/>
                  </a:lnTo>
                  <a:cubicBezTo>
                    <a:pt x="1017" y="511"/>
                    <a:pt x="743" y="267"/>
                    <a:pt x="442" y="43"/>
                  </a:cubicBezTo>
                  <a:cubicBezTo>
                    <a:pt x="402" y="13"/>
                    <a:pt x="352" y="1"/>
                    <a:pt x="3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0" name="Google Shape;530;p43"/>
            <p:cNvSpPr/>
            <p:nvPr/>
          </p:nvSpPr>
          <p:spPr>
            <a:xfrm>
              <a:off x="4891150" y="4191050"/>
              <a:ext cx="85575" cy="46575"/>
            </a:xfrm>
            <a:custGeom>
              <a:avLst/>
              <a:gdLst/>
              <a:ahLst/>
              <a:cxnLst/>
              <a:rect l="l" t="t" r="r" b="b"/>
              <a:pathLst>
                <a:path w="3423" h="1863" extrusionOk="0">
                  <a:moveTo>
                    <a:pt x="3315" y="0"/>
                  </a:moveTo>
                  <a:cubicBezTo>
                    <a:pt x="3297" y="0"/>
                    <a:pt x="3278" y="4"/>
                    <a:pt x="3261" y="14"/>
                  </a:cubicBezTo>
                  <a:cubicBezTo>
                    <a:pt x="3208" y="49"/>
                    <a:pt x="3147" y="69"/>
                    <a:pt x="3099" y="104"/>
                  </a:cubicBezTo>
                  <a:cubicBezTo>
                    <a:pt x="3050" y="137"/>
                    <a:pt x="3009" y="172"/>
                    <a:pt x="2960" y="205"/>
                  </a:cubicBezTo>
                  <a:cubicBezTo>
                    <a:pt x="2870" y="269"/>
                    <a:pt x="2785" y="335"/>
                    <a:pt x="2701" y="401"/>
                  </a:cubicBezTo>
                  <a:cubicBezTo>
                    <a:pt x="2536" y="537"/>
                    <a:pt x="2374" y="673"/>
                    <a:pt x="2211" y="809"/>
                  </a:cubicBezTo>
                  <a:cubicBezTo>
                    <a:pt x="1942" y="1039"/>
                    <a:pt x="1669" y="1266"/>
                    <a:pt x="1405" y="1499"/>
                  </a:cubicBezTo>
                  <a:lnTo>
                    <a:pt x="1405" y="1499"/>
                  </a:lnTo>
                  <a:lnTo>
                    <a:pt x="920" y="1104"/>
                  </a:lnTo>
                  <a:lnTo>
                    <a:pt x="602" y="844"/>
                  </a:lnTo>
                  <a:cubicBezTo>
                    <a:pt x="551" y="803"/>
                    <a:pt x="503" y="761"/>
                    <a:pt x="450" y="721"/>
                  </a:cubicBezTo>
                  <a:cubicBezTo>
                    <a:pt x="386" y="673"/>
                    <a:pt x="323" y="656"/>
                    <a:pt x="239" y="627"/>
                  </a:cubicBezTo>
                  <a:cubicBezTo>
                    <a:pt x="219" y="621"/>
                    <a:pt x="197" y="618"/>
                    <a:pt x="175" y="618"/>
                  </a:cubicBezTo>
                  <a:cubicBezTo>
                    <a:pt x="85" y="618"/>
                    <a:pt x="0" y="669"/>
                    <a:pt x="31" y="737"/>
                  </a:cubicBezTo>
                  <a:cubicBezTo>
                    <a:pt x="55" y="794"/>
                    <a:pt x="66" y="847"/>
                    <a:pt x="121" y="895"/>
                  </a:cubicBezTo>
                  <a:cubicBezTo>
                    <a:pt x="176" y="941"/>
                    <a:pt x="235" y="985"/>
                    <a:pt x="290" y="1031"/>
                  </a:cubicBezTo>
                  <a:lnTo>
                    <a:pt x="610" y="1290"/>
                  </a:lnTo>
                  <a:lnTo>
                    <a:pt x="1269" y="1822"/>
                  </a:lnTo>
                  <a:cubicBezTo>
                    <a:pt x="1305" y="1851"/>
                    <a:pt x="1352" y="1863"/>
                    <a:pt x="1399" y="1863"/>
                  </a:cubicBezTo>
                  <a:cubicBezTo>
                    <a:pt x="1473" y="1863"/>
                    <a:pt x="1549" y="1833"/>
                    <a:pt x="1592" y="1793"/>
                  </a:cubicBezTo>
                  <a:cubicBezTo>
                    <a:pt x="1897" y="1512"/>
                    <a:pt x="2194" y="1224"/>
                    <a:pt x="2503" y="943"/>
                  </a:cubicBezTo>
                  <a:cubicBezTo>
                    <a:pt x="2659" y="803"/>
                    <a:pt x="2815" y="664"/>
                    <a:pt x="2971" y="524"/>
                  </a:cubicBezTo>
                  <a:cubicBezTo>
                    <a:pt x="3042" y="458"/>
                    <a:pt x="3110" y="390"/>
                    <a:pt x="3178" y="322"/>
                  </a:cubicBezTo>
                  <a:cubicBezTo>
                    <a:pt x="3215" y="284"/>
                    <a:pt x="3257" y="247"/>
                    <a:pt x="3294" y="208"/>
                  </a:cubicBezTo>
                  <a:cubicBezTo>
                    <a:pt x="3331" y="168"/>
                    <a:pt x="3351" y="124"/>
                    <a:pt x="3386" y="85"/>
                  </a:cubicBezTo>
                  <a:lnTo>
                    <a:pt x="3386" y="80"/>
                  </a:lnTo>
                  <a:cubicBezTo>
                    <a:pt x="3423" y="39"/>
                    <a:pt x="3371" y="0"/>
                    <a:pt x="3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1" name="Google Shape;531;p43"/>
            <p:cNvSpPr/>
            <p:nvPr/>
          </p:nvSpPr>
          <p:spPr>
            <a:xfrm>
              <a:off x="5026525" y="4154875"/>
              <a:ext cx="7775" cy="6075"/>
            </a:xfrm>
            <a:custGeom>
              <a:avLst/>
              <a:gdLst/>
              <a:ahLst/>
              <a:cxnLst/>
              <a:rect l="l" t="t" r="r" b="b"/>
              <a:pathLst>
                <a:path w="311" h="243" extrusionOk="0">
                  <a:moveTo>
                    <a:pt x="157" y="1"/>
                  </a:moveTo>
                  <a:cubicBezTo>
                    <a:pt x="1" y="1"/>
                    <a:pt x="1" y="242"/>
                    <a:pt x="157" y="242"/>
                  </a:cubicBezTo>
                  <a:cubicBezTo>
                    <a:pt x="310" y="242"/>
                    <a:pt x="310" y="1"/>
                    <a:pt x="1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2" name="Google Shape;532;p43"/>
            <p:cNvSpPr/>
            <p:nvPr/>
          </p:nvSpPr>
          <p:spPr>
            <a:xfrm>
              <a:off x="5002150" y="4132700"/>
              <a:ext cx="9075" cy="8975"/>
            </a:xfrm>
            <a:custGeom>
              <a:avLst/>
              <a:gdLst/>
              <a:ahLst/>
              <a:cxnLst/>
              <a:rect l="l" t="t" r="r" b="b"/>
              <a:pathLst>
                <a:path w="363" h="359" extrusionOk="0">
                  <a:moveTo>
                    <a:pt x="207" y="1"/>
                  </a:moveTo>
                  <a:cubicBezTo>
                    <a:pt x="150" y="1"/>
                    <a:pt x="99" y="29"/>
                    <a:pt x="73" y="77"/>
                  </a:cubicBezTo>
                  <a:lnTo>
                    <a:pt x="22" y="143"/>
                  </a:lnTo>
                  <a:cubicBezTo>
                    <a:pt x="11" y="159"/>
                    <a:pt x="7" y="178"/>
                    <a:pt x="5" y="196"/>
                  </a:cubicBezTo>
                  <a:cubicBezTo>
                    <a:pt x="1" y="216"/>
                    <a:pt x="3" y="236"/>
                    <a:pt x="9" y="253"/>
                  </a:cubicBezTo>
                  <a:lnTo>
                    <a:pt x="22" y="288"/>
                  </a:lnTo>
                  <a:lnTo>
                    <a:pt x="44" y="317"/>
                  </a:lnTo>
                  <a:cubicBezTo>
                    <a:pt x="58" y="330"/>
                    <a:pt x="73" y="341"/>
                    <a:pt x="91" y="345"/>
                  </a:cubicBezTo>
                  <a:cubicBezTo>
                    <a:pt x="102" y="352"/>
                    <a:pt x="115" y="356"/>
                    <a:pt x="128" y="356"/>
                  </a:cubicBezTo>
                  <a:cubicBezTo>
                    <a:pt x="135" y="358"/>
                    <a:pt x="142" y="359"/>
                    <a:pt x="149" y="359"/>
                  </a:cubicBezTo>
                  <a:cubicBezTo>
                    <a:pt x="160" y="359"/>
                    <a:pt x="172" y="357"/>
                    <a:pt x="183" y="354"/>
                  </a:cubicBezTo>
                  <a:lnTo>
                    <a:pt x="218" y="339"/>
                  </a:lnTo>
                  <a:lnTo>
                    <a:pt x="284" y="288"/>
                  </a:lnTo>
                  <a:cubicBezTo>
                    <a:pt x="332" y="262"/>
                    <a:pt x="361" y="211"/>
                    <a:pt x="361" y="157"/>
                  </a:cubicBezTo>
                  <a:cubicBezTo>
                    <a:pt x="363" y="135"/>
                    <a:pt x="356" y="115"/>
                    <a:pt x="347" y="95"/>
                  </a:cubicBezTo>
                  <a:cubicBezTo>
                    <a:pt x="341" y="77"/>
                    <a:pt x="330" y="60"/>
                    <a:pt x="315" y="47"/>
                  </a:cubicBezTo>
                  <a:cubicBezTo>
                    <a:pt x="297" y="27"/>
                    <a:pt x="273" y="14"/>
                    <a:pt x="246" y="5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3" name="Google Shape;533;p43"/>
            <p:cNvSpPr/>
            <p:nvPr/>
          </p:nvSpPr>
          <p:spPr>
            <a:xfrm>
              <a:off x="4996825" y="4178825"/>
              <a:ext cx="10300" cy="7975"/>
            </a:xfrm>
            <a:custGeom>
              <a:avLst/>
              <a:gdLst/>
              <a:ahLst/>
              <a:cxnLst/>
              <a:rect l="l" t="t" r="r" b="b"/>
              <a:pathLst>
                <a:path w="412" h="319" extrusionOk="0">
                  <a:moveTo>
                    <a:pt x="205" y="0"/>
                  </a:moveTo>
                  <a:cubicBezTo>
                    <a:pt x="0" y="0"/>
                    <a:pt x="0" y="319"/>
                    <a:pt x="205" y="319"/>
                  </a:cubicBezTo>
                  <a:cubicBezTo>
                    <a:pt x="411" y="319"/>
                    <a:pt x="411" y="0"/>
                    <a:pt x="2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534" name="Google Shape;534;p43"/>
          <p:cNvPicPr preferRelativeResize="0"/>
          <p:nvPr/>
        </p:nvPicPr>
        <p:blipFill rotWithShape="1">
          <a:blip r:embed="rId3">
            <a:alphaModFix/>
          </a:blip>
          <a:srcRect l="14272" t="33264" r="33121" b="43474"/>
          <a:stretch/>
        </p:blipFill>
        <p:spPr>
          <a:xfrm>
            <a:off x="3518" y="1169894"/>
            <a:ext cx="12014997" cy="31844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2416736" y="4241278"/>
            <a:ext cx="6681253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err="1"/>
              <a:t>Rumah</a:t>
            </a:r>
            <a:r>
              <a:rPr lang="en-US" sz="2800" dirty="0"/>
              <a:t> </a:t>
            </a:r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di ….. (address)</a:t>
            </a:r>
          </a:p>
          <a:p>
            <a:r>
              <a:rPr lang="en-US" sz="2800" dirty="0" err="1"/>
              <a:t>Rumah</a:t>
            </a:r>
            <a:r>
              <a:rPr lang="en-US" sz="2800" dirty="0"/>
              <a:t> </a:t>
            </a:r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rumah</a:t>
            </a:r>
            <a:r>
              <a:rPr lang="en-US" sz="2800" dirty="0"/>
              <a:t> </a:t>
            </a:r>
            <a:r>
              <a:rPr lang="en-US" sz="2800" dirty="0" err="1"/>
              <a:t>tinggi</a:t>
            </a:r>
            <a:r>
              <a:rPr lang="en-US" sz="2800" dirty="0"/>
              <a:t>/ </a:t>
            </a:r>
            <a:r>
              <a:rPr lang="en-US" sz="2800" dirty="0" err="1"/>
              <a:t>besar</a:t>
            </a:r>
            <a:r>
              <a:rPr lang="en-US" sz="2800" dirty="0"/>
              <a:t>/ </a:t>
            </a:r>
            <a:r>
              <a:rPr lang="en-US" sz="2800" dirty="0" err="1"/>
              <a:t>bersih</a:t>
            </a:r>
            <a:r>
              <a:rPr lang="en-US" sz="2800" dirty="0"/>
              <a:t>/ </a:t>
            </a:r>
            <a:r>
              <a:rPr lang="en-US" sz="2800" dirty="0" err="1"/>
              <a:t>etc</a:t>
            </a:r>
            <a:endParaRPr lang="en-US" sz="2800" dirty="0"/>
          </a:p>
          <a:p>
            <a:r>
              <a:rPr lang="en-US" sz="2800" dirty="0" err="1"/>
              <a:t>Warna</a:t>
            </a:r>
            <a:r>
              <a:rPr lang="en-US" sz="2800" dirty="0"/>
              <a:t> </a:t>
            </a:r>
            <a:r>
              <a:rPr lang="en-US" sz="2800" dirty="0" err="1"/>
              <a:t>rumah</a:t>
            </a:r>
            <a:r>
              <a:rPr lang="en-US" sz="2800" dirty="0"/>
              <a:t> </a:t>
            </a:r>
            <a:r>
              <a:rPr lang="en-US" sz="2800" dirty="0" err="1"/>
              <a:t>saya</a:t>
            </a:r>
            <a:r>
              <a:rPr lang="en-US" sz="2800" dirty="0"/>
              <a:t>  </a:t>
            </a:r>
            <a:r>
              <a:rPr lang="en-US" sz="2800" dirty="0" err="1"/>
              <a:t>putih</a:t>
            </a:r>
            <a:endParaRPr lang="en-US" sz="2800" dirty="0"/>
          </a:p>
          <a:p>
            <a:r>
              <a:rPr lang="en-US" sz="2800" dirty="0"/>
              <a:t>Di </a:t>
            </a:r>
            <a:r>
              <a:rPr lang="en-US" sz="2800" dirty="0" err="1"/>
              <a:t>depan</a:t>
            </a:r>
            <a:r>
              <a:rPr lang="en-US" sz="2800" dirty="0"/>
              <a:t> </a:t>
            </a:r>
            <a:r>
              <a:rPr lang="en-US" sz="2800" dirty="0" err="1"/>
              <a:t>rumah</a:t>
            </a:r>
            <a:r>
              <a:rPr lang="en-US" sz="2800" dirty="0"/>
              <a:t> </a:t>
            </a:r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….</a:t>
            </a:r>
          </a:p>
          <a:p>
            <a:r>
              <a:rPr lang="en-US" sz="2800" dirty="0"/>
              <a:t>Di </a:t>
            </a:r>
            <a:r>
              <a:rPr lang="en-US" sz="2800" dirty="0" err="1"/>
              <a:t>belakang</a:t>
            </a:r>
            <a:r>
              <a:rPr lang="en-US" sz="2800" dirty="0"/>
              <a:t> </a:t>
            </a:r>
            <a:r>
              <a:rPr lang="en-US" sz="2800" dirty="0" err="1"/>
              <a:t>rumah</a:t>
            </a:r>
            <a:r>
              <a:rPr lang="en-US" sz="2800" dirty="0"/>
              <a:t> </a:t>
            </a:r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54408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EAE9D71-FF94-4A32-9B2F-A06B16F8A9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2" r="5056" b="11910"/>
          <a:stretch/>
        </p:blipFill>
        <p:spPr bwMode="auto">
          <a:xfrm>
            <a:off x="9841199" y="2538222"/>
            <a:ext cx="1891621" cy="1807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0186BD39-C5DD-4A0F-8451-90CEB3441F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2" b="19677"/>
          <a:stretch/>
        </p:blipFill>
        <p:spPr bwMode="auto">
          <a:xfrm>
            <a:off x="56570" y="0"/>
            <a:ext cx="2226808" cy="180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Gas Station 3d Isometric. Gas Station Concept. Gas Station Flat Vector  Illustration Stock Vector - Illustration of design, collection: 68338086">
            <a:extLst>
              <a:ext uri="{FF2B5EF4-FFF2-40B4-BE49-F238E27FC236}">
                <a16:creationId xmlns:a16="http://schemas.microsoft.com/office/drawing/2014/main" id="{82090A79-11DB-48DF-8FB8-63F5628812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12" b="7381"/>
          <a:stretch/>
        </p:blipFill>
        <p:spPr bwMode="auto">
          <a:xfrm>
            <a:off x="3470954" y="2559125"/>
            <a:ext cx="2166633" cy="182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School building isometric 3d icon 14183220 Vector Art at Vecteezy">
            <a:extLst>
              <a:ext uri="{FF2B5EF4-FFF2-40B4-BE49-F238E27FC236}">
                <a16:creationId xmlns:a16="http://schemas.microsoft.com/office/drawing/2014/main" id="{9C2B168F-D7B5-42B6-AA39-32B4D54EBE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9" b="6336"/>
          <a:stretch/>
        </p:blipFill>
        <p:spPr bwMode="auto">
          <a:xfrm>
            <a:off x="258435" y="2596303"/>
            <a:ext cx="1952501" cy="166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 descr="Vector 3d isometric cafeteria, restaurant with veranda | Free Vector">
            <a:extLst>
              <a:ext uri="{FF2B5EF4-FFF2-40B4-BE49-F238E27FC236}">
                <a16:creationId xmlns:a16="http://schemas.microsoft.com/office/drawing/2014/main" id="{359A89CA-EDA7-49DE-AA7E-D0AD5CD775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9"/>
          <a:stretch/>
        </p:blipFill>
        <p:spPr bwMode="auto">
          <a:xfrm>
            <a:off x="6635868" y="2559124"/>
            <a:ext cx="1982198" cy="183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3d isometric roadside restaurant with shoppers buying food. Vector  Isometric Illustration Suitable for Diagrams, Infographics, And Other  Graphic assets 15508748 Vector Art at Vecteezy">
            <a:extLst>
              <a:ext uri="{FF2B5EF4-FFF2-40B4-BE49-F238E27FC236}">
                <a16:creationId xmlns:a16="http://schemas.microsoft.com/office/drawing/2014/main" id="{F9A51C52-87EF-4C92-A865-E20208D9A2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" t="10736" r="4764" b="9264"/>
          <a:stretch/>
        </p:blipFill>
        <p:spPr bwMode="auto">
          <a:xfrm>
            <a:off x="9330783" y="-1"/>
            <a:ext cx="2734547" cy="178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6" descr="Police office 3d icon illustration police station 3d icon illustration |  Premium PSD">
            <a:extLst>
              <a:ext uri="{FF2B5EF4-FFF2-40B4-BE49-F238E27FC236}">
                <a16:creationId xmlns:a16="http://schemas.microsoft.com/office/drawing/2014/main" id="{A9B6A2C4-C812-481F-ABC2-49223CC66A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8" t="15009" r="12027" b="13961"/>
          <a:stretch/>
        </p:blipFill>
        <p:spPr bwMode="auto">
          <a:xfrm>
            <a:off x="3118979" y="34205"/>
            <a:ext cx="2598056" cy="182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 descr="Mall Royalty Free Vector Image - VectorStock">
            <a:extLst>
              <a:ext uri="{FF2B5EF4-FFF2-40B4-BE49-F238E27FC236}">
                <a16:creationId xmlns:a16="http://schemas.microsoft.com/office/drawing/2014/main" id="{CD3E4D0D-AED0-4A48-B4B0-9E05A24AF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0" r="1890" b="14286"/>
          <a:stretch/>
        </p:blipFill>
        <p:spPr bwMode="auto">
          <a:xfrm>
            <a:off x="168393" y="4683055"/>
            <a:ext cx="2003161" cy="183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2" descr="Vector Isometric Illustration Bus Station Ticket Stock Vector (Royalty  Free) 504875314 | Shutterstock">
            <a:extLst>
              <a:ext uri="{FF2B5EF4-FFF2-40B4-BE49-F238E27FC236}">
                <a16:creationId xmlns:a16="http://schemas.microsoft.com/office/drawing/2014/main" id="{0F186971-5764-4201-BB85-DFC6481CA3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2" t="3804" r="3783" b="16600"/>
          <a:stretch/>
        </p:blipFill>
        <p:spPr bwMode="auto">
          <a:xfrm>
            <a:off x="6366333" y="90211"/>
            <a:ext cx="2384909" cy="171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8" descr="Page 3 | University 3d Images - Free Download on Freepik">
            <a:extLst>
              <a:ext uri="{FF2B5EF4-FFF2-40B4-BE49-F238E27FC236}">
                <a16:creationId xmlns:a16="http://schemas.microsoft.com/office/drawing/2014/main" id="{620FA0CC-0C98-43E6-B3D6-1DB019E2E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3482" y="4729271"/>
            <a:ext cx="1849047" cy="1744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4" descr="Soccer stadium isometric projection icon | Free Vector">
            <a:extLst>
              <a:ext uri="{FF2B5EF4-FFF2-40B4-BE49-F238E27FC236}">
                <a16:creationId xmlns:a16="http://schemas.microsoft.com/office/drawing/2014/main" id="{3D37D307-28C3-48C4-A456-39261126A0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1628" r="-1002" b="12578"/>
          <a:stretch/>
        </p:blipFill>
        <p:spPr bwMode="auto">
          <a:xfrm>
            <a:off x="6436848" y="4733710"/>
            <a:ext cx="2380237" cy="178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6" descr="3D Park Images – Browse 348,759 Stock Photos, Vectors, and Video | Adobe  Stock">
            <a:extLst>
              <a:ext uri="{FF2B5EF4-FFF2-40B4-BE49-F238E27FC236}">
                <a16:creationId xmlns:a16="http://schemas.microsoft.com/office/drawing/2014/main" id="{41EA79BB-056F-442A-B9EB-5358ECAE82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3" b="6778"/>
          <a:stretch/>
        </p:blipFill>
        <p:spPr bwMode="auto">
          <a:xfrm>
            <a:off x="9451078" y="4756108"/>
            <a:ext cx="2671862" cy="174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33D74B2-B935-4A1C-B988-96354C4633BD}"/>
              </a:ext>
            </a:extLst>
          </p:cNvPr>
          <p:cNvSpPr txBox="1"/>
          <p:nvPr/>
        </p:nvSpPr>
        <p:spPr>
          <a:xfrm>
            <a:off x="0" y="1863006"/>
            <a:ext cx="2417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Rumah</a:t>
            </a:r>
            <a:r>
              <a:rPr lang="en-US" sz="2000" dirty="0"/>
              <a:t> </a:t>
            </a:r>
            <a:r>
              <a:rPr lang="en-US" sz="2000" dirty="0" err="1"/>
              <a:t>Sakit</a:t>
            </a:r>
            <a:endParaRPr lang="en-ID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09A254-C272-47E1-AC37-20F90E975CDB}"/>
              </a:ext>
            </a:extLst>
          </p:cNvPr>
          <p:cNvSpPr txBox="1"/>
          <p:nvPr/>
        </p:nvSpPr>
        <p:spPr>
          <a:xfrm>
            <a:off x="3209448" y="1863006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Kantor </a:t>
            </a:r>
            <a:r>
              <a:rPr lang="en-US" dirty="0" err="1"/>
              <a:t>Polisi</a:t>
            </a:r>
            <a:endParaRPr lang="en-ID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2EA605-F4EA-4CD6-9E43-39612672CD7A}"/>
              </a:ext>
            </a:extLst>
          </p:cNvPr>
          <p:cNvSpPr txBox="1"/>
          <p:nvPr/>
        </p:nvSpPr>
        <p:spPr>
          <a:xfrm>
            <a:off x="26126" y="4194914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Sekolah</a:t>
            </a:r>
            <a:endParaRPr lang="en-ID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D22BD9-FE15-4911-B616-BE5922CA2D5D}"/>
              </a:ext>
            </a:extLst>
          </p:cNvPr>
          <p:cNvSpPr txBox="1"/>
          <p:nvPr/>
        </p:nvSpPr>
        <p:spPr>
          <a:xfrm>
            <a:off x="6334125" y="1839779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Terminal Bus</a:t>
            </a:r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0753A9-7F2E-4BE2-8B8B-3F9600D5D5D7}"/>
              </a:ext>
            </a:extLst>
          </p:cNvPr>
          <p:cNvSpPr txBox="1"/>
          <p:nvPr/>
        </p:nvSpPr>
        <p:spPr>
          <a:xfrm>
            <a:off x="3490026" y="4261696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Pom </a:t>
            </a:r>
            <a:r>
              <a:rPr lang="en-US" dirty="0" err="1"/>
              <a:t>Bensin</a:t>
            </a:r>
            <a:endParaRPr lang="en-ID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8DC00-25BE-4ED0-BCE6-2A7B7C4AEF8C}"/>
              </a:ext>
            </a:extLst>
          </p:cNvPr>
          <p:cNvSpPr txBox="1"/>
          <p:nvPr/>
        </p:nvSpPr>
        <p:spPr>
          <a:xfrm>
            <a:off x="9520840" y="4359939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Rumah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D5BFE8-6700-4131-9B21-5631712CF082}"/>
              </a:ext>
            </a:extLst>
          </p:cNvPr>
          <p:cNvSpPr/>
          <p:nvPr/>
        </p:nvSpPr>
        <p:spPr>
          <a:xfrm>
            <a:off x="3809216" y="6484430"/>
            <a:ext cx="13384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/>
              <a:t>Universitas</a:t>
            </a:r>
            <a:endParaRPr lang="en-ID" sz="2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F1F786-2202-449E-AAAA-D3C3FA8F006B}"/>
              </a:ext>
            </a:extLst>
          </p:cNvPr>
          <p:cNvSpPr/>
          <p:nvPr/>
        </p:nvSpPr>
        <p:spPr>
          <a:xfrm>
            <a:off x="6897605" y="4261696"/>
            <a:ext cx="1499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Café / </a:t>
            </a:r>
            <a:r>
              <a:rPr lang="en-US" dirty="0" err="1"/>
              <a:t>warung</a:t>
            </a:r>
            <a:endParaRPr lang="en-ID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4B246A-8C92-4CB4-968D-15F282D65488}"/>
              </a:ext>
            </a:extLst>
          </p:cNvPr>
          <p:cNvSpPr/>
          <p:nvPr/>
        </p:nvSpPr>
        <p:spPr>
          <a:xfrm>
            <a:off x="9993598" y="1799262"/>
            <a:ext cx="1065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Restoran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4D0DFE-E9C6-4233-9A06-3BABB83C8224}"/>
              </a:ext>
            </a:extLst>
          </p:cNvPr>
          <p:cNvSpPr txBox="1"/>
          <p:nvPr/>
        </p:nvSpPr>
        <p:spPr>
          <a:xfrm>
            <a:off x="6350228" y="6453213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Stadion</a:t>
            </a:r>
            <a:endParaRPr lang="en-ID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9DC605-8B31-4CA0-9B71-ABAF1EC8D8D2}"/>
              </a:ext>
            </a:extLst>
          </p:cNvPr>
          <p:cNvSpPr txBox="1"/>
          <p:nvPr/>
        </p:nvSpPr>
        <p:spPr>
          <a:xfrm>
            <a:off x="9525260" y="6335199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Taman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02359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1D611C-1C01-4A6D-9517-836B6BCB7E76}"/>
              </a:ext>
            </a:extLst>
          </p:cNvPr>
          <p:cNvSpPr/>
          <p:nvPr/>
        </p:nvSpPr>
        <p:spPr>
          <a:xfrm>
            <a:off x="504978" y="382380"/>
            <a:ext cx="62694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3 </a:t>
            </a:r>
            <a:r>
              <a:rPr lang="en-US" sz="2800" b="1" dirty="0" err="1"/>
              <a:t>Fasilitas</a:t>
            </a:r>
            <a:r>
              <a:rPr lang="en-US" sz="2800" b="1" dirty="0"/>
              <a:t> </a:t>
            </a:r>
            <a:r>
              <a:rPr lang="en-US" sz="2800" b="1" dirty="0" err="1"/>
              <a:t>Publik</a:t>
            </a:r>
            <a:r>
              <a:rPr lang="en-US" sz="2800" b="1" dirty="0"/>
              <a:t> </a:t>
            </a:r>
            <a:r>
              <a:rPr lang="en-US" sz="2800" b="1" dirty="0" err="1"/>
              <a:t>apa</a:t>
            </a:r>
            <a:r>
              <a:rPr lang="en-US" sz="2800" b="1" dirty="0"/>
              <a:t> di </a:t>
            </a:r>
            <a:r>
              <a:rPr lang="en-US" sz="2800" b="1" dirty="0" err="1"/>
              <a:t>dekat</a:t>
            </a:r>
            <a:r>
              <a:rPr lang="en-US" sz="2800" b="1" dirty="0"/>
              <a:t> </a:t>
            </a:r>
            <a:r>
              <a:rPr lang="en-US" sz="2800" b="1" dirty="0" err="1"/>
              <a:t>rumahmu</a:t>
            </a:r>
            <a:r>
              <a:rPr lang="en-US" sz="2800" b="1" dirty="0"/>
              <a:t>?</a:t>
            </a:r>
            <a:endParaRPr lang="en-ID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5BBAB1-87B2-4975-A2B5-CDEA6FFCCC76}"/>
              </a:ext>
            </a:extLst>
          </p:cNvPr>
          <p:cNvSpPr/>
          <p:nvPr/>
        </p:nvSpPr>
        <p:spPr>
          <a:xfrm>
            <a:off x="504978" y="1141219"/>
            <a:ext cx="6572716" cy="1422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Di </a:t>
            </a:r>
            <a:r>
              <a:rPr lang="en-US" sz="2800" dirty="0" err="1"/>
              <a:t>dekat</a:t>
            </a:r>
            <a:r>
              <a:rPr lang="en-US" sz="2800" dirty="0"/>
              <a:t> </a:t>
            </a:r>
            <a:r>
              <a:rPr lang="en-US" sz="2800" dirty="0" err="1"/>
              <a:t>rumahku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</a:t>
            </a:r>
            <a:r>
              <a:rPr lang="en-US" sz="2800" b="1" dirty="0" err="1"/>
              <a:t>rumah</a:t>
            </a:r>
            <a:r>
              <a:rPr lang="en-US" sz="2800" b="1" dirty="0"/>
              <a:t> </a:t>
            </a:r>
            <a:r>
              <a:rPr lang="en-US" sz="2800" b="1" dirty="0" err="1"/>
              <a:t>sakit</a:t>
            </a:r>
            <a:endParaRPr lang="en-US" sz="2800" b="1" dirty="0"/>
          </a:p>
          <a:p>
            <a:r>
              <a:rPr lang="en-US" sz="2800" dirty="0" err="1"/>
              <a:t>Itu</a:t>
            </a:r>
            <a:r>
              <a:rPr lang="en-US" sz="2800" dirty="0"/>
              <a:t> </a:t>
            </a:r>
            <a:r>
              <a:rPr lang="en-US" sz="2800" b="1" dirty="0"/>
              <a:t>500 meter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rumah</a:t>
            </a:r>
            <a:endParaRPr lang="en-US" sz="2800" dirty="0"/>
          </a:p>
          <a:p>
            <a:r>
              <a:rPr lang="en-US" sz="2800" dirty="0"/>
              <a:t>Saya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rumah</a:t>
            </a:r>
            <a:r>
              <a:rPr lang="en-US" sz="2800" dirty="0"/>
              <a:t> </a:t>
            </a:r>
            <a:r>
              <a:rPr lang="en-US" sz="2800" dirty="0" err="1"/>
              <a:t>sakit</a:t>
            </a:r>
            <a:r>
              <a:rPr lang="en-US" sz="2800" dirty="0"/>
              <a:t> untuk </a:t>
            </a:r>
            <a:r>
              <a:rPr lang="en-US" sz="2800" b="1" dirty="0" err="1"/>
              <a:t>bertemu</a:t>
            </a:r>
            <a:r>
              <a:rPr lang="en-US" sz="2800" b="1" dirty="0"/>
              <a:t> </a:t>
            </a:r>
            <a:r>
              <a:rPr lang="en-US" sz="2800" b="1" dirty="0" err="1"/>
              <a:t>dokter</a:t>
            </a:r>
            <a:endParaRPr lang="en-ID" sz="28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924E91-4CBF-4C16-879F-BBC0B637E761}"/>
              </a:ext>
            </a:extLst>
          </p:cNvPr>
          <p:cNvSpPr/>
          <p:nvPr/>
        </p:nvSpPr>
        <p:spPr>
          <a:xfrm>
            <a:off x="504978" y="2730416"/>
            <a:ext cx="6572716" cy="14226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Di </a:t>
            </a:r>
            <a:r>
              <a:rPr lang="en-US" sz="2800" dirty="0" err="1"/>
              <a:t>dekat</a:t>
            </a:r>
            <a:r>
              <a:rPr lang="en-US" sz="2800" dirty="0"/>
              <a:t> </a:t>
            </a:r>
            <a:r>
              <a:rPr lang="en-US" sz="2800" dirty="0" err="1"/>
              <a:t>rumahku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…..</a:t>
            </a:r>
          </a:p>
          <a:p>
            <a:r>
              <a:rPr lang="en-US" sz="2800" dirty="0" err="1"/>
              <a:t>Itu</a:t>
            </a:r>
            <a:r>
              <a:rPr lang="en-US" sz="2800" dirty="0"/>
              <a:t> …….. meter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rumah</a:t>
            </a:r>
            <a:endParaRPr lang="en-US" sz="2800" dirty="0"/>
          </a:p>
          <a:p>
            <a:r>
              <a:rPr lang="en-US" sz="2800" dirty="0"/>
              <a:t>Saya </a:t>
            </a:r>
            <a:r>
              <a:rPr lang="en-US" sz="2800" dirty="0" err="1"/>
              <a:t>ke</a:t>
            </a:r>
            <a:r>
              <a:rPr lang="en-US" sz="2800" dirty="0"/>
              <a:t> …….untuk ………</a:t>
            </a:r>
            <a:endParaRPr lang="en-ID" sz="28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707C6DF-E785-4957-8EA9-9DEA5FF78D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2" r="5056" b="11910"/>
          <a:stretch/>
        </p:blipFill>
        <p:spPr bwMode="auto">
          <a:xfrm>
            <a:off x="9841199" y="2538222"/>
            <a:ext cx="1891621" cy="1807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3d isometric roadside restaurant with shoppers buying food. Vector  Isometric Illustration Suitable for Diagrams, Infographics, And Other  Graphic assets 15508748 Vector Art at Vecteezy">
            <a:extLst>
              <a:ext uri="{FF2B5EF4-FFF2-40B4-BE49-F238E27FC236}">
                <a16:creationId xmlns:a16="http://schemas.microsoft.com/office/drawing/2014/main" id="{FE1BBDB8-A5F2-4D4B-9691-C96B0D69F4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" t="10736" r="4764" b="9264"/>
          <a:stretch/>
        </p:blipFill>
        <p:spPr bwMode="auto">
          <a:xfrm>
            <a:off x="9457451" y="68147"/>
            <a:ext cx="2734547" cy="178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6" descr="3D Park Images – Browse 348,759 Stock Photos, Vectors, and Video | Adobe  Stock">
            <a:extLst>
              <a:ext uri="{FF2B5EF4-FFF2-40B4-BE49-F238E27FC236}">
                <a16:creationId xmlns:a16="http://schemas.microsoft.com/office/drawing/2014/main" id="{6107EA3D-43AC-4F38-A73C-A4E10A0BC9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3" b="6778"/>
          <a:stretch/>
        </p:blipFill>
        <p:spPr bwMode="auto">
          <a:xfrm>
            <a:off x="9393468" y="5073594"/>
            <a:ext cx="2671862" cy="174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41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22" name="Google Shape;459;p41">
            <a:extLst>
              <a:ext uri="{FF2B5EF4-FFF2-40B4-BE49-F238E27FC236}">
                <a16:creationId xmlns:a16="http://schemas.microsoft.com/office/drawing/2014/main" id="{570C807C-4F53-4977-9173-F94D4E306FF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1129433" y="5990167"/>
            <a:ext cx="889000" cy="717551"/>
            <a:chOff x="7514750" y="4210883"/>
            <a:chExt cx="953999" cy="769838"/>
          </a:xfrm>
        </p:grpSpPr>
        <p:sp>
          <p:nvSpPr>
            <p:cNvPr id="30739" name="Google Shape;460;p41">
              <a:extLst>
                <a:ext uri="{FF2B5EF4-FFF2-40B4-BE49-F238E27FC236}">
                  <a16:creationId xmlns:a16="http://schemas.microsoft.com/office/drawing/2014/main" id="{B92E5EA9-6F8D-4020-BC65-3B734F374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24561" y="4469182"/>
              <a:ext cx="243136" cy="460933"/>
            </a:xfrm>
            <a:custGeom>
              <a:avLst/>
              <a:gdLst>
                <a:gd name="T0" fmla="*/ 12783554 w 3368"/>
                <a:gd name="T1" fmla="*/ 0 h 6385"/>
                <a:gd name="T2" fmla="*/ 6321392 w 3368"/>
                <a:gd name="T3" fmla="*/ 3892917 h 6385"/>
                <a:gd name="T4" fmla="*/ 531535 w 3368"/>
                <a:gd name="T5" fmla="*/ 19563556 h 6385"/>
                <a:gd name="T6" fmla="*/ 427365 w 3368"/>
                <a:gd name="T7" fmla="*/ 33274742 h 6385"/>
                <a:gd name="T8" fmla="*/ 6665377 w 3368"/>
                <a:gd name="T9" fmla="*/ 33076725 h 6385"/>
                <a:gd name="T10" fmla="*/ 8739541 w 3368"/>
                <a:gd name="T11" fmla="*/ 33045467 h 6385"/>
                <a:gd name="T12" fmla="*/ 17056914 w 3368"/>
                <a:gd name="T13" fmla="*/ 8848975 h 6385"/>
                <a:gd name="T14" fmla="*/ 15029674 w 3368"/>
                <a:gd name="T15" fmla="*/ 656640 h 6385"/>
                <a:gd name="T16" fmla="*/ 12783554 w 3368"/>
                <a:gd name="T17" fmla="*/ 0 h 63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68" h="6385" extrusionOk="0">
                  <a:moveTo>
                    <a:pt x="2453" y="0"/>
                  </a:moveTo>
                  <a:cubicBezTo>
                    <a:pt x="1997" y="0"/>
                    <a:pt x="1513" y="355"/>
                    <a:pt x="1213" y="747"/>
                  </a:cubicBezTo>
                  <a:cubicBezTo>
                    <a:pt x="554" y="1606"/>
                    <a:pt x="225" y="2680"/>
                    <a:pt x="102" y="3754"/>
                  </a:cubicBezTo>
                  <a:cubicBezTo>
                    <a:pt x="1" y="4626"/>
                    <a:pt x="29" y="5506"/>
                    <a:pt x="82" y="6385"/>
                  </a:cubicBezTo>
                  <a:cubicBezTo>
                    <a:pt x="480" y="6365"/>
                    <a:pt x="879" y="6352"/>
                    <a:pt x="1279" y="6347"/>
                  </a:cubicBezTo>
                  <a:lnTo>
                    <a:pt x="1677" y="6341"/>
                  </a:lnTo>
                  <a:cubicBezTo>
                    <a:pt x="2537" y="4946"/>
                    <a:pt x="3021" y="3326"/>
                    <a:pt x="3273" y="1698"/>
                  </a:cubicBezTo>
                  <a:cubicBezTo>
                    <a:pt x="3361" y="1132"/>
                    <a:pt x="3368" y="435"/>
                    <a:pt x="2884" y="126"/>
                  </a:cubicBezTo>
                  <a:cubicBezTo>
                    <a:pt x="2748" y="39"/>
                    <a:pt x="2602" y="0"/>
                    <a:pt x="245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  <p:sp>
          <p:nvSpPr>
            <p:cNvPr id="30740" name="Google Shape;461;p41">
              <a:extLst>
                <a:ext uri="{FF2B5EF4-FFF2-40B4-BE49-F238E27FC236}">
                  <a16:creationId xmlns:a16="http://schemas.microsoft.com/office/drawing/2014/main" id="{96E94813-A0F7-4958-A6E6-671876DB7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0773" y="4269286"/>
              <a:ext cx="284790" cy="657651"/>
            </a:xfrm>
            <a:custGeom>
              <a:avLst/>
              <a:gdLst>
                <a:gd name="T0" fmla="*/ 4101409 w 3945"/>
                <a:gd name="T1" fmla="*/ 0 h 9110"/>
                <a:gd name="T2" fmla="*/ 2715142 w 3945"/>
                <a:gd name="T3" fmla="*/ 526337 h 9110"/>
                <a:gd name="T4" fmla="*/ 2209667 w 3945"/>
                <a:gd name="T5" fmla="*/ 1646799 h 9110"/>
                <a:gd name="T6" fmla="*/ 7499253 w 3945"/>
                <a:gd name="T7" fmla="*/ 27135720 h 9110"/>
                <a:gd name="T8" fmla="*/ 16713022 w 3945"/>
                <a:gd name="T9" fmla="*/ 47178771 h 9110"/>
                <a:gd name="T10" fmla="*/ 20559023 w 3945"/>
                <a:gd name="T11" fmla="*/ 47475833 h 9110"/>
                <a:gd name="T12" fmla="*/ 18438005 w 3945"/>
                <a:gd name="T13" fmla="*/ 20955028 h 9110"/>
                <a:gd name="T14" fmla="*/ 14857736 w 3945"/>
                <a:gd name="T15" fmla="*/ 8426812 h 9110"/>
                <a:gd name="T16" fmla="*/ 5195811 w 3945"/>
                <a:gd name="T17" fmla="*/ 151166 h 9110"/>
                <a:gd name="T18" fmla="*/ 4101409 w 3945"/>
                <a:gd name="T19" fmla="*/ 0 h 9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45" h="9110" extrusionOk="0">
                  <a:moveTo>
                    <a:pt x="787" y="0"/>
                  </a:moveTo>
                  <a:cubicBezTo>
                    <a:pt x="685" y="0"/>
                    <a:pt x="588" y="26"/>
                    <a:pt x="521" y="101"/>
                  </a:cubicBezTo>
                  <a:cubicBezTo>
                    <a:pt x="466" y="158"/>
                    <a:pt x="444" y="237"/>
                    <a:pt x="424" y="316"/>
                  </a:cubicBezTo>
                  <a:cubicBezTo>
                    <a:pt x="0" y="1964"/>
                    <a:pt x="727" y="3663"/>
                    <a:pt x="1439" y="5207"/>
                  </a:cubicBezTo>
                  <a:lnTo>
                    <a:pt x="3207" y="9053"/>
                  </a:lnTo>
                  <a:lnTo>
                    <a:pt x="3945" y="9110"/>
                  </a:lnTo>
                  <a:cubicBezTo>
                    <a:pt x="3938" y="7406"/>
                    <a:pt x="3804" y="5706"/>
                    <a:pt x="3538" y="4021"/>
                  </a:cubicBezTo>
                  <a:cubicBezTo>
                    <a:pt x="3409" y="3193"/>
                    <a:pt x="3242" y="2357"/>
                    <a:pt x="2851" y="1617"/>
                  </a:cubicBezTo>
                  <a:cubicBezTo>
                    <a:pt x="2460" y="874"/>
                    <a:pt x="1810" y="233"/>
                    <a:pt x="997" y="29"/>
                  </a:cubicBezTo>
                  <a:cubicBezTo>
                    <a:pt x="930" y="13"/>
                    <a:pt x="857" y="0"/>
                    <a:pt x="78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  <p:sp>
          <p:nvSpPr>
            <p:cNvPr id="30741" name="Google Shape;462;p41">
              <a:extLst>
                <a:ext uri="{FF2B5EF4-FFF2-40B4-BE49-F238E27FC236}">
                  <a16:creationId xmlns:a16="http://schemas.microsoft.com/office/drawing/2014/main" id="{5148ABB8-7EA1-412E-8B8E-1DF1CD267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3842" y="4210883"/>
              <a:ext cx="185889" cy="717641"/>
            </a:xfrm>
            <a:custGeom>
              <a:avLst/>
              <a:gdLst>
                <a:gd name="T0" fmla="*/ 5107147 w 2575"/>
                <a:gd name="T1" fmla="*/ 0 h 9941"/>
                <a:gd name="T2" fmla="*/ 4982114 w 2575"/>
                <a:gd name="T3" fmla="*/ 5198 h 9941"/>
                <a:gd name="T4" fmla="*/ 2887091 w 2575"/>
                <a:gd name="T5" fmla="*/ 1917800 h 9941"/>
                <a:gd name="T6" fmla="*/ 917173 w 2575"/>
                <a:gd name="T7" fmla="*/ 13398540 h 9941"/>
                <a:gd name="T8" fmla="*/ 104242 w 2575"/>
                <a:gd name="T9" fmla="*/ 39950607 h 9941"/>
                <a:gd name="T10" fmla="*/ 1224702 w 2575"/>
                <a:gd name="T11" fmla="*/ 47022486 h 9941"/>
                <a:gd name="T12" fmla="*/ 4648524 w 2575"/>
                <a:gd name="T13" fmla="*/ 51806519 h 9941"/>
                <a:gd name="T14" fmla="*/ 6972823 w 2575"/>
                <a:gd name="T15" fmla="*/ 51749200 h 9941"/>
                <a:gd name="T16" fmla="*/ 11157599 w 2575"/>
                <a:gd name="T17" fmla="*/ 11428619 h 9941"/>
                <a:gd name="T18" fmla="*/ 7165642 w 2575"/>
                <a:gd name="T19" fmla="*/ 1229901 h 9941"/>
                <a:gd name="T20" fmla="*/ 5107147 w 2575"/>
                <a:gd name="T21" fmla="*/ 0 h 994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575" h="9941" extrusionOk="0">
                  <a:moveTo>
                    <a:pt x="980" y="0"/>
                  </a:moveTo>
                  <a:cubicBezTo>
                    <a:pt x="972" y="0"/>
                    <a:pt x="964" y="0"/>
                    <a:pt x="956" y="1"/>
                  </a:cubicBezTo>
                  <a:cubicBezTo>
                    <a:pt x="764" y="14"/>
                    <a:pt x="635" y="196"/>
                    <a:pt x="554" y="368"/>
                  </a:cubicBezTo>
                  <a:cubicBezTo>
                    <a:pt x="229" y="1044"/>
                    <a:pt x="198" y="1819"/>
                    <a:pt x="176" y="2571"/>
                  </a:cubicBezTo>
                  <a:cubicBezTo>
                    <a:pt x="125" y="4268"/>
                    <a:pt x="73" y="5966"/>
                    <a:pt x="20" y="7666"/>
                  </a:cubicBezTo>
                  <a:cubicBezTo>
                    <a:pt x="7" y="8129"/>
                    <a:pt x="0" y="8621"/>
                    <a:pt x="235" y="9023"/>
                  </a:cubicBezTo>
                  <a:lnTo>
                    <a:pt x="892" y="9941"/>
                  </a:lnTo>
                  <a:cubicBezTo>
                    <a:pt x="1039" y="9936"/>
                    <a:pt x="1188" y="9932"/>
                    <a:pt x="1338" y="9930"/>
                  </a:cubicBezTo>
                  <a:cubicBezTo>
                    <a:pt x="2295" y="7470"/>
                    <a:pt x="2574" y="4797"/>
                    <a:pt x="2141" y="2193"/>
                  </a:cubicBezTo>
                  <a:cubicBezTo>
                    <a:pt x="2023" y="1492"/>
                    <a:pt x="1841" y="772"/>
                    <a:pt x="1375" y="236"/>
                  </a:cubicBezTo>
                  <a:cubicBezTo>
                    <a:pt x="1271" y="115"/>
                    <a:pt x="1135" y="0"/>
                    <a:pt x="980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  <p:sp>
          <p:nvSpPr>
            <p:cNvPr id="30742" name="Google Shape;463;p41">
              <a:extLst>
                <a:ext uri="{FF2B5EF4-FFF2-40B4-BE49-F238E27FC236}">
                  <a16:creationId xmlns:a16="http://schemas.microsoft.com/office/drawing/2014/main" id="{508040CB-D19C-4405-BFDB-DBC4696C7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1322" y="4624175"/>
              <a:ext cx="309839" cy="312799"/>
            </a:xfrm>
            <a:custGeom>
              <a:avLst/>
              <a:gdLst>
                <a:gd name="T0" fmla="*/ 2162737 w 4292"/>
                <a:gd name="T1" fmla="*/ 0 h 4333"/>
                <a:gd name="T2" fmla="*/ 1657191 w 4292"/>
                <a:gd name="T3" fmla="*/ 88577 h 4333"/>
                <a:gd name="T4" fmla="*/ 469018 w 4292"/>
                <a:gd name="T5" fmla="*/ 2089754 h 4333"/>
                <a:gd name="T6" fmla="*/ 3538532 w 4292"/>
                <a:gd name="T7" fmla="*/ 11981003 h 4333"/>
                <a:gd name="T8" fmla="*/ 11282630 w 4292"/>
                <a:gd name="T9" fmla="*/ 19198770 h 4333"/>
                <a:gd name="T10" fmla="*/ 15613301 w 4292"/>
                <a:gd name="T11" fmla="*/ 22575743 h 4333"/>
                <a:gd name="T12" fmla="*/ 18974607 w 4292"/>
                <a:gd name="T13" fmla="*/ 22247423 h 4333"/>
                <a:gd name="T14" fmla="*/ 22091044 w 4292"/>
                <a:gd name="T15" fmla="*/ 22059801 h 4333"/>
                <a:gd name="T16" fmla="*/ 22362045 w 4292"/>
                <a:gd name="T17" fmla="*/ 21752344 h 4333"/>
                <a:gd name="T18" fmla="*/ 3293591 w 4292"/>
                <a:gd name="T19" fmla="*/ 260533 h 4333"/>
                <a:gd name="T20" fmla="*/ 2162737 w 4292"/>
                <a:gd name="T21" fmla="*/ 0 h 43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92" h="4333" extrusionOk="0">
                  <a:moveTo>
                    <a:pt x="415" y="0"/>
                  </a:moveTo>
                  <a:cubicBezTo>
                    <a:pt x="382" y="0"/>
                    <a:pt x="350" y="5"/>
                    <a:pt x="318" y="17"/>
                  </a:cubicBezTo>
                  <a:cubicBezTo>
                    <a:pt x="171" y="72"/>
                    <a:pt x="112" y="245"/>
                    <a:pt x="90" y="401"/>
                  </a:cubicBezTo>
                  <a:cubicBezTo>
                    <a:pt x="0" y="1073"/>
                    <a:pt x="268" y="1756"/>
                    <a:pt x="679" y="2299"/>
                  </a:cubicBezTo>
                  <a:cubicBezTo>
                    <a:pt x="1089" y="2841"/>
                    <a:pt x="1630" y="3265"/>
                    <a:pt x="2165" y="3684"/>
                  </a:cubicBezTo>
                  <a:lnTo>
                    <a:pt x="2996" y="4332"/>
                  </a:lnTo>
                  <a:cubicBezTo>
                    <a:pt x="3211" y="4306"/>
                    <a:pt x="3426" y="4286"/>
                    <a:pt x="3641" y="4269"/>
                  </a:cubicBezTo>
                  <a:cubicBezTo>
                    <a:pt x="3841" y="4253"/>
                    <a:pt x="4039" y="4242"/>
                    <a:pt x="4239" y="4233"/>
                  </a:cubicBezTo>
                  <a:lnTo>
                    <a:pt x="4291" y="4174"/>
                  </a:lnTo>
                  <a:cubicBezTo>
                    <a:pt x="3859" y="2307"/>
                    <a:pt x="2436" y="702"/>
                    <a:pt x="632" y="50"/>
                  </a:cubicBezTo>
                  <a:cubicBezTo>
                    <a:pt x="563" y="24"/>
                    <a:pt x="488" y="0"/>
                    <a:pt x="41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  <p:sp>
          <p:nvSpPr>
            <p:cNvPr id="30743" name="Google Shape;464;p41">
              <a:extLst>
                <a:ext uri="{FF2B5EF4-FFF2-40B4-BE49-F238E27FC236}">
                  <a16:creationId xmlns:a16="http://schemas.microsoft.com/office/drawing/2014/main" id="{CA850E40-8264-4E5B-8D63-B4B5F8948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4750" y="4638613"/>
              <a:ext cx="106264" cy="330053"/>
            </a:xfrm>
            <a:custGeom>
              <a:avLst/>
              <a:gdLst>
                <a:gd name="T0" fmla="*/ 1365406 w 1472"/>
                <a:gd name="T1" fmla="*/ 0 h 4572"/>
                <a:gd name="T2" fmla="*/ 1177783 w 1472"/>
                <a:gd name="T3" fmla="*/ 62517 h 4572"/>
                <a:gd name="T4" fmla="*/ 1005826 w 1472"/>
                <a:gd name="T5" fmla="*/ 474217 h 4572"/>
                <a:gd name="T6" fmla="*/ 7071898 w 1472"/>
                <a:gd name="T7" fmla="*/ 22633103 h 4572"/>
                <a:gd name="T8" fmla="*/ 7014579 w 1472"/>
                <a:gd name="T9" fmla="*/ 23821351 h 4572"/>
                <a:gd name="T10" fmla="*/ 7082366 w 1472"/>
                <a:gd name="T11" fmla="*/ 11371308 h 4572"/>
                <a:gd name="T12" fmla="*/ 1876079 w 1472"/>
                <a:gd name="T13" fmla="*/ 271002 h 4572"/>
                <a:gd name="T14" fmla="*/ 1365406 w 1472"/>
                <a:gd name="T15" fmla="*/ 0 h 45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72" h="4572" extrusionOk="0">
                  <a:moveTo>
                    <a:pt x="262" y="0"/>
                  </a:moveTo>
                  <a:cubicBezTo>
                    <a:pt x="250" y="0"/>
                    <a:pt x="237" y="4"/>
                    <a:pt x="226" y="12"/>
                  </a:cubicBezTo>
                  <a:cubicBezTo>
                    <a:pt x="206" y="32"/>
                    <a:pt x="193" y="61"/>
                    <a:pt x="193" y="91"/>
                  </a:cubicBezTo>
                  <a:cubicBezTo>
                    <a:pt x="0" y="1587"/>
                    <a:pt x="428" y="3155"/>
                    <a:pt x="1357" y="4343"/>
                  </a:cubicBezTo>
                  <a:lnTo>
                    <a:pt x="1346" y="4571"/>
                  </a:lnTo>
                  <a:cubicBezTo>
                    <a:pt x="1410" y="3776"/>
                    <a:pt x="1471" y="2973"/>
                    <a:pt x="1359" y="2182"/>
                  </a:cubicBezTo>
                  <a:cubicBezTo>
                    <a:pt x="1245" y="1391"/>
                    <a:pt x="938" y="603"/>
                    <a:pt x="360" y="52"/>
                  </a:cubicBezTo>
                  <a:cubicBezTo>
                    <a:pt x="333" y="26"/>
                    <a:pt x="296" y="0"/>
                    <a:pt x="2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  <p:sp>
          <p:nvSpPr>
            <p:cNvPr id="30744" name="Google Shape;465;p41">
              <a:extLst>
                <a:ext uri="{FF2B5EF4-FFF2-40B4-BE49-F238E27FC236}">
                  <a16:creationId xmlns:a16="http://schemas.microsoft.com/office/drawing/2014/main" id="{92E363D7-6E27-4912-B19E-3F5D16902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666" y="4630600"/>
              <a:ext cx="145607" cy="350122"/>
            </a:xfrm>
            <a:custGeom>
              <a:avLst/>
              <a:gdLst>
                <a:gd name="T0" fmla="*/ 9833851 w 2017"/>
                <a:gd name="T1" fmla="*/ 0 h 4850"/>
                <a:gd name="T2" fmla="*/ 2814178 w 2017"/>
                <a:gd name="T3" fmla="*/ 8103772 h 4850"/>
                <a:gd name="T4" fmla="*/ 401304 w 2017"/>
                <a:gd name="T5" fmla="*/ 25270146 h 4850"/>
                <a:gd name="T6" fmla="*/ 2678678 w 2017"/>
                <a:gd name="T7" fmla="*/ 24894901 h 4850"/>
                <a:gd name="T8" fmla="*/ 10057928 w 2017"/>
                <a:gd name="T9" fmla="*/ 4523504 h 4850"/>
                <a:gd name="T10" fmla="*/ 9833851 w 2017"/>
                <a:gd name="T11" fmla="*/ 0 h 48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17" h="4850" extrusionOk="0">
                  <a:moveTo>
                    <a:pt x="1887" y="0"/>
                  </a:moveTo>
                  <a:cubicBezTo>
                    <a:pt x="1384" y="470"/>
                    <a:pt x="870" y="951"/>
                    <a:pt x="540" y="1555"/>
                  </a:cubicBezTo>
                  <a:cubicBezTo>
                    <a:pt x="0" y="2541"/>
                    <a:pt x="7" y="3727"/>
                    <a:pt x="77" y="4849"/>
                  </a:cubicBezTo>
                  <a:lnTo>
                    <a:pt x="514" y="4777"/>
                  </a:lnTo>
                  <a:cubicBezTo>
                    <a:pt x="1212" y="3569"/>
                    <a:pt x="1693" y="2245"/>
                    <a:pt x="1930" y="868"/>
                  </a:cubicBezTo>
                  <a:cubicBezTo>
                    <a:pt x="1981" y="578"/>
                    <a:pt x="2016" y="264"/>
                    <a:pt x="18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  <p:sp>
          <p:nvSpPr>
            <p:cNvPr id="30745" name="Google Shape;466;p41">
              <a:extLst>
                <a:ext uri="{FF2B5EF4-FFF2-40B4-BE49-F238E27FC236}">
                  <a16:creationId xmlns:a16="http://schemas.microsoft.com/office/drawing/2014/main" id="{9E8179CE-15B9-4FD5-828F-0DF4EC1D9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7683" y="4462179"/>
              <a:ext cx="101066" cy="466203"/>
            </a:xfrm>
            <a:custGeom>
              <a:avLst/>
              <a:gdLst>
                <a:gd name="T0" fmla="*/ 938037 w 1400"/>
                <a:gd name="T1" fmla="*/ 5198 h 6458"/>
                <a:gd name="T2" fmla="*/ 896383 w 1400"/>
                <a:gd name="T3" fmla="*/ 5198 h 6458"/>
                <a:gd name="T4" fmla="*/ 0 w 1400"/>
                <a:gd name="T5" fmla="*/ 1688524 h 6458"/>
                <a:gd name="T6" fmla="*/ 3538537 w 1400"/>
                <a:gd name="T7" fmla="*/ 33655193 h 6458"/>
                <a:gd name="T8" fmla="*/ 4669394 w 1400"/>
                <a:gd name="T9" fmla="*/ 33608270 h 6458"/>
                <a:gd name="T10" fmla="*/ 6868590 w 1400"/>
                <a:gd name="T11" fmla="*/ 18672448 h 6458"/>
                <a:gd name="T12" fmla="*/ 2063696 w 1400"/>
                <a:gd name="T13" fmla="*/ 1182977 h 6458"/>
                <a:gd name="T14" fmla="*/ 938037 w 1400"/>
                <a:gd name="T15" fmla="*/ 5198 h 645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00" h="6458" extrusionOk="0">
                  <a:moveTo>
                    <a:pt x="180" y="1"/>
                  </a:moveTo>
                  <a:cubicBezTo>
                    <a:pt x="177" y="1"/>
                    <a:pt x="175" y="1"/>
                    <a:pt x="172" y="1"/>
                  </a:cubicBezTo>
                  <a:cubicBezTo>
                    <a:pt x="38" y="10"/>
                    <a:pt x="0" y="188"/>
                    <a:pt x="0" y="324"/>
                  </a:cubicBezTo>
                  <a:cubicBezTo>
                    <a:pt x="18" y="2386"/>
                    <a:pt x="246" y="4442"/>
                    <a:pt x="679" y="6458"/>
                  </a:cubicBezTo>
                  <a:cubicBezTo>
                    <a:pt x="752" y="6453"/>
                    <a:pt x="824" y="6451"/>
                    <a:pt x="896" y="6449"/>
                  </a:cubicBezTo>
                  <a:cubicBezTo>
                    <a:pt x="1254" y="5537"/>
                    <a:pt x="1399" y="4558"/>
                    <a:pt x="1318" y="3583"/>
                  </a:cubicBezTo>
                  <a:cubicBezTo>
                    <a:pt x="1221" y="2423"/>
                    <a:pt x="806" y="1316"/>
                    <a:pt x="396" y="227"/>
                  </a:cubicBezTo>
                  <a:cubicBezTo>
                    <a:pt x="357" y="122"/>
                    <a:pt x="289" y="1"/>
                    <a:pt x="1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</p:grpSp>
      <p:grpSp>
        <p:nvGrpSpPr>
          <p:cNvPr id="30723" name="Google Shape;467;p41">
            <a:extLst>
              <a:ext uri="{FF2B5EF4-FFF2-40B4-BE49-F238E27FC236}">
                <a16:creationId xmlns:a16="http://schemas.microsoft.com/office/drawing/2014/main" id="{FA25B459-BE77-40F3-9AC1-A147593164E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567085" y="46568"/>
            <a:ext cx="586316" cy="588433"/>
            <a:chOff x="5721625" y="4984150"/>
            <a:chExt cx="196950" cy="196650"/>
          </a:xfrm>
        </p:grpSpPr>
        <p:sp>
          <p:nvSpPr>
            <p:cNvPr id="30734" name="Google Shape;468;p41">
              <a:extLst>
                <a:ext uri="{FF2B5EF4-FFF2-40B4-BE49-F238E27FC236}">
                  <a16:creationId xmlns:a16="http://schemas.microsoft.com/office/drawing/2014/main" id="{3083909C-087B-4FE3-8FE3-0A12CFF14C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7225" y="4984150"/>
              <a:ext cx="22325" cy="185825"/>
            </a:xfrm>
            <a:custGeom>
              <a:avLst/>
              <a:gdLst>
                <a:gd name="T0" fmla="*/ 457500 w 893"/>
                <a:gd name="T1" fmla="*/ 625 h 7433"/>
                <a:gd name="T2" fmla="*/ 457500 w 893"/>
                <a:gd name="T3" fmla="*/ 625 h 7433"/>
                <a:gd name="T4" fmla="*/ 124375 w 893"/>
                <a:gd name="T5" fmla="*/ 4602500 h 7433"/>
                <a:gd name="T6" fmla="*/ 288750 w 893"/>
                <a:gd name="T7" fmla="*/ 4645000 h 7433"/>
                <a:gd name="T8" fmla="*/ 457500 w 893"/>
                <a:gd name="T9" fmla="*/ 625 h 74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3" h="7433" extrusionOk="0">
                  <a:moveTo>
                    <a:pt x="732" y="1"/>
                  </a:moveTo>
                  <a:lnTo>
                    <a:pt x="732" y="1"/>
                  </a:lnTo>
                  <a:cubicBezTo>
                    <a:pt x="181" y="2414"/>
                    <a:pt x="1" y="4898"/>
                    <a:pt x="199" y="7364"/>
                  </a:cubicBezTo>
                  <a:lnTo>
                    <a:pt x="462" y="7432"/>
                  </a:lnTo>
                  <a:cubicBezTo>
                    <a:pt x="803" y="4971"/>
                    <a:pt x="893" y="2480"/>
                    <a:pt x="732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  <p:sp>
          <p:nvSpPr>
            <p:cNvPr id="30735" name="Google Shape;469;p41">
              <a:extLst>
                <a:ext uri="{FF2B5EF4-FFF2-40B4-BE49-F238E27FC236}">
                  <a16:creationId xmlns:a16="http://schemas.microsoft.com/office/drawing/2014/main" id="{5C4BEA18-CBDF-4EB8-9D48-04C343479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7275" y="4985750"/>
              <a:ext cx="50100" cy="186200"/>
            </a:xfrm>
            <a:custGeom>
              <a:avLst/>
              <a:gdLst>
                <a:gd name="T0" fmla="*/ 625 w 2004"/>
                <a:gd name="T1" fmla="*/ 0 h 7448"/>
                <a:gd name="T2" fmla="*/ 625 w 2004"/>
                <a:gd name="T3" fmla="*/ 0 h 7448"/>
                <a:gd name="T4" fmla="*/ 1175625 w 2004"/>
                <a:gd name="T5" fmla="*/ 4605000 h 7448"/>
                <a:gd name="T6" fmla="*/ 1248125 w 2004"/>
                <a:gd name="T7" fmla="*/ 4654375 h 7448"/>
                <a:gd name="T8" fmla="*/ 935000 w 2004"/>
                <a:gd name="T9" fmla="*/ 1864375 h 7448"/>
                <a:gd name="T10" fmla="*/ 625 w 2004"/>
                <a:gd name="T11" fmla="*/ 0 h 7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04" h="7448" extrusionOk="0">
                  <a:moveTo>
                    <a:pt x="1" y="0"/>
                  </a:moveTo>
                  <a:lnTo>
                    <a:pt x="1" y="0"/>
                  </a:lnTo>
                  <a:cubicBezTo>
                    <a:pt x="666" y="2447"/>
                    <a:pt x="1294" y="4902"/>
                    <a:pt x="1881" y="7368"/>
                  </a:cubicBezTo>
                  <a:lnTo>
                    <a:pt x="1997" y="7447"/>
                  </a:lnTo>
                  <a:cubicBezTo>
                    <a:pt x="2004" y="5945"/>
                    <a:pt x="1835" y="4448"/>
                    <a:pt x="1496" y="2983"/>
                  </a:cubicBezTo>
                  <a:cubicBezTo>
                    <a:pt x="1239" y="1882"/>
                    <a:pt x="851" y="747"/>
                    <a:pt x="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  <p:sp>
          <p:nvSpPr>
            <p:cNvPr id="30736" name="Google Shape;470;p41">
              <a:extLst>
                <a:ext uri="{FF2B5EF4-FFF2-40B4-BE49-F238E27FC236}">
                  <a16:creationId xmlns:a16="http://schemas.microsoft.com/office/drawing/2014/main" id="{28FEBE92-D776-43DF-8BDA-B43AC9A57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7075" y="5069900"/>
              <a:ext cx="24950" cy="110900"/>
            </a:xfrm>
            <a:custGeom>
              <a:avLst/>
              <a:gdLst>
                <a:gd name="T0" fmla="*/ 430000 w 998"/>
                <a:gd name="T1" fmla="*/ 625 h 4436"/>
                <a:gd name="T2" fmla="*/ 0 w 998"/>
                <a:gd name="T3" fmla="*/ 2771875 h 4436"/>
                <a:gd name="T4" fmla="*/ 351250 w 998"/>
                <a:gd name="T5" fmla="*/ 2644375 h 4436"/>
                <a:gd name="T6" fmla="*/ 594375 w 998"/>
                <a:gd name="T7" fmla="*/ 1001250 h 4436"/>
                <a:gd name="T8" fmla="*/ 430000 w 998"/>
                <a:gd name="T9" fmla="*/ 625 h 4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8" h="4436" extrusionOk="0">
                  <a:moveTo>
                    <a:pt x="688" y="1"/>
                  </a:moveTo>
                  <a:cubicBezTo>
                    <a:pt x="312" y="1453"/>
                    <a:pt x="81" y="2937"/>
                    <a:pt x="0" y="4435"/>
                  </a:cubicBezTo>
                  <a:lnTo>
                    <a:pt x="562" y="4231"/>
                  </a:lnTo>
                  <a:cubicBezTo>
                    <a:pt x="857" y="3392"/>
                    <a:pt x="905" y="2489"/>
                    <a:pt x="951" y="1602"/>
                  </a:cubicBezTo>
                  <a:cubicBezTo>
                    <a:pt x="980" y="1053"/>
                    <a:pt x="997" y="458"/>
                    <a:pt x="688" y="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  <p:sp>
          <p:nvSpPr>
            <p:cNvPr id="30737" name="Google Shape;471;p41">
              <a:extLst>
                <a:ext uri="{FF2B5EF4-FFF2-40B4-BE49-F238E27FC236}">
                  <a16:creationId xmlns:a16="http://schemas.microsoft.com/office/drawing/2014/main" id="{B9D17268-7A23-47E3-895F-2B350E1CA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1625" y="5011325"/>
              <a:ext cx="47775" cy="157175"/>
            </a:xfrm>
            <a:custGeom>
              <a:avLst/>
              <a:gdLst>
                <a:gd name="T0" fmla="*/ 36875 w 1911"/>
                <a:gd name="T1" fmla="*/ 625 h 6287"/>
                <a:gd name="T2" fmla="*/ 36875 w 1911"/>
                <a:gd name="T3" fmla="*/ 625 h 6287"/>
                <a:gd name="T4" fmla="*/ 282500 w 1911"/>
                <a:gd name="T5" fmla="*/ 2503750 h 6287"/>
                <a:gd name="T6" fmla="*/ 845625 w 1911"/>
                <a:gd name="T7" fmla="*/ 3927500 h 6287"/>
                <a:gd name="T8" fmla="*/ 1106250 w 1911"/>
                <a:gd name="T9" fmla="*/ 3928750 h 6287"/>
                <a:gd name="T10" fmla="*/ 1188750 w 1911"/>
                <a:gd name="T11" fmla="*/ 3328750 h 6287"/>
                <a:gd name="T12" fmla="*/ 36875 w 1911"/>
                <a:gd name="T13" fmla="*/ 625 h 62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11" h="6287" extrusionOk="0">
                  <a:moveTo>
                    <a:pt x="59" y="1"/>
                  </a:moveTo>
                  <a:lnTo>
                    <a:pt x="59" y="1"/>
                  </a:lnTo>
                  <a:cubicBezTo>
                    <a:pt x="26" y="1349"/>
                    <a:pt x="0" y="2735"/>
                    <a:pt x="452" y="4006"/>
                  </a:cubicBezTo>
                  <a:cubicBezTo>
                    <a:pt x="727" y="4775"/>
                    <a:pt x="1173" y="5487"/>
                    <a:pt x="1353" y="6284"/>
                  </a:cubicBezTo>
                  <a:lnTo>
                    <a:pt x="1770" y="6286"/>
                  </a:lnTo>
                  <a:cubicBezTo>
                    <a:pt x="1900" y="5987"/>
                    <a:pt x="1911" y="5651"/>
                    <a:pt x="1902" y="5326"/>
                  </a:cubicBezTo>
                  <a:cubicBezTo>
                    <a:pt x="1845" y="3405"/>
                    <a:pt x="1204" y="1547"/>
                    <a:pt x="59" y="1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  <p:sp>
          <p:nvSpPr>
            <p:cNvPr id="30738" name="Google Shape;472;p41">
              <a:extLst>
                <a:ext uri="{FF2B5EF4-FFF2-40B4-BE49-F238E27FC236}">
                  <a16:creationId xmlns:a16="http://schemas.microsoft.com/office/drawing/2014/main" id="{2A774505-ADC8-44AB-B69D-0669AF80A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7750" y="5044825"/>
              <a:ext cx="40825" cy="129000"/>
            </a:xfrm>
            <a:custGeom>
              <a:avLst/>
              <a:gdLst>
                <a:gd name="T0" fmla="*/ 758125 w 1633"/>
                <a:gd name="T1" fmla="*/ 0 h 5160"/>
                <a:gd name="T2" fmla="*/ 758125 w 1633"/>
                <a:gd name="T3" fmla="*/ 0 h 5160"/>
                <a:gd name="T4" fmla="*/ 310625 w 1633"/>
                <a:gd name="T5" fmla="*/ 1699375 h 5160"/>
                <a:gd name="T6" fmla="*/ 140625 w 1633"/>
                <a:gd name="T7" fmla="*/ 2585000 h 5160"/>
                <a:gd name="T8" fmla="*/ 625 w 1633"/>
                <a:gd name="T9" fmla="*/ 3224375 h 5160"/>
                <a:gd name="T10" fmla="*/ 279375 w 1633"/>
                <a:gd name="T11" fmla="*/ 3141875 h 5160"/>
                <a:gd name="T12" fmla="*/ 758125 w 1633"/>
                <a:gd name="T13" fmla="*/ 0 h 5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33" h="5160" extrusionOk="0">
                  <a:moveTo>
                    <a:pt x="1213" y="0"/>
                  </a:moveTo>
                  <a:lnTo>
                    <a:pt x="1213" y="0"/>
                  </a:lnTo>
                  <a:cubicBezTo>
                    <a:pt x="974" y="907"/>
                    <a:pt x="737" y="1812"/>
                    <a:pt x="497" y="2719"/>
                  </a:cubicBezTo>
                  <a:cubicBezTo>
                    <a:pt x="374" y="3185"/>
                    <a:pt x="249" y="3655"/>
                    <a:pt x="225" y="4136"/>
                  </a:cubicBezTo>
                  <a:cubicBezTo>
                    <a:pt x="205" y="4491"/>
                    <a:pt x="229" y="4887"/>
                    <a:pt x="1" y="5159"/>
                  </a:cubicBezTo>
                  <a:lnTo>
                    <a:pt x="447" y="5027"/>
                  </a:lnTo>
                  <a:cubicBezTo>
                    <a:pt x="1352" y="3541"/>
                    <a:pt x="1633" y="1689"/>
                    <a:pt x="121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21900" tIns="121900" rIns="121900" bIns="121900" anchor="ctr"/>
            <a:lstStyle/>
            <a:p>
              <a:endParaRPr lang="en-ID" sz="2400"/>
            </a:p>
          </p:txBody>
        </p:sp>
      </p:grpSp>
      <p:sp>
        <p:nvSpPr>
          <p:cNvPr id="30724" name="Google Shape;473;p41">
            <a:extLst>
              <a:ext uri="{FF2B5EF4-FFF2-40B4-BE49-F238E27FC236}">
                <a16:creationId xmlns:a16="http://schemas.microsoft.com/office/drawing/2014/main" id="{B75D0AEF-1987-4DBE-B6A4-CA2FA8E88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33" y="797984"/>
            <a:ext cx="3155951" cy="5065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spcBef>
                <a:spcPts val="1333"/>
              </a:spcBef>
            </a:pPr>
            <a:r>
              <a:rPr lang="en-US" altLang="en-US" sz="1800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sebelah</a:t>
            </a:r>
            <a:r>
              <a:rPr lang="en-US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</a:rPr>
              <a:t>kiri</a:t>
            </a:r>
            <a:r>
              <a:rPr lang="en-US" altLang="en-US" sz="1600" b="1" dirty="0">
                <a:solidFill>
                  <a:srgbClr val="FF0000"/>
                </a:solidFill>
              </a:rPr>
              <a:t> (left)</a:t>
            </a: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sebelah</a:t>
            </a:r>
            <a:r>
              <a:rPr lang="en-US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en-US" sz="1600" b="1" dirty="0" err="1">
                <a:solidFill>
                  <a:srgbClr val="FF0000"/>
                </a:solidFill>
              </a:rPr>
              <a:t>kanan</a:t>
            </a:r>
            <a:r>
              <a:rPr lang="en-US" altLang="en-US" sz="1600" b="1" dirty="0">
                <a:solidFill>
                  <a:srgbClr val="FF0000"/>
                </a:solidFill>
              </a:rPr>
              <a:t> (right)</a:t>
            </a: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seberang</a:t>
            </a:r>
            <a:r>
              <a:rPr lang="en-US" altLang="en-US" sz="1600" b="1" dirty="0">
                <a:solidFill>
                  <a:srgbClr val="FF0000"/>
                </a:solidFill>
              </a:rPr>
              <a:t> (across by)</a:t>
            </a: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depan</a:t>
            </a:r>
            <a:r>
              <a:rPr lang="en-US" altLang="en-US" sz="1600" b="1" dirty="0">
                <a:solidFill>
                  <a:srgbClr val="FF0000"/>
                </a:solidFill>
              </a:rPr>
              <a:t> (front)</a:t>
            </a: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belakang</a:t>
            </a:r>
            <a:r>
              <a:rPr lang="en-US" altLang="en-US" sz="1600" b="1" dirty="0">
                <a:solidFill>
                  <a:srgbClr val="FF0000"/>
                </a:solidFill>
              </a:rPr>
              <a:t> (behind)</a:t>
            </a: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samping</a:t>
            </a:r>
            <a:r>
              <a:rPr lang="en-US" altLang="en-US" sz="1600" b="1" dirty="0">
                <a:solidFill>
                  <a:srgbClr val="FF0000"/>
                </a:solidFill>
              </a:rPr>
              <a:t> (side)</a:t>
            </a: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atas</a:t>
            </a:r>
            <a:endParaRPr lang="en-US" altLang="en-US" sz="16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bawah</a:t>
            </a:r>
            <a:endParaRPr lang="en-US" altLang="en-US" sz="1600" b="1" dirty="0">
              <a:solidFill>
                <a:srgbClr val="FF0000"/>
              </a:solidFill>
            </a:endParaRP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dalam</a:t>
            </a:r>
            <a:r>
              <a:rPr lang="en-US" altLang="en-US" sz="1600" b="1" dirty="0">
                <a:solidFill>
                  <a:srgbClr val="FF0000"/>
                </a:solidFill>
              </a:rPr>
              <a:t> (inside)</a:t>
            </a: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luar</a:t>
            </a:r>
            <a:r>
              <a:rPr lang="en-US" altLang="en-US" sz="1600" b="1" dirty="0">
                <a:solidFill>
                  <a:srgbClr val="FF0000"/>
                </a:solidFill>
              </a:rPr>
              <a:t> (outside)</a:t>
            </a: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chemeClr val="hlink"/>
                </a:solidFill>
              </a:rPr>
              <a:t>•</a:t>
            </a: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pojok</a:t>
            </a:r>
            <a:r>
              <a:rPr lang="en-US" altLang="en-US" sz="1600" b="1" dirty="0">
                <a:solidFill>
                  <a:srgbClr val="FF0000"/>
                </a:solidFill>
              </a:rPr>
              <a:t> (corner)</a:t>
            </a:r>
          </a:p>
          <a:p>
            <a:pPr>
              <a:spcBef>
                <a:spcPts val="1333"/>
              </a:spcBef>
            </a:pPr>
            <a:r>
              <a:rPr lang="en-US" altLang="en-US" sz="1600" b="1" dirty="0">
                <a:solidFill>
                  <a:srgbClr val="FF0000"/>
                </a:solidFill>
              </a:rPr>
              <a:t>Di </a:t>
            </a:r>
            <a:r>
              <a:rPr lang="en-US" altLang="en-US" sz="1600" b="1" dirty="0" err="1">
                <a:solidFill>
                  <a:srgbClr val="FF0000"/>
                </a:solidFill>
              </a:rPr>
              <a:t>antara</a:t>
            </a:r>
            <a:r>
              <a:rPr lang="en-US" altLang="en-US" sz="1600" b="1" dirty="0">
                <a:solidFill>
                  <a:srgbClr val="FF0000"/>
                </a:solidFill>
              </a:rPr>
              <a:t> (between)</a:t>
            </a:r>
          </a:p>
        </p:txBody>
      </p:sp>
      <p:pic>
        <p:nvPicPr>
          <p:cNvPr id="30725" name="Google Shape;474;p41">
            <a:extLst>
              <a:ext uri="{FF2B5EF4-FFF2-40B4-BE49-F238E27FC236}">
                <a16:creationId xmlns:a16="http://schemas.microsoft.com/office/drawing/2014/main" id="{EF2741D1-ABA6-445B-96F4-04C4B550A78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46567"/>
            <a:ext cx="11785600" cy="1013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Google Shape;475;p41">
            <a:extLst>
              <a:ext uri="{FF2B5EF4-FFF2-40B4-BE49-F238E27FC236}">
                <a16:creationId xmlns:a16="http://schemas.microsoft.com/office/drawing/2014/main" id="{3DCB69D5-47C2-4B14-AD74-9D9DC87F8CB7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133" y="1299634"/>
            <a:ext cx="7689851" cy="5325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Google Shape;476;p41">
            <a:extLst>
              <a:ext uri="{FF2B5EF4-FFF2-40B4-BE49-F238E27FC236}">
                <a16:creationId xmlns:a16="http://schemas.microsoft.com/office/drawing/2014/main" id="{DEFB14C9-AB48-4A3C-9569-ED63F0FD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6518" y="2072217"/>
            <a:ext cx="1566333" cy="4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333" b="1">
                <a:solidFill>
                  <a:srgbClr val="FFFFFF"/>
                </a:solidFill>
              </a:rPr>
              <a:t>Warung kopi</a:t>
            </a:r>
          </a:p>
        </p:txBody>
      </p:sp>
      <p:sp>
        <p:nvSpPr>
          <p:cNvPr id="30728" name="Google Shape;477;p41">
            <a:extLst>
              <a:ext uri="{FF2B5EF4-FFF2-40B4-BE49-F238E27FC236}">
                <a16:creationId xmlns:a16="http://schemas.microsoft.com/office/drawing/2014/main" id="{A54B0B00-DB1E-49A2-8E06-BA4783B8A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8634" y="2163233"/>
            <a:ext cx="17145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dirty="0" err="1">
                <a:solidFill>
                  <a:srgbClr val="FFFFFF"/>
                </a:solidFill>
              </a:rPr>
              <a:t>Rumah</a:t>
            </a:r>
            <a:r>
              <a:rPr lang="en-US" altLang="en-US" sz="1600" b="1" dirty="0">
                <a:solidFill>
                  <a:srgbClr val="FFFFFF"/>
                </a:solidFill>
              </a:rPr>
              <a:t> Laure</a:t>
            </a:r>
          </a:p>
        </p:txBody>
      </p:sp>
      <p:sp>
        <p:nvSpPr>
          <p:cNvPr id="30729" name="Google Shape;478;p41">
            <a:extLst>
              <a:ext uri="{FF2B5EF4-FFF2-40B4-BE49-F238E27FC236}">
                <a16:creationId xmlns:a16="http://schemas.microsoft.com/office/drawing/2014/main" id="{D0EF7E04-A9D0-49CF-9648-2377912CE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3418" y="2516717"/>
            <a:ext cx="1714500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dirty="0" err="1">
                <a:solidFill>
                  <a:srgbClr val="FFFFFF"/>
                </a:solidFill>
              </a:rPr>
              <a:t>Rumah</a:t>
            </a:r>
            <a:r>
              <a:rPr lang="en-US" altLang="en-US" sz="1600" b="1" dirty="0">
                <a:solidFill>
                  <a:srgbClr val="FFFFFF"/>
                </a:solidFill>
              </a:rPr>
              <a:t> </a:t>
            </a:r>
            <a:r>
              <a:rPr lang="en-US" altLang="en-US" sz="1600" b="1" dirty="0" err="1">
                <a:solidFill>
                  <a:srgbClr val="FFFFFF"/>
                </a:solidFill>
              </a:rPr>
              <a:t>Adilla</a:t>
            </a:r>
            <a:endParaRPr lang="en-US" altLang="en-US" sz="1600" b="1" dirty="0">
              <a:solidFill>
                <a:srgbClr val="FFFFFF"/>
              </a:solidFill>
            </a:endParaRPr>
          </a:p>
        </p:txBody>
      </p:sp>
      <p:sp>
        <p:nvSpPr>
          <p:cNvPr id="30730" name="Google Shape;479;p41">
            <a:extLst>
              <a:ext uri="{FF2B5EF4-FFF2-40B4-BE49-F238E27FC236}">
                <a16:creationId xmlns:a16="http://schemas.microsoft.com/office/drawing/2014/main" id="{D4A0E116-44A4-4349-9E04-6D9C421DB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667" y="6102351"/>
            <a:ext cx="1799167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FFFF"/>
                </a:solidFill>
              </a:rPr>
              <a:t>Taman</a:t>
            </a:r>
            <a:endParaRPr lang="en-US" altLang="en-US" sz="1600" b="1">
              <a:solidFill>
                <a:srgbClr val="152041"/>
              </a:solidFill>
            </a:endParaRPr>
          </a:p>
        </p:txBody>
      </p:sp>
      <p:sp>
        <p:nvSpPr>
          <p:cNvPr id="30731" name="Google Shape;480;p41">
            <a:extLst>
              <a:ext uri="{FF2B5EF4-FFF2-40B4-BE49-F238E27FC236}">
                <a16:creationId xmlns:a16="http://schemas.microsoft.com/office/drawing/2014/main" id="{5E54D8C7-A52D-40BC-B675-90200CF6C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9018" y="1504951"/>
            <a:ext cx="1502833" cy="451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333" b="1" dirty="0" err="1">
                <a:solidFill>
                  <a:srgbClr val="FFFFFF"/>
                </a:solidFill>
              </a:rPr>
              <a:t>Rumah</a:t>
            </a:r>
            <a:r>
              <a:rPr lang="en-US" altLang="en-US" sz="1333" b="1" dirty="0">
                <a:solidFill>
                  <a:srgbClr val="FFFFFF"/>
                </a:solidFill>
              </a:rPr>
              <a:t> </a:t>
            </a:r>
            <a:r>
              <a:rPr lang="en-US" altLang="en-US" sz="1333" b="1" dirty="0" err="1">
                <a:solidFill>
                  <a:srgbClr val="FFFFFF"/>
                </a:solidFill>
              </a:rPr>
              <a:t>Zaw</a:t>
            </a:r>
            <a:endParaRPr lang="en-US" altLang="en-US" sz="1333" b="1" dirty="0">
              <a:solidFill>
                <a:srgbClr val="FFFFFF"/>
              </a:solidFill>
            </a:endParaRPr>
          </a:p>
        </p:txBody>
      </p:sp>
      <p:sp>
        <p:nvSpPr>
          <p:cNvPr id="30732" name="Google Shape;481;p41">
            <a:extLst>
              <a:ext uri="{FF2B5EF4-FFF2-40B4-BE49-F238E27FC236}">
                <a16:creationId xmlns:a16="http://schemas.microsoft.com/office/drawing/2014/main" id="{3E025CD3-3B7B-45B4-8AD0-D65B02C91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9134" y="1365251"/>
            <a:ext cx="1424517" cy="49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>
            <a:spAutoFit/>
          </a:bodyPr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FFFF"/>
                </a:solidFill>
              </a:rPr>
              <a:t>sekolah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78AE4F-FBCE-4B2D-8AF7-1B370EA761CB}"/>
              </a:ext>
            </a:extLst>
          </p:cNvPr>
          <p:cNvSpPr/>
          <p:nvPr/>
        </p:nvSpPr>
        <p:spPr>
          <a:xfrm>
            <a:off x="3630084" y="139701"/>
            <a:ext cx="4942416" cy="69215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000000"/>
              </a:buClr>
              <a:defRPr/>
            </a:pPr>
            <a:r>
              <a:rPr lang="en-US" sz="4267" b="1" kern="0" dirty="0">
                <a:latin typeface="+mj-lt"/>
                <a:sym typeface="Arial"/>
              </a:rPr>
              <a:t>LOKASI</a:t>
            </a:r>
            <a:endParaRPr lang="en-ID" sz="4267" b="1" kern="0" dirty="0">
              <a:latin typeface="+mj-lt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92" y="56954"/>
            <a:ext cx="11140225" cy="897005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Petunjuk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Arah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819789"/>
              </p:ext>
            </p:extLst>
          </p:nvPr>
        </p:nvGraphicFramePr>
        <p:xfrm>
          <a:off x="553791" y="1123080"/>
          <a:ext cx="10118220" cy="563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59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9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7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161">
                <a:tc>
                  <a:txBody>
                    <a:bodyPr/>
                    <a:lstStyle/>
                    <a:p>
                      <a:r>
                        <a:rPr lang="en-US" sz="2800" dirty="0" err="1"/>
                        <a:t>Belok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kanan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Turn right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161">
                <a:tc>
                  <a:txBody>
                    <a:bodyPr/>
                    <a:lstStyle/>
                    <a:p>
                      <a:r>
                        <a:rPr lang="en-US" sz="2800" dirty="0" err="1"/>
                        <a:t>Belok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kiri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Turn left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161">
                <a:tc>
                  <a:txBody>
                    <a:bodyPr/>
                    <a:lstStyle/>
                    <a:p>
                      <a:r>
                        <a:rPr lang="en-US" sz="2800" dirty="0" err="1"/>
                        <a:t>Lurus</a:t>
                      </a:r>
                      <a:r>
                        <a:rPr lang="en-US" sz="28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Forward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161">
                <a:tc>
                  <a:txBody>
                    <a:bodyPr/>
                    <a:lstStyle/>
                    <a:p>
                      <a:r>
                        <a:rPr lang="en-US" sz="2800" dirty="0" err="1"/>
                        <a:t>Putar</a:t>
                      </a:r>
                      <a:r>
                        <a:rPr lang="en-US" sz="2800" dirty="0"/>
                        <a:t> </a:t>
                      </a:r>
                      <a:r>
                        <a:rPr lang="en-US" sz="2800" dirty="0" err="1"/>
                        <a:t>balik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U turn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6161">
                <a:tc>
                  <a:txBody>
                    <a:bodyPr/>
                    <a:lstStyle/>
                    <a:p>
                      <a:r>
                        <a:rPr lang="en-US" sz="2800" dirty="0" err="1"/>
                        <a:t>mundur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Backward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161">
                <a:tc>
                  <a:txBody>
                    <a:bodyPr/>
                    <a:lstStyle/>
                    <a:p>
                      <a:r>
                        <a:rPr lang="en-US" sz="2800" dirty="0" err="1"/>
                        <a:t>Jembatan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err="1"/>
                        <a:t>Brigde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161">
                <a:tc>
                  <a:txBody>
                    <a:bodyPr/>
                    <a:lstStyle/>
                    <a:p>
                      <a:r>
                        <a:rPr lang="en-US" sz="2800" dirty="0" err="1"/>
                        <a:t>Berhenti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Stop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6161">
                <a:tc>
                  <a:txBody>
                    <a:bodyPr/>
                    <a:lstStyle/>
                    <a:p>
                      <a:r>
                        <a:rPr lang="en-US" sz="2800" dirty="0" err="1"/>
                        <a:t>Sampai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Arrive / until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6161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6161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766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1EE6F5-3498-4885-9887-229FFD1BFB72}"/>
              </a:ext>
            </a:extLst>
          </p:cNvPr>
          <p:cNvSpPr/>
          <p:nvPr/>
        </p:nvSpPr>
        <p:spPr>
          <a:xfrm>
            <a:off x="4431882" y="0"/>
            <a:ext cx="2990196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3D4104-4D55-4DFF-B5C7-79B30C4EFEED}"/>
              </a:ext>
            </a:extLst>
          </p:cNvPr>
          <p:cNvSpPr/>
          <p:nvPr/>
        </p:nvSpPr>
        <p:spPr>
          <a:xfrm rot="5400000">
            <a:off x="5763616" y="-3890160"/>
            <a:ext cx="664763" cy="1219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CF431-6643-493D-8738-0E2124602D4C}"/>
              </a:ext>
            </a:extLst>
          </p:cNvPr>
          <p:cNvSpPr/>
          <p:nvPr/>
        </p:nvSpPr>
        <p:spPr>
          <a:xfrm rot="5400000">
            <a:off x="5763617" y="-1375693"/>
            <a:ext cx="664763" cy="121920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55FD7CF-7363-439E-8BE9-1BC9B1E9CF63}"/>
              </a:ext>
            </a:extLst>
          </p:cNvPr>
          <p:cNvSpPr/>
          <p:nvPr/>
        </p:nvSpPr>
        <p:spPr>
          <a:xfrm>
            <a:off x="3099715" y="2493613"/>
            <a:ext cx="558926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ID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DA020A4-6C99-48E9-8A9E-8B91F1BF49CD}"/>
              </a:ext>
            </a:extLst>
          </p:cNvPr>
          <p:cNvSpPr/>
          <p:nvPr/>
        </p:nvSpPr>
        <p:spPr>
          <a:xfrm>
            <a:off x="3094917" y="2493613"/>
            <a:ext cx="5663037" cy="189431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Dari </a:t>
            </a:r>
            <a:r>
              <a:rPr lang="en-US" sz="2000">
                <a:solidFill>
                  <a:schemeClr val="tx1"/>
                </a:solidFill>
              </a:rPr>
              <a:t>lobby Anda </a:t>
            </a:r>
            <a:r>
              <a:rPr lang="en-US" sz="2000" dirty="0" err="1">
                <a:solidFill>
                  <a:schemeClr val="tx1"/>
                </a:solidFill>
              </a:rPr>
              <a:t>belok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kanan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chemeClr val="tx1"/>
                </a:solidFill>
              </a:rPr>
              <a:t>lalu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belok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kiri,lalu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belok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kanan</a:t>
            </a:r>
            <a:r>
              <a:rPr lang="en-US" sz="2000" dirty="0">
                <a:solidFill>
                  <a:schemeClr val="tx1"/>
                </a:solidFill>
              </a:rPr>
              <a:t>. Toilet </a:t>
            </a:r>
            <a:r>
              <a:rPr lang="en-US" sz="2000" dirty="0" err="1">
                <a:solidFill>
                  <a:schemeClr val="tx1"/>
                </a:solidFill>
              </a:rPr>
              <a:t>pria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ada</a:t>
            </a:r>
            <a:r>
              <a:rPr lang="en-US" sz="2000" dirty="0">
                <a:solidFill>
                  <a:schemeClr val="tx1"/>
                </a:solidFill>
              </a:rPr>
              <a:t> di </a:t>
            </a:r>
            <a:r>
              <a:rPr lang="en-US" sz="2000" dirty="0" err="1">
                <a:solidFill>
                  <a:schemeClr val="tx1"/>
                </a:solidFill>
              </a:rPr>
              <a:t>sebelah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kanan</a:t>
            </a:r>
            <a:r>
              <a:rPr lang="en-US" sz="2000" dirty="0">
                <a:solidFill>
                  <a:schemeClr val="tx1"/>
                </a:solidFill>
              </a:rPr>
              <a:t> Anda</a:t>
            </a:r>
          </a:p>
          <a:p>
            <a:pPr algn="ctr"/>
            <a:endParaRPr lang="en-ID" sz="2000" dirty="0">
              <a:solidFill>
                <a:srgbClr val="FF0000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F5176C-F173-49E7-8961-91C23699D38E}"/>
              </a:ext>
            </a:extLst>
          </p:cNvPr>
          <p:cNvSpPr/>
          <p:nvPr/>
        </p:nvSpPr>
        <p:spPr>
          <a:xfrm>
            <a:off x="2413179" y="1873458"/>
            <a:ext cx="751805" cy="31792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2EC992-5BAA-4A8B-B7E3-677B1C88DD63}"/>
              </a:ext>
            </a:extLst>
          </p:cNvPr>
          <p:cNvSpPr/>
          <p:nvPr/>
        </p:nvSpPr>
        <p:spPr>
          <a:xfrm>
            <a:off x="8688976" y="1873458"/>
            <a:ext cx="750716" cy="31792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966F50-4097-4FD2-9C3A-68E87E4BE026}"/>
              </a:ext>
            </a:extLst>
          </p:cNvPr>
          <p:cNvSpPr/>
          <p:nvPr/>
        </p:nvSpPr>
        <p:spPr>
          <a:xfrm>
            <a:off x="5451654" y="3843145"/>
            <a:ext cx="12886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LOBBY</a:t>
            </a:r>
            <a:endParaRPr lang="en-ID" sz="32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1C31BA-C3BC-4F35-A698-0AC2605E6B27}"/>
              </a:ext>
            </a:extLst>
          </p:cNvPr>
          <p:cNvSpPr/>
          <p:nvPr/>
        </p:nvSpPr>
        <p:spPr>
          <a:xfrm>
            <a:off x="9611704" y="2601335"/>
            <a:ext cx="2380522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Toilet </a:t>
            </a:r>
            <a:r>
              <a:rPr lang="en-US" sz="3200" b="1" dirty="0" err="1"/>
              <a:t>pria</a:t>
            </a:r>
            <a:endParaRPr lang="en-ID" sz="3200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EB4DB7-FF1B-495B-9F1B-A21DEB30396B}"/>
              </a:ext>
            </a:extLst>
          </p:cNvPr>
          <p:cNvSpPr/>
          <p:nvPr/>
        </p:nvSpPr>
        <p:spPr>
          <a:xfrm>
            <a:off x="9611704" y="3662406"/>
            <a:ext cx="2380523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sz="3200" b="1" dirty="0"/>
              <a:t>Toilet </a:t>
            </a:r>
            <a:r>
              <a:rPr lang="en-US" sz="3200" b="1" dirty="0" err="1"/>
              <a:t>wanita</a:t>
            </a:r>
            <a:endParaRPr lang="en-ID" sz="3200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C6DB6DE-7912-416B-93A1-94F85ADCE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9498" y="274505"/>
            <a:ext cx="2158955" cy="144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nike logo vector, nike icon free vector 20190687 Vector Art ...">
            <a:extLst>
              <a:ext uri="{FF2B5EF4-FFF2-40B4-BE49-F238E27FC236}">
                <a16:creationId xmlns:a16="http://schemas.microsoft.com/office/drawing/2014/main" id="{ED21625A-ED3F-4E1F-A9E5-FFECA493A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916" y="45951"/>
            <a:ext cx="1805310" cy="1805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C95CF5C1-64F2-4C4C-B581-201BCC53B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4" y="5163017"/>
            <a:ext cx="2195145" cy="1664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Mengenal Colonel Sanders, Pria Berjenggot di Balik Logo KFC ...">
            <a:extLst>
              <a:ext uri="{FF2B5EF4-FFF2-40B4-BE49-F238E27FC236}">
                <a16:creationId xmlns:a16="http://schemas.microsoft.com/office/drawing/2014/main" id="{B9002926-D4D1-4ECB-9898-4E14FDC4C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30" r="21069"/>
          <a:stretch/>
        </p:blipFill>
        <p:spPr bwMode="auto">
          <a:xfrm>
            <a:off x="2472451" y="5114065"/>
            <a:ext cx="1702918" cy="171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Zara Ganti Logo Lagi, Kali Ini Pakai Desain Huruf Tumpang Tindih">
            <a:extLst>
              <a:ext uri="{FF2B5EF4-FFF2-40B4-BE49-F238E27FC236}">
                <a16:creationId xmlns:a16="http://schemas.microsoft.com/office/drawing/2014/main" id="{5E70FBE4-FC3B-4E9D-B4F5-745294876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8" y="226325"/>
            <a:ext cx="1992581" cy="132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>
            <a:extLst>
              <a:ext uri="{FF2B5EF4-FFF2-40B4-BE49-F238E27FC236}">
                <a16:creationId xmlns:a16="http://schemas.microsoft.com/office/drawing/2014/main" id="{F6FEA386-387E-4BAB-8EF9-608A0BE04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981" y="183068"/>
            <a:ext cx="1436438" cy="148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Shoes and Care - Sejarah dan Signifikansi Desain Bintang ...">
            <a:extLst>
              <a:ext uri="{FF2B5EF4-FFF2-40B4-BE49-F238E27FC236}">
                <a16:creationId xmlns:a16="http://schemas.microsoft.com/office/drawing/2014/main" id="{FC3583F4-9000-42C2-9FCC-A8A218CC1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29" y="2710361"/>
            <a:ext cx="2422408" cy="136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Pentingkah Rebranding Dalam Pemasaran? Cari Tahu Alasan Melalui Brand Dunkin'  Donuts">
            <a:extLst>
              <a:ext uri="{FF2B5EF4-FFF2-40B4-BE49-F238E27FC236}">
                <a16:creationId xmlns:a16="http://schemas.microsoft.com/office/drawing/2014/main" id="{E2D50C3D-A681-44CD-B567-4E975A527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8394" y="5062062"/>
            <a:ext cx="2151155" cy="176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Starbucks - Wikipedia">
            <a:extLst>
              <a:ext uri="{FF2B5EF4-FFF2-40B4-BE49-F238E27FC236}">
                <a16:creationId xmlns:a16="http://schemas.microsoft.com/office/drawing/2014/main" id="{5D17F653-E48D-4ED6-9F56-96A0CDA7B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6916" y="5062062"/>
            <a:ext cx="1731994" cy="175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F433A3D-8F21-42F9-8F71-3F3B66E7D715}"/>
              </a:ext>
            </a:extLst>
          </p:cNvPr>
          <p:cNvSpPr/>
          <p:nvPr/>
        </p:nvSpPr>
        <p:spPr>
          <a:xfrm>
            <a:off x="4412916" y="5589741"/>
            <a:ext cx="3009162" cy="5847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 err="1"/>
              <a:t>Pintu</a:t>
            </a:r>
            <a:r>
              <a:rPr lang="en-US" sz="3200" b="1" dirty="0"/>
              <a:t> </a:t>
            </a:r>
            <a:r>
              <a:rPr lang="en-US" sz="3200" b="1" dirty="0" err="1"/>
              <a:t>utama</a:t>
            </a:r>
            <a:endParaRPr lang="en-ID" sz="3200" b="1" dirty="0"/>
          </a:p>
        </p:txBody>
      </p:sp>
    </p:spTree>
    <p:extLst>
      <p:ext uri="{BB962C8B-B14F-4D97-AF65-F5344CB8AC3E}">
        <p14:creationId xmlns:p14="http://schemas.microsoft.com/office/powerpoint/2010/main" val="64503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81115" y="4043966"/>
            <a:ext cx="3910885" cy="2570878"/>
          </a:xfrm>
        </p:spPr>
        <p:txBody>
          <a:bodyPr/>
          <a:lstStyle/>
          <a:p>
            <a:r>
              <a:rPr lang="en-US" dirty="0"/>
              <a:t>U turn: </a:t>
            </a:r>
            <a:r>
              <a:rPr lang="en-US" dirty="0" err="1"/>
              <a:t>putar</a:t>
            </a:r>
            <a:r>
              <a:rPr lang="en-US" dirty="0"/>
              <a:t> </a:t>
            </a:r>
            <a:r>
              <a:rPr lang="en-US" dirty="0" err="1"/>
              <a:t>balik</a:t>
            </a:r>
            <a:endParaRPr lang="en-US" dirty="0"/>
          </a:p>
          <a:p>
            <a:r>
              <a:rPr lang="en-US" dirty="0"/>
              <a:t>Bridge: </a:t>
            </a:r>
            <a:r>
              <a:rPr lang="en-US" dirty="0" err="1"/>
              <a:t>jembatan</a:t>
            </a:r>
            <a:endParaRPr lang="en-US" dirty="0"/>
          </a:p>
          <a:p>
            <a:r>
              <a:rPr lang="en-US" dirty="0"/>
              <a:t>Flyover: </a:t>
            </a:r>
            <a:r>
              <a:rPr lang="en-US" dirty="0" err="1"/>
              <a:t>jembatan</a:t>
            </a:r>
            <a:r>
              <a:rPr lang="en-US" dirty="0"/>
              <a:t> </a:t>
            </a:r>
            <a:r>
              <a:rPr lang="en-US" sz="2400" dirty="0" err="1"/>
              <a:t>layang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972" t="12376" r="21449" b="6646"/>
          <a:stretch/>
        </p:blipFill>
        <p:spPr>
          <a:xfrm>
            <a:off x="-77273" y="0"/>
            <a:ext cx="8097078" cy="651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53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792" y="56954"/>
            <a:ext cx="11140225" cy="897005"/>
          </a:xfrm>
          <a:solidFill>
            <a:srgbClr val="FF0000"/>
          </a:solidFill>
        </p:spPr>
        <p:txBody>
          <a:bodyPr>
            <a:norm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Petunjuk</a:t>
            </a:r>
            <a:r>
              <a:rPr lang="en-US" dirty="0">
                <a:solidFill>
                  <a:schemeClr val="bg1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rial Rounded MT Bold" panose="020F0704030504030204" pitchFamily="34" charset="0"/>
              </a:rPr>
              <a:t>Arah</a:t>
            </a:r>
            <a:endParaRPr lang="en-US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2" name="Content Placeholder 2"/>
          <p:cNvSpPr>
            <a:spLocks noGrp="1"/>
          </p:cNvSpPr>
          <p:nvPr>
            <p:ph idx="1"/>
          </p:nvPr>
        </p:nvSpPr>
        <p:spPr>
          <a:xfrm>
            <a:off x="4224807" y="1232077"/>
            <a:ext cx="3489103" cy="5561527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sebelah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kiri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sebelah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kanan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seberang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depan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belakang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samping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atas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bawah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Di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dalam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Rambu-rambu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rambu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lalulintas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Lampu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merah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Isyarat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553792" y="1326524"/>
            <a:ext cx="3489103" cy="556152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Jalan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lurus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Belok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kiri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Belok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kanan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Putar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balik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Maju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Mundur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Berhenti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Stop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Menyeberang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Lewat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/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melewati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4" name="Content Placeholder 2"/>
          <p:cNvSpPr txBox="1">
            <a:spLocks/>
          </p:cNvSpPr>
          <p:nvPr/>
        </p:nvSpPr>
        <p:spPr>
          <a:xfrm>
            <a:off x="7895822" y="1326524"/>
            <a:ext cx="3450466" cy="553147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Jalan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raya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Gang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Jembatan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Jembatan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layang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Jembatan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penyeberangan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Perempatan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Pertigaan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Perlimaan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Bundaran</a:t>
            </a:r>
            <a:endParaRPr lang="en-US" dirty="0">
              <a:solidFill>
                <a:srgbClr val="FF0000"/>
              </a:solidFill>
              <a:latin typeface="Arial Rounded MT Bold" panose="020F07040305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Penyeberangan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Arial Rounded MT Bold" panose="020F0704030504030204" pitchFamily="34" charset="0"/>
              </a:rPr>
              <a:t>jalan</a:t>
            </a:r>
            <a:r>
              <a:rPr lang="en-US" dirty="0">
                <a:solidFill>
                  <a:srgbClr val="FF0000"/>
                </a:solidFill>
                <a:latin typeface="Arial Rounded MT Bold" panose="020F0704030504030204" pitchFamily="34" charset="0"/>
              </a:rPr>
              <a:t> (zebra cross)</a:t>
            </a:r>
          </a:p>
        </p:txBody>
      </p:sp>
    </p:spTree>
    <p:extLst>
      <p:ext uri="{BB962C8B-B14F-4D97-AF65-F5344CB8AC3E}">
        <p14:creationId xmlns:p14="http://schemas.microsoft.com/office/powerpoint/2010/main" val="2716068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281115" y="4043966"/>
            <a:ext cx="3910885" cy="2570878"/>
          </a:xfrm>
        </p:spPr>
        <p:txBody>
          <a:bodyPr/>
          <a:lstStyle/>
          <a:p>
            <a:r>
              <a:rPr lang="en-US" dirty="0"/>
              <a:t>U turn: </a:t>
            </a:r>
            <a:r>
              <a:rPr lang="en-US" dirty="0" err="1"/>
              <a:t>putar</a:t>
            </a:r>
            <a:r>
              <a:rPr lang="en-US" dirty="0"/>
              <a:t> </a:t>
            </a:r>
            <a:r>
              <a:rPr lang="en-US" dirty="0" err="1"/>
              <a:t>balik</a:t>
            </a:r>
            <a:endParaRPr lang="en-US" dirty="0"/>
          </a:p>
          <a:p>
            <a:r>
              <a:rPr lang="en-US" dirty="0"/>
              <a:t>Bridge: </a:t>
            </a:r>
            <a:r>
              <a:rPr lang="en-US" dirty="0" err="1"/>
              <a:t>jembatan</a:t>
            </a:r>
            <a:endParaRPr lang="en-US" dirty="0"/>
          </a:p>
          <a:p>
            <a:r>
              <a:rPr lang="en-US" dirty="0"/>
              <a:t>Flyover: </a:t>
            </a:r>
            <a:r>
              <a:rPr lang="en-US" dirty="0" err="1"/>
              <a:t>jembatan</a:t>
            </a:r>
            <a:r>
              <a:rPr lang="en-US" dirty="0"/>
              <a:t> </a:t>
            </a:r>
            <a:r>
              <a:rPr lang="en-US" sz="2400" dirty="0" err="1"/>
              <a:t>layang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21972" t="12376" r="21449" b="6646"/>
          <a:stretch/>
        </p:blipFill>
        <p:spPr>
          <a:xfrm>
            <a:off x="-77273" y="0"/>
            <a:ext cx="8097078" cy="651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7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Single Corner Snipped 1">
            <a:extLst>
              <a:ext uri="{FF2B5EF4-FFF2-40B4-BE49-F238E27FC236}">
                <a16:creationId xmlns:a16="http://schemas.microsoft.com/office/drawing/2014/main" id="{823E5C53-27A4-4F58-A930-794A4680F9DF}"/>
              </a:ext>
            </a:extLst>
          </p:cNvPr>
          <p:cNvSpPr/>
          <p:nvPr/>
        </p:nvSpPr>
        <p:spPr>
          <a:xfrm flipH="1">
            <a:off x="1543789" y="296883"/>
            <a:ext cx="2529445" cy="6139543"/>
          </a:xfrm>
          <a:prstGeom prst="snip1Rect">
            <a:avLst>
              <a:gd name="adj" fmla="val 20398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60CDAB-2686-476A-B591-F5350BDB64B3}"/>
              </a:ext>
            </a:extLst>
          </p:cNvPr>
          <p:cNvSpPr/>
          <p:nvPr/>
        </p:nvSpPr>
        <p:spPr>
          <a:xfrm>
            <a:off x="4346368" y="296883"/>
            <a:ext cx="7053943" cy="18763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F60816-A230-4B8E-9C5F-718BE87390F8}"/>
              </a:ext>
            </a:extLst>
          </p:cNvPr>
          <p:cNvSpPr/>
          <p:nvPr/>
        </p:nvSpPr>
        <p:spPr>
          <a:xfrm>
            <a:off x="4346367" y="2428503"/>
            <a:ext cx="7053943" cy="18763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EC70F2-12BB-406D-9C4C-EE4EE4828233}"/>
              </a:ext>
            </a:extLst>
          </p:cNvPr>
          <p:cNvSpPr/>
          <p:nvPr/>
        </p:nvSpPr>
        <p:spPr>
          <a:xfrm>
            <a:off x="4366164" y="4560125"/>
            <a:ext cx="7053943" cy="18763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7773E6-3060-460D-89D4-FCA753BA26B5}"/>
              </a:ext>
            </a:extLst>
          </p:cNvPr>
          <p:cNvSpPr txBox="1"/>
          <p:nvPr/>
        </p:nvSpPr>
        <p:spPr>
          <a:xfrm>
            <a:off x="1935671" y="712377"/>
            <a:ext cx="1971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latin typeface="Bebas Neue" panose="020B0606020202050201" pitchFamily="34" charset="0"/>
              </a:rPr>
              <a:t>Lantai</a:t>
            </a:r>
            <a:r>
              <a:rPr lang="en-US" sz="4800" dirty="0">
                <a:latin typeface="Bebas Neue" panose="020B0606020202050201" pitchFamily="34" charset="0"/>
              </a:rPr>
              <a:t> 3</a:t>
            </a:r>
            <a:endParaRPr lang="en-ID" sz="4800" dirty="0">
              <a:latin typeface="Bebas Neue" panose="020B0606020202050201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59A241-453D-4DC0-ABF5-94C64968ECE4}"/>
              </a:ext>
            </a:extLst>
          </p:cNvPr>
          <p:cNvSpPr txBox="1"/>
          <p:nvPr/>
        </p:nvSpPr>
        <p:spPr>
          <a:xfrm>
            <a:off x="1935673" y="2951154"/>
            <a:ext cx="1971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latin typeface="Bebas Neue" panose="020B0606020202050201" pitchFamily="34" charset="0"/>
              </a:rPr>
              <a:t>Lantai</a:t>
            </a:r>
            <a:r>
              <a:rPr lang="en-US" sz="4800" dirty="0">
                <a:latin typeface="Bebas Neue" panose="020B0606020202050201" pitchFamily="34" charset="0"/>
              </a:rPr>
              <a:t> 2</a:t>
            </a:r>
            <a:endParaRPr lang="en-ID" sz="4800" dirty="0">
              <a:latin typeface="Bebas Neue" panose="020B0606020202050201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5AB94F-9803-4D76-BC7F-DCE6B96F6B59}"/>
              </a:ext>
            </a:extLst>
          </p:cNvPr>
          <p:cNvSpPr txBox="1"/>
          <p:nvPr/>
        </p:nvSpPr>
        <p:spPr>
          <a:xfrm>
            <a:off x="1935672" y="5082774"/>
            <a:ext cx="19713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latin typeface="Bebas Neue" panose="020B0606020202050201" pitchFamily="34" charset="0"/>
              </a:rPr>
              <a:t>Lantai</a:t>
            </a:r>
            <a:r>
              <a:rPr lang="en-US" sz="4800" dirty="0">
                <a:latin typeface="Bebas Neue" panose="020B0606020202050201" pitchFamily="34" charset="0"/>
              </a:rPr>
              <a:t> 1</a:t>
            </a:r>
            <a:endParaRPr lang="en-ID" sz="4800" dirty="0">
              <a:latin typeface="Bebas Neue" panose="020B0606020202050201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5902309-4A2D-4759-AD59-2DD8270D2874}"/>
              </a:ext>
            </a:extLst>
          </p:cNvPr>
          <p:cNvSpPr/>
          <p:nvPr/>
        </p:nvSpPr>
        <p:spPr>
          <a:xfrm>
            <a:off x="2238494" y="1516584"/>
            <a:ext cx="1252851" cy="451401"/>
          </a:xfrm>
          <a:prstGeom prst="rightArrow">
            <a:avLst>
              <a:gd name="adj1" fmla="val 19471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B9B3E4B-6916-4026-821F-50B8437A8315}"/>
              </a:ext>
            </a:extLst>
          </p:cNvPr>
          <p:cNvSpPr/>
          <p:nvPr/>
        </p:nvSpPr>
        <p:spPr>
          <a:xfrm flipH="1">
            <a:off x="2141516" y="3782151"/>
            <a:ext cx="1349829" cy="451401"/>
          </a:xfrm>
          <a:prstGeom prst="rightArrow">
            <a:avLst>
              <a:gd name="adj1" fmla="val 19471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CBB6C36-312D-4FAC-8448-B83092DABDA8}"/>
              </a:ext>
            </a:extLst>
          </p:cNvPr>
          <p:cNvSpPr/>
          <p:nvPr/>
        </p:nvSpPr>
        <p:spPr>
          <a:xfrm flipH="1">
            <a:off x="2141516" y="5812765"/>
            <a:ext cx="1349829" cy="451401"/>
          </a:xfrm>
          <a:prstGeom prst="rightArrow">
            <a:avLst>
              <a:gd name="adj1" fmla="val 19471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0EF372-7578-4B0E-9E83-FFB1AFEA17AC}"/>
              </a:ext>
            </a:extLst>
          </p:cNvPr>
          <p:cNvSpPr txBox="1"/>
          <p:nvPr/>
        </p:nvSpPr>
        <p:spPr>
          <a:xfrm>
            <a:off x="4767939" y="450203"/>
            <a:ext cx="49104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10. </a:t>
            </a:r>
            <a:r>
              <a:rPr lang="en-US" sz="3200" dirty="0" err="1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Restoran</a:t>
            </a:r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Udang</a:t>
            </a:r>
            <a:endParaRPr lang="en-US" sz="3200" dirty="0">
              <a:solidFill>
                <a:schemeClr val="bg1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9. Cafe </a:t>
            </a:r>
            <a:r>
              <a:rPr lang="en-US" sz="3200" dirty="0" err="1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Kuta</a:t>
            </a:r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 </a:t>
            </a:r>
          </a:p>
          <a:p>
            <a:r>
              <a:rPr lang="en-ID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8. Taman </a:t>
            </a:r>
            <a:r>
              <a:rPr lang="en-ID" sz="3200" dirty="0" err="1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bermain</a:t>
            </a:r>
            <a:r>
              <a:rPr lang="en-ID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ID" sz="3200" dirty="0" err="1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anak</a:t>
            </a:r>
            <a:endParaRPr lang="en-ID" sz="3200" dirty="0">
              <a:solidFill>
                <a:schemeClr val="bg1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8C6062-2735-4B6D-9683-D0F7D39AF9B1}"/>
              </a:ext>
            </a:extLst>
          </p:cNvPr>
          <p:cNvSpPr txBox="1"/>
          <p:nvPr/>
        </p:nvSpPr>
        <p:spPr>
          <a:xfrm>
            <a:off x="4767939" y="2569946"/>
            <a:ext cx="64304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7. Kolam </a:t>
            </a:r>
            <a:r>
              <a:rPr lang="en-US" sz="3200" dirty="0" err="1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Renang</a:t>
            </a:r>
            <a:endParaRPr lang="en-US" sz="3200" dirty="0">
              <a:solidFill>
                <a:schemeClr val="bg1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6. </a:t>
            </a:r>
            <a:r>
              <a:rPr lang="en-US" sz="3200" dirty="0" err="1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Tempat</a:t>
            </a:r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olahraga</a:t>
            </a:r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(gym)</a:t>
            </a:r>
          </a:p>
          <a:p>
            <a:r>
              <a:rPr lang="en-ID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5. </a:t>
            </a:r>
            <a:r>
              <a:rPr lang="en-ID" sz="3200" dirty="0" err="1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Tempat</a:t>
            </a:r>
            <a:r>
              <a:rPr lang="en-ID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ID" sz="3200" dirty="0" err="1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Pijat</a:t>
            </a:r>
            <a:r>
              <a:rPr lang="en-ID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(Spa)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A36DF7-1965-4032-BEBE-B6C93949C80F}"/>
              </a:ext>
            </a:extLst>
          </p:cNvPr>
          <p:cNvSpPr txBox="1"/>
          <p:nvPr/>
        </p:nvSpPr>
        <p:spPr>
          <a:xfrm>
            <a:off x="4670961" y="4713442"/>
            <a:ext cx="49104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Lobby</a:t>
            </a:r>
          </a:p>
          <a:p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2. Kantor marketing</a:t>
            </a:r>
          </a:p>
          <a:p>
            <a:r>
              <a:rPr lang="en-US" sz="3200" dirty="0">
                <a:solidFill>
                  <a:schemeClr val="bg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Toilet</a:t>
            </a:r>
            <a:endParaRPr lang="en-ID" sz="3200" dirty="0">
              <a:solidFill>
                <a:schemeClr val="bg1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8877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C1E644-001B-4C5D-B5B2-72EE8F464AA2}"/>
              </a:ext>
            </a:extLst>
          </p:cNvPr>
          <p:cNvSpPr/>
          <p:nvPr/>
        </p:nvSpPr>
        <p:spPr>
          <a:xfrm>
            <a:off x="580815" y="464558"/>
            <a:ext cx="8855793" cy="22467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800" b="1" dirty="0" err="1"/>
              <a:t>Dimana</a:t>
            </a:r>
            <a:r>
              <a:rPr lang="en-US" sz="2800" b="1" dirty="0"/>
              <a:t> </a:t>
            </a:r>
            <a:r>
              <a:rPr lang="en-US" sz="2800" b="1" dirty="0" err="1"/>
              <a:t>ruang</a:t>
            </a:r>
            <a:r>
              <a:rPr lang="en-US" sz="2800" b="1" dirty="0"/>
              <a:t> marketing?</a:t>
            </a:r>
          </a:p>
          <a:p>
            <a:endParaRPr lang="en-US" sz="2800" b="1" dirty="0"/>
          </a:p>
          <a:p>
            <a:r>
              <a:rPr lang="en-US" sz="2800" b="1" dirty="0"/>
              <a:t>Untuk </a:t>
            </a:r>
            <a:r>
              <a:rPr lang="en-US" sz="2800" b="1" dirty="0" err="1"/>
              <a:t>ke</a:t>
            </a:r>
            <a:r>
              <a:rPr lang="en-US" sz="2800" b="1" dirty="0"/>
              <a:t> Kantor Marketing, Anda bisa </a:t>
            </a:r>
            <a:r>
              <a:rPr lang="en-US" sz="2800" b="1" dirty="0" err="1"/>
              <a:t>belok</a:t>
            </a:r>
            <a:r>
              <a:rPr lang="en-US" sz="2800" b="1" dirty="0"/>
              <a:t> </a:t>
            </a:r>
            <a:r>
              <a:rPr lang="en-US" sz="2800" b="1" dirty="0" err="1"/>
              <a:t>kiri</a:t>
            </a:r>
            <a:r>
              <a:rPr lang="en-US" sz="2800" b="1" dirty="0"/>
              <a:t> </a:t>
            </a:r>
            <a:r>
              <a:rPr lang="en-US" sz="2800" b="1" dirty="0" err="1"/>
              <a:t>ke</a:t>
            </a:r>
            <a:r>
              <a:rPr lang="en-US" sz="2800" b="1" dirty="0"/>
              <a:t> lift. </a:t>
            </a:r>
            <a:r>
              <a:rPr lang="en-US" sz="2800" b="1" dirty="0" err="1"/>
              <a:t>Pergi</a:t>
            </a:r>
            <a:r>
              <a:rPr lang="en-US" sz="2800" b="1" dirty="0"/>
              <a:t> </a:t>
            </a:r>
            <a:r>
              <a:rPr lang="en-US" sz="2800" b="1" dirty="0" err="1"/>
              <a:t>ke</a:t>
            </a:r>
            <a:r>
              <a:rPr lang="en-US" sz="2800" b="1" dirty="0"/>
              <a:t> </a:t>
            </a:r>
            <a:r>
              <a:rPr lang="en-US" sz="2800" b="1" dirty="0" err="1"/>
              <a:t>lantai</a:t>
            </a:r>
            <a:r>
              <a:rPr lang="en-US" sz="2800" b="1" dirty="0"/>
              <a:t> 1. </a:t>
            </a:r>
            <a:r>
              <a:rPr lang="en-US" sz="2800" b="1" dirty="0" err="1"/>
              <a:t>anda</a:t>
            </a:r>
            <a:r>
              <a:rPr lang="en-US" sz="2800" b="1" dirty="0"/>
              <a:t> </a:t>
            </a:r>
            <a:r>
              <a:rPr lang="en-US" sz="2800" b="1" dirty="0" err="1"/>
              <a:t>pergi</a:t>
            </a:r>
            <a:r>
              <a:rPr lang="en-US" sz="2800" b="1" dirty="0"/>
              <a:t> </a:t>
            </a:r>
            <a:r>
              <a:rPr lang="en-US" sz="2800" b="1" dirty="0" err="1"/>
              <a:t>ke</a:t>
            </a:r>
            <a:r>
              <a:rPr lang="en-US" sz="2800" b="1" dirty="0"/>
              <a:t> </a:t>
            </a:r>
            <a:r>
              <a:rPr lang="en-US" sz="2800" b="1" dirty="0" err="1"/>
              <a:t>ruang</a:t>
            </a:r>
            <a:r>
              <a:rPr lang="en-US" sz="2800" b="1" dirty="0"/>
              <a:t> </a:t>
            </a:r>
            <a:r>
              <a:rPr lang="en-US" sz="2800" b="1" dirty="0" err="1"/>
              <a:t>nomer</a:t>
            </a:r>
            <a:r>
              <a:rPr lang="en-US" sz="2800" b="1" dirty="0"/>
              <a:t> 2. </a:t>
            </a:r>
            <a:r>
              <a:rPr lang="en-US" sz="2800" b="1" dirty="0" err="1"/>
              <a:t>itu</a:t>
            </a:r>
            <a:r>
              <a:rPr lang="en-US" sz="2800" b="1" dirty="0"/>
              <a:t> </a:t>
            </a:r>
            <a:r>
              <a:rPr lang="en-US" sz="2800" b="1" dirty="0" err="1"/>
              <a:t>adalah</a:t>
            </a:r>
            <a:r>
              <a:rPr lang="en-US" sz="2800" b="1" dirty="0"/>
              <a:t> </a:t>
            </a:r>
            <a:r>
              <a:rPr lang="en-US" sz="2800" b="1" dirty="0" err="1"/>
              <a:t>ruang</a:t>
            </a:r>
            <a:r>
              <a:rPr lang="en-US" sz="2800" b="1" dirty="0"/>
              <a:t> marketing</a:t>
            </a:r>
            <a:endParaRPr lang="en-ID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DE1FEA-1662-41DB-ADC7-BEA0F6DF25EC}"/>
              </a:ext>
            </a:extLst>
          </p:cNvPr>
          <p:cNvSpPr/>
          <p:nvPr/>
        </p:nvSpPr>
        <p:spPr>
          <a:xfrm>
            <a:off x="580814" y="3867912"/>
            <a:ext cx="8855793" cy="181588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 err="1"/>
              <a:t>Dimana</a:t>
            </a:r>
            <a:r>
              <a:rPr lang="en-US" sz="2800" b="1" dirty="0"/>
              <a:t> Café </a:t>
            </a:r>
            <a:r>
              <a:rPr lang="en-US" sz="2800" b="1" dirty="0" err="1"/>
              <a:t>Kuta</a:t>
            </a:r>
            <a:r>
              <a:rPr lang="en-US" sz="2800" b="1" dirty="0"/>
              <a:t>?</a:t>
            </a:r>
          </a:p>
          <a:p>
            <a:endParaRPr lang="en-US" sz="2800" b="1" dirty="0"/>
          </a:p>
          <a:p>
            <a:r>
              <a:rPr lang="en-US" sz="2800" b="1" dirty="0"/>
              <a:t>Untuk </a:t>
            </a:r>
            <a:r>
              <a:rPr lang="en-US" sz="2800" b="1" dirty="0" err="1"/>
              <a:t>ke</a:t>
            </a:r>
            <a:r>
              <a:rPr lang="en-US" sz="2800" b="1" dirty="0"/>
              <a:t> Café </a:t>
            </a:r>
            <a:r>
              <a:rPr lang="en-US" sz="2800" b="1" dirty="0" err="1"/>
              <a:t>Kuta</a:t>
            </a:r>
            <a:r>
              <a:rPr lang="en-US" sz="2800" b="1" dirty="0"/>
              <a:t>, Anda bisa </a:t>
            </a:r>
            <a:r>
              <a:rPr lang="en-US" sz="2800" b="1" dirty="0" err="1"/>
              <a:t>belok</a:t>
            </a:r>
            <a:r>
              <a:rPr lang="en-US" sz="2800" b="1" dirty="0"/>
              <a:t> </a:t>
            </a:r>
            <a:r>
              <a:rPr lang="en-US" sz="2800" b="1" dirty="0" err="1"/>
              <a:t>kanan</a:t>
            </a:r>
            <a:r>
              <a:rPr lang="en-US" sz="2800" b="1" dirty="0"/>
              <a:t> </a:t>
            </a:r>
            <a:r>
              <a:rPr lang="en-US" sz="2800" b="1" dirty="0" err="1"/>
              <a:t>ke</a:t>
            </a:r>
            <a:r>
              <a:rPr lang="en-US" sz="2800" b="1" dirty="0"/>
              <a:t> lift. </a:t>
            </a:r>
            <a:r>
              <a:rPr lang="en-US" sz="2800" b="1" dirty="0" err="1"/>
              <a:t>Pergi</a:t>
            </a:r>
            <a:r>
              <a:rPr lang="en-US" sz="2800" b="1" dirty="0"/>
              <a:t> </a:t>
            </a:r>
            <a:r>
              <a:rPr lang="en-US" sz="2800" b="1" dirty="0" err="1"/>
              <a:t>ke</a:t>
            </a:r>
            <a:r>
              <a:rPr lang="en-US" sz="2800" b="1" dirty="0"/>
              <a:t> </a:t>
            </a:r>
            <a:r>
              <a:rPr lang="en-US" sz="2800" b="1" dirty="0" err="1"/>
              <a:t>lantai</a:t>
            </a:r>
            <a:r>
              <a:rPr lang="en-US" sz="2800" b="1" dirty="0"/>
              <a:t> 3. </a:t>
            </a:r>
            <a:r>
              <a:rPr lang="en-US" sz="2800" b="1" dirty="0" err="1"/>
              <a:t>anda</a:t>
            </a:r>
            <a:r>
              <a:rPr lang="en-US" sz="2800" b="1" dirty="0"/>
              <a:t> </a:t>
            </a:r>
            <a:r>
              <a:rPr lang="en-US" sz="2800" b="1" dirty="0" err="1"/>
              <a:t>pergi</a:t>
            </a:r>
            <a:r>
              <a:rPr lang="en-US" sz="2800" b="1" dirty="0"/>
              <a:t> </a:t>
            </a:r>
            <a:r>
              <a:rPr lang="en-US" sz="2800" b="1" dirty="0" err="1"/>
              <a:t>ke</a:t>
            </a:r>
            <a:r>
              <a:rPr lang="en-US" sz="2800" b="1" dirty="0"/>
              <a:t> </a:t>
            </a:r>
            <a:r>
              <a:rPr lang="en-US" sz="2800" b="1" dirty="0" err="1"/>
              <a:t>ruang</a:t>
            </a:r>
            <a:r>
              <a:rPr lang="en-US" sz="2800" b="1" dirty="0"/>
              <a:t> </a:t>
            </a:r>
            <a:r>
              <a:rPr lang="en-US" sz="2800" b="1" dirty="0" err="1"/>
              <a:t>nomer</a:t>
            </a:r>
            <a:r>
              <a:rPr lang="en-US" sz="2800" b="1" dirty="0"/>
              <a:t> 9. </a:t>
            </a:r>
            <a:r>
              <a:rPr lang="en-US" sz="2800" b="1" dirty="0" err="1"/>
              <a:t>itu</a:t>
            </a:r>
            <a:r>
              <a:rPr lang="en-US" sz="2800" b="1" dirty="0"/>
              <a:t> </a:t>
            </a:r>
            <a:r>
              <a:rPr lang="en-US" sz="2800" b="1" dirty="0" err="1"/>
              <a:t>adalah</a:t>
            </a:r>
            <a:r>
              <a:rPr lang="en-US" sz="2800" b="1" dirty="0"/>
              <a:t> Café </a:t>
            </a:r>
            <a:r>
              <a:rPr lang="en-US" sz="2800" b="1" dirty="0" err="1"/>
              <a:t>Kuta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816541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70C699-1EC6-478F-AAE1-AD45B45C1AA1}"/>
              </a:ext>
            </a:extLst>
          </p:cNvPr>
          <p:cNvSpPr/>
          <p:nvPr/>
        </p:nvSpPr>
        <p:spPr>
          <a:xfrm>
            <a:off x="446452" y="243513"/>
            <a:ext cx="11299096" cy="224676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 err="1"/>
              <a:t>Tamu</a:t>
            </a:r>
            <a:r>
              <a:rPr lang="en-US" sz="2800" b="1" dirty="0"/>
              <a:t>	</a:t>
            </a:r>
            <a:r>
              <a:rPr lang="en-US" sz="2800" dirty="0"/>
              <a:t>: </a:t>
            </a:r>
            <a:r>
              <a:rPr lang="en-US" sz="2800" dirty="0" err="1"/>
              <a:t>permisi</a:t>
            </a:r>
            <a:r>
              <a:rPr lang="en-US" sz="2800" dirty="0"/>
              <a:t> Pak, </a:t>
            </a:r>
            <a:r>
              <a:rPr lang="en-US" sz="2800" dirty="0" err="1"/>
              <a:t>dimana</a:t>
            </a:r>
            <a:r>
              <a:rPr lang="en-US" sz="2800" dirty="0"/>
              <a:t> </a:t>
            </a:r>
            <a:r>
              <a:rPr lang="en-US" sz="2800" dirty="0" err="1"/>
              <a:t>lokasi</a:t>
            </a:r>
            <a:r>
              <a:rPr lang="en-US" sz="2800" dirty="0"/>
              <a:t> </a:t>
            </a:r>
            <a:r>
              <a:rPr lang="en-US" sz="2800" dirty="0" err="1"/>
              <a:t>kolam</a:t>
            </a:r>
            <a:r>
              <a:rPr lang="en-US" sz="2800" dirty="0"/>
              <a:t> </a:t>
            </a:r>
            <a:r>
              <a:rPr lang="en-US" sz="2800" dirty="0" err="1"/>
              <a:t>renang</a:t>
            </a:r>
            <a:r>
              <a:rPr lang="en-US" sz="2800" dirty="0"/>
              <a:t>?</a:t>
            </a:r>
          </a:p>
          <a:p>
            <a:r>
              <a:rPr lang="en-US" sz="2800" b="1" dirty="0"/>
              <a:t>Staff </a:t>
            </a:r>
            <a:r>
              <a:rPr lang="en-US" sz="2800" dirty="0"/>
              <a:t>	: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sini</a:t>
            </a:r>
            <a:r>
              <a:rPr lang="en-US" sz="2800" dirty="0"/>
              <a:t>, Anda bisa </a:t>
            </a:r>
            <a:r>
              <a:rPr lang="en-US" sz="2800" dirty="0" err="1"/>
              <a:t>lurus</a:t>
            </a:r>
            <a:r>
              <a:rPr lang="en-US" sz="2800" dirty="0"/>
              <a:t> </a:t>
            </a:r>
            <a:r>
              <a:rPr lang="en-US" sz="2800" dirty="0" err="1"/>
              <a:t>saja</a:t>
            </a:r>
            <a:r>
              <a:rPr lang="en-US" sz="2800" dirty="0"/>
              <a:t>, </a:t>
            </a:r>
            <a:r>
              <a:rPr lang="en-US" sz="2800" dirty="0" err="1"/>
              <a:t>setelah</a:t>
            </a:r>
            <a:r>
              <a:rPr lang="en-US" sz="2800" dirty="0"/>
              <a:t> </a:t>
            </a:r>
            <a:r>
              <a:rPr lang="en-US" sz="2800" dirty="0" err="1"/>
              <a:t>itu</a:t>
            </a:r>
            <a:r>
              <a:rPr lang="en-US" sz="2800" dirty="0"/>
              <a:t> </a:t>
            </a:r>
            <a:r>
              <a:rPr lang="en-US" sz="2800" dirty="0" err="1"/>
              <a:t>belok</a:t>
            </a:r>
            <a:r>
              <a:rPr lang="en-US" sz="2800" dirty="0"/>
              <a:t> </a:t>
            </a:r>
            <a:r>
              <a:rPr lang="en-US" sz="2800" dirty="0" err="1"/>
              <a:t>kanan</a:t>
            </a:r>
            <a:r>
              <a:rPr lang="en-US" sz="2800" dirty="0"/>
              <a:t>. Anda bisa naik 	lift </a:t>
            </a:r>
            <a:r>
              <a:rPr lang="en-US" sz="2800" dirty="0" err="1"/>
              <a:t>lalu</a:t>
            </a:r>
            <a:r>
              <a:rPr lang="en-US" sz="2800" dirty="0"/>
              <a:t> </a:t>
            </a:r>
            <a:r>
              <a:rPr lang="en-US" sz="2800" dirty="0" err="1"/>
              <a:t>turun</a:t>
            </a:r>
            <a:r>
              <a:rPr lang="en-US" sz="2800" dirty="0"/>
              <a:t>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lantai</a:t>
            </a:r>
            <a:r>
              <a:rPr lang="en-US" sz="2800" dirty="0"/>
              <a:t> 5. </a:t>
            </a:r>
            <a:r>
              <a:rPr lang="en-US" sz="2800" dirty="0" err="1"/>
              <a:t>setelah</a:t>
            </a:r>
            <a:r>
              <a:rPr lang="en-US" sz="2800" dirty="0"/>
              <a:t> </a:t>
            </a:r>
            <a:r>
              <a:rPr lang="en-US" sz="2800" dirty="0" err="1"/>
              <a:t>keluar</a:t>
            </a:r>
            <a:r>
              <a:rPr lang="en-US" sz="2800" dirty="0"/>
              <a:t> lift </a:t>
            </a:r>
            <a:r>
              <a:rPr lang="en-US" sz="2800" dirty="0" err="1"/>
              <a:t>anda</a:t>
            </a:r>
            <a:r>
              <a:rPr lang="en-US" sz="2800" dirty="0"/>
              <a:t> </a:t>
            </a:r>
            <a:r>
              <a:rPr lang="en-US" sz="2800" dirty="0" err="1"/>
              <a:t>belok</a:t>
            </a:r>
            <a:r>
              <a:rPr lang="en-US" sz="2800" dirty="0"/>
              <a:t> </a:t>
            </a:r>
            <a:r>
              <a:rPr lang="en-US" sz="2800" dirty="0" err="1"/>
              <a:t>kanan</a:t>
            </a:r>
            <a:r>
              <a:rPr lang="en-US" sz="2800" dirty="0"/>
              <a:t>. </a:t>
            </a:r>
            <a:r>
              <a:rPr lang="en-US" sz="2800" dirty="0" err="1"/>
              <a:t>Lalu</a:t>
            </a:r>
            <a:r>
              <a:rPr lang="en-US" sz="2800" dirty="0"/>
              <a:t> 	</a:t>
            </a:r>
            <a:r>
              <a:rPr lang="en-US" sz="2800" dirty="0" err="1"/>
              <a:t>lurus</a:t>
            </a:r>
            <a:r>
              <a:rPr lang="en-US" sz="2800" dirty="0"/>
              <a:t>. Kolam </a:t>
            </a:r>
            <a:r>
              <a:rPr lang="en-US" sz="2800" dirty="0" err="1"/>
              <a:t>renang</a:t>
            </a:r>
            <a:r>
              <a:rPr lang="en-US" sz="2800" dirty="0"/>
              <a:t> </a:t>
            </a:r>
            <a:r>
              <a:rPr lang="en-US" sz="2800" dirty="0" err="1"/>
              <a:t>ada</a:t>
            </a:r>
            <a:r>
              <a:rPr lang="en-US" sz="2800" dirty="0"/>
              <a:t> di </a:t>
            </a:r>
            <a:r>
              <a:rPr lang="en-US" sz="2800" dirty="0" err="1"/>
              <a:t>sebelah</a:t>
            </a:r>
            <a:r>
              <a:rPr lang="en-US" sz="2800" dirty="0"/>
              <a:t> </a:t>
            </a:r>
            <a:r>
              <a:rPr lang="en-US" sz="2800" dirty="0" err="1"/>
              <a:t>kanan</a:t>
            </a:r>
            <a:r>
              <a:rPr lang="en-US" sz="2800" dirty="0"/>
              <a:t> </a:t>
            </a:r>
            <a:r>
              <a:rPr lang="en-US" sz="2800" dirty="0" err="1"/>
              <a:t>anda</a:t>
            </a:r>
            <a:r>
              <a:rPr lang="en-US" sz="2800" dirty="0"/>
              <a:t>. </a:t>
            </a:r>
          </a:p>
          <a:p>
            <a:r>
              <a:rPr lang="en-US" sz="2800" b="1" dirty="0" err="1"/>
              <a:t>Tamu</a:t>
            </a:r>
            <a:r>
              <a:rPr lang="en-US" sz="2800" dirty="0"/>
              <a:t> : </a:t>
            </a:r>
            <a:r>
              <a:rPr lang="en-US" sz="2800" dirty="0" err="1"/>
              <a:t>baik</a:t>
            </a:r>
            <a:r>
              <a:rPr lang="en-US" sz="2800" dirty="0"/>
              <a:t> </a:t>
            </a:r>
            <a:r>
              <a:rPr lang="en-US" sz="2800" dirty="0" err="1"/>
              <a:t>terima</a:t>
            </a:r>
            <a:r>
              <a:rPr lang="en-US" sz="2800" dirty="0"/>
              <a:t> </a:t>
            </a:r>
            <a:r>
              <a:rPr lang="en-US" sz="2800" dirty="0" err="1"/>
              <a:t>kasih</a:t>
            </a:r>
            <a:r>
              <a:rPr lang="en-US" sz="2800" dirty="0"/>
              <a:t>.</a:t>
            </a:r>
            <a:endParaRPr lang="en-ID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27B3E-516F-40A8-8393-32D51A8A06A9}"/>
              </a:ext>
            </a:extLst>
          </p:cNvPr>
          <p:cNvSpPr/>
          <p:nvPr/>
        </p:nvSpPr>
        <p:spPr>
          <a:xfrm>
            <a:off x="446452" y="2686193"/>
            <a:ext cx="11299096" cy="224676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tx1"/>
                </a:solidFill>
              </a:rPr>
              <a:t>Dimo</a:t>
            </a:r>
            <a:r>
              <a:rPr lang="en-US" sz="2800" b="1" dirty="0">
                <a:solidFill>
                  <a:schemeClr val="tx1"/>
                </a:solidFill>
              </a:rPr>
              <a:t>	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  <a:r>
              <a:rPr lang="en-US" sz="2800" dirty="0" err="1">
                <a:solidFill>
                  <a:schemeClr val="tx1"/>
                </a:solidFill>
              </a:rPr>
              <a:t>permisi</a:t>
            </a:r>
            <a:r>
              <a:rPr lang="en-US" sz="2800" dirty="0">
                <a:solidFill>
                  <a:schemeClr val="tx1"/>
                </a:solidFill>
              </a:rPr>
              <a:t> mas, </a:t>
            </a:r>
            <a:r>
              <a:rPr lang="en-US" sz="2800" dirty="0" err="1">
                <a:solidFill>
                  <a:schemeClr val="tx1"/>
                </a:solidFill>
              </a:rPr>
              <a:t>dimana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lokasi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indomaret</a:t>
            </a:r>
            <a:r>
              <a:rPr lang="en-US" sz="2800" dirty="0">
                <a:solidFill>
                  <a:schemeClr val="tx1"/>
                </a:solidFill>
              </a:rPr>
              <a:t>?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Orang</a:t>
            </a:r>
            <a:r>
              <a:rPr lang="en-US" sz="2800" dirty="0">
                <a:solidFill>
                  <a:schemeClr val="tx1"/>
                </a:solidFill>
              </a:rPr>
              <a:t>	: </a:t>
            </a:r>
            <a:r>
              <a:rPr lang="en-US" sz="2800" dirty="0" err="1">
                <a:solidFill>
                  <a:schemeClr val="tx1"/>
                </a:solidFill>
              </a:rPr>
              <a:t>dari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sini</a:t>
            </a:r>
            <a:r>
              <a:rPr lang="en-US" sz="2800" dirty="0">
                <a:solidFill>
                  <a:schemeClr val="tx1"/>
                </a:solidFill>
              </a:rPr>
              <a:t>, Anda bisa </a:t>
            </a:r>
            <a:r>
              <a:rPr lang="en-US" sz="2800" dirty="0" err="1">
                <a:solidFill>
                  <a:schemeClr val="tx1"/>
                </a:solidFill>
              </a:rPr>
              <a:t>lurus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saja</a:t>
            </a:r>
            <a:r>
              <a:rPr lang="en-US" sz="2800" dirty="0">
                <a:solidFill>
                  <a:schemeClr val="tx1"/>
                </a:solidFill>
              </a:rPr>
              <a:t>, </a:t>
            </a:r>
            <a:r>
              <a:rPr lang="en-US" sz="2800" dirty="0" err="1">
                <a:solidFill>
                  <a:schemeClr val="tx1"/>
                </a:solidFill>
              </a:rPr>
              <a:t>setelah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pertigaan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anda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belok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kiri</a:t>
            </a:r>
            <a:r>
              <a:rPr lang="en-US" sz="2800" dirty="0">
                <a:solidFill>
                  <a:schemeClr val="tx1"/>
                </a:solidFill>
              </a:rPr>
              <a:t>. Jalan </a:t>
            </a:r>
            <a:r>
              <a:rPr lang="en-US" sz="2800" dirty="0" err="1">
                <a:solidFill>
                  <a:schemeClr val="tx1"/>
                </a:solidFill>
              </a:rPr>
              <a:t>lurus</a:t>
            </a:r>
            <a:r>
              <a:rPr lang="en-US" sz="2800" dirty="0">
                <a:solidFill>
                  <a:schemeClr val="tx1"/>
                </a:solidFill>
              </a:rPr>
              <a:t> 200 meter </a:t>
            </a:r>
            <a:r>
              <a:rPr lang="en-US" sz="2800" dirty="0" err="1">
                <a:solidFill>
                  <a:schemeClr val="tx1"/>
                </a:solidFill>
              </a:rPr>
              <a:t>lalu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belok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kanan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saat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ada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lampu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lalu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lintas</a:t>
            </a:r>
            <a:r>
              <a:rPr lang="en-US" sz="2800" dirty="0">
                <a:solidFill>
                  <a:schemeClr val="tx1"/>
                </a:solidFill>
              </a:rPr>
              <a:t>. Jalan </a:t>
            </a:r>
            <a:r>
              <a:rPr lang="en-US" sz="2800" dirty="0" err="1">
                <a:solidFill>
                  <a:schemeClr val="tx1"/>
                </a:solidFill>
              </a:rPr>
              <a:t>lagi</a:t>
            </a:r>
            <a:r>
              <a:rPr lang="en-US" sz="2800" dirty="0">
                <a:solidFill>
                  <a:schemeClr val="tx1"/>
                </a:solidFill>
              </a:rPr>
              <a:t> 100 meter dan </a:t>
            </a:r>
            <a:r>
              <a:rPr lang="en-US" sz="2800" dirty="0" err="1">
                <a:solidFill>
                  <a:schemeClr val="tx1"/>
                </a:solidFill>
              </a:rPr>
              <a:t>indomaret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ada</a:t>
            </a:r>
            <a:r>
              <a:rPr lang="en-US" sz="2800" dirty="0">
                <a:solidFill>
                  <a:schemeClr val="tx1"/>
                </a:solidFill>
              </a:rPr>
              <a:t> di </a:t>
            </a:r>
            <a:r>
              <a:rPr lang="en-US" sz="2800" dirty="0" err="1">
                <a:solidFill>
                  <a:schemeClr val="tx1"/>
                </a:solidFill>
              </a:rPr>
              <a:t>seberang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jalan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pemuda</a:t>
            </a:r>
            <a:r>
              <a:rPr lang="en-US" sz="2800" dirty="0">
                <a:solidFill>
                  <a:schemeClr val="tx1"/>
                </a:solidFill>
              </a:rPr>
              <a:t>. </a:t>
            </a:r>
          </a:p>
          <a:p>
            <a:r>
              <a:rPr lang="en-US" sz="2800" b="1" dirty="0" err="1">
                <a:solidFill>
                  <a:schemeClr val="tx1"/>
                </a:solidFill>
              </a:rPr>
              <a:t>Dimo</a:t>
            </a:r>
            <a:r>
              <a:rPr lang="en-US" sz="2800" dirty="0">
                <a:solidFill>
                  <a:schemeClr val="tx1"/>
                </a:solidFill>
              </a:rPr>
              <a:t>: </a:t>
            </a:r>
            <a:r>
              <a:rPr lang="en-US" sz="2800" dirty="0" err="1">
                <a:solidFill>
                  <a:schemeClr val="tx1"/>
                </a:solidFill>
              </a:rPr>
              <a:t>baik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terima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kasih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banyak</a:t>
            </a:r>
            <a:r>
              <a:rPr lang="en-US" sz="2800" dirty="0">
                <a:solidFill>
                  <a:schemeClr val="tx1"/>
                </a:solidFill>
              </a:rPr>
              <a:t> mas.</a:t>
            </a:r>
            <a:endParaRPr lang="en-ID" sz="28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C8F292-3EE7-486E-AC5F-A32007A888D6}"/>
              </a:ext>
            </a:extLst>
          </p:cNvPr>
          <p:cNvSpPr/>
          <p:nvPr/>
        </p:nvSpPr>
        <p:spPr>
          <a:xfrm>
            <a:off x="2049351" y="5512521"/>
            <a:ext cx="76259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 err="1"/>
              <a:t>Coba</a:t>
            </a:r>
            <a:r>
              <a:rPr lang="en-US" sz="4000" b="1" dirty="0"/>
              <a:t> </a:t>
            </a:r>
            <a:r>
              <a:rPr lang="en-US" sz="4000" b="1" dirty="0" err="1"/>
              <a:t>praktik</a:t>
            </a:r>
            <a:r>
              <a:rPr lang="en-US" sz="4000" b="1" dirty="0"/>
              <a:t> </a:t>
            </a:r>
            <a:r>
              <a:rPr lang="en-US" sz="4000" b="1" dirty="0" err="1"/>
              <a:t>bicara</a:t>
            </a:r>
            <a:r>
              <a:rPr lang="en-US" sz="4000" b="1" dirty="0"/>
              <a:t> dengan </a:t>
            </a:r>
            <a:r>
              <a:rPr lang="en-US" sz="4000" b="1" dirty="0" err="1"/>
              <a:t>teman</a:t>
            </a:r>
            <a:r>
              <a:rPr lang="en-US" sz="4000" b="1" dirty="0"/>
              <a:t>!</a:t>
            </a:r>
            <a:endParaRPr lang="en-ID" sz="4000" b="1" dirty="0"/>
          </a:p>
        </p:txBody>
      </p:sp>
    </p:spTree>
    <p:extLst>
      <p:ext uri="{BB962C8B-B14F-4D97-AF65-F5344CB8AC3E}">
        <p14:creationId xmlns:p14="http://schemas.microsoft.com/office/powerpoint/2010/main" val="2641181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1EE6F5-3498-4885-9887-229FFD1BFB72}"/>
              </a:ext>
            </a:extLst>
          </p:cNvPr>
          <p:cNvSpPr/>
          <p:nvPr/>
        </p:nvSpPr>
        <p:spPr>
          <a:xfrm>
            <a:off x="2430154" y="0"/>
            <a:ext cx="664763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3D4104-4D55-4DFF-B5C7-79B30C4EFEED}"/>
              </a:ext>
            </a:extLst>
          </p:cNvPr>
          <p:cNvSpPr/>
          <p:nvPr/>
        </p:nvSpPr>
        <p:spPr>
          <a:xfrm rot="5400000">
            <a:off x="5763616" y="-3890160"/>
            <a:ext cx="664763" cy="1219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B6E4A8-C69E-4F22-8A30-D188ABCF99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2" r="5056" b="11910"/>
          <a:stretch/>
        </p:blipFill>
        <p:spPr bwMode="auto">
          <a:xfrm>
            <a:off x="9841199" y="2538222"/>
            <a:ext cx="1891621" cy="1807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8DC8382-D3C2-421D-8A2A-1CE01A60DA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2" b="19677"/>
          <a:stretch/>
        </p:blipFill>
        <p:spPr bwMode="auto">
          <a:xfrm>
            <a:off x="56570" y="0"/>
            <a:ext cx="2226808" cy="180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88BFEF-817F-4B20-9FF8-85254E02AF45}"/>
              </a:ext>
            </a:extLst>
          </p:cNvPr>
          <p:cNvSpPr/>
          <p:nvPr/>
        </p:nvSpPr>
        <p:spPr>
          <a:xfrm>
            <a:off x="8751242" y="0"/>
            <a:ext cx="664763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CF431-6643-493D-8738-0E2124602D4C}"/>
              </a:ext>
            </a:extLst>
          </p:cNvPr>
          <p:cNvSpPr/>
          <p:nvPr/>
        </p:nvSpPr>
        <p:spPr>
          <a:xfrm rot="5400000">
            <a:off x="5763617" y="-1375693"/>
            <a:ext cx="664763" cy="121920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34" name="Picture 10" descr="School building isometric 3d icon 14183220 Vector Art at Vecteezy">
            <a:extLst>
              <a:ext uri="{FF2B5EF4-FFF2-40B4-BE49-F238E27FC236}">
                <a16:creationId xmlns:a16="http://schemas.microsoft.com/office/drawing/2014/main" id="{985DE440-8CFF-46D8-8FFC-DD5DBC8B4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9" b="6336"/>
          <a:stretch/>
        </p:blipFill>
        <p:spPr bwMode="auto">
          <a:xfrm>
            <a:off x="258435" y="2596303"/>
            <a:ext cx="1952501" cy="166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Vector 3d isometric cafeteria, restaurant with veranda | Free Vector">
            <a:extLst>
              <a:ext uri="{FF2B5EF4-FFF2-40B4-BE49-F238E27FC236}">
                <a16:creationId xmlns:a16="http://schemas.microsoft.com/office/drawing/2014/main" id="{388857E6-BE98-40F5-B3AC-137E2C700A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9"/>
          <a:stretch/>
        </p:blipFill>
        <p:spPr bwMode="auto">
          <a:xfrm>
            <a:off x="5085861" y="2538222"/>
            <a:ext cx="1982198" cy="183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d isometric roadside restaurant with shoppers buying food. Vector  Isometric Illustration Suitable for Diagrams, Infographics, And Other  Graphic assets 15508748 Vector Art at Vecteezy">
            <a:extLst>
              <a:ext uri="{FF2B5EF4-FFF2-40B4-BE49-F238E27FC236}">
                <a16:creationId xmlns:a16="http://schemas.microsoft.com/office/drawing/2014/main" id="{AE89AEDC-B3E8-40AA-9AA7-26FF5A028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" t="10736" r="4764" b="9264"/>
          <a:stretch/>
        </p:blipFill>
        <p:spPr bwMode="auto">
          <a:xfrm>
            <a:off x="9457451" y="68147"/>
            <a:ext cx="2734547" cy="178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Mall Royalty Free Vector Image - VectorStock">
            <a:extLst>
              <a:ext uri="{FF2B5EF4-FFF2-40B4-BE49-F238E27FC236}">
                <a16:creationId xmlns:a16="http://schemas.microsoft.com/office/drawing/2014/main" id="{3F88BC2F-C2CA-4E08-9C13-88CD7D0222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0" r="1890" b="14286"/>
          <a:stretch/>
        </p:blipFill>
        <p:spPr bwMode="auto">
          <a:xfrm>
            <a:off x="213495" y="5036940"/>
            <a:ext cx="2003161" cy="183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Vector Isometric Illustration Bus Station Ticket Stock Vector (Royalty  Free) 504875314 | Shutterstock">
            <a:extLst>
              <a:ext uri="{FF2B5EF4-FFF2-40B4-BE49-F238E27FC236}">
                <a16:creationId xmlns:a16="http://schemas.microsoft.com/office/drawing/2014/main" id="{5435B952-8644-4370-9B50-B6894BCDD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2" t="3804" r="3783" b="16600"/>
          <a:stretch/>
        </p:blipFill>
        <p:spPr bwMode="auto">
          <a:xfrm>
            <a:off x="4810852" y="29421"/>
            <a:ext cx="2384909" cy="171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Page 3 | University 3d Images - Free Download on Freepik">
            <a:extLst>
              <a:ext uri="{FF2B5EF4-FFF2-40B4-BE49-F238E27FC236}">
                <a16:creationId xmlns:a16="http://schemas.microsoft.com/office/drawing/2014/main" id="{276F4D2C-49FE-4D13-9E8C-0B7375DC9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9594" y="5052689"/>
            <a:ext cx="1849047" cy="1744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3D Park Images – Browse 348,759 Stock Photos, Vectors, and Video | Adobe  Stock">
            <a:extLst>
              <a:ext uri="{FF2B5EF4-FFF2-40B4-BE49-F238E27FC236}">
                <a16:creationId xmlns:a16="http://schemas.microsoft.com/office/drawing/2014/main" id="{DBA2ACA1-E6E0-4048-A7A4-DA0E7B8714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3" b="6778"/>
          <a:stretch/>
        </p:blipFill>
        <p:spPr bwMode="auto">
          <a:xfrm>
            <a:off x="9393468" y="5073594"/>
            <a:ext cx="2671862" cy="174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E4A7E0-6155-4703-942B-8D031922A291}"/>
              </a:ext>
            </a:extLst>
          </p:cNvPr>
          <p:cNvSpPr txBox="1"/>
          <p:nvPr/>
        </p:nvSpPr>
        <p:spPr>
          <a:xfrm>
            <a:off x="4721615" y="2006167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Diponegoro</a:t>
            </a:r>
            <a:endParaRPr lang="en-ID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935F4D-D966-49FA-B44E-516FFA72C025}"/>
              </a:ext>
            </a:extLst>
          </p:cNvPr>
          <p:cNvSpPr txBox="1"/>
          <p:nvPr/>
        </p:nvSpPr>
        <p:spPr>
          <a:xfrm>
            <a:off x="4868402" y="4514156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Kartini</a:t>
            </a:r>
            <a:endParaRPr lang="en-ID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C50AED-1EFC-4843-866D-259BF5CE1B22}"/>
              </a:ext>
            </a:extLst>
          </p:cNvPr>
          <p:cNvSpPr txBox="1"/>
          <p:nvPr/>
        </p:nvSpPr>
        <p:spPr>
          <a:xfrm>
            <a:off x="9520840" y="4484955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Sukarno</a:t>
            </a:r>
            <a:endParaRPr lang="en-ID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786797-1547-442F-A2F0-0673F68C0E0D}"/>
              </a:ext>
            </a:extLst>
          </p:cNvPr>
          <p:cNvSpPr txBox="1"/>
          <p:nvPr/>
        </p:nvSpPr>
        <p:spPr>
          <a:xfrm>
            <a:off x="9578450" y="2003830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Perdana</a:t>
            </a:r>
            <a:endParaRPr lang="en-ID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136377-09E6-4AD9-8780-DD17A50258FB}"/>
              </a:ext>
            </a:extLst>
          </p:cNvPr>
          <p:cNvSpPr txBox="1"/>
          <p:nvPr/>
        </p:nvSpPr>
        <p:spPr>
          <a:xfrm>
            <a:off x="56570" y="1979190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Sentosa </a:t>
            </a:r>
            <a:endParaRPr lang="en-ID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5D5AC2-03AD-4547-AE5C-9E1B3ED6C9D8}"/>
              </a:ext>
            </a:extLst>
          </p:cNvPr>
          <p:cNvSpPr txBox="1"/>
          <p:nvPr/>
        </p:nvSpPr>
        <p:spPr>
          <a:xfrm>
            <a:off x="56570" y="4509144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Makmur </a:t>
            </a:r>
            <a:endParaRPr lang="en-ID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D0AE9D-D1D6-48BC-8EF4-F0F07A78F7F2}"/>
              </a:ext>
            </a:extLst>
          </p:cNvPr>
          <p:cNvSpPr txBox="1"/>
          <p:nvPr/>
        </p:nvSpPr>
        <p:spPr>
          <a:xfrm rot="5400000">
            <a:off x="1665073" y="1287738"/>
            <a:ext cx="223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Pahlawan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E56544-A5C9-401E-841E-23C4EA5D5AB0}"/>
              </a:ext>
            </a:extLst>
          </p:cNvPr>
          <p:cNvSpPr txBox="1"/>
          <p:nvPr/>
        </p:nvSpPr>
        <p:spPr>
          <a:xfrm rot="5400000">
            <a:off x="1654408" y="4622767"/>
            <a:ext cx="223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Pahlawan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08DEE8-51C7-4963-AE54-6A2D18BE8C42}"/>
              </a:ext>
            </a:extLst>
          </p:cNvPr>
          <p:cNvSpPr txBox="1"/>
          <p:nvPr/>
        </p:nvSpPr>
        <p:spPr>
          <a:xfrm rot="5400000">
            <a:off x="7958266" y="1452056"/>
            <a:ext cx="223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Pemuda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A64B8F-39D0-49D4-93A2-276D12478ED9}"/>
              </a:ext>
            </a:extLst>
          </p:cNvPr>
          <p:cNvSpPr txBox="1"/>
          <p:nvPr/>
        </p:nvSpPr>
        <p:spPr>
          <a:xfrm rot="5400000">
            <a:off x="7958266" y="4509144"/>
            <a:ext cx="223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Pemuda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A11A811-16D7-4140-B1FC-76CB975C9F3D}"/>
              </a:ext>
            </a:extLst>
          </p:cNvPr>
          <p:cNvSpPr/>
          <p:nvPr/>
        </p:nvSpPr>
        <p:spPr>
          <a:xfrm>
            <a:off x="9416005" y="357636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A30709E6-E981-412F-B35E-82838C196CF2}"/>
              </a:ext>
            </a:extLst>
          </p:cNvPr>
          <p:cNvSpPr/>
          <p:nvPr/>
        </p:nvSpPr>
        <p:spPr>
          <a:xfrm rot="16200000">
            <a:off x="10044045" y="155065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0D17780A-71E4-4A4E-9316-A40522B03DF4}"/>
              </a:ext>
            </a:extLst>
          </p:cNvPr>
          <p:cNvSpPr/>
          <p:nvPr/>
        </p:nvSpPr>
        <p:spPr>
          <a:xfrm rot="16200000">
            <a:off x="6415721" y="1528761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98EDBEF1-F6D9-4D50-B919-1D820C83C36D}"/>
              </a:ext>
            </a:extLst>
          </p:cNvPr>
          <p:cNvSpPr/>
          <p:nvPr/>
        </p:nvSpPr>
        <p:spPr>
          <a:xfrm rot="5400000">
            <a:off x="1681091" y="505313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D5469C97-ED0D-45E2-A40E-62C982F9422C}"/>
              </a:ext>
            </a:extLst>
          </p:cNvPr>
          <p:cNvSpPr/>
          <p:nvPr/>
        </p:nvSpPr>
        <p:spPr>
          <a:xfrm rot="16200000">
            <a:off x="6542835" y="4051089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94D17BEC-302D-4087-91CE-2BB90719574C}"/>
              </a:ext>
            </a:extLst>
          </p:cNvPr>
          <p:cNvSpPr/>
          <p:nvPr/>
        </p:nvSpPr>
        <p:spPr>
          <a:xfrm rot="16200000">
            <a:off x="1389175" y="155065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89DD79C8-6D27-4921-B4DD-E8991B0F5B83}"/>
              </a:ext>
            </a:extLst>
          </p:cNvPr>
          <p:cNvSpPr/>
          <p:nvPr/>
        </p:nvSpPr>
        <p:spPr>
          <a:xfrm rot="10800000">
            <a:off x="2072282" y="658382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65711C01-EE2A-41FD-9494-B236581B2AB7}"/>
              </a:ext>
            </a:extLst>
          </p:cNvPr>
          <p:cNvSpPr/>
          <p:nvPr/>
        </p:nvSpPr>
        <p:spPr>
          <a:xfrm rot="5400000">
            <a:off x="10043330" y="505313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6A0D7622-0B2A-47DC-A8A4-E75BF1D73E61}"/>
              </a:ext>
            </a:extLst>
          </p:cNvPr>
          <p:cNvSpPr/>
          <p:nvPr/>
        </p:nvSpPr>
        <p:spPr>
          <a:xfrm>
            <a:off x="9391276" y="5429173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6FC52066-72E7-452E-B65E-FFA3BAE63D3D}"/>
              </a:ext>
            </a:extLst>
          </p:cNvPr>
          <p:cNvSpPr/>
          <p:nvPr/>
        </p:nvSpPr>
        <p:spPr>
          <a:xfrm rot="5400000">
            <a:off x="6304929" y="5063874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8A189004-27DC-44C7-88CE-CDE1313305EE}"/>
              </a:ext>
            </a:extLst>
          </p:cNvPr>
          <p:cNvSpPr/>
          <p:nvPr/>
        </p:nvSpPr>
        <p:spPr>
          <a:xfrm rot="10800000">
            <a:off x="2085718" y="3437259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E684C82-97CC-4BB2-837D-F64FC2448ACD}"/>
              </a:ext>
            </a:extLst>
          </p:cNvPr>
          <p:cNvSpPr/>
          <p:nvPr/>
        </p:nvSpPr>
        <p:spPr>
          <a:xfrm rot="16200000">
            <a:off x="1753089" y="4056986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55FD7CF-7363-439E-8BE9-1BC9B1E9CF63}"/>
              </a:ext>
            </a:extLst>
          </p:cNvPr>
          <p:cNvSpPr/>
          <p:nvPr/>
        </p:nvSpPr>
        <p:spPr>
          <a:xfrm>
            <a:off x="3099715" y="2493613"/>
            <a:ext cx="558926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ID" sz="2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DA020A4-6C99-48E9-8A9E-8B91F1BF49CD}"/>
              </a:ext>
            </a:extLst>
          </p:cNvPr>
          <p:cNvSpPr/>
          <p:nvPr/>
        </p:nvSpPr>
        <p:spPr>
          <a:xfrm>
            <a:off x="3094917" y="2493613"/>
            <a:ext cx="5663037" cy="19180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en-ID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030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1EE6F5-3498-4885-9887-229FFD1BFB72}"/>
              </a:ext>
            </a:extLst>
          </p:cNvPr>
          <p:cNvSpPr/>
          <p:nvPr/>
        </p:nvSpPr>
        <p:spPr>
          <a:xfrm>
            <a:off x="2430154" y="0"/>
            <a:ext cx="664763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3D4104-4D55-4DFF-B5C7-79B30C4EFEED}"/>
              </a:ext>
            </a:extLst>
          </p:cNvPr>
          <p:cNvSpPr/>
          <p:nvPr/>
        </p:nvSpPr>
        <p:spPr>
          <a:xfrm rot="5400000">
            <a:off x="5763616" y="-3890160"/>
            <a:ext cx="664763" cy="12192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B6E4A8-C69E-4F22-8A30-D188ABCF99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2" r="5056" b="11910"/>
          <a:stretch/>
        </p:blipFill>
        <p:spPr bwMode="auto">
          <a:xfrm>
            <a:off x="9841199" y="2538222"/>
            <a:ext cx="1891621" cy="1807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8DC8382-D3C2-421D-8A2A-1CE01A60DA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72" b="19677"/>
          <a:stretch/>
        </p:blipFill>
        <p:spPr bwMode="auto">
          <a:xfrm flipH="1">
            <a:off x="30639" y="-12871"/>
            <a:ext cx="2074866" cy="1808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D88BFEF-817F-4B20-9FF8-85254E02AF45}"/>
              </a:ext>
            </a:extLst>
          </p:cNvPr>
          <p:cNvSpPr/>
          <p:nvPr/>
        </p:nvSpPr>
        <p:spPr>
          <a:xfrm>
            <a:off x="8751242" y="0"/>
            <a:ext cx="664763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CF431-6643-493D-8738-0E2124602D4C}"/>
              </a:ext>
            </a:extLst>
          </p:cNvPr>
          <p:cNvSpPr/>
          <p:nvPr/>
        </p:nvSpPr>
        <p:spPr>
          <a:xfrm rot="5400000">
            <a:off x="5763617" y="-1375693"/>
            <a:ext cx="664763" cy="121920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32" name="Picture 8" descr="Gas Station 3d Isometric. Gas Station Concept. Gas Station Flat Vector  Illustration Stock Vector - Illustration of design, collection: 68338086">
            <a:extLst>
              <a:ext uri="{FF2B5EF4-FFF2-40B4-BE49-F238E27FC236}">
                <a16:creationId xmlns:a16="http://schemas.microsoft.com/office/drawing/2014/main" id="{F0EB7D5B-10B4-4BC9-9DF9-3EDE186834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12" b="7381"/>
          <a:stretch/>
        </p:blipFill>
        <p:spPr bwMode="auto">
          <a:xfrm>
            <a:off x="3470954" y="2559125"/>
            <a:ext cx="2166633" cy="182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chool building isometric 3d icon 14183220 Vector Art at Vecteezy">
            <a:extLst>
              <a:ext uri="{FF2B5EF4-FFF2-40B4-BE49-F238E27FC236}">
                <a16:creationId xmlns:a16="http://schemas.microsoft.com/office/drawing/2014/main" id="{985DE440-8CFF-46D8-8FFC-DD5DBC8B47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69" b="6336"/>
          <a:stretch/>
        </p:blipFill>
        <p:spPr bwMode="auto">
          <a:xfrm>
            <a:off x="258435" y="2596303"/>
            <a:ext cx="1952501" cy="1665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Vector 3d isometric cafeteria, restaurant with veranda | Free Vector">
            <a:extLst>
              <a:ext uri="{FF2B5EF4-FFF2-40B4-BE49-F238E27FC236}">
                <a16:creationId xmlns:a16="http://schemas.microsoft.com/office/drawing/2014/main" id="{388857E6-BE98-40F5-B3AC-137E2C700A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9"/>
          <a:stretch/>
        </p:blipFill>
        <p:spPr bwMode="auto">
          <a:xfrm>
            <a:off x="6635868" y="2559124"/>
            <a:ext cx="1982198" cy="183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d isometric roadside restaurant with shoppers buying food. Vector  Isometric Illustration Suitable for Diagrams, Infographics, And Other  Graphic assets 15508748 Vector Art at Vecteezy">
            <a:extLst>
              <a:ext uri="{FF2B5EF4-FFF2-40B4-BE49-F238E27FC236}">
                <a16:creationId xmlns:a16="http://schemas.microsoft.com/office/drawing/2014/main" id="{AE89AEDC-B3E8-40AA-9AA7-26FF5A028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3" t="10736" r="4764" b="9264"/>
          <a:stretch/>
        </p:blipFill>
        <p:spPr bwMode="auto">
          <a:xfrm>
            <a:off x="9457451" y="68147"/>
            <a:ext cx="2734547" cy="178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olice office 3d icon illustration police station 3d icon illustration |  Premium PSD">
            <a:extLst>
              <a:ext uri="{FF2B5EF4-FFF2-40B4-BE49-F238E27FC236}">
                <a16:creationId xmlns:a16="http://schemas.microsoft.com/office/drawing/2014/main" id="{FF06189B-BA69-4B53-BF73-94F95F6357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8" t="15009" r="12027" b="13961"/>
          <a:stretch/>
        </p:blipFill>
        <p:spPr bwMode="auto">
          <a:xfrm>
            <a:off x="3118979" y="34205"/>
            <a:ext cx="2598056" cy="182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Mall Royalty Free Vector Image - VectorStock">
            <a:extLst>
              <a:ext uri="{FF2B5EF4-FFF2-40B4-BE49-F238E27FC236}">
                <a16:creationId xmlns:a16="http://schemas.microsoft.com/office/drawing/2014/main" id="{3F88BC2F-C2CA-4E08-9C13-88CD7D0222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80" r="1890" b="14286"/>
          <a:stretch/>
        </p:blipFill>
        <p:spPr bwMode="auto">
          <a:xfrm>
            <a:off x="213495" y="5036940"/>
            <a:ext cx="2003161" cy="1836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Vector Isometric Illustration Bus Station Ticket Stock Vector (Royalty  Free) 504875314 | Shutterstock">
            <a:extLst>
              <a:ext uri="{FF2B5EF4-FFF2-40B4-BE49-F238E27FC236}">
                <a16:creationId xmlns:a16="http://schemas.microsoft.com/office/drawing/2014/main" id="{5435B952-8644-4370-9B50-B6894BCDD7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2" t="3804" r="3783" b="16600"/>
          <a:stretch/>
        </p:blipFill>
        <p:spPr bwMode="auto">
          <a:xfrm>
            <a:off x="6366333" y="90211"/>
            <a:ext cx="2384909" cy="1717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Page 3 | University 3d Images - Free Download on Freepik">
            <a:extLst>
              <a:ext uri="{FF2B5EF4-FFF2-40B4-BE49-F238E27FC236}">
                <a16:creationId xmlns:a16="http://schemas.microsoft.com/office/drawing/2014/main" id="{276F4D2C-49FE-4D13-9E8C-0B7375DC9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3296" y="5052690"/>
            <a:ext cx="1849047" cy="1744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 descr="Soccer stadium isometric projection icon | Free Vector">
            <a:extLst>
              <a:ext uri="{FF2B5EF4-FFF2-40B4-BE49-F238E27FC236}">
                <a16:creationId xmlns:a16="http://schemas.microsoft.com/office/drawing/2014/main" id="{E8D363F1-DF5A-4B31-A6B4-65DD8B94B1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1628" r="-1002" b="12578"/>
          <a:stretch/>
        </p:blipFill>
        <p:spPr bwMode="auto">
          <a:xfrm>
            <a:off x="6076961" y="5095335"/>
            <a:ext cx="2380237" cy="178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3D Park Images – Browse 348,759 Stock Photos, Vectors, and Video | Adobe  Stock">
            <a:extLst>
              <a:ext uri="{FF2B5EF4-FFF2-40B4-BE49-F238E27FC236}">
                <a16:creationId xmlns:a16="http://schemas.microsoft.com/office/drawing/2014/main" id="{DBA2ACA1-E6E0-4048-A7A4-DA0E7B8714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23" b="6778"/>
          <a:stretch/>
        </p:blipFill>
        <p:spPr bwMode="auto">
          <a:xfrm>
            <a:off x="9393468" y="5073594"/>
            <a:ext cx="2671862" cy="1741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E4A7E0-6155-4703-942B-8D031922A291}"/>
              </a:ext>
            </a:extLst>
          </p:cNvPr>
          <p:cNvSpPr txBox="1"/>
          <p:nvPr/>
        </p:nvSpPr>
        <p:spPr>
          <a:xfrm>
            <a:off x="4721615" y="2006167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Diponegoro</a:t>
            </a:r>
            <a:endParaRPr lang="en-ID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935F4D-D966-49FA-B44E-516FFA72C025}"/>
              </a:ext>
            </a:extLst>
          </p:cNvPr>
          <p:cNvSpPr txBox="1"/>
          <p:nvPr/>
        </p:nvSpPr>
        <p:spPr>
          <a:xfrm>
            <a:off x="4868402" y="4514156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Kartini</a:t>
            </a:r>
            <a:endParaRPr lang="en-ID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C50AED-1EFC-4843-866D-259BF5CE1B22}"/>
              </a:ext>
            </a:extLst>
          </p:cNvPr>
          <p:cNvSpPr txBox="1"/>
          <p:nvPr/>
        </p:nvSpPr>
        <p:spPr>
          <a:xfrm>
            <a:off x="9520840" y="4484955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Sukarno</a:t>
            </a:r>
            <a:endParaRPr lang="en-ID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786797-1547-442F-A2F0-0673F68C0E0D}"/>
              </a:ext>
            </a:extLst>
          </p:cNvPr>
          <p:cNvSpPr txBox="1"/>
          <p:nvPr/>
        </p:nvSpPr>
        <p:spPr>
          <a:xfrm>
            <a:off x="9578450" y="2003830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Perdana</a:t>
            </a:r>
            <a:endParaRPr lang="en-ID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136377-09E6-4AD9-8780-DD17A50258FB}"/>
              </a:ext>
            </a:extLst>
          </p:cNvPr>
          <p:cNvSpPr txBox="1"/>
          <p:nvPr/>
        </p:nvSpPr>
        <p:spPr>
          <a:xfrm>
            <a:off x="56570" y="1979190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Sentosa </a:t>
            </a:r>
            <a:endParaRPr lang="en-ID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5D5AC2-03AD-4547-AE5C-9E1B3ED6C9D8}"/>
              </a:ext>
            </a:extLst>
          </p:cNvPr>
          <p:cNvSpPr txBox="1"/>
          <p:nvPr/>
        </p:nvSpPr>
        <p:spPr>
          <a:xfrm>
            <a:off x="56570" y="4509144"/>
            <a:ext cx="2417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Makmur </a:t>
            </a:r>
            <a:endParaRPr lang="en-ID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D0AE9D-D1D6-48BC-8EF4-F0F07A78F7F2}"/>
              </a:ext>
            </a:extLst>
          </p:cNvPr>
          <p:cNvSpPr txBox="1"/>
          <p:nvPr/>
        </p:nvSpPr>
        <p:spPr>
          <a:xfrm rot="5400000">
            <a:off x="1665073" y="1287738"/>
            <a:ext cx="223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Pahlawan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E56544-A5C9-401E-841E-23C4EA5D5AB0}"/>
              </a:ext>
            </a:extLst>
          </p:cNvPr>
          <p:cNvSpPr txBox="1"/>
          <p:nvPr/>
        </p:nvSpPr>
        <p:spPr>
          <a:xfrm rot="5400000">
            <a:off x="1654408" y="4622767"/>
            <a:ext cx="223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Pahlawan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08DEE8-51C7-4963-AE54-6A2D18BE8C42}"/>
              </a:ext>
            </a:extLst>
          </p:cNvPr>
          <p:cNvSpPr txBox="1"/>
          <p:nvPr/>
        </p:nvSpPr>
        <p:spPr>
          <a:xfrm rot="5400000">
            <a:off x="7958266" y="1452056"/>
            <a:ext cx="223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Pemuda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A64B8F-39D0-49D4-93A2-276D12478ED9}"/>
              </a:ext>
            </a:extLst>
          </p:cNvPr>
          <p:cNvSpPr txBox="1"/>
          <p:nvPr/>
        </p:nvSpPr>
        <p:spPr>
          <a:xfrm rot="5400000">
            <a:off x="7958266" y="4509144"/>
            <a:ext cx="2234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Jalan </a:t>
            </a:r>
            <a:r>
              <a:rPr lang="en-US" dirty="0" err="1"/>
              <a:t>Pemuda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A11A811-16D7-4140-B1FC-76CB975C9F3D}"/>
              </a:ext>
            </a:extLst>
          </p:cNvPr>
          <p:cNvSpPr/>
          <p:nvPr/>
        </p:nvSpPr>
        <p:spPr>
          <a:xfrm>
            <a:off x="9416005" y="357636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664C3960-2B31-4F9A-8AEF-57FAACBB8ECF}"/>
              </a:ext>
            </a:extLst>
          </p:cNvPr>
          <p:cNvSpPr/>
          <p:nvPr/>
        </p:nvSpPr>
        <p:spPr>
          <a:xfrm>
            <a:off x="9400180" y="1043624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A30709E6-E981-412F-B35E-82838C196CF2}"/>
              </a:ext>
            </a:extLst>
          </p:cNvPr>
          <p:cNvSpPr/>
          <p:nvPr/>
        </p:nvSpPr>
        <p:spPr>
          <a:xfrm rot="16200000">
            <a:off x="10044045" y="155065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0D17780A-71E4-4A4E-9316-A40522B03DF4}"/>
              </a:ext>
            </a:extLst>
          </p:cNvPr>
          <p:cNvSpPr/>
          <p:nvPr/>
        </p:nvSpPr>
        <p:spPr>
          <a:xfrm rot="16200000">
            <a:off x="7929023" y="155065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98EDBEF1-F6D9-4D50-B919-1D820C83C36D}"/>
              </a:ext>
            </a:extLst>
          </p:cNvPr>
          <p:cNvSpPr/>
          <p:nvPr/>
        </p:nvSpPr>
        <p:spPr>
          <a:xfrm rot="5400000">
            <a:off x="1681091" y="505313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D5469C97-ED0D-45E2-A40E-62C982F9422C}"/>
              </a:ext>
            </a:extLst>
          </p:cNvPr>
          <p:cNvSpPr/>
          <p:nvPr/>
        </p:nvSpPr>
        <p:spPr>
          <a:xfrm rot="16200000">
            <a:off x="6789329" y="4056986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94D17BEC-302D-4087-91CE-2BB90719574C}"/>
              </a:ext>
            </a:extLst>
          </p:cNvPr>
          <p:cNvSpPr/>
          <p:nvPr/>
        </p:nvSpPr>
        <p:spPr>
          <a:xfrm rot="16200000">
            <a:off x="1389175" y="155065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89DD79C8-6D27-4921-B4DD-E8991B0F5B83}"/>
              </a:ext>
            </a:extLst>
          </p:cNvPr>
          <p:cNvSpPr/>
          <p:nvPr/>
        </p:nvSpPr>
        <p:spPr>
          <a:xfrm rot="10800000">
            <a:off x="2072282" y="658382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AAD4DE4B-BD23-422E-9F21-F48C7156CF64}"/>
              </a:ext>
            </a:extLst>
          </p:cNvPr>
          <p:cNvSpPr/>
          <p:nvPr/>
        </p:nvSpPr>
        <p:spPr>
          <a:xfrm rot="16200000">
            <a:off x="3783656" y="4046163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3312D4DA-1322-45FA-9645-451702899377}"/>
              </a:ext>
            </a:extLst>
          </p:cNvPr>
          <p:cNvSpPr/>
          <p:nvPr/>
        </p:nvSpPr>
        <p:spPr>
          <a:xfrm>
            <a:off x="3082059" y="3373950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65711C01-EE2A-41FD-9494-B236581B2AB7}"/>
              </a:ext>
            </a:extLst>
          </p:cNvPr>
          <p:cNvSpPr/>
          <p:nvPr/>
        </p:nvSpPr>
        <p:spPr>
          <a:xfrm rot="5400000">
            <a:off x="10043330" y="5053135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6A0D7622-0B2A-47DC-A8A4-E75BF1D73E61}"/>
              </a:ext>
            </a:extLst>
          </p:cNvPr>
          <p:cNvSpPr/>
          <p:nvPr/>
        </p:nvSpPr>
        <p:spPr>
          <a:xfrm>
            <a:off x="9391276" y="5429173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C81FFEB6-6E23-4085-B661-9DAA63329DBA}"/>
              </a:ext>
            </a:extLst>
          </p:cNvPr>
          <p:cNvSpPr/>
          <p:nvPr/>
        </p:nvSpPr>
        <p:spPr>
          <a:xfrm rot="5400000">
            <a:off x="3526232" y="5063873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6FC52066-72E7-452E-B65E-FFA3BAE63D3D}"/>
              </a:ext>
            </a:extLst>
          </p:cNvPr>
          <p:cNvSpPr/>
          <p:nvPr/>
        </p:nvSpPr>
        <p:spPr>
          <a:xfrm rot="5400000">
            <a:off x="6304929" y="5063874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8A189004-27DC-44C7-88CE-CDE1313305EE}"/>
              </a:ext>
            </a:extLst>
          </p:cNvPr>
          <p:cNvSpPr/>
          <p:nvPr/>
        </p:nvSpPr>
        <p:spPr>
          <a:xfrm rot="10800000">
            <a:off x="2085718" y="3437259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8" name="Arrow: Right 67">
            <a:extLst>
              <a:ext uri="{FF2B5EF4-FFF2-40B4-BE49-F238E27FC236}">
                <a16:creationId xmlns:a16="http://schemas.microsoft.com/office/drawing/2014/main" id="{7E684C82-97CC-4BB2-837D-F64FC2448ACD}"/>
              </a:ext>
            </a:extLst>
          </p:cNvPr>
          <p:cNvSpPr/>
          <p:nvPr/>
        </p:nvSpPr>
        <p:spPr>
          <a:xfrm rot="16200000">
            <a:off x="1753089" y="4056986"/>
            <a:ext cx="345841" cy="316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665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595</Words>
  <Application>Microsoft Office PowerPoint</Application>
  <PresentationFormat>Widescreen</PresentationFormat>
  <Paragraphs>153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Adobe Fan Heiti Std B</vt:lpstr>
      <vt:lpstr>Arial</vt:lpstr>
      <vt:lpstr>Arial Rounded MT Bold</vt:lpstr>
      <vt:lpstr>Bebas Neue</vt:lpstr>
      <vt:lpstr>Calibri</vt:lpstr>
      <vt:lpstr>Calibri Light</vt:lpstr>
      <vt:lpstr>Chelsea Market</vt:lpstr>
      <vt:lpstr>Josefin Slab</vt:lpstr>
      <vt:lpstr>Office Theme</vt:lpstr>
      <vt:lpstr>Fasilitas Publik</vt:lpstr>
      <vt:lpstr>PowerPoint Presentation</vt:lpstr>
      <vt:lpstr>PowerPoint Presentation</vt:lpstr>
      <vt:lpstr>PowerPoint Presentation</vt:lpstr>
      <vt:lpstr>PowerPoint Presentation</vt:lpstr>
      <vt:lpstr>Petunjuk Arah</vt:lpstr>
      <vt:lpstr>PowerPoint Presentation</vt:lpstr>
      <vt:lpstr>PowerPoint Presentation</vt:lpstr>
      <vt:lpstr>Petunjuk Arah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Fasilitas Publik</dc:title>
  <dc:creator>DELL</dc:creator>
  <cp:lastModifiedBy>DELL</cp:lastModifiedBy>
  <cp:revision>8</cp:revision>
  <dcterms:created xsi:type="dcterms:W3CDTF">2025-10-29T04:32:26Z</dcterms:created>
  <dcterms:modified xsi:type="dcterms:W3CDTF">2025-11-06T17:26:25Z</dcterms:modified>
</cp:coreProperties>
</file>