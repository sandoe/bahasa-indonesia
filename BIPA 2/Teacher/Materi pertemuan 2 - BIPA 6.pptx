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3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94"/>
  </p:normalViewPr>
  <p:slideViewPr>
    <p:cSldViewPr snapToGrid="0" snapToObjects="1">
      <p:cViewPr varScale="1">
        <p:scale>
          <a:sx n="109" d="100"/>
          <a:sy n="109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F1F07-9F6E-BE4D-9F85-12BB8EC3D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031E3-B6F2-504A-AEB3-7DD52FEA8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4582B-C834-054F-951D-5F79FE44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16F2-4D14-AB40-A31F-8069599F9559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02385-DE7C-2A47-BDB2-268EEA574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D2A83-6DC6-4D4D-B29C-EFA5910C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A0F2-25B9-EE49-80D2-82105B90BA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4465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48826-74D8-504D-AF2B-AA9119BCE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40311-8150-9F44-9E9F-EF8D2464B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82C62-CE4D-CA4F-9FC1-DC8845DFA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16F2-4D14-AB40-A31F-8069599F9559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2DE23-462B-CB45-9741-F3AFD3303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3421C-0F72-C442-BD86-711A012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A0F2-25B9-EE49-80D2-82105B90BA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2817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9883-391A-C74D-AA80-43F724A37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C1E2A-44FE-3B4F-AD5C-1017365CF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73DB0-B1A8-5A46-8C39-CDA0AE78C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16F2-4D14-AB40-A31F-8069599F9559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88D97-5255-D944-8C3E-79405E536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2FC0F-3D23-AB41-A6D2-FBC9BE43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A0F2-25B9-EE49-80D2-82105B90BA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0846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2987A-95D2-0144-941B-A9A1CC244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70B97-E9AA-B84D-9781-C5B4F5AE0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23AA8-ED24-BE44-9B76-429B3A7C1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5FE74-3787-914A-89EF-95289878B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16F2-4D14-AB40-A31F-8069599F9559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8F605-B15A-F94C-B539-6F3324799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B88EB-4999-9541-A6FC-C1AA12261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A0F2-25B9-EE49-80D2-82105B90BA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8034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F4E0A-C915-4A47-B070-A56249639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239ED-DA3F-EC41-A48E-AF3029518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79224-A5BD-DB47-B099-D8EAD9177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40DD4-A5B4-3149-B015-F892E8D93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00BFE-5EE4-504E-B381-F72F885608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299DE-2034-C14C-82A8-C21BED450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16F2-4D14-AB40-A31F-8069599F9559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22E576-1919-C24C-A622-3C1DDDBD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48C9A5-B825-AF4B-B5CC-55ACD5C8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A0F2-25B9-EE49-80D2-82105B90BA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1168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7F36F-E3E0-C74E-ACE6-73B2DEB33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19924-4240-B144-95D4-E42021ECA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16F2-4D14-AB40-A31F-8069599F9559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EF5BE1-8E88-FE4D-8029-FA05B4CA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B4319B-4803-DA4C-9B0A-8DB5B69A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A0F2-25B9-EE49-80D2-82105B90BA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5402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CF2B0F-DB9F-B541-9DB4-A9062DA4A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16F2-4D14-AB40-A31F-8069599F9559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F4866-0E26-CC42-BF38-44AF075F4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4A625-7605-564E-92EC-7E063E7B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A0F2-25B9-EE49-80D2-82105B90BA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1556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986A-C213-E444-BC05-41EB0ECBA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565E1-EAF0-C14A-BBF0-9158C3936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BD9DD-CE80-1247-9FA8-380C22E4E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6646B-08AA-334C-B6F9-6F08AD1D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16F2-4D14-AB40-A31F-8069599F9559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06C04-A724-A844-8139-E4517D10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3C90C-BC67-7944-9262-9EC45BC19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A0F2-25B9-EE49-80D2-82105B90BA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86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698E-F83B-8F4D-9E1B-DB3BAE37B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3ABBC-5FC0-C14B-9DCD-0079C0058C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9D10C-8928-6443-8949-2F02B29DC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2C901-2ACD-2D4A-B7A2-00F29F6CF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16F2-4D14-AB40-A31F-8069599F9559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CD84F-228E-0C4D-960C-40A9CCCB7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49324-2BEA-FD41-9975-912BFD93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A0F2-25B9-EE49-80D2-82105B90BA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543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B94B4-8028-0D4D-AA3D-8FEA128AD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3E380-97A9-2C40-A3A7-750BC6442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35CD1-9C57-D941-BEFF-1BB6B8A66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16F2-4D14-AB40-A31F-8069599F9559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64D44-4870-4446-B0BE-FA7B4FDAE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BEF8A-EE1D-394D-B965-477B9D3F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A0F2-25B9-EE49-80D2-82105B90BA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1038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29141E-C208-8A48-90A7-EFB1F885E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F1FAC-96BF-934F-9598-29E9F9FFD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7CAF5-8CD3-7243-9734-35B8A66AB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16F2-4D14-AB40-A31F-8069599F9559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2346D-C1E7-6E4C-A69F-1C4438BFC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EB305-E569-2C46-9337-8B8AC11C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A0F2-25B9-EE49-80D2-82105B90BA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525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C54B34-C22A-ED47-9BFD-D6145A484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25273-AE47-C440-A6DE-23146604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2C904-AA9E-A641-A376-2C1E7B207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016F2-4D14-AB40-A31F-8069599F9559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AA6FF-514F-AD4E-9198-BBFED0060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FA089-D6E4-0145-B6F2-37882FA5B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4A0F2-25B9-EE49-80D2-82105B90BA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433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FD4773-C575-EC42-A04D-7B55993D9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984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E216AC6-3EEA-1146-A9C9-327223059C3D}"/>
              </a:ext>
            </a:extLst>
          </p:cNvPr>
          <p:cNvSpPr/>
          <p:nvPr/>
        </p:nvSpPr>
        <p:spPr>
          <a:xfrm>
            <a:off x="2579077" y="1852246"/>
            <a:ext cx="7033846" cy="23035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4800" b="1" dirty="0"/>
              <a:t>Rencana Kegiatan</a:t>
            </a:r>
          </a:p>
          <a:p>
            <a:pPr algn="ctr"/>
            <a:r>
              <a:rPr lang="en-AU" dirty="0" err="1"/>
              <a:t>Kemampuan</a:t>
            </a:r>
            <a:r>
              <a:rPr lang="en-AU" dirty="0"/>
              <a:t> </a:t>
            </a:r>
            <a:r>
              <a:rPr lang="en-AU" dirty="0" err="1"/>
              <a:t>berbicara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1863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DE5B1F-D5CA-2F41-AB21-8122F48E0C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688" t="17943" r="9242" b="13504"/>
          <a:stretch/>
        </p:blipFill>
        <p:spPr>
          <a:xfrm>
            <a:off x="3528646" y="327826"/>
            <a:ext cx="5134708" cy="620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47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91011B-AD8A-F94C-8C7C-88E2E43B1F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54" t="9402" r="10689" b="63418"/>
          <a:stretch/>
        </p:blipFill>
        <p:spPr>
          <a:xfrm>
            <a:off x="2984187" y="949569"/>
            <a:ext cx="6223625" cy="29190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4C6C81-4919-BD43-8C0D-9B4FC0D52684}"/>
              </a:ext>
            </a:extLst>
          </p:cNvPr>
          <p:cNvSpPr txBox="1"/>
          <p:nvPr/>
        </p:nvSpPr>
        <p:spPr>
          <a:xfrm>
            <a:off x="4566862" y="4724400"/>
            <a:ext cx="3136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Kiat</a:t>
            </a:r>
            <a:r>
              <a:rPr lang="en-AU" dirty="0"/>
              <a:t>: </a:t>
            </a:r>
            <a:r>
              <a:rPr lang="en-AU" dirty="0" err="1"/>
              <a:t>Gunakan</a:t>
            </a:r>
            <a:r>
              <a:rPr lang="en-AU" dirty="0"/>
              <a:t> </a:t>
            </a:r>
            <a:r>
              <a:rPr lang="en-AU" dirty="0" err="1"/>
              <a:t>teknik</a:t>
            </a:r>
            <a:r>
              <a:rPr lang="en-AU" dirty="0"/>
              <a:t> “5W+1H”!</a:t>
            </a:r>
          </a:p>
        </p:txBody>
      </p:sp>
    </p:spTree>
    <p:extLst>
      <p:ext uri="{BB962C8B-B14F-4D97-AF65-F5344CB8AC3E}">
        <p14:creationId xmlns:p14="http://schemas.microsoft.com/office/powerpoint/2010/main" val="276583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D1017C-FA98-1742-8894-3F83DF56C7ED}"/>
              </a:ext>
            </a:extLst>
          </p:cNvPr>
          <p:cNvSpPr txBox="1"/>
          <p:nvPr/>
        </p:nvSpPr>
        <p:spPr>
          <a:xfrm>
            <a:off x="879231" y="474345"/>
            <a:ext cx="880403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/>
              <a:t>Kiat berlatih berbicara Bahasa Indonesia:</a:t>
            </a:r>
            <a:endParaRPr lang="id-ID" dirty="0"/>
          </a:p>
          <a:p>
            <a:r>
              <a:rPr lang="id-ID" b="1" dirty="0"/>
              <a:t> </a:t>
            </a:r>
            <a:endParaRPr lang="id-ID" dirty="0"/>
          </a:p>
          <a:p>
            <a:r>
              <a:rPr lang="id-ID" b="1" dirty="0"/>
              <a:t>Praktik Langsung dan Konsistensi</a:t>
            </a:r>
            <a:endParaRPr lang="id-ID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d-ID" dirty="0"/>
              <a:t>Latihan Setiap Hari: Luangkan waktu minimal 20 menit untuk berbicara.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d-ID" dirty="0"/>
              <a:t>Berbicara dengan Penutur Asli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d-ID" dirty="0"/>
              <a:t>Berbicara dengan Diri Sendiri: Ceritakan aktivitas harian atau perasaan Anda dengan lantang.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d-ID" dirty="0"/>
              <a:t>Jangan Takut Salah: Kesalahan adalah bagian dari proses belajar. </a:t>
            </a:r>
          </a:p>
          <a:p>
            <a:r>
              <a:rPr lang="id-ID" dirty="0"/>
              <a:t> </a:t>
            </a:r>
          </a:p>
          <a:p>
            <a:r>
              <a:rPr lang="id-ID" b="1" dirty="0"/>
              <a:t>Meningkatkan Kemampuan Mendengar dan Melafalkan</a:t>
            </a:r>
            <a:r>
              <a:rPr lang="id-ID" dirty="0"/>
              <a:t>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d-ID" dirty="0"/>
              <a:t>Dengarkan Media Bahasa Indonesia: Tonton film, berita, atau </a:t>
            </a:r>
            <a:r>
              <a:rPr lang="id-ID" dirty="0" err="1"/>
              <a:t>podcast</a:t>
            </a:r>
            <a:r>
              <a:rPr lang="id-ID" dirty="0"/>
              <a:t> untuk mempelajari intonasi dan artikulasi yang tepat.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d-ID" dirty="0"/>
              <a:t>Teknik </a:t>
            </a:r>
            <a:r>
              <a:rPr lang="id-ID" dirty="0" err="1"/>
              <a:t>Shadowing</a:t>
            </a:r>
            <a:r>
              <a:rPr lang="id-ID" dirty="0"/>
              <a:t> (Meniru): Ulangi frasa yang didengar langsung untuk melatih pelafalan.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d-ID" dirty="0"/>
              <a:t>Bicara Perlahan: Hindari terburu-buru agar pengucapan lebih jelas dan tepat. </a:t>
            </a:r>
          </a:p>
          <a:p>
            <a:r>
              <a:rPr lang="id-ID" b="1" dirty="0"/>
              <a:t> </a:t>
            </a:r>
            <a:endParaRPr lang="id-ID" dirty="0"/>
          </a:p>
          <a:p>
            <a:r>
              <a:rPr lang="id-ID" b="1" dirty="0"/>
              <a:t>Memperkaya Kosakata dan Tata Bahasa</a:t>
            </a:r>
            <a:r>
              <a:rPr lang="id-ID" dirty="0"/>
              <a:t>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d-ID" dirty="0"/>
              <a:t>Membaca Lantang: Baca buku, berita, atau artikel dengan suara keras untuk melatih otot mulut dan pemahaman kata.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d-ID" dirty="0"/>
              <a:t>Pelajari Kosakata Baru: Pelajari minimal 1-2 kata baru setiap hari.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d-ID" dirty="0"/>
              <a:t>Gunakan Kalimat Sederhana: Mulai dengan struktur Subjek-Predikat-Objek (SPO) dasar sebelum menggunakan kalimat kompleks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39340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172</Words>
  <Application>Microsoft Macintosh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Muttaqien Ahmad</dc:creator>
  <cp:lastModifiedBy>Muttaqien Ahmad</cp:lastModifiedBy>
  <cp:revision>4</cp:revision>
  <dcterms:created xsi:type="dcterms:W3CDTF">2026-04-22T16:00:08Z</dcterms:created>
  <dcterms:modified xsi:type="dcterms:W3CDTF">2026-04-22T16:23:58Z</dcterms:modified>
</cp:coreProperties>
</file>