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69" r:id="rId5"/>
    <p:sldId id="259" r:id="rId6"/>
    <p:sldId id="270" r:id="rId7"/>
    <p:sldId id="272" r:id="rId8"/>
    <p:sldId id="271" r:id="rId9"/>
    <p:sldId id="260" r:id="rId10"/>
    <p:sldId id="273" r:id="rId11"/>
  </p:sldIdLst>
  <p:sldSz cx="13817600" cy="7772400"/>
  <p:notesSz cx="7010400" cy="9296400"/>
  <p:defaultTextStyle>
    <a:defPPr>
      <a:defRPr lang="en-US"/>
    </a:defPPr>
    <a:lvl1pPr marL="0" algn="l" defTabSz="1018824" rtl="0" eaLnBrk="1" latinLnBrk="0" hangingPunct="1">
      <a:defRPr sz="2006" kern="1200">
        <a:solidFill>
          <a:schemeClr val="tx1"/>
        </a:solidFill>
        <a:latin typeface="+mn-lt"/>
        <a:ea typeface="+mn-ea"/>
        <a:cs typeface="+mn-cs"/>
      </a:defRPr>
    </a:lvl1pPr>
    <a:lvl2pPr marL="509412" algn="l" defTabSz="1018824" rtl="0" eaLnBrk="1" latinLnBrk="0" hangingPunct="1">
      <a:defRPr sz="2006" kern="1200">
        <a:solidFill>
          <a:schemeClr val="tx1"/>
        </a:solidFill>
        <a:latin typeface="+mn-lt"/>
        <a:ea typeface="+mn-ea"/>
        <a:cs typeface="+mn-cs"/>
      </a:defRPr>
    </a:lvl2pPr>
    <a:lvl3pPr marL="1018824" algn="l" defTabSz="1018824" rtl="0" eaLnBrk="1" latinLnBrk="0" hangingPunct="1">
      <a:defRPr sz="2006" kern="1200">
        <a:solidFill>
          <a:schemeClr val="tx1"/>
        </a:solidFill>
        <a:latin typeface="+mn-lt"/>
        <a:ea typeface="+mn-ea"/>
        <a:cs typeface="+mn-cs"/>
      </a:defRPr>
    </a:lvl3pPr>
    <a:lvl4pPr marL="1528237" algn="l" defTabSz="1018824" rtl="0" eaLnBrk="1" latinLnBrk="0" hangingPunct="1">
      <a:defRPr sz="2006" kern="1200">
        <a:solidFill>
          <a:schemeClr val="tx1"/>
        </a:solidFill>
        <a:latin typeface="+mn-lt"/>
        <a:ea typeface="+mn-ea"/>
        <a:cs typeface="+mn-cs"/>
      </a:defRPr>
    </a:lvl4pPr>
    <a:lvl5pPr marL="2037649" algn="l" defTabSz="1018824" rtl="0" eaLnBrk="1" latinLnBrk="0" hangingPunct="1">
      <a:defRPr sz="2006" kern="1200">
        <a:solidFill>
          <a:schemeClr val="tx1"/>
        </a:solidFill>
        <a:latin typeface="+mn-lt"/>
        <a:ea typeface="+mn-ea"/>
        <a:cs typeface="+mn-cs"/>
      </a:defRPr>
    </a:lvl5pPr>
    <a:lvl6pPr marL="2547061" algn="l" defTabSz="1018824" rtl="0" eaLnBrk="1" latinLnBrk="0" hangingPunct="1">
      <a:defRPr sz="2006" kern="1200">
        <a:solidFill>
          <a:schemeClr val="tx1"/>
        </a:solidFill>
        <a:latin typeface="+mn-lt"/>
        <a:ea typeface="+mn-ea"/>
        <a:cs typeface="+mn-cs"/>
      </a:defRPr>
    </a:lvl6pPr>
    <a:lvl7pPr marL="3056473" algn="l" defTabSz="1018824" rtl="0" eaLnBrk="1" latinLnBrk="0" hangingPunct="1">
      <a:defRPr sz="2006" kern="1200">
        <a:solidFill>
          <a:schemeClr val="tx1"/>
        </a:solidFill>
        <a:latin typeface="+mn-lt"/>
        <a:ea typeface="+mn-ea"/>
        <a:cs typeface="+mn-cs"/>
      </a:defRPr>
    </a:lvl7pPr>
    <a:lvl8pPr marL="3565886" algn="l" defTabSz="1018824" rtl="0" eaLnBrk="1" latinLnBrk="0" hangingPunct="1">
      <a:defRPr sz="2006" kern="1200">
        <a:solidFill>
          <a:schemeClr val="tx1"/>
        </a:solidFill>
        <a:latin typeface="+mn-lt"/>
        <a:ea typeface="+mn-ea"/>
        <a:cs typeface="+mn-cs"/>
      </a:defRPr>
    </a:lvl8pPr>
    <a:lvl9pPr marL="4075298" algn="l" defTabSz="1018824" rtl="0" eaLnBrk="1" latinLnBrk="0" hangingPunct="1">
      <a:defRPr sz="2006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8" userDrawn="1">
          <p15:clr>
            <a:srgbClr val="A4A3A4"/>
          </p15:clr>
        </p15:guide>
        <p15:guide id="2" pos="43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721" autoAdjust="0"/>
    <p:restoredTop sz="94879" autoAdjust="0"/>
  </p:normalViewPr>
  <p:slideViewPr>
    <p:cSldViewPr snapToGrid="0">
      <p:cViewPr>
        <p:scale>
          <a:sx n="80" d="100"/>
          <a:sy n="80" d="100"/>
        </p:scale>
        <p:origin x="192" y="36"/>
      </p:cViewPr>
      <p:guideLst>
        <p:guide orient="horz" pos="2448"/>
        <p:guide pos="435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3" d="100"/>
          <a:sy n="63" d="100"/>
        </p:scale>
        <p:origin x="236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CC32456-4FF3-435F-B03B-B8D0CE646C5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AAF674-F26D-473E-9D53-48E35C0805D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668871CB-7D37-4FAB-B9ED-4377A4D8FB20}" type="datetimeFigureOut">
              <a:rPr lang="en-US" smtClean="0"/>
              <a:t>9/23/2025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45A715-4835-402B-BB1A-CF0CABC0453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6AE5A0-5322-48C1-AAD9-D4F92B3C7E4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AE8DA370-3937-44ED-9988-7642B6F3E4B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8697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443EEF79-99CC-4F81-B4D6-D8238D76DBFC}" type="datetimeFigureOut">
              <a:rPr lang="en-US" smtClean="0"/>
              <a:t>9/23/2025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5A0C5344-2AF1-4DB7-89C3-3B38D8B6B9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0945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18824" rtl="0" eaLnBrk="1" latinLnBrk="0" hangingPunct="1">
      <a:defRPr sz="1337" kern="1200">
        <a:solidFill>
          <a:schemeClr val="tx1"/>
        </a:solidFill>
        <a:latin typeface="+mn-lt"/>
        <a:ea typeface="+mn-ea"/>
        <a:cs typeface="+mn-cs"/>
      </a:defRPr>
    </a:lvl1pPr>
    <a:lvl2pPr marL="509412" algn="l" defTabSz="1018824" rtl="0" eaLnBrk="1" latinLnBrk="0" hangingPunct="1">
      <a:defRPr sz="1337" kern="1200">
        <a:solidFill>
          <a:schemeClr val="tx1"/>
        </a:solidFill>
        <a:latin typeface="+mn-lt"/>
        <a:ea typeface="+mn-ea"/>
        <a:cs typeface="+mn-cs"/>
      </a:defRPr>
    </a:lvl2pPr>
    <a:lvl3pPr marL="1018824" algn="l" defTabSz="1018824" rtl="0" eaLnBrk="1" latinLnBrk="0" hangingPunct="1">
      <a:defRPr sz="1337" kern="1200">
        <a:solidFill>
          <a:schemeClr val="tx1"/>
        </a:solidFill>
        <a:latin typeface="+mn-lt"/>
        <a:ea typeface="+mn-ea"/>
        <a:cs typeface="+mn-cs"/>
      </a:defRPr>
    </a:lvl3pPr>
    <a:lvl4pPr marL="1528237" algn="l" defTabSz="1018824" rtl="0" eaLnBrk="1" latinLnBrk="0" hangingPunct="1">
      <a:defRPr sz="1337" kern="1200">
        <a:solidFill>
          <a:schemeClr val="tx1"/>
        </a:solidFill>
        <a:latin typeface="+mn-lt"/>
        <a:ea typeface="+mn-ea"/>
        <a:cs typeface="+mn-cs"/>
      </a:defRPr>
    </a:lvl4pPr>
    <a:lvl5pPr marL="2037649" algn="l" defTabSz="1018824" rtl="0" eaLnBrk="1" latinLnBrk="0" hangingPunct="1">
      <a:defRPr sz="1337" kern="1200">
        <a:solidFill>
          <a:schemeClr val="tx1"/>
        </a:solidFill>
        <a:latin typeface="+mn-lt"/>
        <a:ea typeface="+mn-ea"/>
        <a:cs typeface="+mn-cs"/>
      </a:defRPr>
    </a:lvl5pPr>
    <a:lvl6pPr marL="2547061" algn="l" defTabSz="1018824" rtl="0" eaLnBrk="1" latinLnBrk="0" hangingPunct="1">
      <a:defRPr sz="1337" kern="1200">
        <a:solidFill>
          <a:schemeClr val="tx1"/>
        </a:solidFill>
        <a:latin typeface="+mn-lt"/>
        <a:ea typeface="+mn-ea"/>
        <a:cs typeface="+mn-cs"/>
      </a:defRPr>
    </a:lvl6pPr>
    <a:lvl7pPr marL="3056473" algn="l" defTabSz="1018824" rtl="0" eaLnBrk="1" latinLnBrk="0" hangingPunct="1">
      <a:defRPr sz="1337" kern="1200">
        <a:solidFill>
          <a:schemeClr val="tx1"/>
        </a:solidFill>
        <a:latin typeface="+mn-lt"/>
        <a:ea typeface="+mn-ea"/>
        <a:cs typeface="+mn-cs"/>
      </a:defRPr>
    </a:lvl7pPr>
    <a:lvl8pPr marL="3565886" algn="l" defTabSz="1018824" rtl="0" eaLnBrk="1" latinLnBrk="0" hangingPunct="1">
      <a:defRPr sz="1337" kern="1200">
        <a:solidFill>
          <a:schemeClr val="tx1"/>
        </a:solidFill>
        <a:latin typeface="+mn-lt"/>
        <a:ea typeface="+mn-ea"/>
        <a:cs typeface="+mn-cs"/>
      </a:defRPr>
    </a:lvl8pPr>
    <a:lvl9pPr marL="4075298" algn="l" defTabSz="1018824" rtl="0" eaLnBrk="1" latinLnBrk="0" hangingPunct="1">
      <a:defRPr sz="133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26579-DAE6-4D4E-BC03-A789A3B4077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32219" y="377829"/>
            <a:ext cx="6675141" cy="1509199"/>
          </a:xfrm>
        </p:spPr>
        <p:txBody>
          <a:bodyPr anchor="t">
            <a:noAutofit/>
          </a:bodyPr>
          <a:lstStyle>
            <a:lvl1pPr algn="ctr">
              <a:defRPr sz="5334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8DEDC4-F7A9-4058-8E0A-9135B01049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2219" y="1910522"/>
            <a:ext cx="6675141" cy="652176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 marL="502932" indent="0" algn="ctr">
              <a:buNone/>
              <a:defRPr sz="2201"/>
            </a:lvl2pPr>
            <a:lvl3pPr marL="1005867" indent="0" algn="ctr">
              <a:buNone/>
              <a:defRPr sz="1980"/>
            </a:lvl3pPr>
            <a:lvl4pPr marL="1508799" indent="0" algn="ctr">
              <a:buNone/>
              <a:defRPr sz="1761"/>
            </a:lvl4pPr>
            <a:lvl5pPr marL="2011733" indent="0" algn="ctr">
              <a:buNone/>
              <a:defRPr sz="1761"/>
            </a:lvl5pPr>
            <a:lvl6pPr marL="2514665" indent="0" algn="ctr">
              <a:buNone/>
              <a:defRPr sz="1761"/>
            </a:lvl6pPr>
            <a:lvl7pPr marL="3017600" indent="0" algn="ctr">
              <a:buNone/>
              <a:defRPr sz="1761"/>
            </a:lvl7pPr>
            <a:lvl8pPr marL="3520532" indent="0" algn="ctr">
              <a:buNone/>
              <a:defRPr sz="1761"/>
            </a:lvl8pPr>
            <a:lvl9pPr marL="4023466" indent="0" algn="ctr">
              <a:buNone/>
              <a:defRPr sz="1761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9E7A56-C304-4934-BA12-9BADB5405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EBECA-3212-4A5B-B9AF-C03EDE72AD91}" type="datetimeFigureOut">
              <a:rPr lang="en-US" smtClean="0"/>
              <a:t>9/23/2025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0B719B-D388-4B79-BADE-94CDED848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B2B79A-0696-497C-87D7-F718F3285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7BE8F-0DAB-48BB-B5ED-43D873A94FC9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96C90B7-E3B5-4465-84FF-99F90C5DF4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864540" y="2933011"/>
            <a:ext cx="6763430" cy="463266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734"/>
            </a:lvl1pPr>
            <a:lvl2pPr marL="502932" indent="0">
              <a:buNone/>
              <a:defRPr/>
            </a:lvl2pPr>
            <a:lvl3pPr marL="1005867" indent="0">
              <a:buNone/>
              <a:defRPr/>
            </a:lvl3pPr>
            <a:lvl4pPr marL="1508799" indent="0">
              <a:buNone/>
              <a:defRPr/>
            </a:lvl4pPr>
            <a:lvl5pPr marL="201173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5F729C5-1DA8-42F5-A09F-A4F012B600B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32219" y="2982193"/>
            <a:ext cx="6547650" cy="4512121"/>
          </a:xfrm>
        </p:spPr>
        <p:txBody>
          <a:bodyPr>
            <a:normAutofit/>
          </a:bodyPr>
          <a:lstStyle>
            <a:lvl1pPr marL="0" marR="0" indent="0" algn="l" defTabSz="1036292" rtl="0" eaLnBrk="1" fontAlgn="auto" latinLnBrk="0" hangingPunct="1">
              <a:lnSpc>
                <a:spcPct val="90000"/>
              </a:lnSpc>
              <a:spcBef>
                <a:spcPts val="113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640"/>
            </a:lvl1pPr>
          </a:lstStyle>
          <a:p>
            <a:pPr marL="0" marR="0" lvl="0" indent="0" algn="l" defTabSz="1036292" rtl="0" eaLnBrk="1" fontAlgn="auto" latinLnBrk="0" hangingPunct="1">
              <a:lnSpc>
                <a:spcPct val="90000"/>
              </a:lnSpc>
              <a:spcBef>
                <a:spcPts val="113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Picture</a:t>
            </a:r>
          </a:p>
          <a:p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D50FD696-7DF9-47A9-B3FC-296331B1275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74685" y="377831"/>
            <a:ext cx="6229040" cy="2417329"/>
          </a:xfrm>
        </p:spPr>
        <p:txBody>
          <a:bodyPr>
            <a:noAutofit/>
          </a:bodyPr>
          <a:lstStyle>
            <a:lvl1pPr marL="0" indent="0">
              <a:buNone/>
              <a:defRPr sz="1867"/>
            </a:lvl1pPr>
            <a:lvl2pPr marL="502932" indent="0">
              <a:buNone/>
              <a:defRPr sz="2054"/>
            </a:lvl2pPr>
            <a:lvl3pPr marL="1005867" indent="0">
              <a:buNone/>
              <a:defRPr sz="1761"/>
            </a:lvl3pPr>
            <a:lvl4pPr marL="1508799" indent="0">
              <a:buNone/>
              <a:defRPr sz="1614"/>
            </a:lvl4pPr>
            <a:lvl5pPr marL="2011733" indent="0">
              <a:buNone/>
              <a:defRPr sz="1614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91A873DE-D098-4C63-AAEA-7003E5393BF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7075392" y="758300"/>
            <a:ext cx="1105408" cy="829056"/>
          </a:xfrm>
        </p:spPr>
        <p:txBody>
          <a:bodyPr anchor="t">
            <a:normAutofit/>
          </a:bodyPr>
          <a:lstStyle>
            <a:lvl1pPr marL="0" indent="0" algn="ctr">
              <a:buNone/>
              <a:defRPr sz="1648"/>
            </a:lvl1pPr>
          </a:lstStyle>
          <a:p>
            <a:r>
              <a:rPr lang="en-US" dirty="0"/>
              <a:t>Picture</a:t>
            </a:r>
          </a:p>
        </p:txBody>
      </p:sp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id="{63616B2D-38AC-482D-AC04-7562216E84F6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095543" y="1848175"/>
            <a:ext cx="1105408" cy="829056"/>
          </a:xfrm>
        </p:spPr>
        <p:txBody>
          <a:bodyPr anchor="t">
            <a:normAutofit/>
          </a:bodyPr>
          <a:lstStyle>
            <a:lvl1pPr marL="0" indent="0" algn="ctr">
              <a:buNone/>
              <a:defRPr sz="1648"/>
            </a:lvl1pPr>
          </a:lstStyle>
          <a:p>
            <a:r>
              <a:rPr lang="en-US" dirty="0"/>
              <a:t>Picture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A8CAC529-CCB4-4DA1-A4E5-5919B56CEBF5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11173917" y="2994937"/>
            <a:ext cx="2386676" cy="2575863"/>
          </a:xfrm>
        </p:spPr>
        <p:txBody>
          <a:bodyPr anchor="t">
            <a:normAutofit/>
          </a:bodyPr>
          <a:lstStyle>
            <a:lvl1pPr marL="0" marR="0" indent="0" algn="ctr" defTabSz="1036292" rtl="0" eaLnBrk="1" fontAlgn="auto" latinLnBrk="0" hangingPunct="1">
              <a:lnSpc>
                <a:spcPct val="90000"/>
              </a:lnSpc>
              <a:spcBef>
                <a:spcPts val="113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48"/>
            </a:lvl1pPr>
          </a:lstStyle>
          <a:p>
            <a:pPr marL="0" marR="0" lvl="0" indent="0" algn="ctr" defTabSz="1036292" rtl="0" eaLnBrk="1" fontAlgn="auto" latinLnBrk="0" hangingPunct="1">
              <a:lnSpc>
                <a:spcPct val="90000"/>
              </a:lnSpc>
              <a:spcBef>
                <a:spcPts val="113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Picture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92988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87FA025-9CE5-4D24-88F3-5B393073121B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0" y="0"/>
            <a:ext cx="13817600" cy="77724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BBEC44-041F-4312-9B0C-3A67D7B6D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264" y="116587"/>
            <a:ext cx="13403072" cy="768604"/>
          </a:xfrm>
        </p:spPr>
        <p:txBody>
          <a:bodyPr anchor="t">
            <a:normAutofit/>
          </a:bodyPr>
          <a:lstStyle>
            <a:lvl1pPr algn="ctr">
              <a:defRPr sz="272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BB180C-9C77-4695-AFDF-D7E0EAD24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EBECA-3212-4A5B-B9AF-C03EDE72AD91}" type="datetimeFigureOut">
              <a:rPr lang="en-US" smtClean="0"/>
              <a:t>9/23/2025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80EC47-D9D3-466D-8977-9CE5E7E1D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42C35B-B517-42A0-BADD-6AF6A83CA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7BE8F-0DAB-48BB-B5ED-43D873A94F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6454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FC5AF8-D558-466F-A592-16B2A4D39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960" y="413813"/>
            <a:ext cx="1191768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EB6FAB-E45B-4FEF-8078-5C0BD67291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49960" y="2069042"/>
            <a:ext cx="1191768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1AEDAE-1AB7-4054-8DD3-4591873A6A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9960" y="7203865"/>
            <a:ext cx="310896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2EBECA-3212-4A5B-B9AF-C03EDE72AD91}" type="datetimeFigureOut">
              <a:rPr lang="en-US" smtClean="0"/>
              <a:t>9/23/2025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B9C897-D318-432C-9927-F3D50FB367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7080" y="7203865"/>
            <a:ext cx="46634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D17AD6-49F1-4CCF-BF69-04E62D41C9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758680" y="7203865"/>
            <a:ext cx="310896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B7BE8F-0DAB-48BB-B5ED-43D873A94F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4640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0" r:id="rId2"/>
  </p:sldLayoutIdLst>
  <p:txStyles>
    <p:titleStyle>
      <a:lvl1pPr algn="l" defTabSz="1036292" rtl="0" eaLnBrk="1" latinLnBrk="0" hangingPunct="1">
        <a:lnSpc>
          <a:spcPct val="90000"/>
        </a:lnSpc>
        <a:spcBef>
          <a:spcPct val="0"/>
        </a:spcBef>
        <a:buNone/>
        <a:defRPr sz="498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9073" indent="-259073" algn="l" defTabSz="1036292" rtl="0" eaLnBrk="1" latinLnBrk="0" hangingPunct="1">
        <a:lnSpc>
          <a:spcPct val="90000"/>
        </a:lnSpc>
        <a:spcBef>
          <a:spcPts val="1133"/>
        </a:spcBef>
        <a:buFont typeface="Arial" panose="020B0604020202020204" pitchFamily="34" charset="0"/>
        <a:buChar char="•"/>
        <a:defRPr sz="3173" kern="1200">
          <a:solidFill>
            <a:schemeClr val="tx1"/>
          </a:solidFill>
          <a:latin typeface="+mn-lt"/>
          <a:ea typeface="+mn-ea"/>
          <a:cs typeface="+mn-cs"/>
        </a:defRPr>
      </a:lvl1pPr>
      <a:lvl2pPr marL="777219" indent="-259073" algn="l" defTabSz="1036292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720" kern="1200">
          <a:solidFill>
            <a:schemeClr val="tx1"/>
          </a:solidFill>
          <a:latin typeface="+mn-lt"/>
          <a:ea typeface="+mn-ea"/>
          <a:cs typeface="+mn-cs"/>
        </a:defRPr>
      </a:lvl2pPr>
      <a:lvl3pPr marL="1295365" indent="-259073" algn="l" defTabSz="1036292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267" kern="1200">
          <a:solidFill>
            <a:schemeClr val="tx1"/>
          </a:solidFill>
          <a:latin typeface="+mn-lt"/>
          <a:ea typeface="+mn-ea"/>
          <a:cs typeface="+mn-cs"/>
        </a:defRPr>
      </a:lvl3pPr>
      <a:lvl4pPr marL="1813511" indent="-259073" algn="l" defTabSz="1036292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4pPr>
      <a:lvl5pPr marL="2331657" indent="-259073" algn="l" defTabSz="1036292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5pPr>
      <a:lvl6pPr marL="2849802" indent="-259073" algn="l" defTabSz="1036292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6pPr>
      <a:lvl7pPr marL="3367948" indent="-259073" algn="l" defTabSz="1036292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7pPr>
      <a:lvl8pPr marL="3886094" indent="-259073" algn="l" defTabSz="1036292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8pPr>
      <a:lvl9pPr marL="4404240" indent="-259073" algn="l" defTabSz="1036292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36292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1pPr>
      <a:lvl2pPr marL="518146" algn="l" defTabSz="1036292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1036292" algn="l" defTabSz="1036292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3pPr>
      <a:lvl4pPr marL="1554438" algn="l" defTabSz="1036292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4pPr>
      <a:lvl5pPr marL="2072584" algn="l" defTabSz="1036292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5pPr>
      <a:lvl6pPr marL="2590730" algn="l" defTabSz="1036292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6pPr>
      <a:lvl7pPr marL="3108875" algn="l" defTabSz="1036292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7pPr>
      <a:lvl8pPr marL="3627021" algn="l" defTabSz="1036292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8pPr>
      <a:lvl9pPr marL="4145167" algn="l" defTabSz="1036292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itle 60" hidden="1">
            <a:extLst>
              <a:ext uri="{FF2B5EF4-FFF2-40B4-BE49-F238E27FC236}">
                <a16:creationId xmlns:a16="http://schemas.microsoft.com/office/drawing/2014/main" id="{2B6CCA25-3775-2959-EA04-96ED0BE0398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Cover Page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1AA91083-24FD-905D-1325-D6FDF6B733D6}"/>
              </a:ext>
            </a:extLst>
          </p:cNvPr>
          <p:cNvSpPr txBox="1">
            <a:spLocks/>
          </p:cNvSpPr>
          <p:nvPr/>
        </p:nvSpPr>
        <p:spPr>
          <a:xfrm>
            <a:off x="948327" y="1142355"/>
            <a:ext cx="9731348" cy="4753108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t">
            <a:noAutofit/>
          </a:bodyPr>
          <a:lstStyle>
            <a:lvl1pPr algn="ctr" defTabSz="7543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75000"/>
              </a:lnSpc>
            </a:pPr>
            <a:r>
              <a:rPr lang="en-US" sz="10990" b="1" dirty="0">
                <a:ln w="41275">
                  <a:noFill/>
                </a:ln>
                <a:solidFill>
                  <a:schemeClr val="accent4"/>
                </a:solidFill>
                <a:latin typeface="Berlin Sans FB Demi" panose="020E0602020502020306" pitchFamily="34" charset="77"/>
                <a:ea typeface="Source Sans Pro Black" panose="020B0503030403020204" pitchFamily="34" charset="0"/>
              </a:rPr>
              <a:t>Bahasa Indonesia</a:t>
            </a:r>
          </a:p>
          <a:p>
            <a:pPr algn="l">
              <a:lnSpc>
                <a:spcPct val="75000"/>
              </a:lnSpc>
            </a:pPr>
            <a:r>
              <a:rPr lang="en-US" sz="10990" b="1" dirty="0">
                <a:ln w="41275">
                  <a:noFill/>
                </a:ln>
                <a:solidFill>
                  <a:schemeClr val="accent4"/>
                </a:solidFill>
                <a:latin typeface="Berlin Sans FB Demi" panose="020E0602020502020306" pitchFamily="34" charset="77"/>
              </a:rPr>
              <a:t>Level 2</a:t>
            </a:r>
          </a:p>
        </p:txBody>
      </p:sp>
      <p:grpSp>
        <p:nvGrpSpPr>
          <p:cNvPr id="60" name="Group 59" descr="doodle spirals coloring book bird">
            <a:extLst>
              <a:ext uri="{FF2B5EF4-FFF2-40B4-BE49-F238E27FC236}">
                <a16:creationId xmlns:a16="http://schemas.microsoft.com/office/drawing/2014/main" id="{5E17A309-47EE-0A64-4B28-728BB4D8C495}"/>
              </a:ext>
            </a:extLst>
          </p:cNvPr>
          <p:cNvGrpSpPr/>
          <p:nvPr/>
        </p:nvGrpSpPr>
        <p:grpSpPr>
          <a:xfrm>
            <a:off x="9393255" y="410253"/>
            <a:ext cx="4424345" cy="6576341"/>
            <a:chOff x="6049737" y="445787"/>
            <a:chExt cx="4039965" cy="5664927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41AE4CE5-A84D-6A90-FD86-40E0BA904F22}"/>
                </a:ext>
              </a:extLst>
            </p:cNvPr>
            <p:cNvSpPr/>
            <p:nvPr/>
          </p:nvSpPr>
          <p:spPr>
            <a:xfrm rot="21320240">
              <a:off x="6159778" y="687726"/>
              <a:ext cx="2026220" cy="1619426"/>
            </a:xfrm>
            <a:custGeom>
              <a:avLst/>
              <a:gdLst>
                <a:gd name="connsiteX0" fmla="*/ 1952442 w 2026220"/>
                <a:gd name="connsiteY0" fmla="*/ 936042 h 1619426"/>
                <a:gd name="connsiteX1" fmla="*/ 1940505 w 2026220"/>
                <a:gd name="connsiteY1" fmla="*/ 900232 h 1619426"/>
                <a:gd name="connsiteX2" fmla="*/ 1880821 w 2026220"/>
                <a:gd name="connsiteY2" fmla="*/ 876358 h 1619426"/>
                <a:gd name="connsiteX3" fmla="*/ 1476461 w 2026220"/>
                <a:gd name="connsiteY3" fmla="*/ 834579 h 1619426"/>
                <a:gd name="connsiteX4" fmla="*/ 1425729 w 2026220"/>
                <a:gd name="connsiteY4" fmla="*/ 804737 h 1619426"/>
                <a:gd name="connsiteX5" fmla="*/ 1322774 w 2026220"/>
                <a:gd name="connsiteY5" fmla="*/ 815182 h 1619426"/>
                <a:gd name="connsiteX6" fmla="*/ 1322774 w 2026220"/>
                <a:gd name="connsiteY6" fmla="*/ 842040 h 1619426"/>
                <a:gd name="connsiteX7" fmla="*/ 1330234 w 2026220"/>
                <a:gd name="connsiteY7" fmla="*/ 901724 h 1619426"/>
                <a:gd name="connsiteX8" fmla="*/ 1357092 w 2026220"/>
                <a:gd name="connsiteY8" fmla="*/ 924105 h 1619426"/>
                <a:gd name="connsiteX9" fmla="*/ 1340679 w 2026220"/>
                <a:gd name="connsiteY9" fmla="*/ 983790 h 1619426"/>
                <a:gd name="connsiteX10" fmla="*/ 1334711 w 2026220"/>
                <a:gd name="connsiteY10" fmla="*/ 1085253 h 1619426"/>
                <a:gd name="connsiteX11" fmla="*/ 1209374 w 2026220"/>
                <a:gd name="connsiteY11" fmla="*/ 1107635 h 1619426"/>
                <a:gd name="connsiteX12" fmla="*/ 1186992 w 2026220"/>
                <a:gd name="connsiteY12" fmla="*/ 1104650 h 1619426"/>
                <a:gd name="connsiteX13" fmla="*/ 1110895 w 2026220"/>
                <a:gd name="connsiteY13" fmla="*/ 1037506 h 1619426"/>
                <a:gd name="connsiteX14" fmla="*/ 1081053 w 2026220"/>
                <a:gd name="connsiteY14" fmla="*/ 1010648 h 1619426"/>
                <a:gd name="connsiteX15" fmla="*/ 1094482 w 2026220"/>
                <a:gd name="connsiteY15" fmla="*/ 977821 h 1619426"/>
                <a:gd name="connsiteX16" fmla="*/ 1090005 w 2026220"/>
                <a:gd name="connsiteY16" fmla="*/ 667463 h 1619426"/>
                <a:gd name="connsiteX17" fmla="*/ 1090005 w 2026220"/>
                <a:gd name="connsiteY17" fmla="*/ 591366 h 1619426"/>
                <a:gd name="connsiteX18" fmla="*/ 1313821 w 2026220"/>
                <a:gd name="connsiteY18" fmla="*/ 440663 h 1619426"/>
                <a:gd name="connsiteX19" fmla="*/ 1351124 w 2026220"/>
                <a:gd name="connsiteY19" fmla="*/ 397392 h 1619426"/>
                <a:gd name="connsiteX20" fmla="*/ 1495858 w 2026220"/>
                <a:gd name="connsiteY20" fmla="*/ 372026 h 1619426"/>
                <a:gd name="connsiteX21" fmla="*/ 1495858 w 2026220"/>
                <a:gd name="connsiteY21" fmla="*/ 267579 h 1619426"/>
                <a:gd name="connsiteX22" fmla="*/ 1039274 w 2026220"/>
                <a:gd name="connsiteY22" fmla="*/ 445140 h 1619426"/>
                <a:gd name="connsiteX23" fmla="*/ 985558 w 2026220"/>
                <a:gd name="connsiteY23" fmla="*/ 433203 h 1619426"/>
                <a:gd name="connsiteX24" fmla="*/ 940795 w 2026220"/>
                <a:gd name="connsiteY24" fmla="*/ 421266 h 1619426"/>
                <a:gd name="connsiteX25" fmla="*/ 858729 w 2026220"/>
                <a:gd name="connsiteY25" fmla="*/ 418282 h 1619426"/>
                <a:gd name="connsiteX26" fmla="*/ 724439 w 2026220"/>
                <a:gd name="connsiteY26" fmla="*/ 327263 h 1619426"/>
                <a:gd name="connsiteX27" fmla="*/ 679676 w 2026220"/>
                <a:gd name="connsiteY27" fmla="*/ 303390 h 1619426"/>
                <a:gd name="connsiteX28" fmla="*/ 670724 w 2026220"/>
                <a:gd name="connsiteY28" fmla="*/ 194466 h 1619426"/>
                <a:gd name="connsiteX29" fmla="*/ 664755 w 2026220"/>
                <a:gd name="connsiteY29" fmla="*/ 167608 h 1619426"/>
                <a:gd name="connsiteX30" fmla="*/ 791584 w 2026220"/>
                <a:gd name="connsiteY30" fmla="*/ 94495 h 1619426"/>
                <a:gd name="connsiteX31" fmla="*/ 739360 w 2026220"/>
                <a:gd name="connsiteY31" fmla="*/ 4968 h 1619426"/>
                <a:gd name="connsiteX32" fmla="*/ 475258 w 2026220"/>
                <a:gd name="connsiteY32" fmla="*/ 198942 h 1619426"/>
                <a:gd name="connsiteX33" fmla="*/ 455860 w 2026220"/>
                <a:gd name="connsiteY33" fmla="*/ 213863 h 1619426"/>
                <a:gd name="connsiteX34" fmla="*/ 452876 w 2026220"/>
                <a:gd name="connsiteY34" fmla="*/ 216847 h 1619426"/>
                <a:gd name="connsiteX35" fmla="*/ 409605 w 2026220"/>
                <a:gd name="connsiteY35" fmla="*/ 233261 h 1619426"/>
                <a:gd name="connsiteX36" fmla="*/ 96263 w 2026220"/>
                <a:gd name="connsiteY36" fmla="*/ 688353 h 1619426"/>
                <a:gd name="connsiteX37" fmla="*/ 768 w 2026220"/>
                <a:gd name="connsiteY37" fmla="*/ 924105 h 1619426"/>
                <a:gd name="connsiteX38" fmla="*/ 14197 w 2026220"/>
                <a:gd name="connsiteY38" fmla="*/ 1040490 h 1619426"/>
                <a:gd name="connsiteX39" fmla="*/ 58960 w 2026220"/>
                <a:gd name="connsiteY39" fmla="*/ 1159858 h 1619426"/>
                <a:gd name="connsiteX40" fmla="*/ 64929 w 2026220"/>
                <a:gd name="connsiteY40" fmla="*/ 1173287 h 1619426"/>
                <a:gd name="connsiteX41" fmla="*/ 75373 w 2026220"/>
                <a:gd name="connsiteY41" fmla="*/ 1192684 h 1619426"/>
                <a:gd name="connsiteX42" fmla="*/ 206679 w 2026220"/>
                <a:gd name="connsiteY42" fmla="*/ 1303100 h 1619426"/>
                <a:gd name="connsiteX43" fmla="*/ 317095 w 2026220"/>
                <a:gd name="connsiteY43" fmla="*/ 1247892 h 1619426"/>
                <a:gd name="connsiteX44" fmla="*/ 484210 w 2026220"/>
                <a:gd name="connsiteY44" fmla="*/ 1210590 h 1619426"/>
                <a:gd name="connsiteX45" fmla="*/ 517037 w 2026220"/>
                <a:gd name="connsiteY45" fmla="*/ 1200145 h 1619426"/>
                <a:gd name="connsiteX46" fmla="*/ 670724 w 2026220"/>
                <a:gd name="connsiteY46" fmla="*/ 1256845 h 1619426"/>
                <a:gd name="connsiteX47" fmla="*/ 682660 w 2026220"/>
                <a:gd name="connsiteY47" fmla="*/ 1265798 h 1619426"/>
                <a:gd name="connsiteX48" fmla="*/ 728916 w 2026220"/>
                <a:gd name="connsiteY48" fmla="*/ 1359800 h 1619426"/>
                <a:gd name="connsiteX49" fmla="*/ 842316 w 2026220"/>
                <a:gd name="connsiteY49" fmla="*/ 1431421 h 1619426"/>
                <a:gd name="connsiteX50" fmla="*/ 903492 w 2026220"/>
                <a:gd name="connsiteY50" fmla="*/ 1464248 h 1619426"/>
                <a:gd name="connsiteX51" fmla="*/ 907968 w 2026220"/>
                <a:gd name="connsiteY51" fmla="*/ 1470216 h 1619426"/>
                <a:gd name="connsiteX52" fmla="*/ 1452587 w 2026220"/>
                <a:gd name="connsiteY52" fmla="*/ 1588092 h 1619426"/>
                <a:gd name="connsiteX53" fmla="*/ 1613734 w 2026220"/>
                <a:gd name="connsiteY53" fmla="*/ 1561235 h 1619426"/>
                <a:gd name="connsiteX54" fmla="*/ 1649545 w 2026220"/>
                <a:gd name="connsiteY54" fmla="*/ 1523932 h 1619426"/>
                <a:gd name="connsiteX55" fmla="*/ 1933045 w 2026220"/>
                <a:gd name="connsiteY55" fmla="*/ 1292656 h 1619426"/>
                <a:gd name="connsiteX56" fmla="*/ 1859932 w 2026220"/>
                <a:gd name="connsiteY56" fmla="*/ 1229987 h 1619426"/>
                <a:gd name="connsiteX57" fmla="*/ 1876345 w 2026220"/>
                <a:gd name="connsiteY57" fmla="*/ 1204621 h 1619426"/>
                <a:gd name="connsiteX58" fmla="*/ 1889774 w 2026220"/>
                <a:gd name="connsiteY58" fmla="*/ 1167319 h 1619426"/>
                <a:gd name="connsiteX59" fmla="*/ 1973332 w 2026220"/>
                <a:gd name="connsiteY59" fmla="*/ 1121063 h 1619426"/>
                <a:gd name="connsiteX60" fmla="*/ 1952442 w 2026220"/>
                <a:gd name="connsiteY60" fmla="*/ 936042 h 1619426"/>
                <a:gd name="connsiteX61" fmla="*/ 402145 w 2026220"/>
                <a:gd name="connsiteY61" fmla="*/ 1124048 h 1619426"/>
                <a:gd name="connsiteX62" fmla="*/ 399160 w 2026220"/>
                <a:gd name="connsiteY62" fmla="*/ 1124048 h 1619426"/>
                <a:gd name="connsiteX63" fmla="*/ 402145 w 2026220"/>
                <a:gd name="connsiteY63" fmla="*/ 1085253 h 1619426"/>
                <a:gd name="connsiteX64" fmla="*/ 400652 w 2026220"/>
                <a:gd name="connsiteY64" fmla="*/ 1070332 h 1619426"/>
                <a:gd name="connsiteX65" fmla="*/ 466305 w 2026220"/>
                <a:gd name="connsiteY65" fmla="*/ 1106142 h 1619426"/>
                <a:gd name="connsiteX66" fmla="*/ 402145 w 2026220"/>
                <a:gd name="connsiteY66" fmla="*/ 1124048 h 1619426"/>
                <a:gd name="connsiteX67" fmla="*/ 1437666 w 2026220"/>
                <a:gd name="connsiteY67" fmla="*/ 1153890 h 1619426"/>
                <a:gd name="connsiteX68" fmla="*/ 1410808 w 2026220"/>
                <a:gd name="connsiteY68" fmla="*/ 1156874 h 1619426"/>
                <a:gd name="connsiteX69" fmla="*/ 1424237 w 2026220"/>
                <a:gd name="connsiteY69" fmla="*/ 1137477 h 1619426"/>
                <a:gd name="connsiteX70" fmla="*/ 1439158 w 2026220"/>
                <a:gd name="connsiteY70" fmla="*/ 1106142 h 1619426"/>
                <a:gd name="connsiteX71" fmla="*/ 1443634 w 2026220"/>
                <a:gd name="connsiteY71" fmla="*/ 1110619 h 1619426"/>
                <a:gd name="connsiteX72" fmla="*/ 1445126 w 2026220"/>
                <a:gd name="connsiteY72" fmla="*/ 1112111 h 1619426"/>
                <a:gd name="connsiteX73" fmla="*/ 1437666 w 2026220"/>
                <a:gd name="connsiteY73" fmla="*/ 1153890 h 1619426"/>
                <a:gd name="connsiteX74" fmla="*/ 1768913 w 2026220"/>
                <a:gd name="connsiteY74" fmla="*/ 1371737 h 1619426"/>
                <a:gd name="connsiteX75" fmla="*/ 1791295 w 2026220"/>
                <a:gd name="connsiteY75" fmla="*/ 1335927 h 1619426"/>
                <a:gd name="connsiteX76" fmla="*/ 1797263 w 2026220"/>
                <a:gd name="connsiteY76" fmla="*/ 1344879 h 1619426"/>
                <a:gd name="connsiteX77" fmla="*/ 1768913 w 2026220"/>
                <a:gd name="connsiteY77" fmla="*/ 1371737 h 161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2026220" h="1619426">
                  <a:moveTo>
                    <a:pt x="1952442" y="936042"/>
                  </a:moveTo>
                  <a:cubicBezTo>
                    <a:pt x="1950950" y="924105"/>
                    <a:pt x="1946474" y="912169"/>
                    <a:pt x="1940505" y="900232"/>
                  </a:cubicBezTo>
                  <a:cubicBezTo>
                    <a:pt x="1930061" y="880834"/>
                    <a:pt x="1903203" y="868898"/>
                    <a:pt x="1880821" y="876358"/>
                  </a:cubicBezTo>
                  <a:cubicBezTo>
                    <a:pt x="1746532" y="919629"/>
                    <a:pt x="1600305" y="909184"/>
                    <a:pt x="1476461" y="834579"/>
                  </a:cubicBezTo>
                  <a:cubicBezTo>
                    <a:pt x="1460047" y="824134"/>
                    <a:pt x="1443634" y="812198"/>
                    <a:pt x="1425729" y="804737"/>
                  </a:cubicBezTo>
                  <a:cubicBezTo>
                    <a:pt x="1415284" y="748037"/>
                    <a:pt x="1322774" y="751021"/>
                    <a:pt x="1322774" y="815182"/>
                  </a:cubicBezTo>
                  <a:cubicBezTo>
                    <a:pt x="1322774" y="824134"/>
                    <a:pt x="1322774" y="833087"/>
                    <a:pt x="1322774" y="842040"/>
                  </a:cubicBezTo>
                  <a:cubicBezTo>
                    <a:pt x="1316805" y="861437"/>
                    <a:pt x="1319790" y="882327"/>
                    <a:pt x="1330234" y="901724"/>
                  </a:cubicBezTo>
                  <a:cubicBezTo>
                    <a:pt x="1336203" y="913661"/>
                    <a:pt x="1346648" y="919629"/>
                    <a:pt x="1357092" y="924105"/>
                  </a:cubicBezTo>
                  <a:cubicBezTo>
                    <a:pt x="1346648" y="942011"/>
                    <a:pt x="1342171" y="962900"/>
                    <a:pt x="1340679" y="983790"/>
                  </a:cubicBezTo>
                  <a:cubicBezTo>
                    <a:pt x="1339187" y="1018108"/>
                    <a:pt x="1355600" y="1053919"/>
                    <a:pt x="1334711" y="1085253"/>
                  </a:cubicBezTo>
                  <a:cubicBezTo>
                    <a:pt x="1307853" y="1127032"/>
                    <a:pt x="1249661" y="1121063"/>
                    <a:pt x="1209374" y="1107635"/>
                  </a:cubicBezTo>
                  <a:cubicBezTo>
                    <a:pt x="1200421" y="1104650"/>
                    <a:pt x="1192961" y="1104650"/>
                    <a:pt x="1186992" y="1104650"/>
                  </a:cubicBezTo>
                  <a:cubicBezTo>
                    <a:pt x="1164611" y="1080777"/>
                    <a:pt x="1140737" y="1058395"/>
                    <a:pt x="1110895" y="1037506"/>
                  </a:cubicBezTo>
                  <a:cubicBezTo>
                    <a:pt x="1097466" y="1028553"/>
                    <a:pt x="1088513" y="1019600"/>
                    <a:pt x="1081053" y="1010648"/>
                  </a:cubicBezTo>
                  <a:cubicBezTo>
                    <a:pt x="1088513" y="1001695"/>
                    <a:pt x="1092989" y="989758"/>
                    <a:pt x="1094482" y="977821"/>
                  </a:cubicBezTo>
                  <a:cubicBezTo>
                    <a:pt x="1095974" y="874866"/>
                    <a:pt x="1094482" y="770419"/>
                    <a:pt x="1090005" y="667463"/>
                  </a:cubicBezTo>
                  <a:cubicBezTo>
                    <a:pt x="1088513" y="646574"/>
                    <a:pt x="1090005" y="619716"/>
                    <a:pt x="1090005" y="591366"/>
                  </a:cubicBezTo>
                  <a:cubicBezTo>
                    <a:pt x="1149690" y="521237"/>
                    <a:pt x="1219819" y="466029"/>
                    <a:pt x="1313821" y="440663"/>
                  </a:cubicBezTo>
                  <a:cubicBezTo>
                    <a:pt x="1337695" y="434695"/>
                    <a:pt x="1349632" y="416790"/>
                    <a:pt x="1351124" y="397392"/>
                  </a:cubicBezTo>
                  <a:cubicBezTo>
                    <a:pt x="1397379" y="383963"/>
                    <a:pt x="1446619" y="375011"/>
                    <a:pt x="1495858" y="372026"/>
                  </a:cubicBezTo>
                  <a:cubicBezTo>
                    <a:pt x="1563003" y="367550"/>
                    <a:pt x="1563003" y="263103"/>
                    <a:pt x="1495858" y="267579"/>
                  </a:cubicBezTo>
                  <a:cubicBezTo>
                    <a:pt x="1325758" y="278024"/>
                    <a:pt x="1170579" y="339200"/>
                    <a:pt x="1039274" y="445140"/>
                  </a:cubicBezTo>
                  <a:cubicBezTo>
                    <a:pt x="1021368" y="434695"/>
                    <a:pt x="1003463" y="433203"/>
                    <a:pt x="985558" y="433203"/>
                  </a:cubicBezTo>
                  <a:cubicBezTo>
                    <a:pt x="972129" y="425742"/>
                    <a:pt x="957208" y="421266"/>
                    <a:pt x="940795" y="421266"/>
                  </a:cubicBezTo>
                  <a:cubicBezTo>
                    <a:pt x="918413" y="421266"/>
                    <a:pt x="890063" y="419774"/>
                    <a:pt x="858729" y="418282"/>
                  </a:cubicBezTo>
                  <a:cubicBezTo>
                    <a:pt x="807997" y="400376"/>
                    <a:pt x="760250" y="357105"/>
                    <a:pt x="724439" y="327263"/>
                  </a:cubicBezTo>
                  <a:cubicBezTo>
                    <a:pt x="711010" y="315326"/>
                    <a:pt x="696089" y="307866"/>
                    <a:pt x="679676" y="303390"/>
                  </a:cubicBezTo>
                  <a:cubicBezTo>
                    <a:pt x="672216" y="269071"/>
                    <a:pt x="669231" y="233261"/>
                    <a:pt x="670724" y="194466"/>
                  </a:cubicBezTo>
                  <a:cubicBezTo>
                    <a:pt x="670724" y="184021"/>
                    <a:pt x="669231" y="175068"/>
                    <a:pt x="664755" y="167608"/>
                  </a:cubicBezTo>
                  <a:cubicBezTo>
                    <a:pt x="705042" y="137766"/>
                    <a:pt x="746821" y="113892"/>
                    <a:pt x="791584" y="94495"/>
                  </a:cubicBezTo>
                  <a:cubicBezTo>
                    <a:pt x="852760" y="67637"/>
                    <a:pt x="800537" y="-21889"/>
                    <a:pt x="739360" y="4968"/>
                  </a:cubicBezTo>
                  <a:cubicBezTo>
                    <a:pt x="639389" y="48239"/>
                    <a:pt x="551355" y="115384"/>
                    <a:pt x="475258" y="198942"/>
                  </a:cubicBezTo>
                  <a:cubicBezTo>
                    <a:pt x="469289" y="203419"/>
                    <a:pt x="461829" y="207895"/>
                    <a:pt x="455860" y="213863"/>
                  </a:cubicBezTo>
                  <a:cubicBezTo>
                    <a:pt x="454368" y="215355"/>
                    <a:pt x="454368" y="216847"/>
                    <a:pt x="452876" y="216847"/>
                  </a:cubicBezTo>
                  <a:cubicBezTo>
                    <a:pt x="437955" y="213863"/>
                    <a:pt x="423034" y="216847"/>
                    <a:pt x="409605" y="233261"/>
                  </a:cubicBezTo>
                  <a:cubicBezTo>
                    <a:pt x="294713" y="379487"/>
                    <a:pt x="188773" y="530190"/>
                    <a:pt x="96263" y="688353"/>
                  </a:cubicBezTo>
                  <a:cubicBezTo>
                    <a:pt x="52992" y="761466"/>
                    <a:pt x="6737" y="837563"/>
                    <a:pt x="768" y="924105"/>
                  </a:cubicBezTo>
                  <a:cubicBezTo>
                    <a:pt x="-2216" y="964392"/>
                    <a:pt x="3752" y="1003187"/>
                    <a:pt x="14197" y="1040490"/>
                  </a:cubicBezTo>
                  <a:cubicBezTo>
                    <a:pt x="5245" y="1089729"/>
                    <a:pt x="23150" y="1131508"/>
                    <a:pt x="58960" y="1159858"/>
                  </a:cubicBezTo>
                  <a:cubicBezTo>
                    <a:pt x="60452" y="1164335"/>
                    <a:pt x="63437" y="1168811"/>
                    <a:pt x="64929" y="1173287"/>
                  </a:cubicBezTo>
                  <a:cubicBezTo>
                    <a:pt x="67913" y="1180748"/>
                    <a:pt x="70897" y="1186716"/>
                    <a:pt x="75373" y="1192684"/>
                  </a:cubicBezTo>
                  <a:cubicBezTo>
                    <a:pt x="69405" y="1264306"/>
                    <a:pt x="135058" y="1319513"/>
                    <a:pt x="206679" y="1303100"/>
                  </a:cubicBezTo>
                  <a:cubicBezTo>
                    <a:pt x="243981" y="1294148"/>
                    <a:pt x="284268" y="1274750"/>
                    <a:pt x="317095" y="1247892"/>
                  </a:cubicBezTo>
                  <a:cubicBezTo>
                    <a:pt x="373795" y="1237448"/>
                    <a:pt x="429002" y="1225511"/>
                    <a:pt x="484210" y="1210590"/>
                  </a:cubicBezTo>
                  <a:cubicBezTo>
                    <a:pt x="494655" y="1207606"/>
                    <a:pt x="506592" y="1204621"/>
                    <a:pt x="517037" y="1200145"/>
                  </a:cubicBezTo>
                  <a:cubicBezTo>
                    <a:pt x="539418" y="1256845"/>
                    <a:pt x="615516" y="1289671"/>
                    <a:pt x="670724" y="1256845"/>
                  </a:cubicBezTo>
                  <a:cubicBezTo>
                    <a:pt x="675200" y="1259829"/>
                    <a:pt x="679676" y="1262814"/>
                    <a:pt x="682660" y="1265798"/>
                  </a:cubicBezTo>
                  <a:cubicBezTo>
                    <a:pt x="694597" y="1300116"/>
                    <a:pt x="709518" y="1332942"/>
                    <a:pt x="728916" y="1359800"/>
                  </a:cubicBezTo>
                  <a:cubicBezTo>
                    <a:pt x="757266" y="1398595"/>
                    <a:pt x="800537" y="1412024"/>
                    <a:pt x="842316" y="1431421"/>
                  </a:cubicBezTo>
                  <a:cubicBezTo>
                    <a:pt x="863205" y="1441866"/>
                    <a:pt x="884095" y="1452311"/>
                    <a:pt x="903492" y="1464248"/>
                  </a:cubicBezTo>
                  <a:cubicBezTo>
                    <a:pt x="904984" y="1465740"/>
                    <a:pt x="906476" y="1467232"/>
                    <a:pt x="907968" y="1470216"/>
                  </a:cubicBezTo>
                  <a:cubicBezTo>
                    <a:pt x="1030321" y="1610474"/>
                    <a:pt x="1272042" y="1656729"/>
                    <a:pt x="1452587" y="1588092"/>
                  </a:cubicBezTo>
                  <a:cubicBezTo>
                    <a:pt x="1504811" y="1582124"/>
                    <a:pt x="1558526" y="1571679"/>
                    <a:pt x="1613734" y="1561235"/>
                  </a:cubicBezTo>
                  <a:cubicBezTo>
                    <a:pt x="1634624" y="1556758"/>
                    <a:pt x="1646561" y="1541837"/>
                    <a:pt x="1649545" y="1523932"/>
                  </a:cubicBezTo>
                  <a:cubicBezTo>
                    <a:pt x="1782342" y="1495582"/>
                    <a:pt x="1906187" y="1443358"/>
                    <a:pt x="1933045" y="1292656"/>
                  </a:cubicBezTo>
                  <a:cubicBezTo>
                    <a:pt x="1940505" y="1249385"/>
                    <a:pt x="1892758" y="1213574"/>
                    <a:pt x="1859932" y="1229987"/>
                  </a:cubicBezTo>
                  <a:cubicBezTo>
                    <a:pt x="1865900" y="1221035"/>
                    <a:pt x="1870376" y="1213574"/>
                    <a:pt x="1876345" y="1204621"/>
                  </a:cubicBezTo>
                  <a:cubicBezTo>
                    <a:pt x="1883806" y="1192684"/>
                    <a:pt x="1886790" y="1180748"/>
                    <a:pt x="1889774" y="1167319"/>
                  </a:cubicBezTo>
                  <a:cubicBezTo>
                    <a:pt x="1916632" y="1150906"/>
                    <a:pt x="1943490" y="1134492"/>
                    <a:pt x="1973332" y="1121063"/>
                  </a:cubicBezTo>
                  <a:cubicBezTo>
                    <a:pt x="2062858" y="1077792"/>
                    <a:pt x="2027048" y="965884"/>
                    <a:pt x="1952442" y="936042"/>
                  </a:cubicBezTo>
                  <a:close/>
                  <a:moveTo>
                    <a:pt x="402145" y="1124048"/>
                  </a:moveTo>
                  <a:cubicBezTo>
                    <a:pt x="400652" y="1124048"/>
                    <a:pt x="400652" y="1124048"/>
                    <a:pt x="399160" y="1124048"/>
                  </a:cubicBezTo>
                  <a:cubicBezTo>
                    <a:pt x="402145" y="1110619"/>
                    <a:pt x="403637" y="1098682"/>
                    <a:pt x="402145" y="1085253"/>
                  </a:cubicBezTo>
                  <a:cubicBezTo>
                    <a:pt x="402145" y="1080777"/>
                    <a:pt x="400652" y="1074808"/>
                    <a:pt x="400652" y="1070332"/>
                  </a:cubicBezTo>
                  <a:cubicBezTo>
                    <a:pt x="423034" y="1080777"/>
                    <a:pt x="445416" y="1094206"/>
                    <a:pt x="466305" y="1106142"/>
                  </a:cubicBezTo>
                  <a:cubicBezTo>
                    <a:pt x="446908" y="1112111"/>
                    <a:pt x="424526" y="1118079"/>
                    <a:pt x="402145" y="1124048"/>
                  </a:cubicBezTo>
                  <a:close/>
                  <a:moveTo>
                    <a:pt x="1437666" y="1153890"/>
                  </a:moveTo>
                  <a:cubicBezTo>
                    <a:pt x="1428713" y="1155382"/>
                    <a:pt x="1419761" y="1156874"/>
                    <a:pt x="1410808" y="1156874"/>
                  </a:cubicBezTo>
                  <a:cubicBezTo>
                    <a:pt x="1415284" y="1150906"/>
                    <a:pt x="1421253" y="1144937"/>
                    <a:pt x="1424237" y="1137477"/>
                  </a:cubicBezTo>
                  <a:cubicBezTo>
                    <a:pt x="1430205" y="1127032"/>
                    <a:pt x="1436174" y="1116587"/>
                    <a:pt x="1439158" y="1106142"/>
                  </a:cubicBezTo>
                  <a:cubicBezTo>
                    <a:pt x="1440650" y="1107635"/>
                    <a:pt x="1442142" y="1109127"/>
                    <a:pt x="1443634" y="1110619"/>
                  </a:cubicBezTo>
                  <a:cubicBezTo>
                    <a:pt x="1443634" y="1110619"/>
                    <a:pt x="1443634" y="1110619"/>
                    <a:pt x="1445126" y="1112111"/>
                  </a:cubicBezTo>
                  <a:cubicBezTo>
                    <a:pt x="1440650" y="1127032"/>
                    <a:pt x="1437666" y="1140461"/>
                    <a:pt x="1437666" y="1153890"/>
                  </a:cubicBezTo>
                  <a:close/>
                  <a:moveTo>
                    <a:pt x="1768913" y="1371737"/>
                  </a:moveTo>
                  <a:cubicBezTo>
                    <a:pt x="1776374" y="1359800"/>
                    <a:pt x="1783834" y="1347863"/>
                    <a:pt x="1791295" y="1335927"/>
                  </a:cubicBezTo>
                  <a:cubicBezTo>
                    <a:pt x="1792787" y="1338911"/>
                    <a:pt x="1795771" y="1341895"/>
                    <a:pt x="1797263" y="1344879"/>
                  </a:cubicBezTo>
                  <a:cubicBezTo>
                    <a:pt x="1788311" y="1355324"/>
                    <a:pt x="1779358" y="1364277"/>
                    <a:pt x="1768913" y="1371737"/>
                  </a:cubicBezTo>
                  <a:close/>
                </a:path>
              </a:pathLst>
            </a:custGeom>
            <a:solidFill>
              <a:schemeClr val="accent2"/>
            </a:solidFill>
            <a:ln w="149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756" dirty="0"/>
            </a:p>
          </p:txBody>
        </p:sp>
        <p:grpSp>
          <p:nvGrpSpPr>
            <p:cNvPr id="5" name="Graphic 2">
              <a:extLst>
                <a:ext uri="{FF2B5EF4-FFF2-40B4-BE49-F238E27FC236}">
                  <a16:creationId xmlns:a16="http://schemas.microsoft.com/office/drawing/2014/main" id="{E42A70DB-D3D4-0A71-E0E4-BEECEB40A2C0}"/>
                </a:ext>
              </a:extLst>
            </p:cNvPr>
            <p:cNvGrpSpPr/>
            <p:nvPr/>
          </p:nvGrpSpPr>
          <p:grpSpPr>
            <a:xfrm rot="21320240">
              <a:off x="6833452" y="502321"/>
              <a:ext cx="1512995" cy="1271001"/>
              <a:chOff x="7007248" y="407849"/>
              <a:chExt cx="1512995" cy="1271001"/>
            </a:xfrm>
          </p:grpSpPr>
          <p:sp>
            <p:nvSpPr>
              <p:cNvPr id="6" name="Freeform: Shape 5">
                <a:extLst>
                  <a:ext uri="{FF2B5EF4-FFF2-40B4-BE49-F238E27FC236}">
                    <a16:creationId xmlns:a16="http://schemas.microsoft.com/office/drawing/2014/main" id="{4DBF6B99-4C17-3608-9802-D8831B5EBFB6}"/>
                  </a:ext>
                </a:extLst>
              </p:cNvPr>
              <p:cNvSpPr/>
              <p:nvPr/>
            </p:nvSpPr>
            <p:spPr>
              <a:xfrm>
                <a:off x="7372011" y="895474"/>
                <a:ext cx="827542" cy="783376"/>
              </a:xfrm>
              <a:custGeom>
                <a:avLst/>
                <a:gdLst>
                  <a:gd name="connsiteX0" fmla="*/ 599668 w 827542"/>
                  <a:gd name="connsiteY0" fmla="*/ 21284 h 783376"/>
                  <a:gd name="connsiteX1" fmla="*/ 593700 w 827542"/>
                  <a:gd name="connsiteY1" fmla="*/ 15316 h 783376"/>
                  <a:gd name="connsiteX2" fmla="*/ 520586 w 827542"/>
                  <a:gd name="connsiteY2" fmla="*/ 13823 h 783376"/>
                  <a:gd name="connsiteX3" fmla="*/ 511634 w 827542"/>
                  <a:gd name="connsiteY3" fmla="*/ 13823 h 783376"/>
                  <a:gd name="connsiteX4" fmla="*/ 190831 w 827542"/>
                  <a:gd name="connsiteY4" fmla="*/ 127224 h 783376"/>
                  <a:gd name="connsiteX5" fmla="*/ 26699 w 827542"/>
                  <a:gd name="connsiteY5" fmla="*/ 425645 h 783376"/>
                  <a:gd name="connsiteX6" fmla="*/ 11778 w 827542"/>
                  <a:gd name="connsiteY6" fmla="*/ 451010 h 783376"/>
                  <a:gd name="connsiteX7" fmla="*/ 29684 w 827542"/>
                  <a:gd name="connsiteY7" fmla="*/ 665874 h 783376"/>
                  <a:gd name="connsiteX8" fmla="*/ 111750 w 827542"/>
                  <a:gd name="connsiteY8" fmla="*/ 686763 h 783376"/>
                  <a:gd name="connsiteX9" fmla="*/ 132639 w 827542"/>
                  <a:gd name="connsiteY9" fmla="*/ 604697 h 783376"/>
                  <a:gd name="connsiteX10" fmla="*/ 126671 w 827542"/>
                  <a:gd name="connsiteY10" fmla="*/ 482345 h 783376"/>
                  <a:gd name="connsiteX11" fmla="*/ 128163 w 827542"/>
                  <a:gd name="connsiteY11" fmla="*/ 452502 h 783376"/>
                  <a:gd name="connsiteX12" fmla="*/ 249023 w 827542"/>
                  <a:gd name="connsiteY12" fmla="*/ 215258 h 783376"/>
                  <a:gd name="connsiteX13" fmla="*/ 513126 w 827542"/>
                  <a:gd name="connsiteY13" fmla="*/ 118271 h 783376"/>
                  <a:gd name="connsiteX14" fmla="*/ 541476 w 827542"/>
                  <a:gd name="connsiteY14" fmla="*/ 109318 h 783376"/>
                  <a:gd name="connsiteX15" fmla="*/ 602652 w 827542"/>
                  <a:gd name="connsiteY15" fmla="*/ 155574 h 783376"/>
                  <a:gd name="connsiteX16" fmla="*/ 648908 w 827542"/>
                  <a:gd name="connsiteY16" fmla="*/ 158558 h 783376"/>
                  <a:gd name="connsiteX17" fmla="*/ 641447 w 827542"/>
                  <a:gd name="connsiteY17" fmla="*/ 437581 h 783376"/>
                  <a:gd name="connsiteX18" fmla="*/ 295279 w 827542"/>
                  <a:gd name="connsiteY18" fmla="*/ 351039 h 783376"/>
                  <a:gd name="connsiteX19" fmla="*/ 254992 w 827542"/>
                  <a:gd name="connsiteY19" fmla="*/ 376405 h 783376"/>
                  <a:gd name="connsiteX20" fmla="*/ 204260 w 827542"/>
                  <a:gd name="connsiteY20" fmla="*/ 377897 h 783376"/>
                  <a:gd name="connsiteX21" fmla="*/ 144576 w 827542"/>
                  <a:gd name="connsiteY21" fmla="*/ 507710 h 783376"/>
                  <a:gd name="connsiteX22" fmla="*/ 144576 w 827542"/>
                  <a:gd name="connsiteY22" fmla="*/ 592760 h 783376"/>
                  <a:gd name="connsiteX23" fmla="*/ 155021 w 827542"/>
                  <a:gd name="connsiteY23" fmla="*/ 637524 h 783376"/>
                  <a:gd name="connsiteX24" fmla="*/ 160989 w 827542"/>
                  <a:gd name="connsiteY24" fmla="*/ 652445 h 783376"/>
                  <a:gd name="connsiteX25" fmla="*/ 168450 w 827542"/>
                  <a:gd name="connsiteY25" fmla="*/ 668858 h 783376"/>
                  <a:gd name="connsiteX26" fmla="*/ 160989 w 827542"/>
                  <a:gd name="connsiteY26" fmla="*/ 758384 h 783376"/>
                  <a:gd name="connsiteX27" fmla="*/ 287818 w 827542"/>
                  <a:gd name="connsiteY27" fmla="*/ 756892 h 783376"/>
                  <a:gd name="connsiteX28" fmla="*/ 292294 w 827542"/>
                  <a:gd name="connsiteY28" fmla="*/ 680795 h 783376"/>
                  <a:gd name="connsiteX29" fmla="*/ 289310 w 827542"/>
                  <a:gd name="connsiteY29" fmla="*/ 649461 h 783376"/>
                  <a:gd name="connsiteX30" fmla="*/ 262452 w 827542"/>
                  <a:gd name="connsiteY30" fmla="*/ 555458 h 783376"/>
                  <a:gd name="connsiteX31" fmla="*/ 265436 w 827542"/>
                  <a:gd name="connsiteY31" fmla="*/ 507710 h 783376"/>
                  <a:gd name="connsiteX32" fmla="*/ 268421 w 827542"/>
                  <a:gd name="connsiteY32" fmla="*/ 485329 h 783376"/>
                  <a:gd name="connsiteX33" fmla="*/ 269913 w 827542"/>
                  <a:gd name="connsiteY33" fmla="*/ 479360 h 783376"/>
                  <a:gd name="connsiteX34" fmla="*/ 292294 w 827542"/>
                  <a:gd name="connsiteY34" fmla="*/ 456979 h 783376"/>
                  <a:gd name="connsiteX35" fmla="*/ 298263 w 827542"/>
                  <a:gd name="connsiteY35" fmla="*/ 456979 h 783376"/>
                  <a:gd name="connsiteX36" fmla="*/ 598176 w 827542"/>
                  <a:gd name="connsiteY36" fmla="*/ 556950 h 783376"/>
                  <a:gd name="connsiteX37" fmla="*/ 795134 w 827542"/>
                  <a:gd name="connsiteY37" fmla="*/ 440566 h 783376"/>
                  <a:gd name="connsiteX38" fmla="*/ 599668 w 827542"/>
                  <a:gd name="connsiteY38" fmla="*/ 21284 h 7833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827542" h="783376">
                    <a:moveTo>
                      <a:pt x="599668" y="21284"/>
                    </a:moveTo>
                    <a:cubicBezTo>
                      <a:pt x="598176" y="19792"/>
                      <a:pt x="595192" y="16808"/>
                      <a:pt x="593700" y="15316"/>
                    </a:cubicBezTo>
                    <a:cubicBezTo>
                      <a:pt x="575794" y="-4082"/>
                      <a:pt x="539984" y="-5574"/>
                      <a:pt x="520586" y="13823"/>
                    </a:cubicBezTo>
                    <a:cubicBezTo>
                      <a:pt x="517602" y="13823"/>
                      <a:pt x="514618" y="12331"/>
                      <a:pt x="511634" y="13823"/>
                    </a:cubicBezTo>
                    <a:cubicBezTo>
                      <a:pt x="395250" y="16808"/>
                      <a:pt x="280358" y="49634"/>
                      <a:pt x="190831" y="127224"/>
                    </a:cubicBezTo>
                    <a:cubicBezTo>
                      <a:pt x="101305" y="204813"/>
                      <a:pt x="59526" y="316721"/>
                      <a:pt x="26699" y="425645"/>
                    </a:cubicBezTo>
                    <a:cubicBezTo>
                      <a:pt x="19239" y="431613"/>
                      <a:pt x="14763" y="440566"/>
                      <a:pt x="11778" y="451010"/>
                    </a:cubicBezTo>
                    <a:cubicBezTo>
                      <a:pt x="-9111" y="524124"/>
                      <a:pt x="-1651" y="597237"/>
                      <a:pt x="29684" y="665874"/>
                    </a:cubicBezTo>
                    <a:cubicBezTo>
                      <a:pt x="43113" y="695716"/>
                      <a:pt x="84892" y="701684"/>
                      <a:pt x="111750" y="686763"/>
                    </a:cubicBezTo>
                    <a:cubicBezTo>
                      <a:pt x="141592" y="668858"/>
                      <a:pt x="146068" y="634539"/>
                      <a:pt x="132639" y="604697"/>
                    </a:cubicBezTo>
                    <a:cubicBezTo>
                      <a:pt x="114734" y="565903"/>
                      <a:pt x="114734" y="522632"/>
                      <a:pt x="126671" y="482345"/>
                    </a:cubicBezTo>
                    <a:cubicBezTo>
                      <a:pt x="129655" y="471900"/>
                      <a:pt x="129655" y="461455"/>
                      <a:pt x="128163" y="452502"/>
                    </a:cubicBezTo>
                    <a:cubicBezTo>
                      <a:pt x="153529" y="367453"/>
                      <a:pt x="184863" y="279418"/>
                      <a:pt x="249023" y="215258"/>
                    </a:cubicBezTo>
                    <a:cubicBezTo>
                      <a:pt x="319152" y="146621"/>
                      <a:pt x="416139" y="119763"/>
                      <a:pt x="513126" y="118271"/>
                    </a:cubicBezTo>
                    <a:cubicBezTo>
                      <a:pt x="525063" y="118271"/>
                      <a:pt x="534016" y="115287"/>
                      <a:pt x="541476" y="109318"/>
                    </a:cubicBezTo>
                    <a:cubicBezTo>
                      <a:pt x="560873" y="127224"/>
                      <a:pt x="581763" y="142145"/>
                      <a:pt x="602652" y="155574"/>
                    </a:cubicBezTo>
                    <a:cubicBezTo>
                      <a:pt x="616081" y="164526"/>
                      <a:pt x="633987" y="164526"/>
                      <a:pt x="648908" y="158558"/>
                    </a:cubicBezTo>
                    <a:cubicBezTo>
                      <a:pt x="733958" y="230179"/>
                      <a:pt x="760816" y="383866"/>
                      <a:pt x="641447" y="437581"/>
                    </a:cubicBezTo>
                    <a:cubicBezTo>
                      <a:pt x="522079" y="491297"/>
                      <a:pt x="420615" y="337610"/>
                      <a:pt x="295279" y="351039"/>
                    </a:cubicBezTo>
                    <a:cubicBezTo>
                      <a:pt x="275881" y="352531"/>
                      <a:pt x="262452" y="362976"/>
                      <a:pt x="254992" y="376405"/>
                    </a:cubicBezTo>
                    <a:cubicBezTo>
                      <a:pt x="240071" y="370437"/>
                      <a:pt x="222165" y="368945"/>
                      <a:pt x="204260" y="377897"/>
                    </a:cubicBezTo>
                    <a:cubicBezTo>
                      <a:pt x="153529" y="401771"/>
                      <a:pt x="149052" y="458471"/>
                      <a:pt x="144576" y="507710"/>
                    </a:cubicBezTo>
                    <a:cubicBezTo>
                      <a:pt x="141592" y="536061"/>
                      <a:pt x="141592" y="564410"/>
                      <a:pt x="144576" y="592760"/>
                    </a:cubicBezTo>
                    <a:cubicBezTo>
                      <a:pt x="147560" y="607682"/>
                      <a:pt x="150544" y="622603"/>
                      <a:pt x="155021" y="637524"/>
                    </a:cubicBezTo>
                    <a:cubicBezTo>
                      <a:pt x="156513" y="642000"/>
                      <a:pt x="159497" y="646476"/>
                      <a:pt x="160989" y="652445"/>
                    </a:cubicBezTo>
                    <a:cubicBezTo>
                      <a:pt x="162481" y="662889"/>
                      <a:pt x="165465" y="667366"/>
                      <a:pt x="168450" y="668858"/>
                    </a:cubicBezTo>
                    <a:cubicBezTo>
                      <a:pt x="141592" y="689747"/>
                      <a:pt x="129655" y="734510"/>
                      <a:pt x="160989" y="758384"/>
                    </a:cubicBezTo>
                    <a:cubicBezTo>
                      <a:pt x="202768" y="791211"/>
                      <a:pt x="246039" y="792703"/>
                      <a:pt x="287818" y="756892"/>
                    </a:cubicBezTo>
                    <a:cubicBezTo>
                      <a:pt x="316168" y="733018"/>
                      <a:pt x="310200" y="701684"/>
                      <a:pt x="292294" y="680795"/>
                    </a:cubicBezTo>
                    <a:cubicBezTo>
                      <a:pt x="292294" y="670350"/>
                      <a:pt x="290802" y="659905"/>
                      <a:pt x="289310" y="649461"/>
                    </a:cubicBezTo>
                    <a:cubicBezTo>
                      <a:pt x="280358" y="616634"/>
                      <a:pt x="263944" y="591268"/>
                      <a:pt x="262452" y="555458"/>
                    </a:cubicBezTo>
                    <a:cubicBezTo>
                      <a:pt x="262452" y="539045"/>
                      <a:pt x="262452" y="522632"/>
                      <a:pt x="265436" y="507710"/>
                    </a:cubicBezTo>
                    <a:cubicBezTo>
                      <a:pt x="266928" y="500250"/>
                      <a:pt x="266928" y="492789"/>
                      <a:pt x="268421" y="485329"/>
                    </a:cubicBezTo>
                    <a:cubicBezTo>
                      <a:pt x="269913" y="482345"/>
                      <a:pt x="269913" y="480853"/>
                      <a:pt x="269913" y="479360"/>
                    </a:cubicBezTo>
                    <a:cubicBezTo>
                      <a:pt x="280358" y="473392"/>
                      <a:pt x="287818" y="465931"/>
                      <a:pt x="292294" y="456979"/>
                    </a:cubicBezTo>
                    <a:cubicBezTo>
                      <a:pt x="293786" y="456979"/>
                      <a:pt x="295279" y="456979"/>
                      <a:pt x="298263" y="456979"/>
                    </a:cubicBezTo>
                    <a:cubicBezTo>
                      <a:pt x="405694" y="446534"/>
                      <a:pt x="484776" y="559934"/>
                      <a:pt x="598176" y="556950"/>
                    </a:cubicBezTo>
                    <a:cubicBezTo>
                      <a:pt x="678750" y="553966"/>
                      <a:pt x="753355" y="509203"/>
                      <a:pt x="795134" y="440566"/>
                    </a:cubicBezTo>
                    <a:cubicBezTo>
                      <a:pt x="884660" y="282403"/>
                      <a:pt x="778721" y="49634"/>
                      <a:pt x="599668" y="21284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490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756" dirty="0"/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0AA2671D-08C5-E216-A31F-7A1F7FAAFA9A}"/>
                  </a:ext>
                </a:extLst>
              </p:cNvPr>
              <p:cNvSpPr/>
              <p:nvPr/>
            </p:nvSpPr>
            <p:spPr>
              <a:xfrm>
                <a:off x="7179977" y="446597"/>
                <a:ext cx="199368" cy="240366"/>
              </a:xfrm>
              <a:custGeom>
                <a:avLst/>
                <a:gdLst>
                  <a:gd name="connsiteX0" fmla="*/ 121747 w 199368"/>
                  <a:gd name="connsiteY0" fmla="*/ 7608 h 240366"/>
                  <a:gd name="connsiteX1" fmla="*/ 3870 w 199368"/>
                  <a:gd name="connsiteY1" fmla="*/ 203074 h 240366"/>
                  <a:gd name="connsiteX2" fmla="*/ 103842 w 199368"/>
                  <a:gd name="connsiteY2" fmla="*/ 174724 h 240366"/>
                  <a:gd name="connsiteX3" fmla="*/ 173971 w 199368"/>
                  <a:gd name="connsiteY3" fmla="*/ 97134 h 240366"/>
                  <a:gd name="connsiteX4" fmla="*/ 121747 w 199368"/>
                  <a:gd name="connsiteY4" fmla="*/ 7608 h 2403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9368" h="240366">
                    <a:moveTo>
                      <a:pt x="121747" y="7608"/>
                    </a:moveTo>
                    <a:cubicBezTo>
                      <a:pt x="50126" y="49387"/>
                      <a:pt x="-17019" y="112055"/>
                      <a:pt x="3870" y="203074"/>
                    </a:cubicBezTo>
                    <a:cubicBezTo>
                      <a:pt x="18792" y="268726"/>
                      <a:pt x="120255" y="240376"/>
                      <a:pt x="103842" y="174724"/>
                    </a:cubicBezTo>
                    <a:cubicBezTo>
                      <a:pt x="94889" y="137421"/>
                      <a:pt x="148605" y="112055"/>
                      <a:pt x="173971" y="97134"/>
                    </a:cubicBezTo>
                    <a:cubicBezTo>
                      <a:pt x="232163" y="64308"/>
                      <a:pt x="179939" y="-26710"/>
                      <a:pt x="121747" y="7608"/>
                    </a:cubicBezTo>
                    <a:close/>
                  </a:path>
                </a:pathLst>
              </a:custGeom>
              <a:solidFill>
                <a:srgbClr val="FFDFBC"/>
              </a:solidFill>
              <a:ln w="1490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756" dirty="0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1DCE9B11-A399-A126-246D-8473FFC879EE}"/>
                  </a:ext>
                </a:extLst>
              </p:cNvPr>
              <p:cNvSpPr/>
              <p:nvPr/>
            </p:nvSpPr>
            <p:spPr>
              <a:xfrm>
                <a:off x="7171790" y="407849"/>
                <a:ext cx="981905" cy="411746"/>
              </a:xfrm>
              <a:custGeom>
                <a:avLst/>
                <a:gdLst>
                  <a:gd name="connsiteX0" fmla="*/ 944624 w 981905"/>
                  <a:gd name="connsiteY0" fmla="*/ 89627 h 411746"/>
                  <a:gd name="connsiteX1" fmla="*/ 705887 w 981905"/>
                  <a:gd name="connsiteY1" fmla="*/ 34420 h 411746"/>
                  <a:gd name="connsiteX2" fmla="*/ 686489 w 981905"/>
                  <a:gd name="connsiteY2" fmla="*/ 25467 h 411746"/>
                  <a:gd name="connsiteX3" fmla="*/ 261239 w 981905"/>
                  <a:gd name="connsiteY3" fmla="*/ 6070 h 411746"/>
                  <a:gd name="connsiteX4" fmla="*/ 3105 w 981905"/>
                  <a:gd name="connsiteY4" fmla="*/ 149312 h 411746"/>
                  <a:gd name="connsiteX5" fmla="*/ 9074 w 981905"/>
                  <a:gd name="connsiteY5" fmla="*/ 222425 h 411746"/>
                  <a:gd name="connsiteX6" fmla="*/ 31455 w 981905"/>
                  <a:gd name="connsiteY6" fmla="*/ 350746 h 411746"/>
                  <a:gd name="connsiteX7" fmla="*/ 46376 w 981905"/>
                  <a:gd name="connsiteY7" fmla="*/ 364175 h 411746"/>
                  <a:gd name="connsiteX8" fmla="*/ 83679 w 981905"/>
                  <a:gd name="connsiteY8" fmla="*/ 404462 h 411746"/>
                  <a:gd name="connsiteX9" fmla="*/ 217968 w 981905"/>
                  <a:gd name="connsiteY9" fmla="*/ 404462 h 411746"/>
                  <a:gd name="connsiteX10" fmla="*/ 323908 w 981905"/>
                  <a:gd name="connsiteY10" fmla="*/ 376112 h 411746"/>
                  <a:gd name="connsiteX11" fmla="*/ 807350 w 981905"/>
                  <a:gd name="connsiteY11" fmla="*/ 371635 h 411746"/>
                  <a:gd name="connsiteX12" fmla="*/ 871511 w 981905"/>
                  <a:gd name="connsiteY12" fmla="*/ 307475 h 411746"/>
                  <a:gd name="connsiteX13" fmla="*/ 932687 w 981905"/>
                  <a:gd name="connsiteY13" fmla="*/ 189599 h 411746"/>
                  <a:gd name="connsiteX14" fmla="*/ 944624 w 981905"/>
                  <a:gd name="connsiteY14" fmla="*/ 89627 h 4117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81905" h="411746">
                    <a:moveTo>
                      <a:pt x="944624" y="89627"/>
                    </a:moveTo>
                    <a:cubicBezTo>
                      <a:pt x="865542" y="65754"/>
                      <a:pt x="786461" y="46356"/>
                      <a:pt x="705887" y="34420"/>
                    </a:cubicBezTo>
                    <a:cubicBezTo>
                      <a:pt x="699919" y="29943"/>
                      <a:pt x="693950" y="26959"/>
                      <a:pt x="686489" y="25467"/>
                    </a:cubicBezTo>
                    <a:cubicBezTo>
                      <a:pt x="546232" y="-5867"/>
                      <a:pt x="402989" y="-2883"/>
                      <a:pt x="261239" y="6070"/>
                    </a:cubicBezTo>
                    <a:cubicBezTo>
                      <a:pt x="167237" y="12038"/>
                      <a:pt x="25487" y="37404"/>
                      <a:pt x="3105" y="149312"/>
                    </a:cubicBezTo>
                    <a:cubicBezTo>
                      <a:pt x="-2863" y="176170"/>
                      <a:pt x="121" y="201535"/>
                      <a:pt x="9074" y="222425"/>
                    </a:cubicBezTo>
                    <a:cubicBezTo>
                      <a:pt x="-1371" y="267188"/>
                      <a:pt x="121" y="317920"/>
                      <a:pt x="31455" y="350746"/>
                    </a:cubicBezTo>
                    <a:cubicBezTo>
                      <a:pt x="35932" y="355222"/>
                      <a:pt x="40408" y="359699"/>
                      <a:pt x="46376" y="364175"/>
                    </a:cubicBezTo>
                    <a:cubicBezTo>
                      <a:pt x="47868" y="383572"/>
                      <a:pt x="59805" y="399985"/>
                      <a:pt x="83679" y="404462"/>
                    </a:cubicBezTo>
                    <a:cubicBezTo>
                      <a:pt x="129934" y="413414"/>
                      <a:pt x="173205" y="414906"/>
                      <a:pt x="217968" y="404462"/>
                    </a:cubicBezTo>
                    <a:cubicBezTo>
                      <a:pt x="253779" y="417891"/>
                      <a:pt x="297050" y="413414"/>
                      <a:pt x="323908" y="376112"/>
                    </a:cubicBezTo>
                    <a:cubicBezTo>
                      <a:pt x="486547" y="344777"/>
                      <a:pt x="649187" y="307475"/>
                      <a:pt x="807350" y="371635"/>
                    </a:cubicBezTo>
                    <a:cubicBezTo>
                      <a:pt x="843161" y="386556"/>
                      <a:pt x="884940" y="341793"/>
                      <a:pt x="871511" y="307475"/>
                    </a:cubicBezTo>
                    <a:cubicBezTo>
                      <a:pt x="852113" y="255251"/>
                      <a:pt x="870018" y="198551"/>
                      <a:pt x="932687" y="189599"/>
                    </a:cubicBezTo>
                    <a:cubicBezTo>
                      <a:pt x="986403" y="185122"/>
                      <a:pt x="1004308" y="109025"/>
                      <a:pt x="944624" y="89627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490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756" dirty="0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D14EBE2E-E660-25C0-988E-03F636CC76AC}"/>
                  </a:ext>
                </a:extLst>
              </p:cNvPr>
              <p:cNvSpPr/>
              <p:nvPr/>
            </p:nvSpPr>
            <p:spPr>
              <a:xfrm>
                <a:off x="8027260" y="587670"/>
                <a:ext cx="492983" cy="661685"/>
              </a:xfrm>
              <a:custGeom>
                <a:avLst/>
                <a:gdLst>
                  <a:gd name="connsiteX0" fmla="*/ 484561 w 492983"/>
                  <a:gd name="connsiteY0" fmla="*/ 387281 h 661685"/>
                  <a:gd name="connsiteX1" fmla="*/ 487545 w 492983"/>
                  <a:gd name="connsiteY1" fmla="*/ 352962 h 661685"/>
                  <a:gd name="connsiteX2" fmla="*/ 381606 w 492983"/>
                  <a:gd name="connsiteY2" fmla="*/ 184354 h 661685"/>
                  <a:gd name="connsiteX3" fmla="*/ 375638 w 492983"/>
                  <a:gd name="connsiteY3" fmla="*/ 176894 h 661685"/>
                  <a:gd name="connsiteX4" fmla="*/ 259254 w 492983"/>
                  <a:gd name="connsiteY4" fmla="*/ 60509 h 661685"/>
                  <a:gd name="connsiteX5" fmla="*/ 68264 w 492983"/>
                  <a:gd name="connsiteY5" fmla="*/ 11270 h 661685"/>
                  <a:gd name="connsiteX6" fmla="*/ 35438 w 492983"/>
                  <a:gd name="connsiteY6" fmla="*/ 44096 h 661685"/>
                  <a:gd name="connsiteX7" fmla="*/ 14548 w 492983"/>
                  <a:gd name="connsiteY7" fmla="*/ 63494 h 661685"/>
                  <a:gd name="connsiteX8" fmla="*/ 14548 w 492983"/>
                  <a:gd name="connsiteY8" fmla="*/ 136607 h 661685"/>
                  <a:gd name="connsiteX9" fmla="*/ 19024 w 492983"/>
                  <a:gd name="connsiteY9" fmla="*/ 141083 h 661685"/>
                  <a:gd name="connsiteX10" fmla="*/ 36930 w 492983"/>
                  <a:gd name="connsiteY10" fmla="*/ 170925 h 661685"/>
                  <a:gd name="connsiteX11" fmla="*/ 299540 w 492983"/>
                  <a:gd name="connsiteY11" fmla="*/ 409662 h 661685"/>
                  <a:gd name="connsiteX12" fmla="*/ 301032 w 492983"/>
                  <a:gd name="connsiteY12" fmla="*/ 412646 h 661685"/>
                  <a:gd name="connsiteX13" fmla="*/ 338335 w 492983"/>
                  <a:gd name="connsiteY13" fmla="*/ 502173 h 661685"/>
                  <a:gd name="connsiteX14" fmla="*/ 339827 w 492983"/>
                  <a:gd name="connsiteY14" fmla="*/ 563349 h 661685"/>
                  <a:gd name="connsiteX15" fmla="*/ 347288 w 492983"/>
                  <a:gd name="connsiteY15" fmla="*/ 591699 h 661685"/>
                  <a:gd name="connsiteX16" fmla="*/ 441290 w 492983"/>
                  <a:gd name="connsiteY16" fmla="*/ 636462 h 661685"/>
                  <a:gd name="connsiteX17" fmla="*/ 484561 w 492983"/>
                  <a:gd name="connsiteY17" fmla="*/ 387281 h 6616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492983" h="661685">
                    <a:moveTo>
                      <a:pt x="484561" y="387281"/>
                    </a:moveTo>
                    <a:cubicBezTo>
                      <a:pt x="489038" y="378328"/>
                      <a:pt x="490530" y="366391"/>
                      <a:pt x="487545" y="352962"/>
                    </a:cubicBezTo>
                    <a:cubicBezTo>
                      <a:pt x="472624" y="287309"/>
                      <a:pt x="429353" y="233594"/>
                      <a:pt x="381606" y="184354"/>
                    </a:cubicBezTo>
                    <a:cubicBezTo>
                      <a:pt x="380114" y="181370"/>
                      <a:pt x="378622" y="179878"/>
                      <a:pt x="375638" y="176894"/>
                    </a:cubicBezTo>
                    <a:cubicBezTo>
                      <a:pt x="344303" y="138099"/>
                      <a:pt x="304017" y="93336"/>
                      <a:pt x="259254" y="60509"/>
                    </a:cubicBezTo>
                    <a:cubicBezTo>
                      <a:pt x="205538" y="11270"/>
                      <a:pt x="151822" y="-17080"/>
                      <a:pt x="68264" y="11270"/>
                    </a:cubicBezTo>
                    <a:cubicBezTo>
                      <a:pt x="50359" y="17238"/>
                      <a:pt x="39914" y="29175"/>
                      <a:pt x="35438" y="44096"/>
                    </a:cubicBezTo>
                    <a:cubicBezTo>
                      <a:pt x="27977" y="50065"/>
                      <a:pt x="22009" y="56033"/>
                      <a:pt x="14548" y="63494"/>
                    </a:cubicBezTo>
                    <a:cubicBezTo>
                      <a:pt x="-4849" y="84383"/>
                      <a:pt x="-4849" y="115717"/>
                      <a:pt x="14548" y="136607"/>
                    </a:cubicBezTo>
                    <a:cubicBezTo>
                      <a:pt x="16040" y="138099"/>
                      <a:pt x="17532" y="139591"/>
                      <a:pt x="19024" y="141083"/>
                    </a:cubicBezTo>
                    <a:cubicBezTo>
                      <a:pt x="20517" y="151528"/>
                      <a:pt x="24993" y="161973"/>
                      <a:pt x="36930" y="170925"/>
                    </a:cubicBezTo>
                    <a:cubicBezTo>
                      <a:pt x="116011" y="236578"/>
                      <a:pt x="236872" y="312675"/>
                      <a:pt x="299540" y="409662"/>
                    </a:cubicBezTo>
                    <a:cubicBezTo>
                      <a:pt x="299540" y="411154"/>
                      <a:pt x="299540" y="411154"/>
                      <a:pt x="301032" y="412646"/>
                    </a:cubicBezTo>
                    <a:cubicBezTo>
                      <a:pt x="308493" y="435028"/>
                      <a:pt x="326398" y="469346"/>
                      <a:pt x="338335" y="502173"/>
                    </a:cubicBezTo>
                    <a:cubicBezTo>
                      <a:pt x="341319" y="521570"/>
                      <a:pt x="342811" y="542460"/>
                      <a:pt x="339827" y="563349"/>
                    </a:cubicBezTo>
                    <a:cubicBezTo>
                      <a:pt x="338335" y="573794"/>
                      <a:pt x="341319" y="582746"/>
                      <a:pt x="347288" y="591699"/>
                    </a:cubicBezTo>
                    <a:cubicBezTo>
                      <a:pt x="323414" y="646907"/>
                      <a:pt x="406972" y="691670"/>
                      <a:pt x="441290" y="636462"/>
                    </a:cubicBezTo>
                    <a:cubicBezTo>
                      <a:pt x="493514" y="552904"/>
                      <a:pt x="502467" y="467854"/>
                      <a:pt x="484561" y="387281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1490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756" dirty="0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CDABFC02-2375-F92F-AFD7-EBE4C54E58B9}"/>
                  </a:ext>
                </a:extLst>
              </p:cNvPr>
              <p:cNvSpPr/>
              <p:nvPr/>
            </p:nvSpPr>
            <p:spPr>
              <a:xfrm>
                <a:off x="7007248" y="540748"/>
                <a:ext cx="1362451" cy="752582"/>
              </a:xfrm>
              <a:custGeom>
                <a:avLst/>
                <a:gdLst>
                  <a:gd name="connsiteX0" fmla="*/ 1273297 w 1362451"/>
                  <a:gd name="connsiteY0" fmla="*/ 405853 h 752582"/>
                  <a:gd name="connsiteX1" fmla="*/ 991289 w 1362451"/>
                  <a:gd name="connsiteY1" fmla="*/ 244705 h 752582"/>
                  <a:gd name="connsiteX2" fmla="*/ 613786 w 1362451"/>
                  <a:gd name="connsiteY2" fmla="*/ 211879 h 752582"/>
                  <a:gd name="connsiteX3" fmla="*/ 409368 w 1362451"/>
                  <a:gd name="connsiteY3" fmla="*/ 280516 h 752582"/>
                  <a:gd name="connsiteX4" fmla="*/ 240760 w 1362451"/>
                  <a:gd name="connsiteY4" fmla="*/ 282008 h 752582"/>
                  <a:gd name="connsiteX5" fmla="*/ 240760 w 1362451"/>
                  <a:gd name="connsiteY5" fmla="*/ 280516 h 752582"/>
                  <a:gd name="connsiteX6" fmla="*/ 207933 w 1362451"/>
                  <a:gd name="connsiteY6" fmla="*/ 250674 h 752582"/>
                  <a:gd name="connsiteX7" fmla="*/ 157202 w 1362451"/>
                  <a:gd name="connsiteY7" fmla="*/ 174576 h 752582"/>
                  <a:gd name="connsiteX8" fmla="*/ 154218 w 1362451"/>
                  <a:gd name="connsiteY8" fmla="*/ 171592 h 752582"/>
                  <a:gd name="connsiteX9" fmla="*/ 160186 w 1362451"/>
                  <a:gd name="connsiteY9" fmla="*/ 135782 h 752582"/>
                  <a:gd name="connsiteX10" fmla="*/ 172123 w 1362451"/>
                  <a:gd name="connsiteY10" fmla="*/ 49240 h 752582"/>
                  <a:gd name="connsiteX11" fmla="*/ 169139 w 1362451"/>
                  <a:gd name="connsiteY11" fmla="*/ 31334 h 752582"/>
                  <a:gd name="connsiteX12" fmla="*/ 149741 w 1362451"/>
                  <a:gd name="connsiteY12" fmla="*/ 2984 h 752582"/>
                  <a:gd name="connsiteX13" fmla="*/ 139297 w 1362451"/>
                  <a:gd name="connsiteY13" fmla="*/ 0 h 752582"/>
                  <a:gd name="connsiteX14" fmla="*/ 116915 w 1362451"/>
                  <a:gd name="connsiteY14" fmla="*/ 22382 h 752582"/>
                  <a:gd name="connsiteX15" fmla="*/ 115423 w 1362451"/>
                  <a:gd name="connsiteY15" fmla="*/ 28350 h 752582"/>
                  <a:gd name="connsiteX16" fmla="*/ 93041 w 1362451"/>
                  <a:gd name="connsiteY16" fmla="*/ 99971 h 752582"/>
                  <a:gd name="connsiteX17" fmla="*/ 93041 w 1362451"/>
                  <a:gd name="connsiteY17" fmla="*/ 99971 h 752582"/>
                  <a:gd name="connsiteX18" fmla="*/ 21420 w 1362451"/>
                  <a:gd name="connsiteY18" fmla="*/ 137274 h 752582"/>
                  <a:gd name="connsiteX19" fmla="*/ 15452 w 1362451"/>
                  <a:gd name="connsiteY19" fmla="*/ 156671 h 752582"/>
                  <a:gd name="connsiteX20" fmla="*/ 25897 w 1362451"/>
                  <a:gd name="connsiteY20" fmla="*/ 173084 h 752582"/>
                  <a:gd name="connsiteX21" fmla="*/ 69168 w 1362451"/>
                  <a:gd name="connsiteY21" fmla="*/ 179053 h 752582"/>
                  <a:gd name="connsiteX22" fmla="*/ 97518 w 1362451"/>
                  <a:gd name="connsiteY22" fmla="*/ 158163 h 752582"/>
                  <a:gd name="connsiteX23" fmla="*/ 97518 w 1362451"/>
                  <a:gd name="connsiteY23" fmla="*/ 161147 h 752582"/>
                  <a:gd name="connsiteX24" fmla="*/ 104978 w 1362451"/>
                  <a:gd name="connsiteY24" fmla="*/ 192482 h 752582"/>
                  <a:gd name="connsiteX25" fmla="*/ 70660 w 1362451"/>
                  <a:gd name="connsiteY25" fmla="*/ 211879 h 752582"/>
                  <a:gd name="connsiteX26" fmla="*/ 51262 w 1362451"/>
                  <a:gd name="connsiteY26" fmla="*/ 223816 h 752582"/>
                  <a:gd name="connsiteX27" fmla="*/ 36341 w 1362451"/>
                  <a:gd name="connsiteY27" fmla="*/ 234261 h 752582"/>
                  <a:gd name="connsiteX28" fmla="*/ 9483 w 1362451"/>
                  <a:gd name="connsiteY28" fmla="*/ 255150 h 752582"/>
                  <a:gd name="connsiteX29" fmla="*/ 6499 w 1362451"/>
                  <a:gd name="connsiteY29" fmla="*/ 298421 h 752582"/>
                  <a:gd name="connsiteX30" fmla="*/ 36341 w 1362451"/>
                  <a:gd name="connsiteY30" fmla="*/ 314834 h 752582"/>
                  <a:gd name="connsiteX31" fmla="*/ 97518 w 1362451"/>
                  <a:gd name="connsiteY31" fmla="*/ 298421 h 752582"/>
                  <a:gd name="connsiteX32" fmla="*/ 137804 w 1362451"/>
                  <a:gd name="connsiteY32" fmla="*/ 261118 h 752582"/>
                  <a:gd name="connsiteX33" fmla="*/ 145265 w 1362451"/>
                  <a:gd name="connsiteY33" fmla="*/ 271563 h 752582"/>
                  <a:gd name="connsiteX34" fmla="*/ 127360 w 1362451"/>
                  <a:gd name="connsiteY34" fmla="*/ 328263 h 752582"/>
                  <a:gd name="connsiteX35" fmla="*/ 70660 w 1362451"/>
                  <a:gd name="connsiteY35" fmla="*/ 399884 h 752582"/>
                  <a:gd name="connsiteX36" fmla="*/ 78120 w 1362451"/>
                  <a:gd name="connsiteY36" fmla="*/ 431219 h 752582"/>
                  <a:gd name="connsiteX37" fmla="*/ 109454 w 1362451"/>
                  <a:gd name="connsiteY37" fmla="*/ 423758 h 752582"/>
                  <a:gd name="connsiteX38" fmla="*/ 125868 w 1362451"/>
                  <a:gd name="connsiteY38" fmla="*/ 399884 h 752582"/>
                  <a:gd name="connsiteX39" fmla="*/ 127360 w 1362451"/>
                  <a:gd name="connsiteY39" fmla="*/ 396900 h 752582"/>
                  <a:gd name="connsiteX40" fmla="*/ 128852 w 1362451"/>
                  <a:gd name="connsiteY40" fmla="*/ 393916 h 752582"/>
                  <a:gd name="connsiteX41" fmla="*/ 130344 w 1362451"/>
                  <a:gd name="connsiteY41" fmla="*/ 390932 h 752582"/>
                  <a:gd name="connsiteX42" fmla="*/ 139297 w 1362451"/>
                  <a:gd name="connsiteY42" fmla="*/ 380487 h 752582"/>
                  <a:gd name="connsiteX43" fmla="*/ 154218 w 1362451"/>
                  <a:gd name="connsiteY43" fmla="*/ 364074 h 752582"/>
                  <a:gd name="connsiteX44" fmla="*/ 160186 w 1362451"/>
                  <a:gd name="connsiteY44" fmla="*/ 367058 h 752582"/>
                  <a:gd name="connsiteX45" fmla="*/ 212410 w 1362451"/>
                  <a:gd name="connsiteY45" fmla="*/ 383471 h 752582"/>
                  <a:gd name="connsiteX46" fmla="*/ 206441 w 1362451"/>
                  <a:gd name="connsiteY46" fmla="*/ 398392 h 752582"/>
                  <a:gd name="connsiteX47" fmla="*/ 221362 w 1362451"/>
                  <a:gd name="connsiteY47" fmla="*/ 419282 h 752582"/>
                  <a:gd name="connsiteX48" fmla="*/ 266126 w 1362451"/>
                  <a:gd name="connsiteY48" fmla="*/ 441663 h 752582"/>
                  <a:gd name="connsiteX49" fmla="*/ 303428 w 1362451"/>
                  <a:gd name="connsiteY49" fmla="*/ 396900 h 752582"/>
                  <a:gd name="connsiteX50" fmla="*/ 466068 w 1362451"/>
                  <a:gd name="connsiteY50" fmla="*/ 373026 h 752582"/>
                  <a:gd name="connsiteX51" fmla="*/ 631691 w 1362451"/>
                  <a:gd name="connsiteY51" fmla="*/ 316326 h 752582"/>
                  <a:gd name="connsiteX52" fmla="*/ 833126 w 1362451"/>
                  <a:gd name="connsiteY52" fmla="*/ 317819 h 752582"/>
                  <a:gd name="connsiteX53" fmla="*/ 1115134 w 1362451"/>
                  <a:gd name="connsiteY53" fmla="*/ 401376 h 752582"/>
                  <a:gd name="connsiteX54" fmla="*/ 1110657 w 1362451"/>
                  <a:gd name="connsiteY54" fmla="*/ 404361 h 752582"/>
                  <a:gd name="connsiteX55" fmla="*/ 1104689 w 1362451"/>
                  <a:gd name="connsiteY55" fmla="*/ 420774 h 752582"/>
                  <a:gd name="connsiteX56" fmla="*/ 1110657 w 1362451"/>
                  <a:gd name="connsiteY56" fmla="*/ 437187 h 752582"/>
                  <a:gd name="connsiteX57" fmla="*/ 1127070 w 1362451"/>
                  <a:gd name="connsiteY57" fmla="*/ 455092 h 752582"/>
                  <a:gd name="connsiteX58" fmla="*/ 1131547 w 1362451"/>
                  <a:gd name="connsiteY58" fmla="*/ 458076 h 752582"/>
                  <a:gd name="connsiteX59" fmla="*/ 1137515 w 1362451"/>
                  <a:gd name="connsiteY59" fmla="*/ 461061 h 752582"/>
                  <a:gd name="connsiteX60" fmla="*/ 1152436 w 1362451"/>
                  <a:gd name="connsiteY60" fmla="*/ 459569 h 752582"/>
                  <a:gd name="connsiteX61" fmla="*/ 1165865 w 1362451"/>
                  <a:gd name="connsiteY61" fmla="*/ 438679 h 752582"/>
                  <a:gd name="connsiteX62" fmla="*/ 1256884 w 1362451"/>
                  <a:gd name="connsiteY62" fmla="*/ 702782 h 752582"/>
                  <a:gd name="connsiteX63" fmla="*/ 1361331 w 1362451"/>
                  <a:gd name="connsiteY63" fmla="*/ 702782 h 752582"/>
                  <a:gd name="connsiteX64" fmla="*/ 1273297 w 1362451"/>
                  <a:gd name="connsiteY64" fmla="*/ 405853 h 7525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</a:cxnLst>
                <a:rect l="l" t="t" r="r" b="b"/>
                <a:pathLst>
                  <a:path w="1362451" h="752582">
                    <a:moveTo>
                      <a:pt x="1273297" y="405853"/>
                    </a:moveTo>
                    <a:cubicBezTo>
                      <a:pt x="1201676" y="314834"/>
                      <a:pt x="1100213" y="274547"/>
                      <a:pt x="991289" y="244705"/>
                    </a:cubicBezTo>
                    <a:cubicBezTo>
                      <a:pt x="868936" y="211879"/>
                      <a:pt x="740615" y="189497"/>
                      <a:pt x="613786" y="211879"/>
                    </a:cubicBezTo>
                    <a:cubicBezTo>
                      <a:pt x="542165" y="223816"/>
                      <a:pt x="479497" y="259626"/>
                      <a:pt x="409368" y="280516"/>
                    </a:cubicBezTo>
                    <a:cubicBezTo>
                      <a:pt x="352668" y="296929"/>
                      <a:pt x="295968" y="296929"/>
                      <a:pt x="240760" y="282008"/>
                    </a:cubicBezTo>
                    <a:cubicBezTo>
                      <a:pt x="240760" y="282008"/>
                      <a:pt x="240760" y="282008"/>
                      <a:pt x="240760" y="280516"/>
                    </a:cubicBezTo>
                    <a:cubicBezTo>
                      <a:pt x="231807" y="268579"/>
                      <a:pt x="219870" y="259626"/>
                      <a:pt x="207933" y="250674"/>
                    </a:cubicBezTo>
                    <a:cubicBezTo>
                      <a:pt x="188536" y="226800"/>
                      <a:pt x="172123" y="199942"/>
                      <a:pt x="157202" y="174576"/>
                    </a:cubicBezTo>
                    <a:cubicBezTo>
                      <a:pt x="157202" y="173084"/>
                      <a:pt x="155710" y="173084"/>
                      <a:pt x="154218" y="171592"/>
                    </a:cubicBezTo>
                    <a:cubicBezTo>
                      <a:pt x="155710" y="159655"/>
                      <a:pt x="158694" y="146226"/>
                      <a:pt x="160186" y="135782"/>
                    </a:cubicBezTo>
                    <a:cubicBezTo>
                      <a:pt x="164662" y="107432"/>
                      <a:pt x="169139" y="77590"/>
                      <a:pt x="172123" y="49240"/>
                    </a:cubicBezTo>
                    <a:cubicBezTo>
                      <a:pt x="173615" y="43271"/>
                      <a:pt x="172123" y="35811"/>
                      <a:pt x="169139" y="31334"/>
                    </a:cubicBezTo>
                    <a:cubicBezTo>
                      <a:pt x="175107" y="17905"/>
                      <a:pt x="163170" y="4476"/>
                      <a:pt x="149741" y="2984"/>
                    </a:cubicBezTo>
                    <a:cubicBezTo>
                      <a:pt x="146757" y="1492"/>
                      <a:pt x="142281" y="0"/>
                      <a:pt x="139297" y="0"/>
                    </a:cubicBezTo>
                    <a:cubicBezTo>
                      <a:pt x="125868" y="0"/>
                      <a:pt x="118407" y="10445"/>
                      <a:pt x="116915" y="22382"/>
                    </a:cubicBezTo>
                    <a:cubicBezTo>
                      <a:pt x="116915" y="23874"/>
                      <a:pt x="115423" y="26858"/>
                      <a:pt x="115423" y="28350"/>
                    </a:cubicBezTo>
                    <a:cubicBezTo>
                      <a:pt x="100502" y="49240"/>
                      <a:pt x="93041" y="73113"/>
                      <a:pt x="93041" y="99971"/>
                    </a:cubicBezTo>
                    <a:lnTo>
                      <a:pt x="93041" y="99971"/>
                    </a:lnTo>
                    <a:cubicBezTo>
                      <a:pt x="66183" y="104447"/>
                      <a:pt x="40818" y="117876"/>
                      <a:pt x="21420" y="137274"/>
                    </a:cubicBezTo>
                    <a:cubicBezTo>
                      <a:pt x="16944" y="141750"/>
                      <a:pt x="13960" y="149211"/>
                      <a:pt x="15452" y="156671"/>
                    </a:cubicBezTo>
                    <a:cubicBezTo>
                      <a:pt x="16944" y="164132"/>
                      <a:pt x="19928" y="168608"/>
                      <a:pt x="25897" y="173084"/>
                    </a:cubicBezTo>
                    <a:cubicBezTo>
                      <a:pt x="37833" y="182037"/>
                      <a:pt x="54247" y="183529"/>
                      <a:pt x="69168" y="179053"/>
                    </a:cubicBezTo>
                    <a:cubicBezTo>
                      <a:pt x="81105" y="174576"/>
                      <a:pt x="91549" y="168608"/>
                      <a:pt x="97518" y="158163"/>
                    </a:cubicBezTo>
                    <a:cubicBezTo>
                      <a:pt x="97518" y="159655"/>
                      <a:pt x="97518" y="159655"/>
                      <a:pt x="97518" y="161147"/>
                    </a:cubicBezTo>
                    <a:cubicBezTo>
                      <a:pt x="99010" y="171592"/>
                      <a:pt x="101994" y="182037"/>
                      <a:pt x="104978" y="192482"/>
                    </a:cubicBezTo>
                    <a:cubicBezTo>
                      <a:pt x="93041" y="198450"/>
                      <a:pt x="82597" y="204418"/>
                      <a:pt x="70660" y="211879"/>
                    </a:cubicBezTo>
                    <a:cubicBezTo>
                      <a:pt x="61707" y="211879"/>
                      <a:pt x="54247" y="216355"/>
                      <a:pt x="51262" y="223816"/>
                    </a:cubicBezTo>
                    <a:cubicBezTo>
                      <a:pt x="46786" y="226800"/>
                      <a:pt x="40818" y="231276"/>
                      <a:pt x="36341" y="234261"/>
                    </a:cubicBezTo>
                    <a:cubicBezTo>
                      <a:pt x="27389" y="240229"/>
                      <a:pt x="16944" y="247690"/>
                      <a:pt x="9483" y="255150"/>
                    </a:cubicBezTo>
                    <a:cubicBezTo>
                      <a:pt x="-961" y="267087"/>
                      <a:pt x="-3946" y="284992"/>
                      <a:pt x="6499" y="298421"/>
                    </a:cubicBezTo>
                    <a:cubicBezTo>
                      <a:pt x="13960" y="307374"/>
                      <a:pt x="25897" y="313342"/>
                      <a:pt x="36341" y="314834"/>
                    </a:cubicBezTo>
                    <a:cubicBezTo>
                      <a:pt x="57231" y="317819"/>
                      <a:pt x="79612" y="310358"/>
                      <a:pt x="97518" y="298421"/>
                    </a:cubicBezTo>
                    <a:cubicBezTo>
                      <a:pt x="112439" y="287976"/>
                      <a:pt x="125868" y="274547"/>
                      <a:pt x="137804" y="261118"/>
                    </a:cubicBezTo>
                    <a:cubicBezTo>
                      <a:pt x="140789" y="264103"/>
                      <a:pt x="142281" y="268579"/>
                      <a:pt x="145265" y="271563"/>
                    </a:cubicBezTo>
                    <a:cubicBezTo>
                      <a:pt x="130344" y="283500"/>
                      <a:pt x="122883" y="307374"/>
                      <a:pt x="127360" y="328263"/>
                    </a:cubicBezTo>
                    <a:cubicBezTo>
                      <a:pt x="104978" y="349153"/>
                      <a:pt x="87073" y="374519"/>
                      <a:pt x="70660" y="399884"/>
                    </a:cubicBezTo>
                    <a:cubicBezTo>
                      <a:pt x="64691" y="410329"/>
                      <a:pt x="67676" y="425250"/>
                      <a:pt x="78120" y="431219"/>
                    </a:cubicBezTo>
                    <a:cubicBezTo>
                      <a:pt x="90057" y="437187"/>
                      <a:pt x="101994" y="434203"/>
                      <a:pt x="109454" y="423758"/>
                    </a:cubicBezTo>
                    <a:lnTo>
                      <a:pt x="125868" y="399884"/>
                    </a:lnTo>
                    <a:cubicBezTo>
                      <a:pt x="125868" y="398392"/>
                      <a:pt x="127360" y="398392"/>
                      <a:pt x="127360" y="396900"/>
                    </a:cubicBezTo>
                    <a:cubicBezTo>
                      <a:pt x="127360" y="395408"/>
                      <a:pt x="128852" y="395408"/>
                      <a:pt x="128852" y="393916"/>
                    </a:cubicBezTo>
                    <a:cubicBezTo>
                      <a:pt x="128852" y="392424"/>
                      <a:pt x="130344" y="392424"/>
                      <a:pt x="130344" y="390932"/>
                    </a:cubicBezTo>
                    <a:cubicBezTo>
                      <a:pt x="133328" y="387947"/>
                      <a:pt x="136312" y="383471"/>
                      <a:pt x="139297" y="380487"/>
                    </a:cubicBezTo>
                    <a:cubicBezTo>
                      <a:pt x="143773" y="374519"/>
                      <a:pt x="149741" y="370042"/>
                      <a:pt x="154218" y="364074"/>
                    </a:cubicBezTo>
                    <a:cubicBezTo>
                      <a:pt x="155710" y="365566"/>
                      <a:pt x="158694" y="367058"/>
                      <a:pt x="160186" y="367058"/>
                    </a:cubicBezTo>
                    <a:cubicBezTo>
                      <a:pt x="176599" y="374519"/>
                      <a:pt x="194505" y="378995"/>
                      <a:pt x="212410" y="383471"/>
                    </a:cubicBezTo>
                    <a:cubicBezTo>
                      <a:pt x="209426" y="386455"/>
                      <a:pt x="206441" y="392424"/>
                      <a:pt x="206441" y="398392"/>
                    </a:cubicBezTo>
                    <a:cubicBezTo>
                      <a:pt x="206441" y="407345"/>
                      <a:pt x="212410" y="416297"/>
                      <a:pt x="221362" y="419282"/>
                    </a:cubicBezTo>
                    <a:cubicBezTo>
                      <a:pt x="227331" y="437187"/>
                      <a:pt x="248220" y="446140"/>
                      <a:pt x="266126" y="441663"/>
                    </a:cubicBezTo>
                    <a:cubicBezTo>
                      <a:pt x="288507" y="435695"/>
                      <a:pt x="300444" y="417790"/>
                      <a:pt x="303428" y="396900"/>
                    </a:cubicBezTo>
                    <a:cubicBezTo>
                      <a:pt x="357144" y="399884"/>
                      <a:pt x="412352" y="390932"/>
                      <a:pt x="466068" y="373026"/>
                    </a:cubicBezTo>
                    <a:cubicBezTo>
                      <a:pt x="521276" y="353629"/>
                      <a:pt x="572007" y="326771"/>
                      <a:pt x="631691" y="316326"/>
                    </a:cubicBezTo>
                    <a:cubicBezTo>
                      <a:pt x="697344" y="304390"/>
                      <a:pt x="767473" y="307374"/>
                      <a:pt x="833126" y="317819"/>
                    </a:cubicBezTo>
                    <a:cubicBezTo>
                      <a:pt x="922652" y="331247"/>
                      <a:pt x="1031576" y="352137"/>
                      <a:pt x="1115134" y="401376"/>
                    </a:cubicBezTo>
                    <a:cubicBezTo>
                      <a:pt x="1113642" y="402869"/>
                      <a:pt x="1112149" y="402869"/>
                      <a:pt x="1110657" y="404361"/>
                    </a:cubicBezTo>
                    <a:cubicBezTo>
                      <a:pt x="1106181" y="408837"/>
                      <a:pt x="1103197" y="414805"/>
                      <a:pt x="1104689" y="420774"/>
                    </a:cubicBezTo>
                    <a:cubicBezTo>
                      <a:pt x="1104689" y="426742"/>
                      <a:pt x="1107673" y="432711"/>
                      <a:pt x="1110657" y="437187"/>
                    </a:cubicBezTo>
                    <a:cubicBezTo>
                      <a:pt x="1116626" y="443155"/>
                      <a:pt x="1121102" y="449124"/>
                      <a:pt x="1127070" y="455092"/>
                    </a:cubicBezTo>
                    <a:lnTo>
                      <a:pt x="1131547" y="458076"/>
                    </a:lnTo>
                    <a:cubicBezTo>
                      <a:pt x="1133039" y="459569"/>
                      <a:pt x="1134531" y="459569"/>
                      <a:pt x="1137515" y="461061"/>
                    </a:cubicBezTo>
                    <a:cubicBezTo>
                      <a:pt x="1141991" y="462553"/>
                      <a:pt x="1147960" y="462553"/>
                      <a:pt x="1152436" y="459569"/>
                    </a:cubicBezTo>
                    <a:cubicBezTo>
                      <a:pt x="1159897" y="456584"/>
                      <a:pt x="1165865" y="447632"/>
                      <a:pt x="1165865" y="438679"/>
                    </a:cubicBezTo>
                    <a:cubicBezTo>
                      <a:pt x="1238978" y="505824"/>
                      <a:pt x="1267328" y="604303"/>
                      <a:pt x="1256884" y="702782"/>
                    </a:cubicBezTo>
                    <a:cubicBezTo>
                      <a:pt x="1249423" y="769926"/>
                      <a:pt x="1353871" y="768434"/>
                      <a:pt x="1361331" y="702782"/>
                    </a:cubicBezTo>
                    <a:cubicBezTo>
                      <a:pt x="1368792" y="595350"/>
                      <a:pt x="1338950" y="489411"/>
                      <a:pt x="1273297" y="405853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490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756" dirty="0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81180B5F-D4A4-B8F5-5F6D-9AEE780DA799}"/>
                  </a:ext>
                </a:extLst>
              </p:cNvPr>
              <p:cNvSpPr/>
              <p:nvPr/>
            </p:nvSpPr>
            <p:spPr>
              <a:xfrm>
                <a:off x="7161093" y="506429"/>
                <a:ext cx="43644" cy="44763"/>
              </a:xfrm>
              <a:custGeom>
                <a:avLst/>
                <a:gdLst>
                  <a:gd name="connsiteX0" fmla="*/ 21263 w 43644"/>
                  <a:gd name="connsiteY0" fmla="*/ 0 h 44763"/>
                  <a:gd name="connsiteX1" fmla="*/ 21263 w 43644"/>
                  <a:gd name="connsiteY1" fmla="*/ 44763 h 44763"/>
                  <a:gd name="connsiteX2" fmla="*/ 21263 w 43644"/>
                  <a:gd name="connsiteY2" fmla="*/ 0 h 447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3644" h="44763">
                    <a:moveTo>
                      <a:pt x="21263" y="0"/>
                    </a:moveTo>
                    <a:cubicBezTo>
                      <a:pt x="-7088" y="0"/>
                      <a:pt x="-7088" y="44763"/>
                      <a:pt x="21263" y="44763"/>
                    </a:cubicBezTo>
                    <a:cubicBezTo>
                      <a:pt x="51105" y="44763"/>
                      <a:pt x="51105" y="0"/>
                      <a:pt x="21263" y="0"/>
                    </a:cubicBezTo>
                    <a:close/>
                  </a:path>
                </a:pathLst>
              </a:custGeom>
              <a:solidFill>
                <a:srgbClr val="1A3838"/>
              </a:solidFill>
              <a:ln w="1490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756" dirty="0"/>
              </a:p>
            </p:txBody>
          </p:sp>
        </p:grpSp>
        <p:grpSp>
          <p:nvGrpSpPr>
            <p:cNvPr id="18" name="Graphic 2">
              <a:extLst>
                <a:ext uri="{FF2B5EF4-FFF2-40B4-BE49-F238E27FC236}">
                  <a16:creationId xmlns:a16="http://schemas.microsoft.com/office/drawing/2014/main" id="{3C9EACB6-2331-36F1-CA91-BB5FD5FB57B7}"/>
                </a:ext>
              </a:extLst>
            </p:cNvPr>
            <p:cNvGrpSpPr/>
            <p:nvPr/>
          </p:nvGrpSpPr>
          <p:grpSpPr>
            <a:xfrm rot="21320240">
              <a:off x="7583030" y="1602853"/>
              <a:ext cx="587032" cy="443610"/>
              <a:chOff x="7700046" y="1529405"/>
              <a:chExt cx="587032" cy="443610"/>
            </a:xfrm>
            <a:solidFill>
              <a:srgbClr val="DFB51F"/>
            </a:solidFill>
          </p:grpSpPr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06B50ADF-D7E2-1E61-44F8-7A6770692487}"/>
                  </a:ext>
                </a:extLst>
              </p:cNvPr>
              <p:cNvSpPr/>
              <p:nvPr/>
            </p:nvSpPr>
            <p:spPr>
              <a:xfrm>
                <a:off x="7700046" y="1529405"/>
                <a:ext cx="587032" cy="443610"/>
              </a:xfrm>
              <a:custGeom>
                <a:avLst/>
                <a:gdLst>
                  <a:gd name="connsiteX0" fmla="*/ 577515 w 587032"/>
                  <a:gd name="connsiteY0" fmla="*/ 258743 h 443610"/>
                  <a:gd name="connsiteX1" fmla="*/ 556626 w 587032"/>
                  <a:gd name="connsiteY1" fmla="*/ 194583 h 443610"/>
                  <a:gd name="connsiteX2" fmla="*/ 516339 w 587032"/>
                  <a:gd name="connsiteY2" fmla="*/ 173693 h 443610"/>
                  <a:gd name="connsiteX3" fmla="*/ 499926 w 587032"/>
                  <a:gd name="connsiteY3" fmla="*/ 170709 h 443610"/>
                  <a:gd name="connsiteX4" fmla="*/ 492465 w 587032"/>
                  <a:gd name="connsiteY4" fmla="*/ 169217 h 443610"/>
                  <a:gd name="connsiteX5" fmla="*/ 493957 w 587032"/>
                  <a:gd name="connsiteY5" fmla="*/ 170709 h 443610"/>
                  <a:gd name="connsiteX6" fmla="*/ 492465 w 587032"/>
                  <a:gd name="connsiteY6" fmla="*/ 169217 h 443610"/>
                  <a:gd name="connsiteX7" fmla="*/ 490973 w 587032"/>
                  <a:gd name="connsiteY7" fmla="*/ 167725 h 443610"/>
                  <a:gd name="connsiteX8" fmla="*/ 419352 w 587032"/>
                  <a:gd name="connsiteY8" fmla="*/ 170709 h 443610"/>
                  <a:gd name="connsiteX9" fmla="*/ 404431 w 587032"/>
                  <a:gd name="connsiteY9" fmla="*/ 203535 h 443610"/>
                  <a:gd name="connsiteX10" fmla="*/ 389510 w 587032"/>
                  <a:gd name="connsiteY10" fmla="*/ 196075 h 443610"/>
                  <a:gd name="connsiteX11" fmla="*/ 386526 w 587032"/>
                  <a:gd name="connsiteY11" fmla="*/ 196075 h 443610"/>
                  <a:gd name="connsiteX12" fmla="*/ 361160 w 587032"/>
                  <a:gd name="connsiteY12" fmla="*/ 179662 h 443610"/>
                  <a:gd name="connsiteX13" fmla="*/ 298492 w 587032"/>
                  <a:gd name="connsiteY13" fmla="*/ 213980 h 443610"/>
                  <a:gd name="connsiteX14" fmla="*/ 271634 w 587032"/>
                  <a:gd name="connsiteY14" fmla="*/ 175185 h 443610"/>
                  <a:gd name="connsiteX15" fmla="*/ 297000 w 587032"/>
                  <a:gd name="connsiteY15" fmla="*/ 145343 h 443610"/>
                  <a:gd name="connsiteX16" fmla="*/ 299984 w 587032"/>
                  <a:gd name="connsiteY16" fmla="*/ 97596 h 443610"/>
                  <a:gd name="connsiteX17" fmla="*/ 285063 w 587032"/>
                  <a:gd name="connsiteY17" fmla="*/ 73722 h 443610"/>
                  <a:gd name="connsiteX18" fmla="*/ 216426 w 587032"/>
                  <a:gd name="connsiteY18" fmla="*/ 36419 h 443610"/>
                  <a:gd name="connsiteX19" fmla="*/ 211950 w 587032"/>
                  <a:gd name="connsiteY19" fmla="*/ 25975 h 443610"/>
                  <a:gd name="connsiteX20" fmla="*/ 140328 w 587032"/>
                  <a:gd name="connsiteY20" fmla="*/ 6577 h 443610"/>
                  <a:gd name="connsiteX21" fmla="*/ 37373 w 587032"/>
                  <a:gd name="connsiteY21" fmla="*/ 118485 h 443610"/>
                  <a:gd name="connsiteX22" fmla="*/ 46326 w 587032"/>
                  <a:gd name="connsiteY22" fmla="*/ 136391 h 443610"/>
                  <a:gd name="connsiteX23" fmla="*/ 71 w 587032"/>
                  <a:gd name="connsiteY23" fmla="*/ 187122 h 443610"/>
                  <a:gd name="connsiteX24" fmla="*/ 13499 w 587032"/>
                  <a:gd name="connsiteY24" fmla="*/ 219948 h 443610"/>
                  <a:gd name="connsiteX25" fmla="*/ 64231 w 587032"/>
                  <a:gd name="connsiteY25" fmla="*/ 272172 h 443610"/>
                  <a:gd name="connsiteX26" fmla="*/ 79152 w 587032"/>
                  <a:gd name="connsiteY26" fmla="*/ 269188 h 443610"/>
                  <a:gd name="connsiteX27" fmla="*/ 80644 w 587032"/>
                  <a:gd name="connsiteY27" fmla="*/ 287093 h 443610"/>
                  <a:gd name="connsiteX28" fmla="*/ 185092 w 587032"/>
                  <a:gd name="connsiteY28" fmla="*/ 290077 h 443610"/>
                  <a:gd name="connsiteX29" fmla="*/ 265665 w 587032"/>
                  <a:gd name="connsiteY29" fmla="*/ 279633 h 443610"/>
                  <a:gd name="connsiteX30" fmla="*/ 288047 w 587032"/>
                  <a:gd name="connsiteY30" fmla="*/ 249791 h 443610"/>
                  <a:gd name="connsiteX31" fmla="*/ 299984 w 587032"/>
                  <a:gd name="connsiteY31" fmla="*/ 318427 h 443610"/>
                  <a:gd name="connsiteX32" fmla="*/ 337286 w 587032"/>
                  <a:gd name="connsiteY32" fmla="*/ 351254 h 443610"/>
                  <a:gd name="connsiteX33" fmla="*/ 343255 w 587032"/>
                  <a:gd name="connsiteY33" fmla="*/ 352746 h 443610"/>
                  <a:gd name="connsiteX34" fmla="*/ 393986 w 587032"/>
                  <a:gd name="connsiteY34" fmla="*/ 428843 h 443610"/>
                  <a:gd name="connsiteX35" fmla="*/ 401447 w 587032"/>
                  <a:gd name="connsiteY35" fmla="*/ 433319 h 443610"/>
                  <a:gd name="connsiteX36" fmla="*/ 584976 w 587032"/>
                  <a:gd name="connsiteY36" fmla="*/ 312459 h 443610"/>
                  <a:gd name="connsiteX37" fmla="*/ 577515 w 587032"/>
                  <a:gd name="connsiteY37" fmla="*/ 258743 h 4436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587032" h="443610">
                    <a:moveTo>
                      <a:pt x="577515" y="258743"/>
                    </a:moveTo>
                    <a:cubicBezTo>
                      <a:pt x="580500" y="234869"/>
                      <a:pt x="574531" y="212488"/>
                      <a:pt x="556626" y="194583"/>
                    </a:cubicBezTo>
                    <a:cubicBezTo>
                      <a:pt x="546181" y="184138"/>
                      <a:pt x="531260" y="178170"/>
                      <a:pt x="516339" y="173693"/>
                    </a:cubicBezTo>
                    <a:cubicBezTo>
                      <a:pt x="511863" y="172201"/>
                      <a:pt x="505894" y="172201"/>
                      <a:pt x="499926" y="170709"/>
                    </a:cubicBezTo>
                    <a:cubicBezTo>
                      <a:pt x="496942" y="170709"/>
                      <a:pt x="493957" y="169217"/>
                      <a:pt x="492465" y="169217"/>
                    </a:cubicBezTo>
                    <a:lnTo>
                      <a:pt x="493957" y="170709"/>
                    </a:lnTo>
                    <a:lnTo>
                      <a:pt x="492465" y="169217"/>
                    </a:lnTo>
                    <a:cubicBezTo>
                      <a:pt x="490973" y="169217"/>
                      <a:pt x="490973" y="167725"/>
                      <a:pt x="490973" y="167725"/>
                    </a:cubicBezTo>
                    <a:cubicBezTo>
                      <a:pt x="473068" y="148327"/>
                      <a:pt x="437258" y="152804"/>
                      <a:pt x="419352" y="170709"/>
                    </a:cubicBezTo>
                    <a:cubicBezTo>
                      <a:pt x="408907" y="181154"/>
                      <a:pt x="404431" y="191598"/>
                      <a:pt x="404431" y="203535"/>
                    </a:cubicBezTo>
                    <a:cubicBezTo>
                      <a:pt x="399955" y="200551"/>
                      <a:pt x="395479" y="197567"/>
                      <a:pt x="389510" y="196075"/>
                    </a:cubicBezTo>
                    <a:cubicBezTo>
                      <a:pt x="388018" y="196075"/>
                      <a:pt x="386526" y="196075"/>
                      <a:pt x="386526" y="196075"/>
                    </a:cubicBezTo>
                    <a:cubicBezTo>
                      <a:pt x="379065" y="188614"/>
                      <a:pt x="370113" y="182646"/>
                      <a:pt x="361160" y="179662"/>
                    </a:cubicBezTo>
                    <a:cubicBezTo>
                      <a:pt x="331318" y="172201"/>
                      <a:pt x="308936" y="188614"/>
                      <a:pt x="298492" y="213980"/>
                    </a:cubicBezTo>
                    <a:cubicBezTo>
                      <a:pt x="295508" y="199059"/>
                      <a:pt x="285063" y="184138"/>
                      <a:pt x="271634" y="175185"/>
                    </a:cubicBezTo>
                    <a:cubicBezTo>
                      <a:pt x="282078" y="167725"/>
                      <a:pt x="291031" y="158772"/>
                      <a:pt x="297000" y="145343"/>
                    </a:cubicBezTo>
                    <a:cubicBezTo>
                      <a:pt x="302968" y="130422"/>
                      <a:pt x="304460" y="114009"/>
                      <a:pt x="299984" y="97596"/>
                    </a:cubicBezTo>
                    <a:cubicBezTo>
                      <a:pt x="297000" y="88643"/>
                      <a:pt x="291031" y="81183"/>
                      <a:pt x="285063" y="73722"/>
                    </a:cubicBezTo>
                    <a:cubicBezTo>
                      <a:pt x="282078" y="37912"/>
                      <a:pt x="246268" y="25975"/>
                      <a:pt x="216426" y="36419"/>
                    </a:cubicBezTo>
                    <a:cubicBezTo>
                      <a:pt x="214934" y="33435"/>
                      <a:pt x="213442" y="28959"/>
                      <a:pt x="211950" y="25975"/>
                    </a:cubicBezTo>
                    <a:cubicBezTo>
                      <a:pt x="195536" y="609"/>
                      <a:pt x="165694" y="-6852"/>
                      <a:pt x="140328" y="6577"/>
                    </a:cubicBezTo>
                    <a:cubicBezTo>
                      <a:pt x="97057" y="28959"/>
                      <a:pt x="20960" y="55817"/>
                      <a:pt x="37373" y="118485"/>
                    </a:cubicBezTo>
                    <a:cubicBezTo>
                      <a:pt x="38865" y="124454"/>
                      <a:pt x="41850" y="130422"/>
                      <a:pt x="46326" y="136391"/>
                    </a:cubicBezTo>
                    <a:cubicBezTo>
                      <a:pt x="20960" y="140867"/>
                      <a:pt x="-1422" y="158772"/>
                      <a:pt x="71" y="187122"/>
                    </a:cubicBezTo>
                    <a:cubicBezTo>
                      <a:pt x="71" y="199059"/>
                      <a:pt x="6039" y="210996"/>
                      <a:pt x="13499" y="219948"/>
                    </a:cubicBezTo>
                    <a:cubicBezTo>
                      <a:pt x="13499" y="246806"/>
                      <a:pt x="29913" y="272172"/>
                      <a:pt x="64231" y="272172"/>
                    </a:cubicBezTo>
                    <a:cubicBezTo>
                      <a:pt x="70200" y="272172"/>
                      <a:pt x="74676" y="270680"/>
                      <a:pt x="79152" y="269188"/>
                    </a:cubicBezTo>
                    <a:cubicBezTo>
                      <a:pt x="79152" y="275156"/>
                      <a:pt x="79152" y="281125"/>
                      <a:pt x="80644" y="287093"/>
                    </a:cubicBezTo>
                    <a:cubicBezTo>
                      <a:pt x="86613" y="352746"/>
                      <a:pt x="188076" y="354238"/>
                      <a:pt x="185092" y="290077"/>
                    </a:cubicBezTo>
                    <a:cubicBezTo>
                      <a:pt x="207473" y="307983"/>
                      <a:pt x="244776" y="309475"/>
                      <a:pt x="265665" y="279633"/>
                    </a:cubicBezTo>
                    <a:cubicBezTo>
                      <a:pt x="273126" y="269188"/>
                      <a:pt x="280587" y="258743"/>
                      <a:pt x="288047" y="249791"/>
                    </a:cubicBezTo>
                    <a:cubicBezTo>
                      <a:pt x="283571" y="272172"/>
                      <a:pt x="286555" y="296046"/>
                      <a:pt x="299984" y="318427"/>
                    </a:cubicBezTo>
                    <a:cubicBezTo>
                      <a:pt x="308936" y="333348"/>
                      <a:pt x="322365" y="343793"/>
                      <a:pt x="337286" y="351254"/>
                    </a:cubicBezTo>
                    <a:cubicBezTo>
                      <a:pt x="338779" y="352746"/>
                      <a:pt x="341763" y="352746"/>
                      <a:pt x="343255" y="352746"/>
                    </a:cubicBezTo>
                    <a:cubicBezTo>
                      <a:pt x="323857" y="388556"/>
                      <a:pt x="355192" y="434812"/>
                      <a:pt x="393986" y="428843"/>
                    </a:cubicBezTo>
                    <a:cubicBezTo>
                      <a:pt x="396971" y="430335"/>
                      <a:pt x="398463" y="431827"/>
                      <a:pt x="401447" y="433319"/>
                    </a:cubicBezTo>
                    <a:cubicBezTo>
                      <a:pt x="483513" y="472114"/>
                      <a:pt x="573039" y="394525"/>
                      <a:pt x="584976" y="312459"/>
                    </a:cubicBezTo>
                    <a:cubicBezTo>
                      <a:pt x="589452" y="296046"/>
                      <a:pt x="586468" y="276648"/>
                      <a:pt x="577515" y="258743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1490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756" dirty="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76558FA1-7F5B-C950-0399-BE9C676B6FC6}"/>
                  </a:ext>
                </a:extLst>
              </p:cNvPr>
              <p:cNvSpPr/>
              <p:nvPr/>
            </p:nvSpPr>
            <p:spPr>
              <a:xfrm>
                <a:off x="8194003" y="1698995"/>
                <a:ext cx="14921" cy="1119"/>
              </a:xfrm>
              <a:custGeom>
                <a:avLst/>
                <a:gdLst>
                  <a:gd name="connsiteX0" fmla="*/ 0 w 14921"/>
                  <a:gd name="connsiteY0" fmla="*/ 1119 h 1119"/>
                  <a:gd name="connsiteX1" fmla="*/ 0 w 14921"/>
                  <a:gd name="connsiteY1" fmla="*/ 1119 h 1119"/>
                  <a:gd name="connsiteX2" fmla="*/ 0 w 14921"/>
                  <a:gd name="connsiteY2" fmla="*/ 1119 h 1119"/>
                  <a:gd name="connsiteX3" fmla="*/ 0 w 14921"/>
                  <a:gd name="connsiteY3" fmla="*/ 1119 h 11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921" h="1119">
                    <a:moveTo>
                      <a:pt x="0" y="1119"/>
                    </a:moveTo>
                    <a:cubicBezTo>
                      <a:pt x="0" y="-373"/>
                      <a:pt x="0" y="-373"/>
                      <a:pt x="0" y="1119"/>
                    </a:cubicBezTo>
                    <a:cubicBezTo>
                      <a:pt x="0" y="-373"/>
                      <a:pt x="0" y="-373"/>
                      <a:pt x="0" y="1119"/>
                    </a:cubicBezTo>
                    <a:lnTo>
                      <a:pt x="0" y="1119"/>
                    </a:lnTo>
                    <a:close/>
                  </a:path>
                </a:pathLst>
              </a:custGeom>
              <a:solidFill>
                <a:srgbClr val="DFB51F"/>
              </a:solidFill>
              <a:ln w="1490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756" dirty="0"/>
              </a:p>
            </p:txBody>
          </p:sp>
        </p:grp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C23A2C60-EA5F-2A32-B265-B23C656B78B4}"/>
                </a:ext>
              </a:extLst>
            </p:cNvPr>
            <p:cNvSpPr/>
            <p:nvPr/>
          </p:nvSpPr>
          <p:spPr>
            <a:xfrm rot="21320240">
              <a:off x="7104331" y="1086687"/>
              <a:ext cx="252408" cy="272101"/>
            </a:xfrm>
            <a:custGeom>
              <a:avLst/>
              <a:gdLst>
                <a:gd name="connsiteX0" fmla="*/ 239697 w 252408"/>
                <a:gd name="connsiteY0" fmla="*/ 24169 h 272101"/>
                <a:gd name="connsiteX1" fmla="*/ 144203 w 252408"/>
                <a:gd name="connsiteY1" fmla="*/ 36106 h 272101"/>
                <a:gd name="connsiteX2" fmla="*/ 93471 w 252408"/>
                <a:gd name="connsiteY2" fmla="*/ 22677 h 272101"/>
                <a:gd name="connsiteX3" fmla="*/ 26326 w 252408"/>
                <a:gd name="connsiteY3" fmla="*/ 77885 h 272101"/>
                <a:gd name="connsiteX4" fmla="*/ 2452 w 252408"/>
                <a:gd name="connsiteY4" fmla="*/ 159951 h 272101"/>
                <a:gd name="connsiteX5" fmla="*/ 21850 w 252408"/>
                <a:gd name="connsiteY5" fmla="*/ 215159 h 272101"/>
                <a:gd name="connsiteX6" fmla="*/ 50200 w 252408"/>
                <a:gd name="connsiteY6" fmla="*/ 225603 h 272101"/>
                <a:gd name="connsiteX7" fmla="*/ 141218 w 252408"/>
                <a:gd name="connsiteY7" fmla="*/ 255446 h 272101"/>
                <a:gd name="connsiteX8" fmla="*/ 163600 w 252408"/>
                <a:gd name="connsiteY8" fmla="*/ 245001 h 272101"/>
                <a:gd name="connsiteX9" fmla="*/ 190458 w 252408"/>
                <a:gd name="connsiteY9" fmla="*/ 215159 h 272101"/>
                <a:gd name="connsiteX10" fmla="*/ 206871 w 252408"/>
                <a:gd name="connsiteY10" fmla="*/ 155474 h 272101"/>
                <a:gd name="connsiteX11" fmla="*/ 242681 w 252408"/>
                <a:gd name="connsiteY11" fmla="*/ 110711 h 272101"/>
                <a:gd name="connsiteX12" fmla="*/ 239697 w 252408"/>
                <a:gd name="connsiteY12" fmla="*/ 24169 h 272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2408" h="272101">
                  <a:moveTo>
                    <a:pt x="239697" y="24169"/>
                  </a:moveTo>
                  <a:cubicBezTo>
                    <a:pt x="212839" y="-17610"/>
                    <a:pt x="156139" y="295"/>
                    <a:pt x="144203" y="36106"/>
                  </a:cubicBezTo>
                  <a:cubicBezTo>
                    <a:pt x="130774" y="24169"/>
                    <a:pt x="112868" y="18201"/>
                    <a:pt x="93471" y="22677"/>
                  </a:cubicBezTo>
                  <a:cubicBezTo>
                    <a:pt x="63629" y="28645"/>
                    <a:pt x="39755" y="51027"/>
                    <a:pt x="26326" y="77885"/>
                  </a:cubicBezTo>
                  <a:cubicBezTo>
                    <a:pt x="12897" y="104743"/>
                    <a:pt x="12897" y="133093"/>
                    <a:pt x="2452" y="159951"/>
                  </a:cubicBezTo>
                  <a:cubicBezTo>
                    <a:pt x="-5008" y="179348"/>
                    <a:pt x="5437" y="203222"/>
                    <a:pt x="21850" y="215159"/>
                  </a:cubicBezTo>
                  <a:cubicBezTo>
                    <a:pt x="30802" y="222619"/>
                    <a:pt x="39755" y="225603"/>
                    <a:pt x="50200" y="225603"/>
                  </a:cubicBezTo>
                  <a:cubicBezTo>
                    <a:pt x="50200" y="274843"/>
                    <a:pt x="111376" y="285288"/>
                    <a:pt x="141218" y="255446"/>
                  </a:cubicBezTo>
                  <a:cubicBezTo>
                    <a:pt x="147187" y="253953"/>
                    <a:pt x="160616" y="246493"/>
                    <a:pt x="163600" y="245001"/>
                  </a:cubicBezTo>
                  <a:cubicBezTo>
                    <a:pt x="175537" y="237540"/>
                    <a:pt x="184489" y="227095"/>
                    <a:pt x="190458" y="215159"/>
                  </a:cubicBezTo>
                  <a:cubicBezTo>
                    <a:pt x="200902" y="195761"/>
                    <a:pt x="197918" y="174872"/>
                    <a:pt x="206871" y="155474"/>
                  </a:cubicBezTo>
                  <a:cubicBezTo>
                    <a:pt x="214331" y="139061"/>
                    <a:pt x="233729" y="127124"/>
                    <a:pt x="242681" y="110711"/>
                  </a:cubicBezTo>
                  <a:cubicBezTo>
                    <a:pt x="256110" y="82361"/>
                    <a:pt x="256110" y="51027"/>
                    <a:pt x="239697" y="24169"/>
                  </a:cubicBezTo>
                  <a:close/>
                </a:path>
              </a:pathLst>
            </a:custGeom>
            <a:solidFill>
              <a:schemeClr val="accent3"/>
            </a:solidFill>
            <a:ln w="149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756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4CFA9883-3FC8-E3E0-CB87-F046EE43B430}"/>
                </a:ext>
              </a:extLst>
            </p:cNvPr>
            <p:cNvSpPr/>
            <p:nvPr/>
          </p:nvSpPr>
          <p:spPr>
            <a:xfrm rot="21320240">
              <a:off x="6308949" y="1049029"/>
              <a:ext cx="796863" cy="758710"/>
            </a:xfrm>
            <a:custGeom>
              <a:avLst/>
              <a:gdLst>
                <a:gd name="connsiteX0" fmla="*/ 768056 w 796863"/>
                <a:gd name="connsiteY0" fmla="*/ 378091 h 758710"/>
                <a:gd name="connsiteX1" fmla="*/ 769548 w 796863"/>
                <a:gd name="connsiteY1" fmla="*/ 352725 h 758710"/>
                <a:gd name="connsiteX2" fmla="*/ 694943 w 796863"/>
                <a:gd name="connsiteY2" fmla="*/ 307962 h 758710"/>
                <a:gd name="connsiteX3" fmla="*/ 687482 w 796863"/>
                <a:gd name="connsiteY3" fmla="*/ 299009 h 758710"/>
                <a:gd name="connsiteX4" fmla="*/ 591987 w 796863"/>
                <a:gd name="connsiteY4" fmla="*/ 269167 h 758710"/>
                <a:gd name="connsiteX5" fmla="*/ 642719 w 796863"/>
                <a:gd name="connsiteY5" fmla="*/ 242309 h 758710"/>
                <a:gd name="connsiteX6" fmla="*/ 662116 w 796863"/>
                <a:gd name="connsiteY6" fmla="*/ 197546 h 758710"/>
                <a:gd name="connsiteX7" fmla="*/ 666593 w 796863"/>
                <a:gd name="connsiteY7" fmla="*/ 96083 h 758710"/>
                <a:gd name="connsiteX8" fmla="*/ 611385 w 796863"/>
                <a:gd name="connsiteY8" fmla="*/ 75193 h 758710"/>
                <a:gd name="connsiteX9" fmla="*/ 593479 w 796863"/>
                <a:gd name="connsiteY9" fmla="*/ 79670 h 758710"/>
                <a:gd name="connsiteX10" fmla="*/ 545732 w 796863"/>
                <a:gd name="connsiteY10" fmla="*/ 17001 h 758710"/>
                <a:gd name="connsiteX11" fmla="*/ 495001 w 796863"/>
                <a:gd name="connsiteY11" fmla="*/ 2080 h 758710"/>
                <a:gd name="connsiteX12" fmla="*/ 398014 w 796863"/>
                <a:gd name="connsiteY12" fmla="*/ 103543 h 758710"/>
                <a:gd name="connsiteX13" fmla="*/ 403982 w 796863"/>
                <a:gd name="connsiteY13" fmla="*/ 173672 h 758710"/>
                <a:gd name="connsiteX14" fmla="*/ 392045 w 796863"/>
                <a:gd name="connsiteY14" fmla="*/ 179641 h 758710"/>
                <a:gd name="connsiteX15" fmla="*/ 381601 w 796863"/>
                <a:gd name="connsiteY15" fmla="*/ 188593 h 758710"/>
                <a:gd name="connsiteX16" fmla="*/ 335345 w 796863"/>
                <a:gd name="connsiteY16" fmla="*/ 122941 h 758710"/>
                <a:gd name="connsiteX17" fmla="*/ 251787 w 796863"/>
                <a:gd name="connsiteY17" fmla="*/ 113988 h 758710"/>
                <a:gd name="connsiteX18" fmla="*/ 168229 w 796863"/>
                <a:gd name="connsiteY18" fmla="*/ 99067 h 758710"/>
                <a:gd name="connsiteX19" fmla="*/ 166737 w 796863"/>
                <a:gd name="connsiteY19" fmla="*/ 100559 h 758710"/>
                <a:gd name="connsiteX20" fmla="*/ 150324 w 796863"/>
                <a:gd name="connsiteY20" fmla="*/ 109512 h 758710"/>
                <a:gd name="connsiteX21" fmla="*/ 98100 w 796863"/>
                <a:gd name="connsiteY21" fmla="*/ 142338 h 758710"/>
                <a:gd name="connsiteX22" fmla="*/ 80195 w 796863"/>
                <a:gd name="connsiteY22" fmla="*/ 212467 h 758710"/>
                <a:gd name="connsiteX23" fmla="*/ 69750 w 796863"/>
                <a:gd name="connsiteY23" fmla="*/ 222912 h 758710"/>
                <a:gd name="connsiteX24" fmla="*/ 42893 w 796863"/>
                <a:gd name="connsiteY24" fmla="*/ 306470 h 758710"/>
                <a:gd name="connsiteX25" fmla="*/ 124958 w 796863"/>
                <a:gd name="connsiteY25" fmla="*/ 361677 h 758710"/>
                <a:gd name="connsiteX26" fmla="*/ 169721 w 796863"/>
                <a:gd name="connsiteY26" fmla="*/ 439267 h 758710"/>
                <a:gd name="connsiteX27" fmla="*/ 133911 w 796863"/>
                <a:gd name="connsiteY27" fmla="*/ 478062 h 758710"/>
                <a:gd name="connsiteX28" fmla="*/ 129435 w 796863"/>
                <a:gd name="connsiteY28" fmla="*/ 464633 h 758710"/>
                <a:gd name="connsiteX29" fmla="*/ 36924 w 796863"/>
                <a:gd name="connsiteY29" fmla="*/ 445235 h 758710"/>
                <a:gd name="connsiteX30" fmla="*/ 1114 w 796863"/>
                <a:gd name="connsiteY30" fmla="*/ 501935 h 758710"/>
                <a:gd name="connsiteX31" fmla="*/ 24987 w 796863"/>
                <a:gd name="connsiteY31" fmla="*/ 610859 h 758710"/>
                <a:gd name="connsiteX32" fmla="*/ 23495 w 796863"/>
                <a:gd name="connsiteY32" fmla="*/ 651146 h 758710"/>
                <a:gd name="connsiteX33" fmla="*/ 71242 w 796863"/>
                <a:gd name="connsiteY33" fmla="*/ 701878 h 758710"/>
                <a:gd name="connsiteX34" fmla="*/ 108545 w 796863"/>
                <a:gd name="connsiteY34" fmla="*/ 755593 h 758710"/>
                <a:gd name="connsiteX35" fmla="*/ 193595 w 796863"/>
                <a:gd name="connsiteY35" fmla="*/ 725751 h 758710"/>
                <a:gd name="connsiteX36" fmla="*/ 205532 w 796863"/>
                <a:gd name="connsiteY36" fmla="*/ 701878 h 758710"/>
                <a:gd name="connsiteX37" fmla="*/ 292074 w 796863"/>
                <a:gd name="connsiteY37" fmla="*/ 657114 h 758710"/>
                <a:gd name="connsiteX38" fmla="*/ 296550 w 796863"/>
                <a:gd name="connsiteY38" fmla="*/ 621304 h 758710"/>
                <a:gd name="connsiteX39" fmla="*/ 302519 w 796863"/>
                <a:gd name="connsiteY39" fmla="*/ 543714 h 758710"/>
                <a:gd name="connsiteX40" fmla="*/ 265216 w 796863"/>
                <a:gd name="connsiteY40" fmla="*/ 470601 h 758710"/>
                <a:gd name="connsiteX41" fmla="*/ 236866 w 796863"/>
                <a:gd name="connsiteY41" fmla="*/ 425838 h 758710"/>
                <a:gd name="connsiteX42" fmla="*/ 254772 w 796863"/>
                <a:gd name="connsiteY42" fmla="*/ 384059 h 758710"/>
                <a:gd name="connsiteX43" fmla="*/ 269693 w 796863"/>
                <a:gd name="connsiteY43" fmla="*/ 385551 h 758710"/>
                <a:gd name="connsiteX44" fmla="*/ 371156 w 796863"/>
                <a:gd name="connsiteY44" fmla="*/ 330343 h 758710"/>
                <a:gd name="connsiteX45" fmla="*/ 365187 w 796863"/>
                <a:gd name="connsiteY45" fmla="*/ 269167 h 758710"/>
                <a:gd name="connsiteX46" fmla="*/ 374140 w 796863"/>
                <a:gd name="connsiteY46" fmla="*/ 258722 h 758710"/>
                <a:gd name="connsiteX47" fmla="*/ 438300 w 796863"/>
                <a:gd name="connsiteY47" fmla="*/ 307962 h 758710"/>
                <a:gd name="connsiteX48" fmla="*/ 486048 w 796863"/>
                <a:gd name="connsiteY48" fmla="*/ 306470 h 758710"/>
                <a:gd name="connsiteX49" fmla="*/ 486048 w 796863"/>
                <a:gd name="connsiteY49" fmla="*/ 313930 h 758710"/>
                <a:gd name="connsiteX50" fmla="*/ 460682 w 796863"/>
                <a:gd name="connsiteY50" fmla="*/ 328851 h 758710"/>
                <a:gd name="connsiteX51" fmla="*/ 445761 w 796863"/>
                <a:gd name="connsiteY51" fmla="*/ 455680 h 758710"/>
                <a:gd name="connsiteX52" fmla="*/ 508429 w 796863"/>
                <a:gd name="connsiteY52" fmla="*/ 478062 h 758710"/>
                <a:gd name="connsiteX53" fmla="*/ 535287 w 796863"/>
                <a:gd name="connsiteY53" fmla="*/ 472093 h 758710"/>
                <a:gd name="connsiteX54" fmla="*/ 536780 w 796863"/>
                <a:gd name="connsiteY54" fmla="*/ 473585 h 758710"/>
                <a:gd name="connsiteX55" fmla="*/ 497985 w 796863"/>
                <a:gd name="connsiteY55" fmla="*/ 527301 h 758710"/>
                <a:gd name="connsiteX56" fmla="*/ 511414 w 796863"/>
                <a:gd name="connsiteY56" fmla="*/ 578033 h 758710"/>
                <a:gd name="connsiteX57" fmla="*/ 587511 w 796863"/>
                <a:gd name="connsiteY57" fmla="*/ 619812 h 758710"/>
                <a:gd name="connsiteX58" fmla="*/ 656148 w 796863"/>
                <a:gd name="connsiteY58" fmla="*/ 606383 h 758710"/>
                <a:gd name="connsiteX59" fmla="*/ 705387 w 796863"/>
                <a:gd name="connsiteY59" fmla="*/ 604891 h 758710"/>
                <a:gd name="connsiteX60" fmla="*/ 760595 w 796863"/>
                <a:gd name="connsiteY60" fmla="*/ 497459 h 758710"/>
                <a:gd name="connsiteX61" fmla="*/ 754627 w 796863"/>
                <a:gd name="connsiteY61" fmla="*/ 487014 h 758710"/>
                <a:gd name="connsiteX62" fmla="*/ 784469 w 796863"/>
                <a:gd name="connsiteY62" fmla="*/ 460156 h 758710"/>
                <a:gd name="connsiteX63" fmla="*/ 768056 w 796863"/>
                <a:gd name="connsiteY63" fmla="*/ 378091 h 758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796863" h="758710">
                  <a:moveTo>
                    <a:pt x="768056" y="378091"/>
                  </a:moveTo>
                  <a:cubicBezTo>
                    <a:pt x="768056" y="369138"/>
                    <a:pt x="768056" y="361677"/>
                    <a:pt x="769548" y="352725"/>
                  </a:cubicBezTo>
                  <a:cubicBezTo>
                    <a:pt x="771040" y="307962"/>
                    <a:pt x="726277" y="293041"/>
                    <a:pt x="694943" y="307962"/>
                  </a:cubicBezTo>
                  <a:cubicBezTo>
                    <a:pt x="691958" y="304977"/>
                    <a:pt x="690466" y="301993"/>
                    <a:pt x="687482" y="299009"/>
                  </a:cubicBezTo>
                  <a:cubicBezTo>
                    <a:pt x="659132" y="273643"/>
                    <a:pt x="626306" y="272151"/>
                    <a:pt x="591987" y="269167"/>
                  </a:cubicBezTo>
                  <a:cubicBezTo>
                    <a:pt x="609893" y="267675"/>
                    <a:pt x="627798" y="258722"/>
                    <a:pt x="642719" y="242309"/>
                  </a:cubicBezTo>
                  <a:cubicBezTo>
                    <a:pt x="654656" y="228880"/>
                    <a:pt x="660624" y="212467"/>
                    <a:pt x="662116" y="197546"/>
                  </a:cubicBezTo>
                  <a:cubicBezTo>
                    <a:pt x="714340" y="188593"/>
                    <a:pt x="715832" y="108019"/>
                    <a:pt x="666593" y="96083"/>
                  </a:cubicBezTo>
                  <a:cubicBezTo>
                    <a:pt x="656148" y="79670"/>
                    <a:pt x="636751" y="67733"/>
                    <a:pt x="611385" y="75193"/>
                  </a:cubicBezTo>
                  <a:cubicBezTo>
                    <a:pt x="605416" y="76685"/>
                    <a:pt x="599448" y="78177"/>
                    <a:pt x="593479" y="79670"/>
                  </a:cubicBezTo>
                  <a:cubicBezTo>
                    <a:pt x="597956" y="48335"/>
                    <a:pt x="578558" y="14017"/>
                    <a:pt x="545732" y="17001"/>
                  </a:cubicBezTo>
                  <a:cubicBezTo>
                    <a:pt x="533795" y="3572"/>
                    <a:pt x="514398" y="-3888"/>
                    <a:pt x="495001" y="2080"/>
                  </a:cubicBezTo>
                  <a:cubicBezTo>
                    <a:pt x="445761" y="15509"/>
                    <a:pt x="408458" y="52812"/>
                    <a:pt x="398014" y="103543"/>
                  </a:cubicBezTo>
                  <a:cubicBezTo>
                    <a:pt x="393537" y="128909"/>
                    <a:pt x="398014" y="149798"/>
                    <a:pt x="403982" y="173672"/>
                  </a:cubicBezTo>
                  <a:cubicBezTo>
                    <a:pt x="399506" y="175164"/>
                    <a:pt x="396522" y="178149"/>
                    <a:pt x="392045" y="179641"/>
                  </a:cubicBezTo>
                  <a:cubicBezTo>
                    <a:pt x="389061" y="182625"/>
                    <a:pt x="384585" y="185609"/>
                    <a:pt x="381601" y="188593"/>
                  </a:cubicBezTo>
                  <a:cubicBezTo>
                    <a:pt x="371156" y="164720"/>
                    <a:pt x="348774" y="143830"/>
                    <a:pt x="335345" y="122941"/>
                  </a:cubicBezTo>
                  <a:cubicBezTo>
                    <a:pt x="314456" y="94591"/>
                    <a:pt x="272677" y="91606"/>
                    <a:pt x="251787" y="113988"/>
                  </a:cubicBezTo>
                  <a:cubicBezTo>
                    <a:pt x="236866" y="84146"/>
                    <a:pt x="195087" y="67733"/>
                    <a:pt x="168229" y="99067"/>
                  </a:cubicBezTo>
                  <a:lnTo>
                    <a:pt x="166737" y="100559"/>
                  </a:lnTo>
                  <a:cubicBezTo>
                    <a:pt x="160769" y="102051"/>
                    <a:pt x="156293" y="105035"/>
                    <a:pt x="150324" y="109512"/>
                  </a:cubicBezTo>
                  <a:cubicBezTo>
                    <a:pt x="133911" y="122941"/>
                    <a:pt x="116006" y="133385"/>
                    <a:pt x="98100" y="142338"/>
                  </a:cubicBezTo>
                  <a:cubicBezTo>
                    <a:pt x="69750" y="157259"/>
                    <a:pt x="66766" y="190085"/>
                    <a:pt x="80195" y="212467"/>
                  </a:cubicBezTo>
                  <a:cubicBezTo>
                    <a:pt x="77211" y="215451"/>
                    <a:pt x="72735" y="218435"/>
                    <a:pt x="69750" y="222912"/>
                  </a:cubicBezTo>
                  <a:cubicBezTo>
                    <a:pt x="47369" y="248277"/>
                    <a:pt x="51845" y="275135"/>
                    <a:pt x="42893" y="306470"/>
                  </a:cubicBezTo>
                  <a:cubicBezTo>
                    <a:pt x="27971" y="358693"/>
                    <a:pt x="90640" y="387043"/>
                    <a:pt x="124958" y="361677"/>
                  </a:cubicBezTo>
                  <a:cubicBezTo>
                    <a:pt x="126450" y="395996"/>
                    <a:pt x="144356" y="427330"/>
                    <a:pt x="169721" y="439267"/>
                  </a:cubicBezTo>
                  <a:cubicBezTo>
                    <a:pt x="157785" y="452696"/>
                    <a:pt x="145848" y="464633"/>
                    <a:pt x="133911" y="478062"/>
                  </a:cubicBezTo>
                  <a:cubicBezTo>
                    <a:pt x="132419" y="473585"/>
                    <a:pt x="130927" y="469109"/>
                    <a:pt x="129435" y="464633"/>
                  </a:cubicBezTo>
                  <a:cubicBezTo>
                    <a:pt x="114514" y="421362"/>
                    <a:pt x="60798" y="421362"/>
                    <a:pt x="36924" y="445235"/>
                  </a:cubicBezTo>
                  <a:cubicBezTo>
                    <a:pt x="17527" y="455680"/>
                    <a:pt x="2606" y="476570"/>
                    <a:pt x="1114" y="501935"/>
                  </a:cubicBezTo>
                  <a:cubicBezTo>
                    <a:pt x="-1871" y="537746"/>
                    <a:pt x="-379" y="584001"/>
                    <a:pt x="24987" y="610859"/>
                  </a:cubicBezTo>
                  <a:cubicBezTo>
                    <a:pt x="24987" y="624288"/>
                    <a:pt x="23495" y="637717"/>
                    <a:pt x="23495" y="651146"/>
                  </a:cubicBezTo>
                  <a:cubicBezTo>
                    <a:pt x="22003" y="679496"/>
                    <a:pt x="45877" y="698893"/>
                    <a:pt x="71242" y="701878"/>
                  </a:cubicBezTo>
                  <a:cubicBezTo>
                    <a:pt x="71242" y="725751"/>
                    <a:pt x="84671" y="749625"/>
                    <a:pt x="108545" y="755593"/>
                  </a:cubicBezTo>
                  <a:cubicBezTo>
                    <a:pt x="142864" y="764546"/>
                    <a:pt x="172706" y="754101"/>
                    <a:pt x="193595" y="725751"/>
                  </a:cubicBezTo>
                  <a:cubicBezTo>
                    <a:pt x="199564" y="718291"/>
                    <a:pt x="202548" y="709338"/>
                    <a:pt x="205532" y="701878"/>
                  </a:cubicBezTo>
                  <a:cubicBezTo>
                    <a:pt x="239850" y="707846"/>
                    <a:pt x="277153" y="691433"/>
                    <a:pt x="292074" y="657114"/>
                  </a:cubicBezTo>
                  <a:cubicBezTo>
                    <a:pt x="298043" y="645178"/>
                    <a:pt x="298043" y="633241"/>
                    <a:pt x="296550" y="621304"/>
                  </a:cubicBezTo>
                  <a:cubicBezTo>
                    <a:pt x="318932" y="603399"/>
                    <a:pt x="329377" y="570572"/>
                    <a:pt x="302519" y="543714"/>
                  </a:cubicBezTo>
                  <a:cubicBezTo>
                    <a:pt x="281629" y="522825"/>
                    <a:pt x="268201" y="500443"/>
                    <a:pt x="265216" y="470601"/>
                  </a:cubicBezTo>
                  <a:cubicBezTo>
                    <a:pt x="263724" y="451204"/>
                    <a:pt x="251787" y="434791"/>
                    <a:pt x="236866" y="425838"/>
                  </a:cubicBezTo>
                  <a:cubicBezTo>
                    <a:pt x="248803" y="415393"/>
                    <a:pt x="254772" y="400472"/>
                    <a:pt x="254772" y="384059"/>
                  </a:cubicBezTo>
                  <a:cubicBezTo>
                    <a:pt x="259248" y="385551"/>
                    <a:pt x="265216" y="385551"/>
                    <a:pt x="269693" y="385551"/>
                  </a:cubicBezTo>
                  <a:cubicBezTo>
                    <a:pt x="314456" y="384059"/>
                    <a:pt x="344298" y="364662"/>
                    <a:pt x="371156" y="330343"/>
                  </a:cubicBezTo>
                  <a:cubicBezTo>
                    <a:pt x="386077" y="310946"/>
                    <a:pt x="380108" y="285580"/>
                    <a:pt x="365187" y="269167"/>
                  </a:cubicBezTo>
                  <a:cubicBezTo>
                    <a:pt x="368172" y="266183"/>
                    <a:pt x="371156" y="263198"/>
                    <a:pt x="374140" y="258722"/>
                  </a:cubicBezTo>
                  <a:cubicBezTo>
                    <a:pt x="386077" y="282596"/>
                    <a:pt x="411443" y="301993"/>
                    <a:pt x="438300" y="307962"/>
                  </a:cubicBezTo>
                  <a:cubicBezTo>
                    <a:pt x="454714" y="310946"/>
                    <a:pt x="471127" y="310946"/>
                    <a:pt x="486048" y="306470"/>
                  </a:cubicBezTo>
                  <a:cubicBezTo>
                    <a:pt x="486048" y="309454"/>
                    <a:pt x="486048" y="310946"/>
                    <a:pt x="486048" y="313930"/>
                  </a:cubicBezTo>
                  <a:cubicBezTo>
                    <a:pt x="475603" y="315422"/>
                    <a:pt x="466650" y="319899"/>
                    <a:pt x="460682" y="328851"/>
                  </a:cubicBezTo>
                  <a:cubicBezTo>
                    <a:pt x="429348" y="364662"/>
                    <a:pt x="408458" y="415393"/>
                    <a:pt x="445761" y="455680"/>
                  </a:cubicBezTo>
                  <a:cubicBezTo>
                    <a:pt x="462174" y="473585"/>
                    <a:pt x="484556" y="481046"/>
                    <a:pt x="508429" y="478062"/>
                  </a:cubicBezTo>
                  <a:cubicBezTo>
                    <a:pt x="517382" y="476570"/>
                    <a:pt x="526335" y="475078"/>
                    <a:pt x="535287" y="472093"/>
                  </a:cubicBezTo>
                  <a:cubicBezTo>
                    <a:pt x="535287" y="472093"/>
                    <a:pt x="535287" y="472093"/>
                    <a:pt x="536780" y="473585"/>
                  </a:cubicBezTo>
                  <a:cubicBezTo>
                    <a:pt x="518874" y="485522"/>
                    <a:pt x="500969" y="515364"/>
                    <a:pt x="497985" y="527301"/>
                  </a:cubicBezTo>
                  <a:cubicBezTo>
                    <a:pt x="493508" y="543714"/>
                    <a:pt x="497985" y="566096"/>
                    <a:pt x="511414" y="578033"/>
                  </a:cubicBezTo>
                  <a:cubicBezTo>
                    <a:pt x="532303" y="597430"/>
                    <a:pt x="560653" y="607875"/>
                    <a:pt x="587511" y="619812"/>
                  </a:cubicBezTo>
                  <a:cubicBezTo>
                    <a:pt x="612877" y="631749"/>
                    <a:pt x="641227" y="625780"/>
                    <a:pt x="656148" y="606383"/>
                  </a:cubicBezTo>
                  <a:cubicBezTo>
                    <a:pt x="672561" y="613843"/>
                    <a:pt x="691958" y="615335"/>
                    <a:pt x="705387" y="604891"/>
                  </a:cubicBezTo>
                  <a:cubicBezTo>
                    <a:pt x="741198" y="578033"/>
                    <a:pt x="784469" y="549683"/>
                    <a:pt x="760595" y="497459"/>
                  </a:cubicBezTo>
                  <a:cubicBezTo>
                    <a:pt x="759103" y="494475"/>
                    <a:pt x="757611" y="491491"/>
                    <a:pt x="754627" y="487014"/>
                  </a:cubicBezTo>
                  <a:cubicBezTo>
                    <a:pt x="765072" y="478062"/>
                    <a:pt x="774024" y="469109"/>
                    <a:pt x="784469" y="460156"/>
                  </a:cubicBezTo>
                  <a:cubicBezTo>
                    <a:pt x="808343" y="433299"/>
                    <a:pt x="794914" y="394504"/>
                    <a:pt x="768056" y="378091"/>
                  </a:cubicBezTo>
                  <a:close/>
                </a:path>
              </a:pathLst>
            </a:custGeom>
            <a:solidFill>
              <a:schemeClr val="accent3"/>
            </a:solidFill>
            <a:ln w="149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756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1901495E-0154-F9CB-F112-36A9896ED276}"/>
                </a:ext>
              </a:extLst>
            </p:cNvPr>
            <p:cNvSpPr/>
            <p:nvPr/>
          </p:nvSpPr>
          <p:spPr>
            <a:xfrm rot="21320240">
              <a:off x="7111333" y="1628840"/>
              <a:ext cx="376592" cy="615747"/>
            </a:xfrm>
            <a:custGeom>
              <a:avLst/>
              <a:gdLst>
                <a:gd name="connsiteX0" fmla="*/ 316328 w 376592"/>
                <a:gd name="connsiteY0" fmla="*/ 353137 h 615747"/>
                <a:gd name="connsiteX1" fmla="*/ 317820 w 376592"/>
                <a:gd name="connsiteY1" fmla="*/ 338216 h 615747"/>
                <a:gd name="connsiteX2" fmla="*/ 284994 w 376592"/>
                <a:gd name="connsiteY2" fmla="*/ 290469 h 615747"/>
                <a:gd name="connsiteX3" fmla="*/ 301407 w 376592"/>
                <a:gd name="connsiteY3" fmla="*/ 239737 h 615747"/>
                <a:gd name="connsiteX4" fmla="*/ 276041 w 376592"/>
                <a:gd name="connsiteY4" fmla="*/ 166624 h 615747"/>
                <a:gd name="connsiteX5" fmla="*/ 282009 w 376592"/>
                <a:gd name="connsiteY5" fmla="*/ 66653 h 615747"/>
                <a:gd name="connsiteX6" fmla="*/ 185023 w 376592"/>
                <a:gd name="connsiteY6" fmla="*/ 39795 h 615747"/>
                <a:gd name="connsiteX7" fmla="*/ 176070 w 376592"/>
                <a:gd name="connsiteY7" fmla="*/ 54716 h 615747"/>
                <a:gd name="connsiteX8" fmla="*/ 73115 w 376592"/>
                <a:gd name="connsiteY8" fmla="*/ 35319 h 615747"/>
                <a:gd name="connsiteX9" fmla="*/ 56701 w 376592"/>
                <a:gd name="connsiteY9" fmla="*/ 62177 h 615747"/>
                <a:gd name="connsiteX10" fmla="*/ 65654 w 376592"/>
                <a:gd name="connsiteY10" fmla="*/ 142750 h 615747"/>
                <a:gd name="connsiteX11" fmla="*/ 5970 w 376592"/>
                <a:gd name="connsiteY11" fmla="*/ 218848 h 615747"/>
                <a:gd name="connsiteX12" fmla="*/ 64162 w 376592"/>
                <a:gd name="connsiteY12" fmla="*/ 269579 h 615747"/>
                <a:gd name="connsiteX13" fmla="*/ 62670 w 376592"/>
                <a:gd name="connsiteY13" fmla="*/ 274056 h 615747"/>
                <a:gd name="connsiteX14" fmla="*/ 73115 w 376592"/>
                <a:gd name="connsiteY14" fmla="*/ 339708 h 615747"/>
                <a:gd name="connsiteX15" fmla="*/ 28351 w 376592"/>
                <a:gd name="connsiteY15" fmla="*/ 409837 h 615747"/>
                <a:gd name="connsiteX16" fmla="*/ 23875 w 376592"/>
                <a:gd name="connsiteY16" fmla="*/ 494887 h 615747"/>
                <a:gd name="connsiteX17" fmla="*/ 74607 w 376592"/>
                <a:gd name="connsiteY17" fmla="*/ 560540 h 615747"/>
                <a:gd name="connsiteX18" fmla="*/ 179054 w 376592"/>
                <a:gd name="connsiteY18" fmla="*/ 615748 h 615747"/>
                <a:gd name="connsiteX19" fmla="*/ 243215 w 376592"/>
                <a:gd name="connsiteY19" fmla="*/ 565016 h 615747"/>
                <a:gd name="connsiteX20" fmla="*/ 244707 w 376592"/>
                <a:gd name="connsiteY20" fmla="*/ 551587 h 615747"/>
                <a:gd name="connsiteX21" fmla="*/ 250675 w 376592"/>
                <a:gd name="connsiteY21" fmla="*/ 548603 h 615747"/>
                <a:gd name="connsiteX22" fmla="*/ 289470 w 376592"/>
                <a:gd name="connsiteY22" fmla="*/ 529206 h 615747"/>
                <a:gd name="connsiteX23" fmla="*/ 347662 w 376592"/>
                <a:gd name="connsiteY23" fmla="*/ 453108 h 615747"/>
                <a:gd name="connsiteX24" fmla="*/ 364075 w 376592"/>
                <a:gd name="connsiteY24" fmla="*/ 436695 h 615747"/>
                <a:gd name="connsiteX25" fmla="*/ 316328 w 376592"/>
                <a:gd name="connsiteY25" fmla="*/ 353137 h 61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76592" h="615747">
                  <a:moveTo>
                    <a:pt x="316328" y="353137"/>
                  </a:moveTo>
                  <a:cubicBezTo>
                    <a:pt x="316328" y="348661"/>
                    <a:pt x="317820" y="342692"/>
                    <a:pt x="317820" y="338216"/>
                  </a:cubicBezTo>
                  <a:cubicBezTo>
                    <a:pt x="320804" y="312850"/>
                    <a:pt x="304391" y="297929"/>
                    <a:pt x="284994" y="290469"/>
                  </a:cubicBezTo>
                  <a:cubicBezTo>
                    <a:pt x="284994" y="274056"/>
                    <a:pt x="289470" y="257642"/>
                    <a:pt x="301407" y="239737"/>
                  </a:cubicBezTo>
                  <a:cubicBezTo>
                    <a:pt x="319312" y="209895"/>
                    <a:pt x="301407" y="178561"/>
                    <a:pt x="276041" y="166624"/>
                  </a:cubicBezTo>
                  <a:cubicBezTo>
                    <a:pt x="282009" y="135290"/>
                    <a:pt x="282009" y="100971"/>
                    <a:pt x="282009" y="66653"/>
                  </a:cubicBezTo>
                  <a:cubicBezTo>
                    <a:pt x="283501" y="12937"/>
                    <a:pt x="211880" y="-1984"/>
                    <a:pt x="185023" y="39795"/>
                  </a:cubicBezTo>
                  <a:cubicBezTo>
                    <a:pt x="182038" y="44271"/>
                    <a:pt x="179054" y="50240"/>
                    <a:pt x="176070" y="54716"/>
                  </a:cubicBezTo>
                  <a:cubicBezTo>
                    <a:pt x="188007" y="-1984"/>
                    <a:pt x="95496" y="-24366"/>
                    <a:pt x="73115" y="35319"/>
                  </a:cubicBezTo>
                  <a:cubicBezTo>
                    <a:pt x="68638" y="45763"/>
                    <a:pt x="64162" y="54716"/>
                    <a:pt x="56701" y="62177"/>
                  </a:cubicBezTo>
                  <a:cubicBezTo>
                    <a:pt x="34320" y="89034"/>
                    <a:pt x="37304" y="123353"/>
                    <a:pt x="65654" y="142750"/>
                  </a:cubicBezTo>
                  <a:cubicBezTo>
                    <a:pt x="22383" y="130813"/>
                    <a:pt x="-14920" y="174084"/>
                    <a:pt x="5970" y="218848"/>
                  </a:cubicBezTo>
                  <a:cubicBezTo>
                    <a:pt x="19399" y="248690"/>
                    <a:pt x="40288" y="262119"/>
                    <a:pt x="64162" y="269579"/>
                  </a:cubicBezTo>
                  <a:cubicBezTo>
                    <a:pt x="64162" y="271071"/>
                    <a:pt x="62670" y="272563"/>
                    <a:pt x="62670" y="274056"/>
                  </a:cubicBezTo>
                  <a:cubicBezTo>
                    <a:pt x="53717" y="296437"/>
                    <a:pt x="53717" y="323295"/>
                    <a:pt x="73115" y="339708"/>
                  </a:cubicBezTo>
                  <a:cubicBezTo>
                    <a:pt x="56701" y="362090"/>
                    <a:pt x="40288" y="385964"/>
                    <a:pt x="28351" y="409837"/>
                  </a:cubicBezTo>
                  <a:cubicBezTo>
                    <a:pt x="13430" y="441171"/>
                    <a:pt x="32828" y="465045"/>
                    <a:pt x="23875" y="494887"/>
                  </a:cubicBezTo>
                  <a:cubicBezTo>
                    <a:pt x="14922" y="527714"/>
                    <a:pt x="40288" y="560540"/>
                    <a:pt x="74607" y="560540"/>
                  </a:cubicBezTo>
                  <a:cubicBezTo>
                    <a:pt x="117878" y="560540"/>
                    <a:pt x="131307" y="615748"/>
                    <a:pt x="179054" y="615748"/>
                  </a:cubicBezTo>
                  <a:cubicBezTo>
                    <a:pt x="208896" y="615748"/>
                    <a:pt x="237246" y="594858"/>
                    <a:pt x="243215" y="565016"/>
                  </a:cubicBezTo>
                  <a:cubicBezTo>
                    <a:pt x="244707" y="559048"/>
                    <a:pt x="244707" y="554572"/>
                    <a:pt x="244707" y="551587"/>
                  </a:cubicBezTo>
                  <a:cubicBezTo>
                    <a:pt x="246199" y="551587"/>
                    <a:pt x="249183" y="550095"/>
                    <a:pt x="250675" y="548603"/>
                  </a:cubicBezTo>
                  <a:cubicBezTo>
                    <a:pt x="262612" y="541142"/>
                    <a:pt x="277533" y="538158"/>
                    <a:pt x="289470" y="529206"/>
                  </a:cubicBezTo>
                  <a:cubicBezTo>
                    <a:pt x="314836" y="508316"/>
                    <a:pt x="326773" y="478474"/>
                    <a:pt x="347662" y="453108"/>
                  </a:cubicBezTo>
                  <a:cubicBezTo>
                    <a:pt x="353630" y="448632"/>
                    <a:pt x="358107" y="442664"/>
                    <a:pt x="364075" y="436695"/>
                  </a:cubicBezTo>
                  <a:cubicBezTo>
                    <a:pt x="396902" y="397900"/>
                    <a:pt x="359599" y="347169"/>
                    <a:pt x="316328" y="353137"/>
                  </a:cubicBezTo>
                  <a:close/>
                </a:path>
              </a:pathLst>
            </a:custGeom>
            <a:solidFill>
              <a:schemeClr val="accent3"/>
            </a:solidFill>
            <a:ln w="149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756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A48543A4-1C76-D175-1CAB-B665829406CE}"/>
                </a:ext>
              </a:extLst>
            </p:cNvPr>
            <p:cNvSpPr/>
            <p:nvPr/>
          </p:nvSpPr>
          <p:spPr>
            <a:xfrm rot="21320240">
              <a:off x="7499089" y="2084135"/>
              <a:ext cx="295063" cy="213660"/>
            </a:xfrm>
            <a:custGeom>
              <a:avLst/>
              <a:gdLst>
                <a:gd name="connsiteX0" fmla="*/ 283127 w 295063"/>
                <a:gd name="connsiteY0" fmla="*/ 55497 h 213660"/>
                <a:gd name="connsiteX1" fmla="*/ 277159 w 295063"/>
                <a:gd name="connsiteY1" fmla="*/ 45053 h 213660"/>
                <a:gd name="connsiteX2" fmla="*/ 184648 w 295063"/>
                <a:gd name="connsiteY2" fmla="*/ 18195 h 213660"/>
                <a:gd name="connsiteX3" fmla="*/ 175695 w 295063"/>
                <a:gd name="connsiteY3" fmla="*/ 10734 h 213660"/>
                <a:gd name="connsiteX4" fmla="*/ 77216 w 295063"/>
                <a:gd name="connsiteY4" fmla="*/ 21179 h 213660"/>
                <a:gd name="connsiteX5" fmla="*/ 65280 w 295063"/>
                <a:gd name="connsiteY5" fmla="*/ 100260 h 213660"/>
                <a:gd name="connsiteX6" fmla="*/ 65280 w 295063"/>
                <a:gd name="connsiteY6" fmla="*/ 100260 h 213660"/>
                <a:gd name="connsiteX7" fmla="*/ 60803 w 295063"/>
                <a:gd name="connsiteY7" fmla="*/ 110705 h 213660"/>
                <a:gd name="connsiteX8" fmla="*/ 50359 w 295063"/>
                <a:gd name="connsiteY8" fmla="*/ 109213 h 213660"/>
                <a:gd name="connsiteX9" fmla="*/ 50359 w 295063"/>
                <a:gd name="connsiteY9" fmla="*/ 213661 h 213660"/>
                <a:gd name="connsiteX10" fmla="*/ 98106 w 295063"/>
                <a:gd name="connsiteY10" fmla="*/ 177850 h 213660"/>
                <a:gd name="connsiteX11" fmla="*/ 110043 w 295063"/>
                <a:gd name="connsiteY11" fmla="*/ 179342 h 213660"/>
                <a:gd name="connsiteX12" fmla="*/ 259253 w 295063"/>
                <a:gd name="connsiteY12" fmla="*/ 158452 h 213660"/>
                <a:gd name="connsiteX13" fmla="*/ 295064 w 295063"/>
                <a:gd name="connsiteY13" fmla="*/ 94292 h 213660"/>
                <a:gd name="connsiteX14" fmla="*/ 283127 w 295063"/>
                <a:gd name="connsiteY14" fmla="*/ 55497 h 21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95063" h="213660">
                  <a:moveTo>
                    <a:pt x="283127" y="55497"/>
                  </a:moveTo>
                  <a:cubicBezTo>
                    <a:pt x="281635" y="54005"/>
                    <a:pt x="280143" y="48037"/>
                    <a:pt x="277159" y="45053"/>
                  </a:cubicBezTo>
                  <a:cubicBezTo>
                    <a:pt x="272682" y="3274"/>
                    <a:pt x="212998" y="-13140"/>
                    <a:pt x="184648" y="18195"/>
                  </a:cubicBezTo>
                  <a:cubicBezTo>
                    <a:pt x="181664" y="15210"/>
                    <a:pt x="178680" y="13718"/>
                    <a:pt x="175695" y="10734"/>
                  </a:cubicBezTo>
                  <a:cubicBezTo>
                    <a:pt x="142869" y="-8663"/>
                    <a:pt x="107058" y="289"/>
                    <a:pt x="77216" y="21179"/>
                  </a:cubicBezTo>
                  <a:cubicBezTo>
                    <a:pt x="48866" y="42068"/>
                    <a:pt x="45882" y="77879"/>
                    <a:pt x="65280" y="100260"/>
                  </a:cubicBezTo>
                  <a:lnTo>
                    <a:pt x="65280" y="100260"/>
                  </a:lnTo>
                  <a:cubicBezTo>
                    <a:pt x="63787" y="103245"/>
                    <a:pt x="62295" y="107721"/>
                    <a:pt x="60803" y="110705"/>
                  </a:cubicBezTo>
                  <a:cubicBezTo>
                    <a:pt x="57819" y="110705"/>
                    <a:pt x="53343" y="109213"/>
                    <a:pt x="50359" y="109213"/>
                  </a:cubicBezTo>
                  <a:cubicBezTo>
                    <a:pt x="-16786" y="109213"/>
                    <a:pt x="-16786" y="213661"/>
                    <a:pt x="50359" y="213661"/>
                  </a:cubicBezTo>
                  <a:cubicBezTo>
                    <a:pt x="77216" y="213661"/>
                    <a:pt x="93630" y="197247"/>
                    <a:pt x="98106" y="177850"/>
                  </a:cubicBezTo>
                  <a:cubicBezTo>
                    <a:pt x="102582" y="179342"/>
                    <a:pt x="105566" y="179342"/>
                    <a:pt x="110043" y="179342"/>
                  </a:cubicBezTo>
                  <a:cubicBezTo>
                    <a:pt x="156298" y="177850"/>
                    <a:pt x="217474" y="185310"/>
                    <a:pt x="259253" y="158452"/>
                  </a:cubicBezTo>
                  <a:cubicBezTo>
                    <a:pt x="280143" y="145024"/>
                    <a:pt x="295064" y="119658"/>
                    <a:pt x="295064" y="94292"/>
                  </a:cubicBezTo>
                  <a:cubicBezTo>
                    <a:pt x="293572" y="80863"/>
                    <a:pt x="289095" y="67434"/>
                    <a:pt x="283127" y="55497"/>
                  </a:cubicBezTo>
                  <a:close/>
                </a:path>
              </a:pathLst>
            </a:custGeom>
            <a:solidFill>
              <a:schemeClr val="accent3"/>
            </a:solidFill>
            <a:ln w="149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756" dirty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6F292D0C-4986-565B-D879-7AABB51C4DBA}"/>
                </a:ext>
              </a:extLst>
            </p:cNvPr>
            <p:cNvSpPr/>
            <p:nvPr/>
          </p:nvSpPr>
          <p:spPr>
            <a:xfrm rot="21320240">
              <a:off x="7868097" y="1463873"/>
              <a:ext cx="234441" cy="157804"/>
            </a:xfrm>
            <a:custGeom>
              <a:avLst/>
              <a:gdLst>
                <a:gd name="connsiteX0" fmla="*/ 162462 w 234441"/>
                <a:gd name="connsiteY0" fmla="*/ 0 h 157804"/>
                <a:gd name="connsiteX1" fmla="*/ 86365 w 234441"/>
                <a:gd name="connsiteY1" fmla="*/ 26858 h 157804"/>
                <a:gd name="connsiteX2" fmla="*/ 7283 w 234441"/>
                <a:gd name="connsiteY2" fmla="*/ 61176 h 157804"/>
                <a:gd name="connsiteX3" fmla="*/ 26681 w 234441"/>
                <a:gd name="connsiteY3" fmla="*/ 132797 h 157804"/>
                <a:gd name="connsiteX4" fmla="*/ 49062 w 234441"/>
                <a:gd name="connsiteY4" fmla="*/ 140258 h 157804"/>
                <a:gd name="connsiteX5" fmla="*/ 132620 w 234441"/>
                <a:gd name="connsiteY5" fmla="*/ 132797 h 157804"/>
                <a:gd name="connsiteX6" fmla="*/ 141573 w 234441"/>
                <a:gd name="connsiteY6" fmla="*/ 117876 h 157804"/>
                <a:gd name="connsiteX7" fmla="*/ 204241 w 234441"/>
                <a:gd name="connsiteY7" fmla="*/ 125337 h 157804"/>
                <a:gd name="connsiteX8" fmla="*/ 162462 w 234441"/>
                <a:gd name="connsiteY8" fmla="*/ 0 h 157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4441" h="157804">
                  <a:moveTo>
                    <a:pt x="162462" y="0"/>
                  </a:moveTo>
                  <a:cubicBezTo>
                    <a:pt x="134112" y="0"/>
                    <a:pt x="108746" y="10445"/>
                    <a:pt x="86365" y="26858"/>
                  </a:cubicBezTo>
                  <a:cubicBezTo>
                    <a:pt x="55031" y="19397"/>
                    <a:pt x="26681" y="35811"/>
                    <a:pt x="7283" y="61176"/>
                  </a:cubicBezTo>
                  <a:cubicBezTo>
                    <a:pt x="-9130" y="83558"/>
                    <a:pt x="4299" y="119368"/>
                    <a:pt x="26681" y="132797"/>
                  </a:cubicBezTo>
                  <a:cubicBezTo>
                    <a:pt x="34141" y="137274"/>
                    <a:pt x="41602" y="138766"/>
                    <a:pt x="49062" y="140258"/>
                  </a:cubicBezTo>
                  <a:cubicBezTo>
                    <a:pt x="71444" y="162640"/>
                    <a:pt x="116207" y="167116"/>
                    <a:pt x="132620" y="132797"/>
                  </a:cubicBezTo>
                  <a:cubicBezTo>
                    <a:pt x="135604" y="126829"/>
                    <a:pt x="138589" y="122353"/>
                    <a:pt x="141573" y="117876"/>
                  </a:cubicBezTo>
                  <a:cubicBezTo>
                    <a:pt x="157986" y="132797"/>
                    <a:pt x="184844" y="138766"/>
                    <a:pt x="204241" y="125337"/>
                  </a:cubicBezTo>
                  <a:cubicBezTo>
                    <a:pt x="260941" y="86542"/>
                    <a:pt x="232591" y="0"/>
                    <a:pt x="162462" y="0"/>
                  </a:cubicBezTo>
                  <a:close/>
                </a:path>
              </a:pathLst>
            </a:custGeom>
            <a:solidFill>
              <a:schemeClr val="accent3"/>
            </a:solidFill>
            <a:ln w="149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756" dirty="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9278463B-8B29-625B-A00C-AA97D585FD8C}"/>
                </a:ext>
              </a:extLst>
            </p:cNvPr>
            <p:cNvSpPr/>
            <p:nvPr/>
          </p:nvSpPr>
          <p:spPr>
            <a:xfrm rot="21320240">
              <a:off x="6049737" y="1748204"/>
              <a:ext cx="1062820" cy="543392"/>
            </a:xfrm>
            <a:custGeom>
              <a:avLst/>
              <a:gdLst>
                <a:gd name="connsiteX0" fmla="*/ 1052552 w 1062820"/>
                <a:gd name="connsiteY0" fmla="*/ 67145 h 543392"/>
                <a:gd name="connsiteX1" fmla="*/ 955565 w 1062820"/>
                <a:gd name="connsiteY1" fmla="*/ 0 h 543392"/>
                <a:gd name="connsiteX2" fmla="*/ 904833 w 1062820"/>
                <a:gd name="connsiteY2" fmla="*/ 38795 h 543392"/>
                <a:gd name="connsiteX3" fmla="*/ 886928 w 1062820"/>
                <a:gd name="connsiteY3" fmla="*/ 41779 h 543392"/>
                <a:gd name="connsiteX4" fmla="*/ 822768 w 1062820"/>
                <a:gd name="connsiteY4" fmla="*/ 5968 h 543392"/>
                <a:gd name="connsiteX5" fmla="*/ 778004 w 1062820"/>
                <a:gd name="connsiteY5" fmla="*/ 19397 h 543392"/>
                <a:gd name="connsiteX6" fmla="*/ 746670 w 1062820"/>
                <a:gd name="connsiteY6" fmla="*/ 98479 h 543392"/>
                <a:gd name="connsiteX7" fmla="*/ 737718 w 1062820"/>
                <a:gd name="connsiteY7" fmla="*/ 108924 h 543392"/>
                <a:gd name="connsiteX8" fmla="*/ 734733 w 1062820"/>
                <a:gd name="connsiteY8" fmla="*/ 113400 h 543392"/>
                <a:gd name="connsiteX9" fmla="*/ 676541 w 1062820"/>
                <a:gd name="connsiteY9" fmla="*/ 86542 h 543392"/>
                <a:gd name="connsiteX10" fmla="*/ 613873 w 1062820"/>
                <a:gd name="connsiteY10" fmla="*/ 50732 h 543392"/>
                <a:gd name="connsiteX11" fmla="*/ 567618 w 1062820"/>
                <a:gd name="connsiteY11" fmla="*/ 79082 h 543392"/>
                <a:gd name="connsiteX12" fmla="*/ 561649 w 1062820"/>
                <a:gd name="connsiteY12" fmla="*/ 89526 h 543392"/>
                <a:gd name="connsiteX13" fmla="*/ 472123 w 1062820"/>
                <a:gd name="connsiteY13" fmla="*/ 111908 h 543392"/>
                <a:gd name="connsiteX14" fmla="*/ 440789 w 1062820"/>
                <a:gd name="connsiteY14" fmla="*/ 234261 h 543392"/>
                <a:gd name="connsiteX15" fmla="*/ 403486 w 1062820"/>
                <a:gd name="connsiteY15" fmla="*/ 207403 h 543392"/>
                <a:gd name="connsiteX16" fmla="*/ 327389 w 1062820"/>
                <a:gd name="connsiteY16" fmla="*/ 237245 h 543392"/>
                <a:gd name="connsiteX17" fmla="*/ 325896 w 1062820"/>
                <a:gd name="connsiteY17" fmla="*/ 235753 h 543392"/>
                <a:gd name="connsiteX18" fmla="*/ 267704 w 1062820"/>
                <a:gd name="connsiteY18" fmla="*/ 261118 h 543392"/>
                <a:gd name="connsiteX19" fmla="*/ 254275 w 1062820"/>
                <a:gd name="connsiteY19" fmla="*/ 234261 h 543392"/>
                <a:gd name="connsiteX20" fmla="*/ 227417 w 1062820"/>
                <a:gd name="connsiteY20" fmla="*/ 220832 h 543392"/>
                <a:gd name="connsiteX21" fmla="*/ 248307 w 1062820"/>
                <a:gd name="connsiteY21" fmla="*/ 196958 h 543392"/>
                <a:gd name="connsiteX22" fmla="*/ 258752 w 1062820"/>
                <a:gd name="connsiteY22" fmla="*/ 131305 h 543392"/>
                <a:gd name="connsiteX23" fmla="*/ 218465 w 1062820"/>
                <a:gd name="connsiteY23" fmla="*/ 82066 h 543392"/>
                <a:gd name="connsiteX24" fmla="*/ 194591 w 1062820"/>
                <a:gd name="connsiteY24" fmla="*/ 73113 h 543392"/>
                <a:gd name="connsiteX25" fmla="*/ 193099 w 1062820"/>
                <a:gd name="connsiteY25" fmla="*/ 73113 h 543392"/>
                <a:gd name="connsiteX26" fmla="*/ 194591 w 1062820"/>
                <a:gd name="connsiteY26" fmla="*/ 65653 h 543392"/>
                <a:gd name="connsiteX27" fmla="*/ 142367 w 1062820"/>
                <a:gd name="connsiteY27" fmla="*/ 13429 h 543392"/>
                <a:gd name="connsiteX28" fmla="*/ 112525 w 1062820"/>
                <a:gd name="connsiteY28" fmla="*/ 22382 h 543392"/>
                <a:gd name="connsiteX29" fmla="*/ 87160 w 1062820"/>
                <a:gd name="connsiteY29" fmla="*/ 53716 h 543392"/>
                <a:gd name="connsiteX30" fmla="*/ 31952 w 1062820"/>
                <a:gd name="connsiteY30" fmla="*/ 137274 h 543392"/>
                <a:gd name="connsiteX31" fmla="*/ 12554 w 1062820"/>
                <a:gd name="connsiteY31" fmla="*/ 247690 h 543392"/>
                <a:gd name="connsiteX32" fmla="*/ 20015 w 1062820"/>
                <a:gd name="connsiteY32" fmla="*/ 274547 h 543392"/>
                <a:gd name="connsiteX33" fmla="*/ 61794 w 1062820"/>
                <a:gd name="connsiteY33" fmla="*/ 367058 h 543392"/>
                <a:gd name="connsiteX34" fmla="*/ 97604 w 1062820"/>
                <a:gd name="connsiteY34" fmla="*/ 402869 h 543392"/>
                <a:gd name="connsiteX35" fmla="*/ 211004 w 1062820"/>
                <a:gd name="connsiteY35" fmla="*/ 361090 h 543392"/>
                <a:gd name="connsiteX36" fmla="*/ 213988 w 1062820"/>
                <a:gd name="connsiteY36" fmla="*/ 356613 h 543392"/>
                <a:gd name="connsiteX37" fmla="*/ 234878 w 1062820"/>
                <a:gd name="connsiteY37" fmla="*/ 425250 h 543392"/>
                <a:gd name="connsiteX38" fmla="*/ 240846 w 1062820"/>
                <a:gd name="connsiteY38" fmla="*/ 478966 h 543392"/>
                <a:gd name="connsiteX39" fmla="*/ 327389 w 1062820"/>
                <a:gd name="connsiteY39" fmla="*/ 529698 h 543392"/>
                <a:gd name="connsiteX40" fmla="*/ 412439 w 1062820"/>
                <a:gd name="connsiteY40" fmla="*/ 513284 h 543392"/>
                <a:gd name="connsiteX41" fmla="*/ 498981 w 1062820"/>
                <a:gd name="connsiteY41" fmla="*/ 462553 h 543392"/>
                <a:gd name="connsiteX42" fmla="*/ 501965 w 1062820"/>
                <a:gd name="connsiteY42" fmla="*/ 419282 h 543392"/>
                <a:gd name="connsiteX43" fmla="*/ 513902 w 1062820"/>
                <a:gd name="connsiteY43" fmla="*/ 341692 h 543392"/>
                <a:gd name="connsiteX44" fmla="*/ 518378 w 1062820"/>
                <a:gd name="connsiteY44" fmla="*/ 340200 h 543392"/>
                <a:gd name="connsiteX45" fmla="*/ 545236 w 1062820"/>
                <a:gd name="connsiteY45" fmla="*/ 332740 h 543392"/>
                <a:gd name="connsiteX46" fmla="*/ 615365 w 1062820"/>
                <a:gd name="connsiteY46" fmla="*/ 352137 h 543392"/>
                <a:gd name="connsiteX47" fmla="*/ 692954 w 1062820"/>
                <a:gd name="connsiteY47" fmla="*/ 299913 h 543392"/>
                <a:gd name="connsiteX48" fmla="*/ 755623 w 1062820"/>
                <a:gd name="connsiteY48" fmla="*/ 292453 h 543392"/>
                <a:gd name="connsiteX49" fmla="*/ 755623 w 1062820"/>
                <a:gd name="connsiteY49" fmla="*/ 292453 h 543392"/>
                <a:gd name="connsiteX50" fmla="*/ 864547 w 1062820"/>
                <a:gd name="connsiteY50" fmla="*/ 305882 h 543392"/>
                <a:gd name="connsiteX51" fmla="*/ 877975 w 1062820"/>
                <a:gd name="connsiteY51" fmla="*/ 284992 h 543392"/>
                <a:gd name="connsiteX52" fmla="*/ 916770 w 1062820"/>
                <a:gd name="connsiteY52" fmla="*/ 279024 h 543392"/>
                <a:gd name="connsiteX53" fmla="*/ 922739 w 1062820"/>
                <a:gd name="connsiteY53" fmla="*/ 274547 h 543392"/>
                <a:gd name="connsiteX54" fmla="*/ 925723 w 1062820"/>
                <a:gd name="connsiteY54" fmla="*/ 277532 h 543392"/>
                <a:gd name="connsiteX55" fmla="*/ 976454 w 1062820"/>
                <a:gd name="connsiteY55" fmla="*/ 292453 h 543392"/>
                <a:gd name="connsiteX56" fmla="*/ 1055536 w 1062820"/>
                <a:gd name="connsiteY56" fmla="*/ 207403 h 543392"/>
                <a:gd name="connsiteX57" fmla="*/ 1055536 w 1062820"/>
                <a:gd name="connsiteY57" fmla="*/ 156671 h 543392"/>
                <a:gd name="connsiteX58" fmla="*/ 1052552 w 1062820"/>
                <a:gd name="connsiteY58" fmla="*/ 67145 h 543392"/>
                <a:gd name="connsiteX59" fmla="*/ 218465 w 1062820"/>
                <a:gd name="connsiteY59" fmla="*/ 343184 h 543392"/>
                <a:gd name="connsiteX60" fmla="*/ 209512 w 1062820"/>
                <a:gd name="connsiteY60" fmla="*/ 353629 h 543392"/>
                <a:gd name="connsiteX61" fmla="*/ 212496 w 1062820"/>
                <a:gd name="connsiteY61" fmla="*/ 331247 h 543392"/>
                <a:gd name="connsiteX62" fmla="*/ 249799 w 1062820"/>
                <a:gd name="connsiteY62" fmla="*/ 308866 h 543392"/>
                <a:gd name="connsiteX63" fmla="*/ 218465 w 1062820"/>
                <a:gd name="connsiteY63" fmla="*/ 343184 h 543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1062820" h="543392">
                  <a:moveTo>
                    <a:pt x="1052552" y="67145"/>
                  </a:moveTo>
                  <a:cubicBezTo>
                    <a:pt x="1037631" y="25366"/>
                    <a:pt x="1000328" y="0"/>
                    <a:pt x="955565" y="0"/>
                  </a:cubicBezTo>
                  <a:cubicBezTo>
                    <a:pt x="934676" y="0"/>
                    <a:pt x="909310" y="16413"/>
                    <a:pt x="904833" y="38795"/>
                  </a:cubicBezTo>
                  <a:cubicBezTo>
                    <a:pt x="901849" y="58192"/>
                    <a:pt x="891404" y="62668"/>
                    <a:pt x="886928" y="41779"/>
                  </a:cubicBezTo>
                  <a:cubicBezTo>
                    <a:pt x="880960" y="14921"/>
                    <a:pt x="848133" y="-2984"/>
                    <a:pt x="822768" y="5968"/>
                  </a:cubicBezTo>
                  <a:cubicBezTo>
                    <a:pt x="807847" y="10445"/>
                    <a:pt x="792926" y="14921"/>
                    <a:pt x="778004" y="19397"/>
                  </a:cubicBezTo>
                  <a:cubicBezTo>
                    <a:pt x="746670" y="29842"/>
                    <a:pt x="730257" y="71621"/>
                    <a:pt x="746670" y="98479"/>
                  </a:cubicBezTo>
                  <a:cubicBezTo>
                    <a:pt x="743686" y="101463"/>
                    <a:pt x="740702" y="104447"/>
                    <a:pt x="737718" y="108924"/>
                  </a:cubicBezTo>
                  <a:cubicBezTo>
                    <a:pt x="736225" y="110416"/>
                    <a:pt x="736225" y="111908"/>
                    <a:pt x="734733" y="113400"/>
                  </a:cubicBezTo>
                  <a:cubicBezTo>
                    <a:pt x="716828" y="98479"/>
                    <a:pt x="695939" y="98479"/>
                    <a:pt x="676541" y="86542"/>
                  </a:cubicBezTo>
                  <a:cubicBezTo>
                    <a:pt x="667589" y="61176"/>
                    <a:pt x="643715" y="41779"/>
                    <a:pt x="613873" y="50732"/>
                  </a:cubicBezTo>
                  <a:cubicBezTo>
                    <a:pt x="592983" y="56700"/>
                    <a:pt x="581046" y="62668"/>
                    <a:pt x="567618" y="79082"/>
                  </a:cubicBezTo>
                  <a:cubicBezTo>
                    <a:pt x="564633" y="82066"/>
                    <a:pt x="563141" y="86542"/>
                    <a:pt x="561649" y="89526"/>
                  </a:cubicBezTo>
                  <a:cubicBezTo>
                    <a:pt x="537775" y="61176"/>
                    <a:pt x="487044" y="76097"/>
                    <a:pt x="472123" y="111908"/>
                  </a:cubicBezTo>
                  <a:cubicBezTo>
                    <a:pt x="457202" y="147718"/>
                    <a:pt x="433328" y="195466"/>
                    <a:pt x="440789" y="234261"/>
                  </a:cubicBezTo>
                  <a:cubicBezTo>
                    <a:pt x="428852" y="223816"/>
                    <a:pt x="416915" y="214863"/>
                    <a:pt x="403486" y="207403"/>
                  </a:cubicBezTo>
                  <a:cubicBezTo>
                    <a:pt x="376628" y="192482"/>
                    <a:pt x="336341" y="204418"/>
                    <a:pt x="327389" y="237245"/>
                  </a:cubicBezTo>
                  <a:cubicBezTo>
                    <a:pt x="327389" y="237245"/>
                    <a:pt x="325896" y="237245"/>
                    <a:pt x="325896" y="235753"/>
                  </a:cubicBezTo>
                  <a:cubicBezTo>
                    <a:pt x="300531" y="228292"/>
                    <a:pt x="279641" y="241721"/>
                    <a:pt x="267704" y="261118"/>
                  </a:cubicBezTo>
                  <a:cubicBezTo>
                    <a:pt x="266212" y="252166"/>
                    <a:pt x="261736" y="241721"/>
                    <a:pt x="254275" y="234261"/>
                  </a:cubicBezTo>
                  <a:cubicBezTo>
                    <a:pt x="246815" y="226800"/>
                    <a:pt x="237862" y="222324"/>
                    <a:pt x="227417" y="220832"/>
                  </a:cubicBezTo>
                  <a:cubicBezTo>
                    <a:pt x="234878" y="213371"/>
                    <a:pt x="242339" y="205911"/>
                    <a:pt x="248307" y="196958"/>
                  </a:cubicBezTo>
                  <a:cubicBezTo>
                    <a:pt x="260244" y="177561"/>
                    <a:pt x="264720" y="153687"/>
                    <a:pt x="258752" y="131305"/>
                  </a:cubicBezTo>
                  <a:cubicBezTo>
                    <a:pt x="252783" y="110416"/>
                    <a:pt x="237862" y="92511"/>
                    <a:pt x="218465" y="82066"/>
                  </a:cubicBezTo>
                  <a:cubicBezTo>
                    <a:pt x="211004" y="79082"/>
                    <a:pt x="200560" y="77589"/>
                    <a:pt x="194591" y="73113"/>
                  </a:cubicBezTo>
                  <a:lnTo>
                    <a:pt x="193099" y="73113"/>
                  </a:lnTo>
                  <a:cubicBezTo>
                    <a:pt x="193099" y="71621"/>
                    <a:pt x="193099" y="70129"/>
                    <a:pt x="194591" y="65653"/>
                  </a:cubicBezTo>
                  <a:cubicBezTo>
                    <a:pt x="197575" y="37303"/>
                    <a:pt x="167733" y="13429"/>
                    <a:pt x="142367" y="13429"/>
                  </a:cubicBezTo>
                  <a:cubicBezTo>
                    <a:pt x="130431" y="13429"/>
                    <a:pt x="121478" y="16413"/>
                    <a:pt x="112525" y="22382"/>
                  </a:cubicBezTo>
                  <a:cubicBezTo>
                    <a:pt x="102081" y="28350"/>
                    <a:pt x="91636" y="38795"/>
                    <a:pt x="87160" y="53716"/>
                  </a:cubicBezTo>
                  <a:cubicBezTo>
                    <a:pt x="76715" y="88034"/>
                    <a:pt x="46873" y="105939"/>
                    <a:pt x="31952" y="137274"/>
                  </a:cubicBezTo>
                  <a:cubicBezTo>
                    <a:pt x="15538" y="171592"/>
                    <a:pt x="14046" y="210387"/>
                    <a:pt x="12554" y="247690"/>
                  </a:cubicBezTo>
                  <a:cubicBezTo>
                    <a:pt x="12554" y="258134"/>
                    <a:pt x="15538" y="267087"/>
                    <a:pt x="20015" y="274547"/>
                  </a:cubicBezTo>
                  <a:cubicBezTo>
                    <a:pt x="-20272" y="305882"/>
                    <a:pt x="3602" y="378995"/>
                    <a:pt x="61794" y="367058"/>
                  </a:cubicBezTo>
                  <a:cubicBezTo>
                    <a:pt x="66270" y="381979"/>
                    <a:pt x="78207" y="396900"/>
                    <a:pt x="97604" y="402869"/>
                  </a:cubicBezTo>
                  <a:cubicBezTo>
                    <a:pt x="140875" y="419282"/>
                    <a:pt x="187131" y="398392"/>
                    <a:pt x="211004" y="361090"/>
                  </a:cubicBezTo>
                  <a:cubicBezTo>
                    <a:pt x="212496" y="359598"/>
                    <a:pt x="212496" y="358105"/>
                    <a:pt x="213988" y="356613"/>
                  </a:cubicBezTo>
                  <a:cubicBezTo>
                    <a:pt x="202052" y="380487"/>
                    <a:pt x="211004" y="413313"/>
                    <a:pt x="234878" y="425250"/>
                  </a:cubicBezTo>
                  <a:cubicBezTo>
                    <a:pt x="267704" y="441663"/>
                    <a:pt x="248307" y="450616"/>
                    <a:pt x="240846" y="478966"/>
                  </a:cubicBezTo>
                  <a:cubicBezTo>
                    <a:pt x="228910" y="532682"/>
                    <a:pt x="288594" y="562524"/>
                    <a:pt x="327389" y="529698"/>
                  </a:cubicBezTo>
                  <a:cubicBezTo>
                    <a:pt x="349770" y="511792"/>
                    <a:pt x="385581" y="486427"/>
                    <a:pt x="412439" y="513284"/>
                  </a:cubicBezTo>
                  <a:cubicBezTo>
                    <a:pt x="446757" y="549095"/>
                    <a:pt x="518378" y="511792"/>
                    <a:pt x="498981" y="462553"/>
                  </a:cubicBezTo>
                  <a:cubicBezTo>
                    <a:pt x="488536" y="447632"/>
                    <a:pt x="490028" y="434203"/>
                    <a:pt x="501965" y="419282"/>
                  </a:cubicBezTo>
                  <a:cubicBezTo>
                    <a:pt x="536283" y="404361"/>
                    <a:pt x="533299" y="365566"/>
                    <a:pt x="513902" y="341692"/>
                  </a:cubicBezTo>
                  <a:cubicBezTo>
                    <a:pt x="515394" y="341692"/>
                    <a:pt x="516886" y="341692"/>
                    <a:pt x="518378" y="340200"/>
                  </a:cubicBezTo>
                  <a:cubicBezTo>
                    <a:pt x="527331" y="337216"/>
                    <a:pt x="536283" y="335724"/>
                    <a:pt x="545236" y="332740"/>
                  </a:cubicBezTo>
                  <a:cubicBezTo>
                    <a:pt x="558665" y="353629"/>
                    <a:pt x="585523" y="367058"/>
                    <a:pt x="615365" y="352137"/>
                  </a:cubicBezTo>
                  <a:cubicBezTo>
                    <a:pt x="643715" y="337216"/>
                    <a:pt x="669081" y="320803"/>
                    <a:pt x="692954" y="299913"/>
                  </a:cubicBezTo>
                  <a:cubicBezTo>
                    <a:pt x="713844" y="311850"/>
                    <a:pt x="740702" y="313342"/>
                    <a:pt x="755623" y="292453"/>
                  </a:cubicBezTo>
                  <a:lnTo>
                    <a:pt x="755623" y="292453"/>
                  </a:lnTo>
                  <a:cubicBezTo>
                    <a:pt x="776512" y="334232"/>
                    <a:pt x="834704" y="340200"/>
                    <a:pt x="864547" y="305882"/>
                  </a:cubicBezTo>
                  <a:cubicBezTo>
                    <a:pt x="870515" y="299913"/>
                    <a:pt x="873499" y="292453"/>
                    <a:pt x="877975" y="284992"/>
                  </a:cubicBezTo>
                  <a:cubicBezTo>
                    <a:pt x="889912" y="289469"/>
                    <a:pt x="903341" y="287976"/>
                    <a:pt x="916770" y="279024"/>
                  </a:cubicBezTo>
                  <a:cubicBezTo>
                    <a:pt x="919754" y="277532"/>
                    <a:pt x="921247" y="276040"/>
                    <a:pt x="922739" y="274547"/>
                  </a:cubicBezTo>
                  <a:cubicBezTo>
                    <a:pt x="924231" y="276040"/>
                    <a:pt x="924231" y="277532"/>
                    <a:pt x="925723" y="277532"/>
                  </a:cubicBezTo>
                  <a:cubicBezTo>
                    <a:pt x="939152" y="289469"/>
                    <a:pt x="958549" y="295437"/>
                    <a:pt x="976454" y="292453"/>
                  </a:cubicBezTo>
                  <a:cubicBezTo>
                    <a:pt x="1018233" y="286484"/>
                    <a:pt x="1036139" y="238737"/>
                    <a:pt x="1055536" y="207403"/>
                  </a:cubicBezTo>
                  <a:cubicBezTo>
                    <a:pt x="1065981" y="189497"/>
                    <a:pt x="1064489" y="171592"/>
                    <a:pt x="1055536" y="156671"/>
                  </a:cubicBezTo>
                  <a:cubicBezTo>
                    <a:pt x="1060012" y="128321"/>
                    <a:pt x="1062997" y="98479"/>
                    <a:pt x="1052552" y="67145"/>
                  </a:cubicBezTo>
                  <a:close/>
                  <a:moveTo>
                    <a:pt x="218465" y="343184"/>
                  </a:moveTo>
                  <a:cubicBezTo>
                    <a:pt x="215481" y="346168"/>
                    <a:pt x="212496" y="349153"/>
                    <a:pt x="209512" y="353629"/>
                  </a:cubicBezTo>
                  <a:cubicBezTo>
                    <a:pt x="212496" y="346168"/>
                    <a:pt x="212496" y="338708"/>
                    <a:pt x="212496" y="331247"/>
                  </a:cubicBezTo>
                  <a:cubicBezTo>
                    <a:pt x="227417" y="326771"/>
                    <a:pt x="240846" y="319311"/>
                    <a:pt x="249799" y="308866"/>
                  </a:cubicBezTo>
                  <a:cubicBezTo>
                    <a:pt x="242339" y="320803"/>
                    <a:pt x="231894" y="332740"/>
                    <a:pt x="218465" y="343184"/>
                  </a:cubicBezTo>
                  <a:close/>
                </a:path>
              </a:pathLst>
            </a:custGeom>
            <a:solidFill>
              <a:schemeClr val="accent3"/>
            </a:solidFill>
            <a:ln w="149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756" dirty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75CCFAD6-B37B-137F-4719-5ED7FDF2A393}"/>
                </a:ext>
              </a:extLst>
            </p:cNvPr>
            <p:cNvSpPr/>
            <p:nvPr/>
          </p:nvSpPr>
          <p:spPr>
            <a:xfrm rot="21320240">
              <a:off x="8190639" y="2080864"/>
              <a:ext cx="998624" cy="198483"/>
            </a:xfrm>
            <a:custGeom>
              <a:avLst/>
              <a:gdLst>
                <a:gd name="connsiteX0" fmla="*/ 948979 w 998624"/>
                <a:gd name="connsiteY0" fmla="*/ 48526 h 198483"/>
                <a:gd name="connsiteX1" fmla="*/ 71621 w 998624"/>
                <a:gd name="connsiteY1" fmla="*/ 36589 h 198483"/>
                <a:gd name="connsiteX2" fmla="*/ 71621 w 998624"/>
                <a:gd name="connsiteY2" fmla="*/ 185800 h 198483"/>
                <a:gd name="connsiteX3" fmla="*/ 908692 w 998624"/>
                <a:gd name="connsiteY3" fmla="*/ 193260 h 198483"/>
                <a:gd name="connsiteX4" fmla="*/ 948979 w 998624"/>
                <a:gd name="connsiteY4" fmla="*/ 48526 h 198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624" h="198483">
                  <a:moveTo>
                    <a:pt x="948979" y="48526"/>
                  </a:moveTo>
                  <a:cubicBezTo>
                    <a:pt x="668463" y="-60398"/>
                    <a:pt x="362582" y="50018"/>
                    <a:pt x="71621" y="36589"/>
                  </a:cubicBezTo>
                  <a:cubicBezTo>
                    <a:pt x="-23874" y="32113"/>
                    <a:pt x="-23874" y="181323"/>
                    <a:pt x="71621" y="185800"/>
                  </a:cubicBezTo>
                  <a:cubicBezTo>
                    <a:pt x="346169" y="199229"/>
                    <a:pt x="644590" y="90305"/>
                    <a:pt x="908692" y="193260"/>
                  </a:cubicBezTo>
                  <a:cubicBezTo>
                    <a:pt x="998219" y="227579"/>
                    <a:pt x="1037013" y="82844"/>
                    <a:pt x="948979" y="48526"/>
                  </a:cubicBezTo>
                  <a:close/>
                </a:path>
              </a:pathLst>
            </a:custGeom>
            <a:solidFill>
              <a:schemeClr val="accent4"/>
            </a:solidFill>
            <a:ln w="149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756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E91885F6-D1B8-4474-7589-C67488AE8712}"/>
                </a:ext>
              </a:extLst>
            </p:cNvPr>
            <p:cNvSpPr/>
            <p:nvPr/>
          </p:nvSpPr>
          <p:spPr>
            <a:xfrm rot="21320240">
              <a:off x="8052879" y="2408143"/>
              <a:ext cx="1850502" cy="1392000"/>
            </a:xfrm>
            <a:custGeom>
              <a:avLst/>
              <a:gdLst>
                <a:gd name="connsiteX0" fmla="*/ 1822318 w 1850502"/>
                <a:gd name="connsiteY0" fmla="*/ 299214 h 1392000"/>
                <a:gd name="connsiteX1" fmla="*/ 1714886 w 1850502"/>
                <a:gd name="connsiteY1" fmla="*/ 211179 h 1392000"/>
                <a:gd name="connsiteX2" fmla="*/ 1614915 w 1850502"/>
                <a:gd name="connsiteY2" fmla="*/ 138066 h 1392000"/>
                <a:gd name="connsiteX3" fmla="*/ 1586565 w 1850502"/>
                <a:gd name="connsiteY3" fmla="*/ 99272 h 1392000"/>
                <a:gd name="connsiteX4" fmla="*/ 1564184 w 1850502"/>
                <a:gd name="connsiteY4" fmla="*/ 50032 h 1392000"/>
                <a:gd name="connsiteX5" fmla="*/ 1447799 w 1850502"/>
                <a:gd name="connsiteY5" fmla="*/ 50032 h 1392000"/>
                <a:gd name="connsiteX6" fmla="*/ 1428402 w 1850502"/>
                <a:gd name="connsiteY6" fmla="*/ 75398 h 1392000"/>
                <a:gd name="connsiteX7" fmla="*/ 1380655 w 1850502"/>
                <a:gd name="connsiteY7" fmla="*/ 127622 h 1392000"/>
                <a:gd name="connsiteX8" fmla="*/ 1379163 w 1850502"/>
                <a:gd name="connsiteY8" fmla="*/ 226101 h 1392000"/>
                <a:gd name="connsiteX9" fmla="*/ 1420941 w 1850502"/>
                <a:gd name="connsiteY9" fmla="*/ 276832 h 1392000"/>
                <a:gd name="connsiteX10" fmla="*/ 1462721 w 1850502"/>
                <a:gd name="connsiteY10" fmla="*/ 342485 h 1392000"/>
                <a:gd name="connsiteX11" fmla="*/ 1238905 w 1850502"/>
                <a:gd name="connsiteY11" fmla="*/ 433503 h 1392000"/>
                <a:gd name="connsiteX12" fmla="*/ 1198618 w 1850502"/>
                <a:gd name="connsiteY12" fmla="*/ 603603 h 1392000"/>
                <a:gd name="connsiteX13" fmla="*/ 870354 w 1850502"/>
                <a:gd name="connsiteY13" fmla="*/ 340993 h 1392000"/>
                <a:gd name="connsiteX14" fmla="*/ 777844 w 1850502"/>
                <a:gd name="connsiteY14" fmla="*/ 245498 h 1392000"/>
                <a:gd name="connsiteX15" fmla="*/ 724128 w 1850502"/>
                <a:gd name="connsiteY15" fmla="*/ 224609 h 1392000"/>
                <a:gd name="connsiteX16" fmla="*/ 700254 w 1850502"/>
                <a:gd name="connsiteY16" fmla="*/ 205211 h 1392000"/>
                <a:gd name="connsiteX17" fmla="*/ 380944 w 1850502"/>
                <a:gd name="connsiteY17" fmla="*/ 18698 h 1392000"/>
                <a:gd name="connsiteX18" fmla="*/ 361547 w 1850502"/>
                <a:gd name="connsiteY18" fmla="*/ 8253 h 1392000"/>
                <a:gd name="connsiteX19" fmla="*/ 286941 w 1850502"/>
                <a:gd name="connsiteY19" fmla="*/ 136574 h 1392000"/>
                <a:gd name="connsiteX20" fmla="*/ 319768 w 1850502"/>
                <a:gd name="connsiteY20" fmla="*/ 160448 h 1392000"/>
                <a:gd name="connsiteX21" fmla="*/ 410786 w 1850502"/>
                <a:gd name="connsiteY21" fmla="*/ 170893 h 1392000"/>
                <a:gd name="connsiteX22" fmla="*/ 455549 w 1850502"/>
                <a:gd name="connsiteY22" fmla="*/ 202227 h 1392000"/>
                <a:gd name="connsiteX23" fmla="*/ 551044 w 1850502"/>
                <a:gd name="connsiteY23" fmla="*/ 275340 h 1392000"/>
                <a:gd name="connsiteX24" fmla="*/ 733081 w 1850502"/>
                <a:gd name="connsiteY24" fmla="*/ 421566 h 1392000"/>
                <a:gd name="connsiteX25" fmla="*/ 770383 w 1850502"/>
                <a:gd name="connsiteY25" fmla="*/ 451409 h 1392000"/>
                <a:gd name="connsiteX26" fmla="*/ 938991 w 1850502"/>
                <a:gd name="connsiteY26" fmla="*/ 636430 h 1392000"/>
                <a:gd name="connsiteX27" fmla="*/ 682349 w 1850502"/>
                <a:gd name="connsiteY27" fmla="*/ 664780 h 1392000"/>
                <a:gd name="connsiteX28" fmla="*/ 634602 w 1850502"/>
                <a:gd name="connsiteY28" fmla="*/ 703574 h 1392000"/>
                <a:gd name="connsiteX29" fmla="*/ 492852 w 1850502"/>
                <a:gd name="connsiteY29" fmla="*/ 749830 h 1392000"/>
                <a:gd name="connsiteX30" fmla="*/ 431675 w 1850502"/>
                <a:gd name="connsiteY30" fmla="*/ 760274 h 1392000"/>
                <a:gd name="connsiteX31" fmla="*/ 379452 w 1850502"/>
                <a:gd name="connsiteY31" fmla="*/ 796085 h 1392000"/>
                <a:gd name="connsiteX32" fmla="*/ 342149 w 1850502"/>
                <a:gd name="connsiteY32" fmla="*/ 840848 h 1392000"/>
                <a:gd name="connsiteX33" fmla="*/ 301862 w 1850502"/>
                <a:gd name="connsiteY33" fmla="*/ 869198 h 1392000"/>
                <a:gd name="connsiteX34" fmla="*/ 266052 w 1850502"/>
                <a:gd name="connsiteY34" fmla="*/ 873675 h 1392000"/>
                <a:gd name="connsiteX35" fmla="*/ 206367 w 1850502"/>
                <a:gd name="connsiteY35" fmla="*/ 916945 h 1392000"/>
                <a:gd name="connsiteX36" fmla="*/ 172049 w 1850502"/>
                <a:gd name="connsiteY36" fmla="*/ 897548 h 1392000"/>
                <a:gd name="connsiteX37" fmla="*/ 131762 w 1850502"/>
                <a:gd name="connsiteY37" fmla="*/ 906501 h 1392000"/>
                <a:gd name="connsiteX38" fmla="*/ 45220 w 1850502"/>
                <a:gd name="connsiteY38" fmla="*/ 907993 h 1392000"/>
                <a:gd name="connsiteX39" fmla="*/ 13886 w 1850502"/>
                <a:gd name="connsiteY39" fmla="*/ 949772 h 1392000"/>
                <a:gd name="connsiteX40" fmla="*/ 33283 w 1850502"/>
                <a:gd name="connsiteY40" fmla="*/ 1024377 h 1392000"/>
                <a:gd name="connsiteX41" fmla="*/ 183986 w 1850502"/>
                <a:gd name="connsiteY41" fmla="*/ 1003488 h 1392000"/>
                <a:gd name="connsiteX42" fmla="*/ 216812 w 1850502"/>
                <a:gd name="connsiteY42" fmla="*/ 1009456 h 1392000"/>
                <a:gd name="connsiteX43" fmla="*/ 218304 w 1850502"/>
                <a:gd name="connsiteY43" fmla="*/ 1009456 h 1392000"/>
                <a:gd name="connsiteX44" fmla="*/ 313799 w 1850502"/>
                <a:gd name="connsiteY44" fmla="*/ 988567 h 1392000"/>
                <a:gd name="connsiteX45" fmla="*/ 316783 w 1850502"/>
                <a:gd name="connsiteY45" fmla="*/ 985582 h 1392000"/>
                <a:gd name="connsiteX46" fmla="*/ 321260 w 1850502"/>
                <a:gd name="connsiteY46" fmla="*/ 984090 h 1392000"/>
                <a:gd name="connsiteX47" fmla="*/ 331704 w 1850502"/>
                <a:gd name="connsiteY47" fmla="*/ 982598 h 1392000"/>
                <a:gd name="connsiteX48" fmla="*/ 389896 w 1850502"/>
                <a:gd name="connsiteY48" fmla="*/ 960216 h 1392000"/>
                <a:gd name="connsiteX49" fmla="*/ 440628 w 1850502"/>
                <a:gd name="connsiteY49" fmla="*/ 916945 h 1392000"/>
                <a:gd name="connsiteX50" fmla="*/ 476439 w 1850502"/>
                <a:gd name="connsiteY50" fmla="*/ 918438 h 1392000"/>
                <a:gd name="connsiteX51" fmla="*/ 692794 w 1850502"/>
                <a:gd name="connsiteY51" fmla="*/ 866214 h 1392000"/>
                <a:gd name="connsiteX52" fmla="*/ 834544 w 1850502"/>
                <a:gd name="connsiteY52" fmla="*/ 802053 h 1392000"/>
                <a:gd name="connsiteX53" fmla="*/ 1138933 w 1850502"/>
                <a:gd name="connsiteY53" fmla="*/ 831896 h 1392000"/>
                <a:gd name="connsiteX54" fmla="*/ 1003152 w 1850502"/>
                <a:gd name="connsiteY54" fmla="*/ 903517 h 1392000"/>
                <a:gd name="connsiteX55" fmla="*/ 938991 w 1850502"/>
                <a:gd name="connsiteY55" fmla="*/ 1195969 h 1392000"/>
                <a:gd name="connsiteX56" fmla="*/ 1159823 w 1850502"/>
                <a:gd name="connsiteY56" fmla="*/ 1375022 h 1392000"/>
                <a:gd name="connsiteX57" fmla="*/ 1288144 w 1850502"/>
                <a:gd name="connsiteY57" fmla="*/ 1379498 h 1392000"/>
                <a:gd name="connsiteX58" fmla="*/ 1340368 w 1850502"/>
                <a:gd name="connsiteY58" fmla="*/ 1349656 h 1392000"/>
                <a:gd name="connsiteX59" fmla="*/ 1425418 w 1850502"/>
                <a:gd name="connsiteY59" fmla="*/ 1352640 h 1392000"/>
                <a:gd name="connsiteX60" fmla="*/ 1471673 w 1850502"/>
                <a:gd name="connsiteY60" fmla="*/ 1321306 h 1392000"/>
                <a:gd name="connsiteX61" fmla="*/ 1514944 w 1850502"/>
                <a:gd name="connsiteY61" fmla="*/ 1300417 h 1392000"/>
                <a:gd name="connsiteX62" fmla="*/ 1534341 w 1850502"/>
                <a:gd name="connsiteY62" fmla="*/ 1278035 h 1392000"/>
                <a:gd name="connsiteX63" fmla="*/ 1641773 w 1850502"/>
                <a:gd name="connsiteY63" fmla="*/ 1143746 h 1392000"/>
                <a:gd name="connsiteX64" fmla="*/ 1631328 w 1850502"/>
                <a:gd name="connsiteY64" fmla="*/ 1007964 h 1392000"/>
                <a:gd name="connsiteX65" fmla="*/ 1567168 w 1850502"/>
                <a:gd name="connsiteY65" fmla="*/ 927390 h 1392000"/>
                <a:gd name="connsiteX66" fmla="*/ 1565676 w 1850502"/>
                <a:gd name="connsiteY66" fmla="*/ 888596 h 1392000"/>
                <a:gd name="connsiteX67" fmla="*/ 1568660 w 1850502"/>
                <a:gd name="connsiteY67" fmla="*/ 888596 h 1392000"/>
                <a:gd name="connsiteX68" fmla="*/ 1604471 w 1850502"/>
                <a:gd name="connsiteY68" fmla="*/ 879643 h 1392000"/>
                <a:gd name="connsiteX69" fmla="*/ 1798444 w 1850502"/>
                <a:gd name="connsiteY69" fmla="*/ 772211 h 1392000"/>
                <a:gd name="connsiteX70" fmla="*/ 1783523 w 1850502"/>
                <a:gd name="connsiteY70" fmla="*/ 676716 h 1392000"/>
                <a:gd name="connsiteX71" fmla="*/ 1749205 w 1850502"/>
                <a:gd name="connsiteY71" fmla="*/ 514077 h 1392000"/>
                <a:gd name="connsiteX72" fmla="*/ 1764126 w 1850502"/>
                <a:gd name="connsiteY72" fmla="*/ 511093 h 1392000"/>
                <a:gd name="connsiteX73" fmla="*/ 1822318 w 1850502"/>
                <a:gd name="connsiteY73" fmla="*/ 299214 h 1392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1850502" h="1392000">
                  <a:moveTo>
                    <a:pt x="1822318" y="299214"/>
                  </a:moveTo>
                  <a:cubicBezTo>
                    <a:pt x="1795460" y="260419"/>
                    <a:pt x="1752189" y="236545"/>
                    <a:pt x="1714886" y="211179"/>
                  </a:cubicBezTo>
                  <a:cubicBezTo>
                    <a:pt x="1689520" y="193274"/>
                    <a:pt x="1625360" y="167909"/>
                    <a:pt x="1614915" y="138066"/>
                  </a:cubicBezTo>
                  <a:cubicBezTo>
                    <a:pt x="1608947" y="121653"/>
                    <a:pt x="1598502" y="108224"/>
                    <a:pt x="1586565" y="99272"/>
                  </a:cubicBezTo>
                  <a:cubicBezTo>
                    <a:pt x="1585073" y="81366"/>
                    <a:pt x="1577612" y="64953"/>
                    <a:pt x="1564184" y="50032"/>
                  </a:cubicBezTo>
                  <a:cubicBezTo>
                    <a:pt x="1535834" y="21682"/>
                    <a:pt x="1474657" y="15714"/>
                    <a:pt x="1447799" y="50032"/>
                  </a:cubicBezTo>
                  <a:cubicBezTo>
                    <a:pt x="1441831" y="58985"/>
                    <a:pt x="1434371" y="67937"/>
                    <a:pt x="1428402" y="75398"/>
                  </a:cubicBezTo>
                  <a:cubicBezTo>
                    <a:pt x="1406020" y="84351"/>
                    <a:pt x="1386623" y="100764"/>
                    <a:pt x="1380655" y="127622"/>
                  </a:cubicBezTo>
                  <a:cubicBezTo>
                    <a:pt x="1371702" y="163432"/>
                    <a:pt x="1371702" y="191782"/>
                    <a:pt x="1379163" y="226101"/>
                  </a:cubicBezTo>
                  <a:cubicBezTo>
                    <a:pt x="1383639" y="251466"/>
                    <a:pt x="1400052" y="267880"/>
                    <a:pt x="1420941" y="276832"/>
                  </a:cubicBezTo>
                  <a:cubicBezTo>
                    <a:pt x="1432878" y="299214"/>
                    <a:pt x="1446307" y="321595"/>
                    <a:pt x="1462721" y="342485"/>
                  </a:cubicBezTo>
                  <a:cubicBezTo>
                    <a:pt x="1377670" y="348453"/>
                    <a:pt x="1288144" y="361882"/>
                    <a:pt x="1238905" y="433503"/>
                  </a:cubicBezTo>
                  <a:cubicBezTo>
                    <a:pt x="1209063" y="478267"/>
                    <a:pt x="1195634" y="540935"/>
                    <a:pt x="1198618" y="603603"/>
                  </a:cubicBezTo>
                  <a:cubicBezTo>
                    <a:pt x="1089694" y="515569"/>
                    <a:pt x="980770" y="429027"/>
                    <a:pt x="870354" y="340993"/>
                  </a:cubicBezTo>
                  <a:cubicBezTo>
                    <a:pt x="840512" y="308166"/>
                    <a:pt x="810670" y="275340"/>
                    <a:pt x="777844" y="245498"/>
                  </a:cubicBezTo>
                  <a:cubicBezTo>
                    <a:pt x="761431" y="229085"/>
                    <a:pt x="742033" y="223116"/>
                    <a:pt x="724128" y="224609"/>
                  </a:cubicBezTo>
                  <a:cubicBezTo>
                    <a:pt x="716668" y="218640"/>
                    <a:pt x="707715" y="212672"/>
                    <a:pt x="700254" y="205211"/>
                  </a:cubicBezTo>
                  <a:cubicBezTo>
                    <a:pt x="631618" y="151495"/>
                    <a:pt x="488376" y="-699"/>
                    <a:pt x="380944" y="18698"/>
                  </a:cubicBezTo>
                  <a:cubicBezTo>
                    <a:pt x="374975" y="14222"/>
                    <a:pt x="369007" y="11237"/>
                    <a:pt x="361547" y="8253"/>
                  </a:cubicBezTo>
                  <a:cubicBezTo>
                    <a:pt x="275004" y="-33526"/>
                    <a:pt x="200399" y="94795"/>
                    <a:pt x="286941" y="136574"/>
                  </a:cubicBezTo>
                  <a:cubicBezTo>
                    <a:pt x="300370" y="141051"/>
                    <a:pt x="312307" y="148511"/>
                    <a:pt x="319768" y="160448"/>
                  </a:cubicBezTo>
                  <a:cubicBezTo>
                    <a:pt x="345133" y="187306"/>
                    <a:pt x="382436" y="187306"/>
                    <a:pt x="410786" y="170893"/>
                  </a:cubicBezTo>
                  <a:cubicBezTo>
                    <a:pt x="425707" y="181337"/>
                    <a:pt x="440628" y="191782"/>
                    <a:pt x="455549" y="202227"/>
                  </a:cubicBezTo>
                  <a:cubicBezTo>
                    <a:pt x="488376" y="226101"/>
                    <a:pt x="519710" y="249974"/>
                    <a:pt x="551044" y="275340"/>
                  </a:cubicBezTo>
                  <a:cubicBezTo>
                    <a:pt x="612220" y="323087"/>
                    <a:pt x="671905" y="372327"/>
                    <a:pt x="733081" y="421566"/>
                  </a:cubicBezTo>
                  <a:lnTo>
                    <a:pt x="770383" y="451409"/>
                  </a:lnTo>
                  <a:cubicBezTo>
                    <a:pt x="827083" y="514077"/>
                    <a:pt x="880799" y="576745"/>
                    <a:pt x="938991" y="636430"/>
                  </a:cubicBezTo>
                  <a:cubicBezTo>
                    <a:pt x="852449" y="631953"/>
                    <a:pt x="767399" y="639414"/>
                    <a:pt x="682349" y="664780"/>
                  </a:cubicBezTo>
                  <a:cubicBezTo>
                    <a:pt x="658475" y="672240"/>
                    <a:pt x="643554" y="687161"/>
                    <a:pt x="634602" y="703574"/>
                  </a:cubicBezTo>
                  <a:cubicBezTo>
                    <a:pt x="585362" y="714019"/>
                    <a:pt x="534631" y="727448"/>
                    <a:pt x="492852" y="749830"/>
                  </a:cubicBezTo>
                  <a:cubicBezTo>
                    <a:pt x="473454" y="754306"/>
                    <a:pt x="452565" y="757290"/>
                    <a:pt x="431675" y="760274"/>
                  </a:cubicBezTo>
                  <a:cubicBezTo>
                    <a:pt x="404818" y="764751"/>
                    <a:pt x="388405" y="778180"/>
                    <a:pt x="379452" y="796085"/>
                  </a:cubicBezTo>
                  <a:cubicBezTo>
                    <a:pt x="358562" y="797577"/>
                    <a:pt x="342149" y="821451"/>
                    <a:pt x="342149" y="840848"/>
                  </a:cubicBezTo>
                  <a:cubicBezTo>
                    <a:pt x="342149" y="811006"/>
                    <a:pt x="319768" y="840848"/>
                    <a:pt x="301862" y="869198"/>
                  </a:cubicBezTo>
                  <a:cubicBezTo>
                    <a:pt x="289925" y="864722"/>
                    <a:pt x="276497" y="864722"/>
                    <a:pt x="266052" y="873675"/>
                  </a:cubicBezTo>
                  <a:cubicBezTo>
                    <a:pt x="254115" y="882627"/>
                    <a:pt x="215320" y="916945"/>
                    <a:pt x="206367" y="916945"/>
                  </a:cubicBezTo>
                  <a:cubicBezTo>
                    <a:pt x="210844" y="916945"/>
                    <a:pt x="175033" y="899040"/>
                    <a:pt x="172049" y="897548"/>
                  </a:cubicBezTo>
                  <a:cubicBezTo>
                    <a:pt x="157128" y="893072"/>
                    <a:pt x="143699" y="897548"/>
                    <a:pt x="131762" y="906501"/>
                  </a:cubicBezTo>
                  <a:cubicBezTo>
                    <a:pt x="121317" y="870690"/>
                    <a:pt x="60141" y="863230"/>
                    <a:pt x="45220" y="907993"/>
                  </a:cubicBezTo>
                  <a:cubicBezTo>
                    <a:pt x="40744" y="925898"/>
                    <a:pt x="30299" y="939327"/>
                    <a:pt x="13886" y="949772"/>
                  </a:cubicBezTo>
                  <a:cubicBezTo>
                    <a:pt x="-14464" y="972153"/>
                    <a:pt x="4933" y="1015425"/>
                    <a:pt x="33283" y="1024377"/>
                  </a:cubicBezTo>
                  <a:cubicBezTo>
                    <a:pt x="86999" y="1043774"/>
                    <a:pt x="151160" y="1042282"/>
                    <a:pt x="183986" y="1003488"/>
                  </a:cubicBezTo>
                  <a:cubicBezTo>
                    <a:pt x="192939" y="1007964"/>
                    <a:pt x="203383" y="1012440"/>
                    <a:pt x="216812" y="1009456"/>
                  </a:cubicBezTo>
                  <a:lnTo>
                    <a:pt x="218304" y="1009456"/>
                  </a:lnTo>
                  <a:cubicBezTo>
                    <a:pt x="246654" y="1022885"/>
                    <a:pt x="288433" y="1012440"/>
                    <a:pt x="313799" y="988567"/>
                  </a:cubicBezTo>
                  <a:cubicBezTo>
                    <a:pt x="315291" y="987074"/>
                    <a:pt x="315291" y="987074"/>
                    <a:pt x="316783" y="985582"/>
                  </a:cubicBezTo>
                  <a:cubicBezTo>
                    <a:pt x="318275" y="985582"/>
                    <a:pt x="319768" y="984090"/>
                    <a:pt x="321260" y="984090"/>
                  </a:cubicBezTo>
                  <a:cubicBezTo>
                    <a:pt x="325736" y="984090"/>
                    <a:pt x="330212" y="984090"/>
                    <a:pt x="331704" y="982598"/>
                  </a:cubicBezTo>
                  <a:cubicBezTo>
                    <a:pt x="352594" y="978122"/>
                    <a:pt x="371991" y="970661"/>
                    <a:pt x="389896" y="960216"/>
                  </a:cubicBezTo>
                  <a:cubicBezTo>
                    <a:pt x="409294" y="948280"/>
                    <a:pt x="425707" y="934851"/>
                    <a:pt x="440628" y="916945"/>
                  </a:cubicBezTo>
                  <a:cubicBezTo>
                    <a:pt x="451073" y="919930"/>
                    <a:pt x="463010" y="919930"/>
                    <a:pt x="476439" y="918438"/>
                  </a:cubicBezTo>
                  <a:cubicBezTo>
                    <a:pt x="549552" y="906501"/>
                    <a:pt x="622665" y="890088"/>
                    <a:pt x="692794" y="866214"/>
                  </a:cubicBezTo>
                  <a:cubicBezTo>
                    <a:pt x="742033" y="849801"/>
                    <a:pt x="795749" y="834880"/>
                    <a:pt x="834544" y="802053"/>
                  </a:cubicBezTo>
                  <a:cubicBezTo>
                    <a:pt x="934515" y="791609"/>
                    <a:pt x="1038962" y="805038"/>
                    <a:pt x="1138933" y="831896"/>
                  </a:cubicBezTo>
                  <a:cubicBezTo>
                    <a:pt x="1088202" y="840848"/>
                    <a:pt x="1041947" y="863230"/>
                    <a:pt x="1003152" y="903517"/>
                  </a:cubicBezTo>
                  <a:cubicBezTo>
                    <a:pt x="928547" y="981106"/>
                    <a:pt x="913626" y="1095998"/>
                    <a:pt x="938991" y="1195969"/>
                  </a:cubicBezTo>
                  <a:cubicBezTo>
                    <a:pt x="965849" y="1310861"/>
                    <a:pt x="1059852" y="1333243"/>
                    <a:pt x="1159823" y="1375022"/>
                  </a:cubicBezTo>
                  <a:cubicBezTo>
                    <a:pt x="1204586" y="1394419"/>
                    <a:pt x="1241889" y="1398896"/>
                    <a:pt x="1288144" y="1379498"/>
                  </a:cubicBezTo>
                  <a:cubicBezTo>
                    <a:pt x="1306049" y="1372038"/>
                    <a:pt x="1322462" y="1360101"/>
                    <a:pt x="1340368" y="1349656"/>
                  </a:cubicBezTo>
                  <a:cubicBezTo>
                    <a:pt x="1364241" y="1367561"/>
                    <a:pt x="1395576" y="1372038"/>
                    <a:pt x="1425418" y="1352640"/>
                  </a:cubicBezTo>
                  <a:cubicBezTo>
                    <a:pt x="1440339" y="1342196"/>
                    <a:pt x="1455260" y="1331751"/>
                    <a:pt x="1471673" y="1321306"/>
                  </a:cubicBezTo>
                  <a:cubicBezTo>
                    <a:pt x="1486594" y="1318322"/>
                    <a:pt x="1503007" y="1310861"/>
                    <a:pt x="1514944" y="1300417"/>
                  </a:cubicBezTo>
                  <a:cubicBezTo>
                    <a:pt x="1522405" y="1292956"/>
                    <a:pt x="1528373" y="1285496"/>
                    <a:pt x="1534341" y="1278035"/>
                  </a:cubicBezTo>
                  <a:cubicBezTo>
                    <a:pt x="1582089" y="1242225"/>
                    <a:pt x="1623868" y="1198953"/>
                    <a:pt x="1641773" y="1143746"/>
                  </a:cubicBezTo>
                  <a:cubicBezTo>
                    <a:pt x="1656694" y="1098982"/>
                    <a:pt x="1652218" y="1051235"/>
                    <a:pt x="1631328" y="1007964"/>
                  </a:cubicBezTo>
                  <a:cubicBezTo>
                    <a:pt x="1622376" y="991551"/>
                    <a:pt x="1567168" y="927390"/>
                    <a:pt x="1567168" y="927390"/>
                  </a:cubicBezTo>
                  <a:cubicBezTo>
                    <a:pt x="1568660" y="915453"/>
                    <a:pt x="1568660" y="902024"/>
                    <a:pt x="1565676" y="888596"/>
                  </a:cubicBezTo>
                  <a:cubicBezTo>
                    <a:pt x="1567168" y="888596"/>
                    <a:pt x="1567168" y="888596"/>
                    <a:pt x="1568660" y="888596"/>
                  </a:cubicBezTo>
                  <a:cubicBezTo>
                    <a:pt x="1582089" y="888596"/>
                    <a:pt x="1594026" y="884119"/>
                    <a:pt x="1604471" y="879643"/>
                  </a:cubicBezTo>
                  <a:cubicBezTo>
                    <a:pt x="1685044" y="881135"/>
                    <a:pt x="1759649" y="851293"/>
                    <a:pt x="1798444" y="772211"/>
                  </a:cubicBezTo>
                  <a:cubicBezTo>
                    <a:pt x="1816349" y="734909"/>
                    <a:pt x="1805905" y="700590"/>
                    <a:pt x="1783523" y="676716"/>
                  </a:cubicBezTo>
                  <a:cubicBezTo>
                    <a:pt x="1793968" y="621509"/>
                    <a:pt x="1780539" y="558840"/>
                    <a:pt x="1749205" y="514077"/>
                  </a:cubicBezTo>
                  <a:cubicBezTo>
                    <a:pt x="1753681" y="514077"/>
                    <a:pt x="1759649" y="512585"/>
                    <a:pt x="1764126" y="511093"/>
                  </a:cubicBezTo>
                  <a:cubicBezTo>
                    <a:pt x="1853652" y="487219"/>
                    <a:pt x="1874542" y="372327"/>
                    <a:pt x="1822318" y="299214"/>
                  </a:cubicBezTo>
                  <a:close/>
                </a:path>
              </a:pathLst>
            </a:custGeom>
            <a:solidFill>
              <a:schemeClr val="accent4"/>
            </a:solidFill>
            <a:ln w="149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756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6FFC0B1C-4C32-9379-23D4-0FB3D54C416B}"/>
                </a:ext>
              </a:extLst>
            </p:cNvPr>
            <p:cNvSpPr/>
            <p:nvPr/>
          </p:nvSpPr>
          <p:spPr>
            <a:xfrm rot="21320240">
              <a:off x="8451723" y="1929881"/>
              <a:ext cx="319000" cy="152701"/>
            </a:xfrm>
            <a:custGeom>
              <a:avLst/>
              <a:gdLst>
                <a:gd name="connsiteX0" fmla="*/ 293014 w 319000"/>
                <a:gd name="connsiteY0" fmla="*/ 50155 h 152701"/>
                <a:gd name="connsiteX1" fmla="*/ 270632 w 319000"/>
                <a:gd name="connsiteY1" fmla="*/ 35234 h 152701"/>
                <a:gd name="connsiteX2" fmla="*/ 130374 w 319000"/>
                <a:gd name="connsiteY2" fmla="*/ 916 h 152701"/>
                <a:gd name="connsiteX3" fmla="*/ 66214 w 319000"/>
                <a:gd name="connsiteY3" fmla="*/ 36726 h 152701"/>
                <a:gd name="connsiteX4" fmla="*/ 64722 w 319000"/>
                <a:gd name="connsiteY4" fmla="*/ 45679 h 152701"/>
                <a:gd name="connsiteX5" fmla="*/ 49801 w 319000"/>
                <a:gd name="connsiteY5" fmla="*/ 44187 h 152701"/>
                <a:gd name="connsiteX6" fmla="*/ 49801 w 319000"/>
                <a:gd name="connsiteY6" fmla="*/ 148634 h 152701"/>
                <a:gd name="connsiteX7" fmla="*/ 281077 w 319000"/>
                <a:gd name="connsiteY7" fmla="*/ 141173 h 152701"/>
                <a:gd name="connsiteX8" fmla="*/ 293014 w 319000"/>
                <a:gd name="connsiteY8" fmla="*/ 50155 h 152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9000" h="152701">
                  <a:moveTo>
                    <a:pt x="293014" y="50155"/>
                  </a:moveTo>
                  <a:cubicBezTo>
                    <a:pt x="287045" y="44187"/>
                    <a:pt x="279585" y="39710"/>
                    <a:pt x="270632" y="35234"/>
                  </a:cubicBezTo>
                  <a:cubicBezTo>
                    <a:pt x="224377" y="20313"/>
                    <a:pt x="178122" y="9868"/>
                    <a:pt x="130374" y="916"/>
                  </a:cubicBezTo>
                  <a:cubicBezTo>
                    <a:pt x="102024" y="-3561"/>
                    <a:pt x="73674" y="8376"/>
                    <a:pt x="66214" y="36726"/>
                  </a:cubicBezTo>
                  <a:cubicBezTo>
                    <a:pt x="64722" y="39710"/>
                    <a:pt x="64722" y="42695"/>
                    <a:pt x="64722" y="45679"/>
                  </a:cubicBezTo>
                  <a:cubicBezTo>
                    <a:pt x="60245" y="45679"/>
                    <a:pt x="54277" y="44187"/>
                    <a:pt x="49801" y="44187"/>
                  </a:cubicBezTo>
                  <a:cubicBezTo>
                    <a:pt x="-17344" y="36726"/>
                    <a:pt x="-15852" y="141173"/>
                    <a:pt x="49801" y="148634"/>
                  </a:cubicBezTo>
                  <a:cubicBezTo>
                    <a:pt x="127390" y="156095"/>
                    <a:pt x="204980" y="153110"/>
                    <a:pt x="281077" y="141173"/>
                  </a:cubicBezTo>
                  <a:cubicBezTo>
                    <a:pt x="331809" y="135205"/>
                    <a:pt x="327332" y="74029"/>
                    <a:pt x="293014" y="50155"/>
                  </a:cubicBezTo>
                  <a:close/>
                </a:path>
              </a:pathLst>
            </a:custGeom>
            <a:solidFill>
              <a:schemeClr val="accent5"/>
            </a:solidFill>
            <a:ln w="149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756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4C2F380-77D0-6102-1546-4F7C505AA6E3}"/>
                </a:ext>
              </a:extLst>
            </p:cNvPr>
            <p:cNvSpPr/>
            <p:nvPr/>
          </p:nvSpPr>
          <p:spPr>
            <a:xfrm rot="21320240">
              <a:off x="8240940" y="2237868"/>
              <a:ext cx="1218079" cy="683262"/>
            </a:xfrm>
            <a:custGeom>
              <a:avLst/>
              <a:gdLst>
                <a:gd name="connsiteX0" fmla="*/ 1203238 w 1218079"/>
                <a:gd name="connsiteY0" fmla="*/ 215559 h 683262"/>
                <a:gd name="connsiteX1" fmla="*/ 1192793 w 1218079"/>
                <a:gd name="connsiteY1" fmla="*/ 133493 h 683262"/>
                <a:gd name="connsiteX2" fmla="*/ 710843 w 1218079"/>
                <a:gd name="connsiteY2" fmla="*/ 3680 h 683262"/>
                <a:gd name="connsiteX3" fmla="*/ 116985 w 1218079"/>
                <a:gd name="connsiteY3" fmla="*/ 29046 h 683262"/>
                <a:gd name="connsiteX4" fmla="*/ 97587 w 1218079"/>
                <a:gd name="connsiteY4" fmla="*/ 35014 h 683262"/>
                <a:gd name="connsiteX5" fmla="*/ 49840 w 1218079"/>
                <a:gd name="connsiteY5" fmla="*/ 39491 h 683262"/>
                <a:gd name="connsiteX6" fmla="*/ 37903 w 1218079"/>
                <a:gd name="connsiteY6" fmla="*/ 140954 h 683262"/>
                <a:gd name="connsiteX7" fmla="*/ 322895 w 1218079"/>
                <a:gd name="connsiteY7" fmla="*/ 224512 h 683262"/>
                <a:gd name="connsiteX8" fmla="*/ 346769 w 1218079"/>
                <a:gd name="connsiteY8" fmla="*/ 248385 h 683262"/>
                <a:gd name="connsiteX9" fmla="*/ 537759 w 1218079"/>
                <a:gd name="connsiteY9" fmla="*/ 390136 h 683262"/>
                <a:gd name="connsiteX10" fmla="*/ 919738 w 1218079"/>
                <a:gd name="connsiteY10" fmla="*/ 675128 h 683262"/>
                <a:gd name="connsiteX11" fmla="*/ 998819 w 1218079"/>
                <a:gd name="connsiteY11" fmla="*/ 630365 h 683262"/>
                <a:gd name="connsiteX12" fmla="*/ 1145045 w 1218079"/>
                <a:gd name="connsiteY12" fmla="*/ 530394 h 683262"/>
                <a:gd name="connsiteX13" fmla="*/ 1167427 w 1218079"/>
                <a:gd name="connsiteY13" fmla="*/ 443851 h 683262"/>
                <a:gd name="connsiteX14" fmla="*/ 1133109 w 1218079"/>
                <a:gd name="connsiteY14" fmla="*/ 311054 h 683262"/>
                <a:gd name="connsiteX15" fmla="*/ 1203238 w 1218079"/>
                <a:gd name="connsiteY15" fmla="*/ 215559 h 6832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18079" h="683262">
                  <a:moveTo>
                    <a:pt x="1203238" y="215559"/>
                  </a:moveTo>
                  <a:cubicBezTo>
                    <a:pt x="1227111" y="190193"/>
                    <a:pt x="1221143" y="152891"/>
                    <a:pt x="1192793" y="133493"/>
                  </a:cubicBezTo>
                  <a:cubicBezTo>
                    <a:pt x="1052535" y="36507"/>
                    <a:pt x="877959" y="14125"/>
                    <a:pt x="710843" y="3680"/>
                  </a:cubicBezTo>
                  <a:cubicBezTo>
                    <a:pt x="512393" y="-8257"/>
                    <a:pt x="313943" y="11141"/>
                    <a:pt x="116985" y="29046"/>
                  </a:cubicBezTo>
                  <a:cubicBezTo>
                    <a:pt x="109524" y="29046"/>
                    <a:pt x="102064" y="32030"/>
                    <a:pt x="97587" y="35014"/>
                  </a:cubicBezTo>
                  <a:cubicBezTo>
                    <a:pt x="82666" y="29046"/>
                    <a:pt x="64761" y="29046"/>
                    <a:pt x="49840" y="39491"/>
                  </a:cubicBezTo>
                  <a:cubicBezTo>
                    <a:pt x="-3876" y="45459"/>
                    <a:pt x="-23273" y="129017"/>
                    <a:pt x="37903" y="140954"/>
                  </a:cubicBezTo>
                  <a:cubicBezTo>
                    <a:pt x="137874" y="157367"/>
                    <a:pt x="231877" y="184225"/>
                    <a:pt x="322895" y="224512"/>
                  </a:cubicBezTo>
                  <a:cubicBezTo>
                    <a:pt x="328864" y="233464"/>
                    <a:pt x="337816" y="240925"/>
                    <a:pt x="346769" y="248385"/>
                  </a:cubicBezTo>
                  <a:cubicBezTo>
                    <a:pt x="406453" y="299117"/>
                    <a:pt x="475090" y="343880"/>
                    <a:pt x="537759" y="390136"/>
                  </a:cubicBezTo>
                  <a:cubicBezTo>
                    <a:pt x="664588" y="485630"/>
                    <a:pt x="792909" y="579633"/>
                    <a:pt x="919738" y="675128"/>
                  </a:cubicBezTo>
                  <a:cubicBezTo>
                    <a:pt x="951072" y="699001"/>
                    <a:pt x="1000311" y="666175"/>
                    <a:pt x="998819" y="630365"/>
                  </a:cubicBezTo>
                  <a:cubicBezTo>
                    <a:pt x="994343" y="551283"/>
                    <a:pt x="1086853" y="540838"/>
                    <a:pt x="1145045" y="530394"/>
                  </a:cubicBezTo>
                  <a:cubicBezTo>
                    <a:pt x="1186825" y="522933"/>
                    <a:pt x="1191301" y="470709"/>
                    <a:pt x="1167427" y="443851"/>
                  </a:cubicBezTo>
                  <a:cubicBezTo>
                    <a:pt x="1130125" y="400580"/>
                    <a:pt x="1107743" y="367754"/>
                    <a:pt x="1133109" y="311054"/>
                  </a:cubicBezTo>
                  <a:cubicBezTo>
                    <a:pt x="1148030" y="272259"/>
                    <a:pt x="1176380" y="243909"/>
                    <a:pt x="1203238" y="215559"/>
                  </a:cubicBezTo>
                  <a:close/>
                </a:path>
              </a:pathLst>
            </a:custGeom>
            <a:solidFill>
              <a:schemeClr val="accent5"/>
            </a:solidFill>
            <a:ln w="149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756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4BB97D5-BE23-49E5-52E3-90DD5CEAF102}"/>
                </a:ext>
              </a:extLst>
            </p:cNvPr>
            <p:cNvSpPr/>
            <p:nvPr/>
          </p:nvSpPr>
          <p:spPr>
            <a:xfrm rot="21320240">
              <a:off x="8490839" y="2674475"/>
              <a:ext cx="361304" cy="479067"/>
            </a:xfrm>
            <a:custGeom>
              <a:avLst/>
              <a:gdLst>
                <a:gd name="connsiteX0" fmla="*/ 359225 w 361304"/>
                <a:gd name="connsiteY0" fmla="*/ 327251 h 479067"/>
                <a:gd name="connsiteX1" fmla="*/ 268206 w 361304"/>
                <a:gd name="connsiteY1" fmla="*/ 210866 h 479067"/>
                <a:gd name="connsiteX2" fmla="*/ 162267 w 361304"/>
                <a:gd name="connsiteY2" fmla="*/ 119848 h 479067"/>
                <a:gd name="connsiteX3" fmla="*/ 75725 w 361304"/>
                <a:gd name="connsiteY3" fmla="*/ 9432 h 479067"/>
                <a:gd name="connsiteX4" fmla="*/ 23501 w 361304"/>
                <a:gd name="connsiteY4" fmla="*/ 98958 h 479067"/>
                <a:gd name="connsiteX5" fmla="*/ 53343 w 361304"/>
                <a:gd name="connsiteY5" fmla="*/ 130293 h 479067"/>
                <a:gd name="connsiteX6" fmla="*/ 53343 w 361304"/>
                <a:gd name="connsiteY6" fmla="*/ 134769 h 479067"/>
                <a:gd name="connsiteX7" fmla="*/ 54835 w 361304"/>
                <a:gd name="connsiteY7" fmla="*/ 140737 h 479067"/>
                <a:gd name="connsiteX8" fmla="*/ 56327 w 361304"/>
                <a:gd name="connsiteY8" fmla="*/ 163119 h 479067"/>
                <a:gd name="connsiteX9" fmla="*/ 56327 w 361304"/>
                <a:gd name="connsiteY9" fmla="*/ 164611 h 479067"/>
                <a:gd name="connsiteX10" fmla="*/ 51851 w 361304"/>
                <a:gd name="connsiteY10" fmla="*/ 225787 h 479067"/>
                <a:gd name="connsiteX11" fmla="*/ 57819 w 361304"/>
                <a:gd name="connsiteY11" fmla="*/ 304869 h 479067"/>
                <a:gd name="connsiteX12" fmla="*/ 57819 w 361304"/>
                <a:gd name="connsiteY12" fmla="*/ 357093 h 479067"/>
                <a:gd name="connsiteX13" fmla="*/ 57819 w 361304"/>
                <a:gd name="connsiteY13" fmla="*/ 383951 h 479067"/>
                <a:gd name="connsiteX14" fmla="*/ 101090 w 361304"/>
                <a:gd name="connsiteY14" fmla="*/ 476461 h 479067"/>
                <a:gd name="connsiteX15" fmla="*/ 344304 w 361304"/>
                <a:gd name="connsiteY15" fmla="*/ 377982 h 479067"/>
                <a:gd name="connsiteX16" fmla="*/ 359225 w 361304"/>
                <a:gd name="connsiteY16" fmla="*/ 327251 h 479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61304" h="479067">
                  <a:moveTo>
                    <a:pt x="359225" y="327251"/>
                  </a:moveTo>
                  <a:cubicBezTo>
                    <a:pt x="341319" y="283980"/>
                    <a:pt x="299541" y="246677"/>
                    <a:pt x="268206" y="210866"/>
                  </a:cubicBezTo>
                  <a:cubicBezTo>
                    <a:pt x="236872" y="176548"/>
                    <a:pt x="202554" y="145214"/>
                    <a:pt x="162267" y="119848"/>
                  </a:cubicBezTo>
                  <a:cubicBezTo>
                    <a:pt x="153314" y="72101"/>
                    <a:pt x="117503" y="39274"/>
                    <a:pt x="75725" y="9432"/>
                  </a:cubicBezTo>
                  <a:cubicBezTo>
                    <a:pt x="20517" y="-29362"/>
                    <a:pt x="-31707" y="61656"/>
                    <a:pt x="23501" y="98958"/>
                  </a:cubicBezTo>
                  <a:cubicBezTo>
                    <a:pt x="38422" y="106419"/>
                    <a:pt x="47375" y="116864"/>
                    <a:pt x="53343" y="130293"/>
                  </a:cubicBezTo>
                  <a:cubicBezTo>
                    <a:pt x="53343" y="131785"/>
                    <a:pt x="53343" y="133277"/>
                    <a:pt x="53343" y="134769"/>
                  </a:cubicBezTo>
                  <a:cubicBezTo>
                    <a:pt x="53343" y="136261"/>
                    <a:pt x="54835" y="139246"/>
                    <a:pt x="54835" y="140737"/>
                  </a:cubicBezTo>
                  <a:cubicBezTo>
                    <a:pt x="53343" y="148198"/>
                    <a:pt x="53343" y="155659"/>
                    <a:pt x="56327" y="163119"/>
                  </a:cubicBezTo>
                  <a:lnTo>
                    <a:pt x="56327" y="164611"/>
                  </a:lnTo>
                  <a:cubicBezTo>
                    <a:pt x="54835" y="184009"/>
                    <a:pt x="45883" y="204898"/>
                    <a:pt x="51851" y="225787"/>
                  </a:cubicBezTo>
                  <a:cubicBezTo>
                    <a:pt x="60804" y="255630"/>
                    <a:pt x="80201" y="273535"/>
                    <a:pt x="57819" y="304869"/>
                  </a:cubicBezTo>
                  <a:cubicBezTo>
                    <a:pt x="47375" y="318298"/>
                    <a:pt x="47375" y="343664"/>
                    <a:pt x="57819" y="357093"/>
                  </a:cubicBezTo>
                  <a:cubicBezTo>
                    <a:pt x="57819" y="366046"/>
                    <a:pt x="57819" y="374998"/>
                    <a:pt x="57819" y="383951"/>
                  </a:cubicBezTo>
                  <a:cubicBezTo>
                    <a:pt x="16040" y="415285"/>
                    <a:pt x="42898" y="494366"/>
                    <a:pt x="101090" y="476461"/>
                  </a:cubicBezTo>
                  <a:cubicBezTo>
                    <a:pt x="175696" y="452588"/>
                    <a:pt x="284619" y="430206"/>
                    <a:pt x="344304" y="377982"/>
                  </a:cubicBezTo>
                  <a:cubicBezTo>
                    <a:pt x="357733" y="366046"/>
                    <a:pt x="365193" y="342172"/>
                    <a:pt x="359225" y="327251"/>
                  </a:cubicBezTo>
                  <a:close/>
                </a:path>
              </a:pathLst>
            </a:custGeom>
            <a:solidFill>
              <a:schemeClr val="accent5"/>
            </a:solidFill>
            <a:ln w="149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756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0CCD8D9-EC18-298E-4136-417BF16BE6DB}"/>
                </a:ext>
              </a:extLst>
            </p:cNvPr>
            <p:cNvSpPr/>
            <p:nvPr/>
          </p:nvSpPr>
          <p:spPr>
            <a:xfrm rot="21320240">
              <a:off x="9651088" y="2757696"/>
              <a:ext cx="433557" cy="918370"/>
            </a:xfrm>
            <a:custGeom>
              <a:avLst/>
              <a:gdLst>
                <a:gd name="connsiteX0" fmla="*/ 298281 w 433557"/>
                <a:gd name="connsiteY0" fmla="*/ 15 h 918370"/>
                <a:gd name="connsiteX1" fmla="*/ 333206 w 433557"/>
                <a:gd name="connsiteY1" fmla="*/ 17966 h 918370"/>
                <a:gd name="connsiteX2" fmla="*/ 433557 w 433557"/>
                <a:gd name="connsiteY2" fmla="*/ 145163 h 918370"/>
                <a:gd name="connsiteX3" fmla="*/ 375097 w 433557"/>
                <a:gd name="connsiteY3" fmla="*/ 861941 h 918370"/>
                <a:gd name="connsiteX4" fmla="*/ 314764 w 433557"/>
                <a:gd name="connsiteY4" fmla="*/ 856203 h 918370"/>
                <a:gd name="connsiteX5" fmla="*/ 106406 w 433557"/>
                <a:gd name="connsiteY5" fmla="*/ 889356 h 918370"/>
                <a:gd name="connsiteX6" fmla="*/ 78056 w 433557"/>
                <a:gd name="connsiteY6" fmla="*/ 910245 h 918370"/>
                <a:gd name="connsiteX7" fmla="*/ 15387 w 433557"/>
                <a:gd name="connsiteY7" fmla="*/ 828180 h 918370"/>
                <a:gd name="connsiteX8" fmla="*/ 45229 w 433557"/>
                <a:gd name="connsiteY8" fmla="*/ 804306 h 918370"/>
                <a:gd name="connsiteX9" fmla="*/ 101930 w 433557"/>
                <a:gd name="connsiteY9" fmla="*/ 661064 h 918370"/>
                <a:gd name="connsiteX10" fmla="*/ 95961 w 433557"/>
                <a:gd name="connsiteY10" fmla="*/ 508869 h 918370"/>
                <a:gd name="connsiteX11" fmla="*/ 186979 w 433557"/>
                <a:gd name="connsiteY11" fmla="*/ 399945 h 918370"/>
                <a:gd name="connsiteX12" fmla="*/ 240695 w 433557"/>
                <a:gd name="connsiteY12" fmla="*/ 243274 h 918370"/>
                <a:gd name="connsiteX13" fmla="*/ 245171 w 433557"/>
                <a:gd name="connsiteY13" fmla="*/ 228353 h 918370"/>
                <a:gd name="connsiteX14" fmla="*/ 224282 w 433557"/>
                <a:gd name="connsiteY14" fmla="*/ 219401 h 918370"/>
                <a:gd name="connsiteX15" fmla="*/ 213838 w 433557"/>
                <a:gd name="connsiteY15" fmla="*/ 137335 h 918370"/>
                <a:gd name="connsiteX16" fmla="*/ 246664 w 433557"/>
                <a:gd name="connsiteY16" fmla="*/ 107493 h 918370"/>
                <a:gd name="connsiteX17" fmla="*/ 264569 w 433557"/>
                <a:gd name="connsiteY17" fmla="*/ 97048 h 918370"/>
                <a:gd name="connsiteX18" fmla="*/ 260093 w 433557"/>
                <a:gd name="connsiteY18" fmla="*/ 91079 h 918370"/>
                <a:gd name="connsiteX19" fmla="*/ 298281 w 433557"/>
                <a:gd name="connsiteY19" fmla="*/ 15 h 918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33557" h="918370">
                  <a:moveTo>
                    <a:pt x="298281" y="15"/>
                  </a:moveTo>
                  <a:cubicBezTo>
                    <a:pt x="310358" y="-312"/>
                    <a:pt x="322762" y="4910"/>
                    <a:pt x="333206" y="17966"/>
                  </a:cubicBezTo>
                  <a:lnTo>
                    <a:pt x="433557" y="145163"/>
                  </a:lnTo>
                  <a:lnTo>
                    <a:pt x="375097" y="861941"/>
                  </a:lnTo>
                  <a:lnTo>
                    <a:pt x="314764" y="856203"/>
                  </a:lnTo>
                  <a:cubicBezTo>
                    <a:pt x="243213" y="851307"/>
                    <a:pt x="160121" y="853546"/>
                    <a:pt x="106406" y="889356"/>
                  </a:cubicBezTo>
                  <a:cubicBezTo>
                    <a:pt x="97453" y="896816"/>
                    <a:pt x="88500" y="904277"/>
                    <a:pt x="78056" y="910245"/>
                  </a:cubicBezTo>
                  <a:cubicBezTo>
                    <a:pt x="28816" y="943072"/>
                    <a:pt x="-27884" y="868466"/>
                    <a:pt x="15387" y="828180"/>
                  </a:cubicBezTo>
                  <a:cubicBezTo>
                    <a:pt x="24340" y="819227"/>
                    <a:pt x="34785" y="811766"/>
                    <a:pt x="45229" y="804306"/>
                  </a:cubicBezTo>
                  <a:cubicBezTo>
                    <a:pt x="84024" y="767003"/>
                    <a:pt x="98945" y="714780"/>
                    <a:pt x="101930" y="661064"/>
                  </a:cubicBezTo>
                  <a:cubicBezTo>
                    <a:pt x="103421" y="616301"/>
                    <a:pt x="79548" y="547664"/>
                    <a:pt x="95961" y="508869"/>
                  </a:cubicBezTo>
                  <a:cubicBezTo>
                    <a:pt x="112374" y="468582"/>
                    <a:pt x="163106" y="438740"/>
                    <a:pt x="186979" y="399945"/>
                  </a:cubicBezTo>
                  <a:cubicBezTo>
                    <a:pt x="216822" y="352198"/>
                    <a:pt x="231743" y="298482"/>
                    <a:pt x="240695" y="243274"/>
                  </a:cubicBezTo>
                  <a:cubicBezTo>
                    <a:pt x="240695" y="237306"/>
                    <a:pt x="242188" y="232829"/>
                    <a:pt x="245171" y="228353"/>
                  </a:cubicBezTo>
                  <a:cubicBezTo>
                    <a:pt x="237711" y="225369"/>
                    <a:pt x="231743" y="222385"/>
                    <a:pt x="224282" y="219401"/>
                  </a:cubicBezTo>
                  <a:cubicBezTo>
                    <a:pt x="194440" y="205972"/>
                    <a:pt x="191456" y="158224"/>
                    <a:pt x="213838" y="137335"/>
                  </a:cubicBezTo>
                  <a:cubicBezTo>
                    <a:pt x="224282" y="126890"/>
                    <a:pt x="236219" y="117937"/>
                    <a:pt x="246664" y="107493"/>
                  </a:cubicBezTo>
                  <a:cubicBezTo>
                    <a:pt x="252632" y="103016"/>
                    <a:pt x="258601" y="100032"/>
                    <a:pt x="264569" y="97048"/>
                  </a:cubicBezTo>
                  <a:cubicBezTo>
                    <a:pt x="263077" y="95556"/>
                    <a:pt x="261585" y="92572"/>
                    <a:pt x="260093" y="91079"/>
                  </a:cubicBezTo>
                  <a:cubicBezTo>
                    <a:pt x="228759" y="51912"/>
                    <a:pt x="262051" y="994"/>
                    <a:pt x="298281" y="15"/>
                  </a:cubicBezTo>
                  <a:close/>
                </a:path>
              </a:pathLst>
            </a:custGeom>
            <a:solidFill>
              <a:srgbClr val="777B37"/>
            </a:solidFill>
            <a:ln w="149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756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4581C81-EAA0-6F3C-4ABD-0708D72C2585}"/>
                </a:ext>
              </a:extLst>
            </p:cNvPr>
            <p:cNvSpPr/>
            <p:nvPr/>
          </p:nvSpPr>
          <p:spPr>
            <a:xfrm rot="21320240">
              <a:off x="8192713" y="2534096"/>
              <a:ext cx="101278" cy="104447"/>
            </a:xfrm>
            <a:custGeom>
              <a:avLst/>
              <a:gdLst>
                <a:gd name="connsiteX0" fmla="*/ 50359 w 101278"/>
                <a:gd name="connsiteY0" fmla="*/ 0 h 104447"/>
                <a:gd name="connsiteX1" fmla="*/ 50359 w 101278"/>
                <a:gd name="connsiteY1" fmla="*/ 104447 h 104447"/>
                <a:gd name="connsiteX2" fmla="*/ 50359 w 101278"/>
                <a:gd name="connsiteY2" fmla="*/ 0 h 104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1278" h="104447">
                  <a:moveTo>
                    <a:pt x="50359" y="0"/>
                  </a:moveTo>
                  <a:cubicBezTo>
                    <a:pt x="-16786" y="0"/>
                    <a:pt x="-16786" y="104447"/>
                    <a:pt x="50359" y="104447"/>
                  </a:cubicBezTo>
                  <a:cubicBezTo>
                    <a:pt x="117503" y="104447"/>
                    <a:pt x="118995" y="0"/>
                    <a:pt x="50359" y="0"/>
                  </a:cubicBezTo>
                  <a:close/>
                </a:path>
              </a:pathLst>
            </a:custGeom>
            <a:solidFill>
              <a:srgbClr val="FFFFFF"/>
            </a:solidFill>
            <a:ln w="149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756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BFD6C6F8-D70E-C365-0278-73D211C2E3F1}"/>
                </a:ext>
              </a:extLst>
            </p:cNvPr>
            <p:cNvSpPr/>
            <p:nvPr/>
          </p:nvSpPr>
          <p:spPr>
            <a:xfrm rot="21320240">
              <a:off x="8136754" y="3279728"/>
              <a:ext cx="100717" cy="104447"/>
            </a:xfrm>
            <a:custGeom>
              <a:avLst/>
              <a:gdLst>
                <a:gd name="connsiteX0" fmla="*/ 50359 w 100717"/>
                <a:gd name="connsiteY0" fmla="*/ 0 h 104447"/>
                <a:gd name="connsiteX1" fmla="*/ 50359 w 100717"/>
                <a:gd name="connsiteY1" fmla="*/ 104447 h 104447"/>
                <a:gd name="connsiteX2" fmla="*/ 50359 w 100717"/>
                <a:gd name="connsiteY2" fmla="*/ 0 h 104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717" h="104447">
                  <a:moveTo>
                    <a:pt x="50359" y="0"/>
                  </a:moveTo>
                  <a:cubicBezTo>
                    <a:pt x="-16786" y="0"/>
                    <a:pt x="-16786" y="104447"/>
                    <a:pt x="50359" y="104447"/>
                  </a:cubicBezTo>
                  <a:cubicBezTo>
                    <a:pt x="117503" y="104447"/>
                    <a:pt x="117503" y="0"/>
                    <a:pt x="50359" y="0"/>
                  </a:cubicBezTo>
                  <a:close/>
                </a:path>
              </a:pathLst>
            </a:custGeom>
            <a:solidFill>
              <a:srgbClr val="FFFFFF"/>
            </a:solidFill>
            <a:ln w="149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756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57D7FB1-36A5-FCE7-06A9-EAD96B3D3914}"/>
                </a:ext>
              </a:extLst>
            </p:cNvPr>
            <p:cNvSpPr/>
            <p:nvPr/>
          </p:nvSpPr>
          <p:spPr>
            <a:xfrm rot="21320240">
              <a:off x="6083023" y="445787"/>
              <a:ext cx="4006679" cy="5664927"/>
            </a:xfrm>
            <a:custGeom>
              <a:avLst/>
              <a:gdLst>
                <a:gd name="connsiteX0" fmla="*/ 732624 w 4006679"/>
                <a:gd name="connsiteY0" fmla="*/ 5306912 h 5664927"/>
                <a:gd name="connsiteX1" fmla="*/ 723671 w 4006679"/>
                <a:gd name="connsiteY1" fmla="*/ 5327801 h 5664927"/>
                <a:gd name="connsiteX2" fmla="*/ 760974 w 4006679"/>
                <a:gd name="connsiteY2" fmla="*/ 5315864 h 5664927"/>
                <a:gd name="connsiteX3" fmla="*/ 732624 w 4006679"/>
                <a:gd name="connsiteY3" fmla="*/ 5306912 h 5664927"/>
                <a:gd name="connsiteX4" fmla="*/ 812265 w 4006679"/>
                <a:gd name="connsiteY4" fmla="*/ 5280241 h 5664927"/>
                <a:gd name="connsiteX5" fmla="*/ 789324 w 4006679"/>
                <a:gd name="connsiteY5" fmla="*/ 5287514 h 5664927"/>
                <a:gd name="connsiteX6" fmla="*/ 784848 w 4006679"/>
                <a:gd name="connsiteY6" fmla="*/ 5302435 h 5664927"/>
                <a:gd name="connsiteX7" fmla="*/ 795292 w 4006679"/>
                <a:gd name="connsiteY7" fmla="*/ 5309896 h 5664927"/>
                <a:gd name="connsiteX8" fmla="*/ 843040 w 4006679"/>
                <a:gd name="connsiteY8" fmla="*/ 5300943 h 5664927"/>
                <a:gd name="connsiteX9" fmla="*/ 812265 w 4006679"/>
                <a:gd name="connsiteY9" fmla="*/ 5280241 h 5664927"/>
                <a:gd name="connsiteX10" fmla="*/ 755005 w 4006679"/>
                <a:gd name="connsiteY10" fmla="*/ 5245736 h 5664927"/>
                <a:gd name="connsiteX11" fmla="*/ 740084 w 4006679"/>
                <a:gd name="connsiteY11" fmla="*/ 5281546 h 5664927"/>
                <a:gd name="connsiteX12" fmla="*/ 755005 w 4006679"/>
                <a:gd name="connsiteY12" fmla="*/ 5300943 h 5664927"/>
                <a:gd name="connsiteX13" fmla="*/ 771419 w 4006679"/>
                <a:gd name="connsiteY13" fmla="*/ 5289007 h 5664927"/>
                <a:gd name="connsiteX14" fmla="*/ 778879 w 4006679"/>
                <a:gd name="connsiteY14" fmla="*/ 5271101 h 5664927"/>
                <a:gd name="connsiteX15" fmla="*/ 755005 w 4006679"/>
                <a:gd name="connsiteY15" fmla="*/ 5245736 h 5664927"/>
                <a:gd name="connsiteX16" fmla="*/ 907200 w 4006679"/>
                <a:gd name="connsiteY16" fmla="*/ 5244243 h 5664927"/>
                <a:gd name="connsiteX17" fmla="*/ 874374 w 4006679"/>
                <a:gd name="connsiteY17" fmla="*/ 5272593 h 5664927"/>
                <a:gd name="connsiteX18" fmla="*/ 923613 w 4006679"/>
                <a:gd name="connsiteY18" fmla="*/ 5278562 h 5664927"/>
                <a:gd name="connsiteX19" fmla="*/ 907200 w 4006679"/>
                <a:gd name="connsiteY19" fmla="*/ 5244243 h 5664927"/>
                <a:gd name="connsiteX20" fmla="*/ 844532 w 4006679"/>
                <a:gd name="connsiteY20" fmla="*/ 5226338 h 5664927"/>
                <a:gd name="connsiteX21" fmla="*/ 822150 w 4006679"/>
                <a:gd name="connsiteY21" fmla="*/ 5245736 h 5664927"/>
                <a:gd name="connsiteX22" fmla="*/ 831103 w 4006679"/>
                <a:gd name="connsiteY22" fmla="*/ 5278562 h 5664927"/>
                <a:gd name="connsiteX23" fmla="*/ 859453 w 4006679"/>
                <a:gd name="connsiteY23" fmla="*/ 5274086 h 5664927"/>
                <a:gd name="connsiteX24" fmla="*/ 875866 w 4006679"/>
                <a:gd name="connsiteY24" fmla="*/ 5250212 h 5664927"/>
                <a:gd name="connsiteX25" fmla="*/ 844532 w 4006679"/>
                <a:gd name="connsiteY25" fmla="*/ 5226338 h 5664927"/>
                <a:gd name="connsiteX26" fmla="*/ 1018992 w 4006679"/>
                <a:gd name="connsiteY26" fmla="*/ 5238811 h 5664927"/>
                <a:gd name="connsiteX27" fmla="*/ 971361 w 4006679"/>
                <a:gd name="connsiteY27" fmla="*/ 5272593 h 5664927"/>
                <a:gd name="connsiteX28" fmla="*/ 1044474 w 4006679"/>
                <a:gd name="connsiteY28" fmla="*/ 5251704 h 5664927"/>
                <a:gd name="connsiteX29" fmla="*/ 1018992 w 4006679"/>
                <a:gd name="connsiteY29" fmla="*/ 5238811 h 5664927"/>
                <a:gd name="connsiteX30" fmla="*/ 577445 w 4006679"/>
                <a:gd name="connsiteY30" fmla="*/ 5194258 h 5664927"/>
                <a:gd name="connsiteX31" fmla="*/ 532682 w 4006679"/>
                <a:gd name="connsiteY31" fmla="*/ 5203956 h 5664927"/>
                <a:gd name="connsiteX32" fmla="*/ 387947 w 4006679"/>
                <a:gd name="connsiteY32" fmla="*/ 5265133 h 5664927"/>
                <a:gd name="connsiteX33" fmla="*/ 290961 w 4006679"/>
                <a:gd name="connsiteY33" fmla="*/ 5330785 h 5664927"/>
                <a:gd name="connsiteX34" fmla="*/ 208895 w 4006679"/>
                <a:gd name="connsiteY34" fmla="*/ 5399422 h 5664927"/>
                <a:gd name="connsiteX35" fmla="*/ 189497 w 4006679"/>
                <a:gd name="connsiteY35" fmla="*/ 5423296 h 5664927"/>
                <a:gd name="connsiteX36" fmla="*/ 202926 w 4006679"/>
                <a:gd name="connsiteY36" fmla="*/ 5423296 h 5664927"/>
                <a:gd name="connsiteX37" fmla="*/ 280516 w 4006679"/>
                <a:gd name="connsiteY37" fmla="*/ 5393454 h 5664927"/>
                <a:gd name="connsiteX38" fmla="*/ 455092 w 4006679"/>
                <a:gd name="connsiteY38" fmla="*/ 5375549 h 5664927"/>
                <a:gd name="connsiteX39" fmla="*/ 565508 w 4006679"/>
                <a:gd name="connsiteY39" fmla="*/ 5369580 h 5664927"/>
                <a:gd name="connsiteX40" fmla="*/ 602811 w 4006679"/>
                <a:gd name="connsiteY40" fmla="*/ 5356151 h 5664927"/>
                <a:gd name="connsiteX41" fmla="*/ 665479 w 4006679"/>
                <a:gd name="connsiteY41" fmla="*/ 5266625 h 5664927"/>
                <a:gd name="connsiteX42" fmla="*/ 622208 w 4006679"/>
                <a:gd name="connsiteY42" fmla="*/ 5202464 h 5664927"/>
                <a:gd name="connsiteX43" fmla="*/ 577445 w 4006679"/>
                <a:gd name="connsiteY43" fmla="*/ 5194258 h 5664927"/>
                <a:gd name="connsiteX44" fmla="*/ 783356 w 4006679"/>
                <a:gd name="connsiteY44" fmla="*/ 5209925 h 5664927"/>
                <a:gd name="connsiteX45" fmla="*/ 799769 w 4006679"/>
                <a:gd name="connsiteY45" fmla="*/ 5262148 h 5664927"/>
                <a:gd name="connsiteX46" fmla="*/ 823642 w 4006679"/>
                <a:gd name="connsiteY46" fmla="*/ 5220370 h 5664927"/>
                <a:gd name="connsiteX47" fmla="*/ 783356 w 4006679"/>
                <a:gd name="connsiteY47" fmla="*/ 5209925 h 5664927"/>
                <a:gd name="connsiteX48" fmla="*/ 747172 w 4006679"/>
                <a:gd name="connsiteY48" fmla="*/ 5201159 h 5664927"/>
                <a:gd name="connsiteX49" fmla="*/ 723671 w 4006679"/>
                <a:gd name="connsiteY49" fmla="*/ 5202464 h 5664927"/>
                <a:gd name="connsiteX50" fmla="*/ 743069 w 4006679"/>
                <a:gd name="connsiteY50" fmla="*/ 5248720 h 5664927"/>
                <a:gd name="connsiteX51" fmla="*/ 759482 w 4006679"/>
                <a:gd name="connsiteY51" fmla="*/ 5226338 h 5664927"/>
                <a:gd name="connsiteX52" fmla="*/ 759482 w 4006679"/>
                <a:gd name="connsiteY52" fmla="*/ 5209925 h 5664927"/>
                <a:gd name="connsiteX53" fmla="*/ 747172 w 4006679"/>
                <a:gd name="connsiteY53" fmla="*/ 5201159 h 5664927"/>
                <a:gd name="connsiteX54" fmla="*/ 954948 w 4006679"/>
                <a:gd name="connsiteY54" fmla="*/ 5212909 h 5664927"/>
                <a:gd name="connsiteX55" fmla="*/ 950471 w 4006679"/>
                <a:gd name="connsiteY55" fmla="*/ 5278562 h 5664927"/>
                <a:gd name="connsiteX56" fmla="*/ 980313 w 4006679"/>
                <a:gd name="connsiteY56" fmla="*/ 5227830 h 5664927"/>
                <a:gd name="connsiteX57" fmla="*/ 954948 w 4006679"/>
                <a:gd name="connsiteY57" fmla="*/ 5212909 h 5664927"/>
                <a:gd name="connsiteX58" fmla="*/ 631161 w 4006679"/>
                <a:gd name="connsiteY58" fmla="*/ 5186051 h 5664927"/>
                <a:gd name="connsiteX59" fmla="*/ 678908 w 4006679"/>
                <a:gd name="connsiteY59" fmla="*/ 5272593 h 5664927"/>
                <a:gd name="connsiteX60" fmla="*/ 637129 w 4006679"/>
                <a:gd name="connsiteY60" fmla="*/ 5360627 h 5664927"/>
                <a:gd name="connsiteX61" fmla="*/ 710242 w 4006679"/>
                <a:gd name="connsiteY61" fmla="*/ 5281546 h 5664927"/>
                <a:gd name="connsiteX62" fmla="*/ 631161 w 4006679"/>
                <a:gd name="connsiteY62" fmla="*/ 5186051 h 5664927"/>
                <a:gd name="connsiteX63" fmla="*/ 2176889 w 4006679"/>
                <a:gd name="connsiteY63" fmla="*/ 5279378 h 5664927"/>
                <a:gd name="connsiteX64" fmla="*/ 2103869 w 4006679"/>
                <a:gd name="connsiteY64" fmla="*/ 5317356 h 5664927"/>
                <a:gd name="connsiteX65" fmla="*/ 2103869 w 4006679"/>
                <a:gd name="connsiteY65" fmla="*/ 5394946 h 5664927"/>
                <a:gd name="connsiteX66" fmla="*/ 2162061 w 4006679"/>
                <a:gd name="connsiteY66" fmla="*/ 5475520 h 5664927"/>
                <a:gd name="connsiteX67" fmla="*/ 2245619 w 4006679"/>
                <a:gd name="connsiteY67" fmla="*/ 5568030 h 5664927"/>
                <a:gd name="connsiteX68" fmla="*/ 2269493 w 4006679"/>
                <a:gd name="connsiteY68" fmla="*/ 5606825 h 5664927"/>
                <a:gd name="connsiteX69" fmla="*/ 2270985 w 4006679"/>
                <a:gd name="connsiteY69" fmla="*/ 5585935 h 5664927"/>
                <a:gd name="connsiteX70" fmla="*/ 2272477 w 4006679"/>
                <a:gd name="connsiteY70" fmla="*/ 5526251 h 5664927"/>
                <a:gd name="connsiteX71" fmla="*/ 2272477 w 4006679"/>
                <a:gd name="connsiteY71" fmla="*/ 5384501 h 5664927"/>
                <a:gd name="connsiteX72" fmla="*/ 2247111 w 4006679"/>
                <a:gd name="connsiteY72" fmla="*/ 5326309 h 5664927"/>
                <a:gd name="connsiteX73" fmla="*/ 2205332 w 4006679"/>
                <a:gd name="connsiteY73" fmla="*/ 5290499 h 5664927"/>
                <a:gd name="connsiteX74" fmla="*/ 2176889 w 4006679"/>
                <a:gd name="connsiteY74" fmla="*/ 5279378 h 5664927"/>
                <a:gd name="connsiteX75" fmla="*/ 857961 w 4006679"/>
                <a:gd name="connsiteY75" fmla="*/ 5171130 h 5664927"/>
                <a:gd name="connsiteX76" fmla="*/ 792308 w 4006679"/>
                <a:gd name="connsiteY76" fmla="*/ 5186051 h 5664927"/>
                <a:gd name="connsiteX77" fmla="*/ 840055 w 4006679"/>
                <a:gd name="connsiteY77" fmla="*/ 5206941 h 5664927"/>
                <a:gd name="connsiteX78" fmla="*/ 857961 w 4006679"/>
                <a:gd name="connsiteY78" fmla="*/ 5171130 h 5664927"/>
                <a:gd name="connsiteX79" fmla="*/ 881834 w 4006679"/>
                <a:gd name="connsiteY79" fmla="*/ 5172622 h 5664927"/>
                <a:gd name="connsiteX80" fmla="*/ 866913 w 4006679"/>
                <a:gd name="connsiteY80" fmla="*/ 5215893 h 5664927"/>
                <a:gd name="connsiteX81" fmla="*/ 890787 w 4006679"/>
                <a:gd name="connsiteY81" fmla="*/ 5233798 h 5664927"/>
                <a:gd name="connsiteX82" fmla="*/ 905708 w 4006679"/>
                <a:gd name="connsiteY82" fmla="*/ 5233798 h 5664927"/>
                <a:gd name="connsiteX83" fmla="*/ 925106 w 4006679"/>
                <a:gd name="connsiteY83" fmla="*/ 5218877 h 5664927"/>
                <a:gd name="connsiteX84" fmla="*/ 881834 w 4006679"/>
                <a:gd name="connsiteY84" fmla="*/ 5172622 h 5664927"/>
                <a:gd name="connsiteX85" fmla="*/ 1071332 w 4006679"/>
                <a:gd name="connsiteY85" fmla="*/ 5183067 h 5664927"/>
                <a:gd name="connsiteX86" fmla="*/ 1026569 w 4006679"/>
                <a:gd name="connsiteY86" fmla="*/ 5208433 h 5664927"/>
                <a:gd name="connsiteX87" fmla="*/ 1029553 w 4006679"/>
                <a:gd name="connsiteY87" fmla="*/ 5224846 h 5664927"/>
                <a:gd name="connsiteX88" fmla="*/ 1078792 w 4006679"/>
                <a:gd name="connsiteY88" fmla="*/ 5238275 h 5664927"/>
                <a:gd name="connsiteX89" fmla="*/ 1086253 w 4006679"/>
                <a:gd name="connsiteY89" fmla="*/ 5227830 h 5664927"/>
                <a:gd name="connsiteX90" fmla="*/ 1093713 w 4006679"/>
                <a:gd name="connsiteY90" fmla="*/ 5190528 h 5664927"/>
                <a:gd name="connsiteX91" fmla="*/ 1071332 w 4006679"/>
                <a:gd name="connsiteY91" fmla="*/ 5183067 h 5664927"/>
                <a:gd name="connsiteX92" fmla="*/ 1191260 w 4006679"/>
                <a:gd name="connsiteY92" fmla="*/ 5189221 h 5664927"/>
                <a:gd name="connsiteX93" fmla="*/ 1184732 w 4006679"/>
                <a:gd name="connsiteY93" fmla="*/ 5189035 h 5664927"/>
                <a:gd name="connsiteX94" fmla="*/ 1150413 w 4006679"/>
                <a:gd name="connsiteY94" fmla="*/ 5218877 h 5664927"/>
                <a:gd name="connsiteX95" fmla="*/ 1201145 w 4006679"/>
                <a:gd name="connsiteY95" fmla="*/ 5203956 h 5664927"/>
                <a:gd name="connsiteX96" fmla="*/ 1191260 w 4006679"/>
                <a:gd name="connsiteY96" fmla="*/ 5189221 h 5664927"/>
                <a:gd name="connsiteX97" fmla="*/ 1145937 w 4006679"/>
                <a:gd name="connsiteY97" fmla="*/ 5184559 h 5664927"/>
                <a:gd name="connsiteX98" fmla="*/ 1095206 w 4006679"/>
                <a:gd name="connsiteY98" fmla="*/ 5215893 h 5664927"/>
                <a:gd name="connsiteX99" fmla="*/ 1135492 w 4006679"/>
                <a:gd name="connsiteY99" fmla="*/ 5211417 h 5664927"/>
                <a:gd name="connsiteX100" fmla="*/ 1145937 w 4006679"/>
                <a:gd name="connsiteY100" fmla="*/ 5184559 h 5664927"/>
                <a:gd name="connsiteX101" fmla="*/ 980313 w 4006679"/>
                <a:gd name="connsiteY101" fmla="*/ 5159193 h 5664927"/>
                <a:gd name="connsiteX102" fmla="*/ 960916 w 4006679"/>
                <a:gd name="connsiteY102" fmla="*/ 5193512 h 5664927"/>
                <a:gd name="connsiteX103" fmla="*/ 1007171 w 4006679"/>
                <a:gd name="connsiteY103" fmla="*/ 5223354 h 5664927"/>
                <a:gd name="connsiteX104" fmla="*/ 1026569 w 4006679"/>
                <a:gd name="connsiteY104" fmla="*/ 5178591 h 5664927"/>
                <a:gd name="connsiteX105" fmla="*/ 980313 w 4006679"/>
                <a:gd name="connsiteY105" fmla="*/ 5159193 h 5664927"/>
                <a:gd name="connsiteX106" fmla="*/ 2054629 w 4006679"/>
                <a:gd name="connsiteY106" fmla="*/ 5242751 h 5664927"/>
                <a:gd name="connsiteX107" fmla="*/ 2041201 w 4006679"/>
                <a:gd name="connsiteY107" fmla="*/ 5275578 h 5664927"/>
                <a:gd name="connsiteX108" fmla="*/ 2054629 w 4006679"/>
                <a:gd name="connsiteY108" fmla="*/ 5287514 h 5664927"/>
                <a:gd name="connsiteX109" fmla="*/ 2072535 w 4006679"/>
                <a:gd name="connsiteY109" fmla="*/ 5250212 h 5664927"/>
                <a:gd name="connsiteX110" fmla="*/ 2072535 w 4006679"/>
                <a:gd name="connsiteY110" fmla="*/ 5244243 h 5664927"/>
                <a:gd name="connsiteX111" fmla="*/ 2054629 w 4006679"/>
                <a:gd name="connsiteY111" fmla="*/ 5242751 h 5664927"/>
                <a:gd name="connsiteX112" fmla="*/ 968377 w 4006679"/>
                <a:gd name="connsiteY112" fmla="*/ 5142780 h 5664927"/>
                <a:gd name="connsiteX113" fmla="*/ 905708 w 4006679"/>
                <a:gd name="connsiteY113" fmla="*/ 5157701 h 5664927"/>
                <a:gd name="connsiteX114" fmla="*/ 908692 w 4006679"/>
                <a:gd name="connsiteY114" fmla="*/ 5183067 h 5664927"/>
                <a:gd name="connsiteX115" fmla="*/ 925106 w 4006679"/>
                <a:gd name="connsiteY115" fmla="*/ 5197988 h 5664927"/>
                <a:gd name="connsiteX116" fmla="*/ 945995 w 4006679"/>
                <a:gd name="connsiteY116" fmla="*/ 5187543 h 5664927"/>
                <a:gd name="connsiteX117" fmla="*/ 968377 w 4006679"/>
                <a:gd name="connsiteY117" fmla="*/ 5142780 h 5664927"/>
                <a:gd name="connsiteX118" fmla="*/ 2015835 w 4006679"/>
                <a:gd name="connsiteY118" fmla="*/ 5218877 h 5664927"/>
                <a:gd name="connsiteX119" fmla="*/ 1968087 w 4006679"/>
                <a:gd name="connsiteY119" fmla="*/ 5218877 h 5664927"/>
                <a:gd name="connsiteX120" fmla="*/ 2026280 w 4006679"/>
                <a:gd name="connsiteY120" fmla="*/ 5262148 h 5664927"/>
                <a:gd name="connsiteX121" fmla="*/ 2038216 w 4006679"/>
                <a:gd name="connsiteY121" fmla="*/ 5242751 h 5664927"/>
                <a:gd name="connsiteX122" fmla="*/ 2015835 w 4006679"/>
                <a:gd name="connsiteY122" fmla="*/ 5218877 h 5664927"/>
                <a:gd name="connsiteX123" fmla="*/ 2166421 w 4006679"/>
                <a:gd name="connsiteY123" fmla="*/ 5230861 h 5664927"/>
                <a:gd name="connsiteX124" fmla="*/ 2091932 w 4006679"/>
                <a:gd name="connsiteY124" fmla="*/ 5260657 h 5664927"/>
                <a:gd name="connsiteX125" fmla="*/ 2077011 w 4006679"/>
                <a:gd name="connsiteY125" fmla="*/ 5323325 h 5664927"/>
                <a:gd name="connsiteX126" fmla="*/ 2093424 w 4006679"/>
                <a:gd name="connsiteY126" fmla="*/ 5293483 h 5664927"/>
                <a:gd name="connsiteX127" fmla="*/ 2223237 w 4006679"/>
                <a:gd name="connsiteY127" fmla="*/ 5284530 h 5664927"/>
                <a:gd name="connsiteX128" fmla="*/ 2260540 w 4006679"/>
                <a:gd name="connsiteY128" fmla="*/ 5315864 h 5664927"/>
                <a:gd name="connsiteX129" fmla="*/ 2257556 w 4006679"/>
                <a:gd name="connsiteY129" fmla="*/ 5300943 h 5664927"/>
                <a:gd name="connsiteX130" fmla="*/ 2194887 w 4006679"/>
                <a:gd name="connsiteY130" fmla="*/ 5241259 h 5664927"/>
                <a:gd name="connsiteX131" fmla="*/ 2166421 w 4006679"/>
                <a:gd name="connsiteY131" fmla="*/ 5230861 h 5664927"/>
                <a:gd name="connsiteX132" fmla="*/ 1262321 w 4006679"/>
                <a:gd name="connsiteY132" fmla="*/ 5139796 h 5664927"/>
                <a:gd name="connsiteX133" fmla="*/ 1205621 w 4006679"/>
                <a:gd name="connsiteY133" fmla="*/ 5180083 h 5664927"/>
                <a:gd name="connsiteX134" fmla="*/ 1223527 w 4006679"/>
                <a:gd name="connsiteY134" fmla="*/ 5196496 h 5664927"/>
                <a:gd name="connsiteX135" fmla="*/ 1259337 w 4006679"/>
                <a:gd name="connsiteY135" fmla="*/ 5186051 h 5664927"/>
                <a:gd name="connsiteX136" fmla="*/ 1271274 w 4006679"/>
                <a:gd name="connsiteY136" fmla="*/ 5145764 h 5664927"/>
                <a:gd name="connsiteX137" fmla="*/ 1262321 w 4006679"/>
                <a:gd name="connsiteY137" fmla="*/ 5139796 h 5664927"/>
                <a:gd name="connsiteX138" fmla="*/ 1177271 w 4006679"/>
                <a:gd name="connsiteY138" fmla="*/ 5129351 h 5664927"/>
                <a:gd name="connsiteX139" fmla="*/ 1147429 w 4006679"/>
                <a:gd name="connsiteY139" fmla="*/ 5147257 h 5664927"/>
                <a:gd name="connsiteX140" fmla="*/ 1139969 w 4006679"/>
                <a:gd name="connsiteY140" fmla="*/ 5165162 h 5664927"/>
                <a:gd name="connsiteX141" fmla="*/ 1159366 w 4006679"/>
                <a:gd name="connsiteY141" fmla="*/ 5177099 h 5664927"/>
                <a:gd name="connsiteX142" fmla="*/ 1186224 w 4006679"/>
                <a:gd name="connsiteY142" fmla="*/ 5171130 h 5664927"/>
                <a:gd name="connsiteX143" fmla="*/ 1211590 w 4006679"/>
                <a:gd name="connsiteY143" fmla="*/ 5145764 h 5664927"/>
                <a:gd name="connsiteX144" fmla="*/ 1177271 w 4006679"/>
                <a:gd name="connsiteY144" fmla="*/ 5129351 h 5664927"/>
                <a:gd name="connsiteX145" fmla="*/ 1089237 w 4006679"/>
                <a:gd name="connsiteY145" fmla="*/ 5120398 h 5664927"/>
                <a:gd name="connsiteX146" fmla="*/ 1074316 w 4006679"/>
                <a:gd name="connsiteY146" fmla="*/ 5127859 h 5664927"/>
                <a:gd name="connsiteX147" fmla="*/ 1077300 w 4006679"/>
                <a:gd name="connsiteY147" fmla="*/ 5172622 h 5664927"/>
                <a:gd name="connsiteX148" fmla="*/ 1098190 w 4006679"/>
                <a:gd name="connsiteY148" fmla="*/ 5180083 h 5664927"/>
                <a:gd name="connsiteX149" fmla="*/ 1129524 w 4006679"/>
                <a:gd name="connsiteY149" fmla="*/ 5165162 h 5664927"/>
                <a:gd name="connsiteX150" fmla="*/ 1138477 w 4006679"/>
                <a:gd name="connsiteY150" fmla="*/ 5132335 h 5664927"/>
                <a:gd name="connsiteX151" fmla="*/ 1089237 w 4006679"/>
                <a:gd name="connsiteY151" fmla="*/ 5120398 h 5664927"/>
                <a:gd name="connsiteX152" fmla="*/ 1338605 w 4006679"/>
                <a:gd name="connsiteY152" fmla="*/ 5139796 h 5664927"/>
                <a:gd name="connsiteX153" fmla="*/ 1313053 w 4006679"/>
                <a:gd name="connsiteY153" fmla="*/ 5139796 h 5664927"/>
                <a:gd name="connsiteX154" fmla="*/ 1275750 w 4006679"/>
                <a:gd name="connsiteY154" fmla="*/ 5180083 h 5664927"/>
                <a:gd name="connsiteX155" fmla="*/ 1365277 w 4006679"/>
                <a:gd name="connsiteY155" fmla="*/ 5144272 h 5664927"/>
                <a:gd name="connsiteX156" fmla="*/ 1338605 w 4006679"/>
                <a:gd name="connsiteY156" fmla="*/ 5139796 h 5664927"/>
                <a:gd name="connsiteX157" fmla="*/ 2111330 w 4006679"/>
                <a:gd name="connsiteY157" fmla="*/ 5202464 h 5664927"/>
                <a:gd name="connsiteX158" fmla="*/ 2105361 w 4006679"/>
                <a:gd name="connsiteY158" fmla="*/ 5209925 h 5664927"/>
                <a:gd name="connsiteX159" fmla="*/ 2109837 w 4006679"/>
                <a:gd name="connsiteY159" fmla="*/ 5217385 h 5664927"/>
                <a:gd name="connsiteX160" fmla="*/ 2115806 w 4006679"/>
                <a:gd name="connsiteY160" fmla="*/ 5211417 h 5664927"/>
                <a:gd name="connsiteX161" fmla="*/ 2111330 w 4006679"/>
                <a:gd name="connsiteY161" fmla="*/ 5202464 h 5664927"/>
                <a:gd name="connsiteX162" fmla="*/ 1060887 w 4006679"/>
                <a:gd name="connsiteY162" fmla="*/ 5112938 h 5664927"/>
                <a:gd name="connsiteX163" fmla="*/ 1001203 w 4006679"/>
                <a:gd name="connsiteY163" fmla="*/ 5132335 h 5664927"/>
                <a:gd name="connsiteX164" fmla="*/ 1026569 w 4006679"/>
                <a:gd name="connsiteY164" fmla="*/ 5162178 h 5664927"/>
                <a:gd name="connsiteX165" fmla="*/ 1037013 w 4006679"/>
                <a:gd name="connsiteY165" fmla="*/ 5162178 h 5664927"/>
                <a:gd name="connsiteX166" fmla="*/ 1050442 w 4006679"/>
                <a:gd name="connsiteY166" fmla="*/ 5151733 h 5664927"/>
                <a:gd name="connsiteX167" fmla="*/ 1060887 w 4006679"/>
                <a:gd name="connsiteY167" fmla="*/ 5112938 h 5664927"/>
                <a:gd name="connsiteX168" fmla="*/ 2048661 w 4006679"/>
                <a:gd name="connsiteY168" fmla="*/ 5189035 h 5664927"/>
                <a:gd name="connsiteX169" fmla="*/ 2051645 w 4006679"/>
                <a:gd name="connsiteY169" fmla="*/ 5221862 h 5664927"/>
                <a:gd name="connsiteX170" fmla="*/ 2084472 w 4006679"/>
                <a:gd name="connsiteY170" fmla="*/ 5226338 h 5664927"/>
                <a:gd name="connsiteX171" fmla="*/ 2085964 w 4006679"/>
                <a:gd name="connsiteY171" fmla="*/ 5197988 h 5664927"/>
                <a:gd name="connsiteX172" fmla="*/ 2069550 w 4006679"/>
                <a:gd name="connsiteY172" fmla="*/ 5193512 h 5664927"/>
                <a:gd name="connsiteX173" fmla="*/ 2048661 w 4006679"/>
                <a:gd name="connsiteY173" fmla="*/ 5189035 h 5664927"/>
                <a:gd name="connsiteX174" fmla="*/ 1921832 w 4006679"/>
                <a:gd name="connsiteY174" fmla="*/ 5162178 h 5664927"/>
                <a:gd name="connsiteX175" fmla="*/ 1865132 w 4006679"/>
                <a:gd name="connsiteY175" fmla="*/ 5166654 h 5664927"/>
                <a:gd name="connsiteX176" fmla="*/ 1865132 w 4006679"/>
                <a:gd name="connsiteY176" fmla="*/ 5172622 h 5664927"/>
                <a:gd name="connsiteX177" fmla="*/ 1953166 w 4006679"/>
                <a:gd name="connsiteY177" fmla="*/ 5217385 h 5664927"/>
                <a:gd name="connsiteX178" fmla="*/ 1921832 w 4006679"/>
                <a:gd name="connsiteY178" fmla="*/ 5162178 h 5664927"/>
                <a:gd name="connsiteX179" fmla="*/ 2015835 w 4006679"/>
                <a:gd name="connsiteY179" fmla="*/ 5169638 h 5664927"/>
                <a:gd name="connsiteX180" fmla="*/ 1962119 w 4006679"/>
                <a:gd name="connsiteY180" fmla="*/ 5169638 h 5664927"/>
                <a:gd name="connsiteX181" fmla="*/ 1980024 w 4006679"/>
                <a:gd name="connsiteY181" fmla="*/ 5202464 h 5664927"/>
                <a:gd name="connsiteX182" fmla="*/ 2017327 w 4006679"/>
                <a:gd name="connsiteY182" fmla="*/ 5205449 h 5664927"/>
                <a:gd name="connsiteX183" fmla="*/ 2029264 w 4006679"/>
                <a:gd name="connsiteY183" fmla="*/ 5190528 h 5664927"/>
                <a:gd name="connsiteX184" fmla="*/ 2015835 w 4006679"/>
                <a:gd name="connsiteY184" fmla="*/ 5169638 h 5664927"/>
                <a:gd name="connsiteX185" fmla="*/ 2105361 w 4006679"/>
                <a:gd name="connsiteY185" fmla="*/ 5166654 h 5664927"/>
                <a:gd name="connsiteX186" fmla="*/ 2127743 w 4006679"/>
                <a:gd name="connsiteY186" fmla="*/ 5192020 h 5664927"/>
                <a:gd name="connsiteX187" fmla="*/ 2130727 w 4006679"/>
                <a:gd name="connsiteY187" fmla="*/ 5187543 h 5664927"/>
                <a:gd name="connsiteX188" fmla="*/ 2105361 w 4006679"/>
                <a:gd name="connsiteY188" fmla="*/ 5166654 h 5664927"/>
                <a:gd name="connsiteX189" fmla="*/ 1160858 w 4006679"/>
                <a:gd name="connsiteY189" fmla="*/ 5083096 h 5664927"/>
                <a:gd name="connsiteX190" fmla="*/ 1114603 w 4006679"/>
                <a:gd name="connsiteY190" fmla="*/ 5098017 h 5664927"/>
                <a:gd name="connsiteX191" fmla="*/ 1108634 w 4006679"/>
                <a:gd name="connsiteY191" fmla="*/ 5106970 h 5664927"/>
                <a:gd name="connsiteX192" fmla="*/ 1116095 w 4006679"/>
                <a:gd name="connsiteY192" fmla="*/ 5115922 h 5664927"/>
                <a:gd name="connsiteX193" fmla="*/ 1163842 w 4006679"/>
                <a:gd name="connsiteY193" fmla="*/ 5114430 h 5664927"/>
                <a:gd name="connsiteX194" fmla="*/ 1160858 w 4006679"/>
                <a:gd name="connsiteY194" fmla="*/ 5083096 h 5664927"/>
                <a:gd name="connsiteX195" fmla="*/ 1324990 w 4006679"/>
                <a:gd name="connsiteY195" fmla="*/ 5093541 h 5664927"/>
                <a:gd name="connsiteX196" fmla="*/ 1256353 w 4006679"/>
                <a:gd name="connsiteY196" fmla="*/ 5120398 h 5664927"/>
                <a:gd name="connsiteX197" fmla="*/ 1319021 w 4006679"/>
                <a:gd name="connsiteY197" fmla="*/ 5120398 h 5664927"/>
                <a:gd name="connsiteX198" fmla="*/ 1324990 w 4006679"/>
                <a:gd name="connsiteY198" fmla="*/ 5093541 h 5664927"/>
                <a:gd name="connsiteX199" fmla="*/ 1190700 w 4006679"/>
                <a:gd name="connsiteY199" fmla="*/ 5077127 h 5664927"/>
                <a:gd name="connsiteX200" fmla="*/ 1172795 w 4006679"/>
                <a:gd name="connsiteY200" fmla="*/ 5099509 h 5664927"/>
                <a:gd name="connsiteX201" fmla="*/ 1205621 w 4006679"/>
                <a:gd name="connsiteY201" fmla="*/ 5130843 h 5664927"/>
                <a:gd name="connsiteX202" fmla="*/ 1239940 w 4006679"/>
                <a:gd name="connsiteY202" fmla="*/ 5127859 h 5664927"/>
                <a:gd name="connsiteX203" fmla="*/ 1254861 w 4006679"/>
                <a:gd name="connsiteY203" fmla="*/ 5095033 h 5664927"/>
                <a:gd name="connsiteX204" fmla="*/ 1219050 w 4006679"/>
                <a:gd name="connsiteY204" fmla="*/ 5093541 h 5664927"/>
                <a:gd name="connsiteX205" fmla="*/ 1190700 w 4006679"/>
                <a:gd name="connsiteY205" fmla="*/ 5077127 h 5664927"/>
                <a:gd name="connsiteX206" fmla="*/ 1724501 w 4006679"/>
                <a:gd name="connsiteY206" fmla="*/ 5115549 h 5664927"/>
                <a:gd name="connsiteX207" fmla="*/ 1702492 w 4006679"/>
                <a:gd name="connsiteY207" fmla="*/ 5117414 h 5664927"/>
                <a:gd name="connsiteX208" fmla="*/ 1739795 w 4006679"/>
                <a:gd name="connsiteY208" fmla="*/ 5133828 h 5664927"/>
                <a:gd name="connsiteX209" fmla="*/ 1724501 w 4006679"/>
                <a:gd name="connsiteY209" fmla="*/ 5115549 h 5664927"/>
                <a:gd name="connsiteX210" fmla="*/ 1362292 w 4006679"/>
                <a:gd name="connsiteY210" fmla="*/ 5081604 h 5664927"/>
                <a:gd name="connsiteX211" fmla="*/ 1338419 w 4006679"/>
                <a:gd name="connsiteY211" fmla="*/ 5102493 h 5664927"/>
                <a:gd name="connsiteX212" fmla="*/ 1351848 w 4006679"/>
                <a:gd name="connsiteY212" fmla="*/ 5130843 h 5664927"/>
                <a:gd name="connsiteX213" fmla="*/ 1384674 w 4006679"/>
                <a:gd name="connsiteY213" fmla="*/ 5124875 h 5664927"/>
                <a:gd name="connsiteX214" fmla="*/ 1402579 w 4006679"/>
                <a:gd name="connsiteY214" fmla="*/ 5101001 h 5664927"/>
                <a:gd name="connsiteX215" fmla="*/ 1362292 w 4006679"/>
                <a:gd name="connsiteY215" fmla="*/ 5081604 h 5664927"/>
                <a:gd name="connsiteX216" fmla="*/ 1474200 w 4006679"/>
                <a:gd name="connsiteY216" fmla="*/ 5089065 h 5664927"/>
                <a:gd name="connsiteX217" fmla="*/ 1402579 w 4006679"/>
                <a:gd name="connsiteY217" fmla="*/ 5126367 h 5664927"/>
                <a:gd name="connsiteX218" fmla="*/ 1474200 w 4006679"/>
                <a:gd name="connsiteY218" fmla="*/ 5089065 h 5664927"/>
                <a:gd name="connsiteX219" fmla="*/ 2022736 w 4006679"/>
                <a:gd name="connsiteY219" fmla="*/ 5131403 h 5664927"/>
                <a:gd name="connsiteX220" fmla="*/ 1984501 w 4006679"/>
                <a:gd name="connsiteY220" fmla="*/ 5135319 h 5664927"/>
                <a:gd name="connsiteX221" fmla="*/ 1993453 w 4006679"/>
                <a:gd name="connsiteY221" fmla="*/ 5156209 h 5664927"/>
                <a:gd name="connsiteX222" fmla="*/ 2039708 w 4006679"/>
                <a:gd name="connsiteY222" fmla="*/ 5148749 h 5664927"/>
                <a:gd name="connsiteX223" fmla="*/ 2022736 w 4006679"/>
                <a:gd name="connsiteY223" fmla="*/ 5131403 h 5664927"/>
                <a:gd name="connsiteX224" fmla="*/ 2054629 w 4006679"/>
                <a:gd name="connsiteY224" fmla="*/ 5133828 h 5664927"/>
                <a:gd name="connsiteX225" fmla="*/ 2044185 w 4006679"/>
                <a:gd name="connsiteY225" fmla="*/ 5166654 h 5664927"/>
                <a:gd name="connsiteX226" fmla="*/ 2088948 w 4006679"/>
                <a:gd name="connsiteY226" fmla="*/ 5171130 h 5664927"/>
                <a:gd name="connsiteX227" fmla="*/ 2054629 w 4006679"/>
                <a:gd name="connsiteY227" fmla="*/ 5133828 h 5664927"/>
                <a:gd name="connsiteX228" fmla="*/ 1958575 w 4006679"/>
                <a:gd name="connsiteY228" fmla="*/ 5125248 h 5664927"/>
                <a:gd name="connsiteX229" fmla="*/ 1939737 w 4006679"/>
                <a:gd name="connsiteY229" fmla="*/ 5124875 h 5664927"/>
                <a:gd name="connsiteX230" fmla="*/ 1929293 w 4006679"/>
                <a:gd name="connsiteY230" fmla="*/ 5135319 h 5664927"/>
                <a:gd name="connsiteX231" fmla="*/ 1939737 w 4006679"/>
                <a:gd name="connsiteY231" fmla="*/ 5150240 h 5664927"/>
                <a:gd name="connsiteX232" fmla="*/ 1969579 w 4006679"/>
                <a:gd name="connsiteY232" fmla="*/ 5145764 h 5664927"/>
                <a:gd name="connsiteX233" fmla="*/ 1958575 w 4006679"/>
                <a:gd name="connsiteY233" fmla="*/ 5125248 h 5664927"/>
                <a:gd name="connsiteX234" fmla="*/ 1751732 w 4006679"/>
                <a:gd name="connsiteY234" fmla="*/ 5106970 h 5664927"/>
                <a:gd name="connsiteX235" fmla="*/ 1783066 w 4006679"/>
                <a:gd name="connsiteY235" fmla="*/ 5144272 h 5664927"/>
                <a:gd name="connsiteX236" fmla="*/ 1800971 w 4006679"/>
                <a:gd name="connsiteY236" fmla="*/ 5136812 h 5664927"/>
                <a:gd name="connsiteX237" fmla="*/ 1792019 w 4006679"/>
                <a:gd name="connsiteY237" fmla="*/ 5118907 h 5664927"/>
                <a:gd name="connsiteX238" fmla="*/ 1751732 w 4006679"/>
                <a:gd name="connsiteY238" fmla="*/ 5106970 h 5664927"/>
                <a:gd name="connsiteX239" fmla="*/ 1871100 w 4006679"/>
                <a:gd name="connsiteY239" fmla="*/ 5114430 h 5664927"/>
                <a:gd name="connsiteX240" fmla="*/ 1871100 w 4006679"/>
                <a:gd name="connsiteY240" fmla="*/ 5150240 h 5664927"/>
                <a:gd name="connsiteX241" fmla="*/ 1900943 w 4006679"/>
                <a:gd name="connsiteY241" fmla="*/ 5162178 h 5664927"/>
                <a:gd name="connsiteX242" fmla="*/ 1915864 w 4006679"/>
                <a:gd name="connsiteY242" fmla="*/ 5138304 h 5664927"/>
                <a:gd name="connsiteX243" fmla="*/ 1871100 w 4006679"/>
                <a:gd name="connsiteY243" fmla="*/ 5114430 h 5664927"/>
                <a:gd name="connsiteX244" fmla="*/ 1823353 w 4006679"/>
                <a:gd name="connsiteY244" fmla="*/ 5102493 h 5664927"/>
                <a:gd name="connsiteX245" fmla="*/ 1809924 w 4006679"/>
                <a:gd name="connsiteY245" fmla="*/ 5150240 h 5664927"/>
                <a:gd name="connsiteX246" fmla="*/ 1839766 w 4006679"/>
                <a:gd name="connsiteY246" fmla="*/ 5160685 h 5664927"/>
                <a:gd name="connsiteX247" fmla="*/ 1857672 w 4006679"/>
                <a:gd name="connsiteY247" fmla="*/ 5133828 h 5664927"/>
                <a:gd name="connsiteX248" fmla="*/ 1823353 w 4006679"/>
                <a:gd name="connsiteY248" fmla="*/ 5102493 h 5664927"/>
                <a:gd name="connsiteX249" fmla="*/ 1577156 w 4006679"/>
                <a:gd name="connsiteY249" fmla="*/ 5081604 h 5664927"/>
                <a:gd name="connsiteX250" fmla="*/ 1530900 w 4006679"/>
                <a:gd name="connsiteY250" fmla="*/ 5106970 h 5664927"/>
                <a:gd name="connsiteX251" fmla="*/ 1586108 w 4006679"/>
                <a:gd name="connsiteY251" fmla="*/ 5106970 h 5664927"/>
                <a:gd name="connsiteX252" fmla="*/ 1577156 w 4006679"/>
                <a:gd name="connsiteY252" fmla="*/ 5081604 h 5664927"/>
                <a:gd name="connsiteX253" fmla="*/ 1981516 w 4006679"/>
                <a:gd name="connsiteY253" fmla="*/ 5096525 h 5664927"/>
                <a:gd name="connsiteX254" fmla="*/ 1978532 w 4006679"/>
                <a:gd name="connsiteY254" fmla="*/ 5114430 h 5664927"/>
                <a:gd name="connsiteX255" fmla="*/ 2008374 w 4006679"/>
                <a:gd name="connsiteY255" fmla="*/ 5123383 h 5664927"/>
                <a:gd name="connsiteX256" fmla="*/ 1981516 w 4006679"/>
                <a:gd name="connsiteY256" fmla="*/ 5096525 h 5664927"/>
                <a:gd name="connsiteX257" fmla="*/ 1811416 w 4006679"/>
                <a:gd name="connsiteY257" fmla="*/ 5081604 h 5664927"/>
                <a:gd name="connsiteX258" fmla="*/ 1780082 w 4006679"/>
                <a:gd name="connsiteY258" fmla="*/ 5083096 h 5664927"/>
                <a:gd name="connsiteX259" fmla="*/ 1795003 w 4006679"/>
                <a:gd name="connsiteY259" fmla="*/ 5101001 h 5664927"/>
                <a:gd name="connsiteX260" fmla="*/ 1811416 w 4006679"/>
                <a:gd name="connsiteY260" fmla="*/ 5081604 h 5664927"/>
                <a:gd name="connsiteX261" fmla="*/ 1684587 w 4006679"/>
                <a:gd name="connsiteY261" fmla="*/ 5071159 h 5664927"/>
                <a:gd name="connsiteX262" fmla="*/ 1686079 w 4006679"/>
                <a:gd name="connsiteY262" fmla="*/ 5095033 h 5664927"/>
                <a:gd name="connsiteX263" fmla="*/ 1706969 w 4006679"/>
                <a:gd name="connsiteY263" fmla="*/ 5089065 h 5664927"/>
                <a:gd name="connsiteX264" fmla="*/ 1684587 w 4006679"/>
                <a:gd name="connsiteY264" fmla="*/ 5071159 h 5664927"/>
                <a:gd name="connsiteX265" fmla="*/ 1650269 w 4006679"/>
                <a:gd name="connsiteY265" fmla="*/ 5066683 h 5664927"/>
                <a:gd name="connsiteX266" fmla="*/ 1609982 w 4006679"/>
                <a:gd name="connsiteY266" fmla="*/ 5086080 h 5664927"/>
                <a:gd name="connsiteX267" fmla="*/ 1598045 w 4006679"/>
                <a:gd name="connsiteY267" fmla="*/ 5105477 h 5664927"/>
                <a:gd name="connsiteX268" fmla="*/ 1633856 w 4006679"/>
                <a:gd name="connsiteY268" fmla="*/ 5108462 h 5664927"/>
                <a:gd name="connsiteX269" fmla="*/ 1654745 w 4006679"/>
                <a:gd name="connsiteY269" fmla="*/ 5101001 h 5664927"/>
                <a:gd name="connsiteX270" fmla="*/ 1650269 w 4006679"/>
                <a:gd name="connsiteY270" fmla="*/ 5066683 h 5664927"/>
                <a:gd name="connsiteX271" fmla="*/ 1738303 w 4006679"/>
                <a:gd name="connsiteY271" fmla="*/ 5072651 h 5664927"/>
                <a:gd name="connsiteX272" fmla="*/ 1723382 w 4006679"/>
                <a:gd name="connsiteY272" fmla="*/ 5084588 h 5664927"/>
                <a:gd name="connsiteX273" fmla="*/ 1735319 w 4006679"/>
                <a:gd name="connsiteY273" fmla="*/ 5096525 h 5664927"/>
                <a:gd name="connsiteX274" fmla="*/ 1760685 w 4006679"/>
                <a:gd name="connsiteY274" fmla="*/ 5090556 h 5664927"/>
                <a:gd name="connsiteX275" fmla="*/ 1762177 w 4006679"/>
                <a:gd name="connsiteY275" fmla="*/ 5083096 h 5664927"/>
                <a:gd name="connsiteX276" fmla="*/ 1738303 w 4006679"/>
                <a:gd name="connsiteY276" fmla="*/ 5072651 h 5664927"/>
                <a:gd name="connsiteX277" fmla="*/ 1266798 w 4006679"/>
                <a:gd name="connsiteY277" fmla="*/ 5033856 h 5664927"/>
                <a:gd name="connsiteX278" fmla="*/ 1250385 w 4006679"/>
                <a:gd name="connsiteY278" fmla="*/ 5035349 h 5664927"/>
                <a:gd name="connsiteX279" fmla="*/ 1210098 w 4006679"/>
                <a:gd name="connsiteY279" fmla="*/ 5071159 h 5664927"/>
                <a:gd name="connsiteX280" fmla="*/ 1213082 w 4006679"/>
                <a:gd name="connsiteY280" fmla="*/ 5078620 h 5664927"/>
                <a:gd name="connsiteX281" fmla="*/ 1236956 w 4006679"/>
                <a:gd name="connsiteY281" fmla="*/ 5083096 h 5664927"/>
                <a:gd name="connsiteX282" fmla="*/ 1290671 w 4006679"/>
                <a:gd name="connsiteY282" fmla="*/ 5041317 h 5664927"/>
                <a:gd name="connsiteX283" fmla="*/ 1266798 w 4006679"/>
                <a:gd name="connsiteY283" fmla="*/ 5033856 h 5664927"/>
                <a:gd name="connsiteX284" fmla="*/ 1334432 w 4006679"/>
                <a:gd name="connsiteY284" fmla="*/ 5033973 h 5664927"/>
                <a:gd name="connsiteX285" fmla="*/ 1323498 w 4006679"/>
                <a:gd name="connsiteY285" fmla="*/ 5038333 h 5664927"/>
                <a:gd name="connsiteX286" fmla="*/ 1298132 w 4006679"/>
                <a:gd name="connsiteY286" fmla="*/ 5074143 h 5664927"/>
                <a:gd name="connsiteX287" fmla="*/ 1365277 w 4006679"/>
                <a:gd name="connsiteY287" fmla="*/ 5041317 h 5664927"/>
                <a:gd name="connsiteX288" fmla="*/ 1334432 w 4006679"/>
                <a:gd name="connsiteY288" fmla="*/ 5033973 h 5664927"/>
                <a:gd name="connsiteX289" fmla="*/ 1874085 w 4006679"/>
                <a:gd name="connsiteY289" fmla="*/ 5077127 h 5664927"/>
                <a:gd name="connsiteX290" fmla="*/ 1832306 w 4006679"/>
                <a:gd name="connsiteY290" fmla="*/ 5084588 h 5664927"/>
                <a:gd name="connsiteX291" fmla="*/ 1894974 w 4006679"/>
                <a:gd name="connsiteY291" fmla="*/ 5089065 h 5664927"/>
                <a:gd name="connsiteX292" fmla="*/ 1874085 w 4006679"/>
                <a:gd name="connsiteY292" fmla="*/ 5077127 h 5664927"/>
                <a:gd name="connsiteX293" fmla="*/ 1940670 w 4006679"/>
                <a:gd name="connsiteY293" fmla="*/ 5082163 h 5664927"/>
                <a:gd name="connsiteX294" fmla="*/ 1909895 w 4006679"/>
                <a:gd name="connsiteY294" fmla="*/ 5089065 h 5664927"/>
                <a:gd name="connsiteX295" fmla="*/ 1903927 w 4006679"/>
                <a:gd name="connsiteY295" fmla="*/ 5101001 h 5664927"/>
                <a:gd name="connsiteX296" fmla="*/ 1912879 w 4006679"/>
                <a:gd name="connsiteY296" fmla="*/ 5111446 h 5664927"/>
                <a:gd name="connsiteX297" fmla="*/ 1968087 w 4006679"/>
                <a:gd name="connsiteY297" fmla="*/ 5101001 h 5664927"/>
                <a:gd name="connsiteX298" fmla="*/ 1940670 w 4006679"/>
                <a:gd name="connsiteY298" fmla="*/ 5082163 h 5664927"/>
                <a:gd name="connsiteX299" fmla="*/ 1629379 w 4006679"/>
                <a:gd name="connsiteY299" fmla="*/ 5050270 h 5664927"/>
                <a:gd name="connsiteX300" fmla="*/ 1596553 w 4006679"/>
                <a:gd name="connsiteY300" fmla="*/ 5068175 h 5664927"/>
                <a:gd name="connsiteX301" fmla="*/ 1629379 w 4006679"/>
                <a:gd name="connsiteY301" fmla="*/ 5050270 h 5664927"/>
                <a:gd name="connsiteX302" fmla="*/ 1438390 w 4006679"/>
                <a:gd name="connsiteY302" fmla="*/ 5023412 h 5664927"/>
                <a:gd name="connsiteX303" fmla="*/ 1383182 w 4006679"/>
                <a:gd name="connsiteY303" fmla="*/ 5044301 h 5664927"/>
                <a:gd name="connsiteX304" fmla="*/ 1381690 w 4006679"/>
                <a:gd name="connsiteY304" fmla="*/ 5074143 h 5664927"/>
                <a:gd name="connsiteX305" fmla="*/ 1407056 w 4006679"/>
                <a:gd name="connsiteY305" fmla="*/ 5081604 h 5664927"/>
                <a:gd name="connsiteX306" fmla="*/ 1432421 w 4006679"/>
                <a:gd name="connsiteY306" fmla="*/ 5060714 h 5664927"/>
                <a:gd name="connsiteX307" fmla="*/ 1438390 w 4006679"/>
                <a:gd name="connsiteY307" fmla="*/ 5023412 h 5664927"/>
                <a:gd name="connsiteX308" fmla="*/ 3765515 w 4006679"/>
                <a:gd name="connsiteY308" fmla="*/ 5205821 h 5664927"/>
                <a:gd name="connsiteX309" fmla="*/ 3761598 w 4006679"/>
                <a:gd name="connsiteY309" fmla="*/ 5220370 h 5664927"/>
                <a:gd name="connsiteX310" fmla="*/ 3763090 w 4006679"/>
                <a:gd name="connsiteY310" fmla="*/ 5239767 h 5664927"/>
                <a:gd name="connsiteX311" fmla="*/ 3767566 w 4006679"/>
                <a:gd name="connsiteY311" fmla="*/ 5241259 h 5664927"/>
                <a:gd name="connsiteX312" fmla="*/ 3783980 w 4006679"/>
                <a:gd name="connsiteY312" fmla="*/ 5211417 h 5664927"/>
                <a:gd name="connsiteX313" fmla="*/ 3765515 w 4006679"/>
                <a:gd name="connsiteY313" fmla="*/ 5205821 h 5664927"/>
                <a:gd name="connsiteX314" fmla="*/ 1324990 w 4006679"/>
                <a:gd name="connsiteY314" fmla="*/ 5001030 h 5664927"/>
                <a:gd name="connsiteX315" fmla="*/ 1283211 w 4006679"/>
                <a:gd name="connsiteY315" fmla="*/ 5026396 h 5664927"/>
                <a:gd name="connsiteX316" fmla="*/ 1324990 w 4006679"/>
                <a:gd name="connsiteY316" fmla="*/ 5001030 h 5664927"/>
                <a:gd name="connsiteX317" fmla="*/ 1675261 w 4006679"/>
                <a:gd name="connsiteY317" fmla="*/ 5029380 h 5664927"/>
                <a:gd name="connsiteX318" fmla="*/ 1641316 w 4006679"/>
                <a:gd name="connsiteY318" fmla="*/ 5048777 h 5664927"/>
                <a:gd name="connsiteX319" fmla="*/ 1698016 w 4006679"/>
                <a:gd name="connsiteY319" fmla="*/ 5050270 h 5664927"/>
                <a:gd name="connsiteX320" fmla="*/ 1675261 w 4006679"/>
                <a:gd name="connsiteY320" fmla="*/ 5029380 h 5664927"/>
                <a:gd name="connsiteX321" fmla="*/ 3697438 w 4006679"/>
                <a:gd name="connsiteY321" fmla="*/ 5193512 h 5664927"/>
                <a:gd name="connsiteX322" fmla="*/ 3646706 w 4006679"/>
                <a:gd name="connsiteY322" fmla="*/ 5259164 h 5664927"/>
                <a:gd name="connsiteX323" fmla="*/ 3624325 w 4006679"/>
                <a:gd name="connsiteY323" fmla="*/ 5291991 h 5664927"/>
                <a:gd name="connsiteX324" fmla="*/ 3628801 w 4006679"/>
                <a:gd name="connsiteY324" fmla="*/ 5315864 h 5664927"/>
                <a:gd name="connsiteX325" fmla="*/ 3645214 w 4006679"/>
                <a:gd name="connsiteY325" fmla="*/ 5305420 h 5664927"/>
                <a:gd name="connsiteX326" fmla="*/ 3672072 w 4006679"/>
                <a:gd name="connsiteY326" fmla="*/ 5263641 h 5664927"/>
                <a:gd name="connsiteX327" fmla="*/ 3686993 w 4006679"/>
                <a:gd name="connsiteY327" fmla="*/ 5254688 h 5664927"/>
                <a:gd name="connsiteX328" fmla="*/ 3698930 w 4006679"/>
                <a:gd name="connsiteY328" fmla="*/ 5271101 h 5664927"/>
                <a:gd name="connsiteX329" fmla="*/ 3706391 w 4006679"/>
                <a:gd name="connsiteY329" fmla="*/ 5356151 h 5664927"/>
                <a:gd name="connsiteX330" fmla="*/ 3734740 w 4006679"/>
                <a:gd name="connsiteY330" fmla="*/ 5388977 h 5664927"/>
                <a:gd name="connsiteX331" fmla="*/ 3697438 w 4006679"/>
                <a:gd name="connsiteY331" fmla="*/ 5193512 h 5664927"/>
                <a:gd name="connsiteX332" fmla="*/ 1741287 w 4006679"/>
                <a:gd name="connsiteY332" fmla="*/ 5033670 h 5664927"/>
                <a:gd name="connsiteX333" fmla="*/ 1717413 w 4006679"/>
                <a:gd name="connsiteY333" fmla="*/ 5033856 h 5664927"/>
                <a:gd name="connsiteX334" fmla="*/ 1711445 w 4006679"/>
                <a:gd name="connsiteY334" fmla="*/ 5039825 h 5664927"/>
                <a:gd name="connsiteX335" fmla="*/ 1721890 w 4006679"/>
                <a:gd name="connsiteY335" fmla="*/ 5059222 h 5664927"/>
                <a:gd name="connsiteX336" fmla="*/ 1760685 w 4006679"/>
                <a:gd name="connsiteY336" fmla="*/ 5050270 h 5664927"/>
                <a:gd name="connsiteX337" fmla="*/ 1741287 w 4006679"/>
                <a:gd name="connsiteY337" fmla="*/ 5033670 h 5664927"/>
                <a:gd name="connsiteX338" fmla="*/ 1795936 w 4006679"/>
                <a:gd name="connsiteY338" fmla="*/ 5037213 h 5664927"/>
                <a:gd name="connsiteX339" fmla="*/ 1775606 w 4006679"/>
                <a:gd name="connsiteY339" fmla="*/ 5041317 h 5664927"/>
                <a:gd name="connsiteX340" fmla="*/ 1774114 w 4006679"/>
                <a:gd name="connsiteY340" fmla="*/ 5063699 h 5664927"/>
                <a:gd name="connsiteX341" fmla="*/ 1812908 w 4006679"/>
                <a:gd name="connsiteY341" fmla="*/ 5053254 h 5664927"/>
                <a:gd name="connsiteX342" fmla="*/ 1795936 w 4006679"/>
                <a:gd name="connsiteY342" fmla="*/ 5037213 h 5664927"/>
                <a:gd name="connsiteX343" fmla="*/ 1891990 w 4006679"/>
                <a:gd name="connsiteY343" fmla="*/ 5044301 h 5664927"/>
                <a:gd name="connsiteX344" fmla="*/ 1899451 w 4006679"/>
                <a:gd name="connsiteY344" fmla="*/ 5072651 h 5664927"/>
                <a:gd name="connsiteX345" fmla="*/ 1933769 w 4006679"/>
                <a:gd name="connsiteY345" fmla="*/ 5066683 h 5664927"/>
                <a:gd name="connsiteX346" fmla="*/ 1891990 w 4006679"/>
                <a:gd name="connsiteY346" fmla="*/ 5044301 h 5664927"/>
                <a:gd name="connsiteX347" fmla="*/ 1867370 w 4006679"/>
                <a:gd name="connsiteY347" fmla="*/ 5040385 h 5664927"/>
                <a:gd name="connsiteX348" fmla="*/ 1856179 w 4006679"/>
                <a:gd name="connsiteY348" fmla="*/ 5039825 h 5664927"/>
                <a:gd name="connsiteX349" fmla="*/ 1836782 w 4006679"/>
                <a:gd name="connsiteY349" fmla="*/ 5042809 h 5664927"/>
                <a:gd name="connsiteX350" fmla="*/ 1826337 w 4006679"/>
                <a:gd name="connsiteY350" fmla="*/ 5054746 h 5664927"/>
                <a:gd name="connsiteX351" fmla="*/ 1835290 w 4006679"/>
                <a:gd name="connsiteY351" fmla="*/ 5066683 h 5664927"/>
                <a:gd name="connsiteX352" fmla="*/ 1850211 w 4006679"/>
                <a:gd name="connsiteY352" fmla="*/ 5071159 h 5664927"/>
                <a:gd name="connsiteX353" fmla="*/ 1863640 w 4006679"/>
                <a:gd name="connsiteY353" fmla="*/ 5068175 h 5664927"/>
                <a:gd name="connsiteX354" fmla="*/ 1874085 w 4006679"/>
                <a:gd name="connsiteY354" fmla="*/ 5048777 h 5664927"/>
                <a:gd name="connsiteX355" fmla="*/ 1867370 w 4006679"/>
                <a:gd name="connsiteY355" fmla="*/ 5040385 h 5664927"/>
                <a:gd name="connsiteX356" fmla="*/ 1557152 w 4006679"/>
                <a:gd name="connsiteY356" fmla="*/ 5007488 h 5664927"/>
                <a:gd name="connsiteX357" fmla="*/ 1518964 w 4006679"/>
                <a:gd name="connsiteY357" fmla="*/ 5038333 h 5664927"/>
                <a:gd name="connsiteX358" fmla="*/ 1548806 w 4006679"/>
                <a:gd name="connsiteY358" fmla="*/ 5057730 h 5664927"/>
                <a:gd name="connsiteX359" fmla="*/ 1574171 w 4006679"/>
                <a:gd name="connsiteY359" fmla="*/ 5039825 h 5664927"/>
                <a:gd name="connsiteX360" fmla="*/ 1580140 w 4006679"/>
                <a:gd name="connsiteY360" fmla="*/ 5009983 h 5664927"/>
                <a:gd name="connsiteX361" fmla="*/ 1557152 w 4006679"/>
                <a:gd name="connsiteY361" fmla="*/ 5007488 h 5664927"/>
                <a:gd name="connsiteX362" fmla="*/ 1824845 w 4006679"/>
                <a:gd name="connsiteY362" fmla="*/ 5015951 h 5664927"/>
                <a:gd name="connsiteX363" fmla="*/ 1815893 w 4006679"/>
                <a:gd name="connsiteY363" fmla="*/ 5020428 h 5664927"/>
                <a:gd name="connsiteX364" fmla="*/ 1821861 w 4006679"/>
                <a:gd name="connsiteY364" fmla="*/ 5029380 h 5664927"/>
                <a:gd name="connsiteX365" fmla="*/ 1847227 w 4006679"/>
                <a:gd name="connsiteY365" fmla="*/ 5030872 h 5664927"/>
                <a:gd name="connsiteX366" fmla="*/ 1847227 w 4006679"/>
                <a:gd name="connsiteY366" fmla="*/ 5023412 h 5664927"/>
                <a:gd name="connsiteX367" fmla="*/ 1824845 w 4006679"/>
                <a:gd name="connsiteY367" fmla="*/ 5015951 h 5664927"/>
                <a:gd name="connsiteX368" fmla="*/ 3689977 w 4006679"/>
                <a:gd name="connsiteY368" fmla="*/ 5163670 h 5664927"/>
                <a:gd name="connsiteX369" fmla="*/ 3663119 w 4006679"/>
                <a:gd name="connsiteY369" fmla="*/ 5183067 h 5664927"/>
                <a:gd name="connsiteX370" fmla="*/ 3640738 w 4006679"/>
                <a:gd name="connsiteY370" fmla="*/ 5202464 h 5664927"/>
                <a:gd name="connsiteX371" fmla="*/ 3613880 w 4006679"/>
                <a:gd name="connsiteY371" fmla="*/ 5277069 h 5664927"/>
                <a:gd name="connsiteX372" fmla="*/ 3695946 w 4006679"/>
                <a:gd name="connsiteY372" fmla="*/ 5169638 h 5664927"/>
                <a:gd name="connsiteX373" fmla="*/ 3689977 w 4006679"/>
                <a:gd name="connsiteY373" fmla="*/ 5163670 h 5664927"/>
                <a:gd name="connsiteX374" fmla="*/ 1629379 w 4006679"/>
                <a:gd name="connsiteY374" fmla="*/ 4992078 h 5664927"/>
                <a:gd name="connsiteX375" fmla="*/ 1605506 w 4006679"/>
                <a:gd name="connsiteY375" fmla="*/ 5009983 h 5664927"/>
                <a:gd name="connsiteX376" fmla="*/ 1592077 w 4006679"/>
                <a:gd name="connsiteY376" fmla="*/ 5035349 h 5664927"/>
                <a:gd name="connsiteX377" fmla="*/ 1647285 w 4006679"/>
                <a:gd name="connsiteY377" fmla="*/ 5002522 h 5664927"/>
                <a:gd name="connsiteX378" fmla="*/ 1629379 w 4006679"/>
                <a:gd name="connsiteY378" fmla="*/ 4992078 h 5664927"/>
                <a:gd name="connsiteX379" fmla="*/ 1772622 w 4006679"/>
                <a:gd name="connsiteY379" fmla="*/ 5001030 h 5664927"/>
                <a:gd name="connsiteX380" fmla="*/ 1774114 w 4006679"/>
                <a:gd name="connsiteY380" fmla="*/ 5020428 h 5664927"/>
                <a:gd name="connsiteX381" fmla="*/ 1805448 w 4006679"/>
                <a:gd name="connsiteY381" fmla="*/ 5011475 h 5664927"/>
                <a:gd name="connsiteX382" fmla="*/ 1772622 w 4006679"/>
                <a:gd name="connsiteY382" fmla="*/ 5001030 h 5664927"/>
                <a:gd name="connsiteX383" fmla="*/ 1726553 w 4006679"/>
                <a:gd name="connsiteY383" fmla="*/ 4996367 h 5664927"/>
                <a:gd name="connsiteX384" fmla="*/ 1705477 w 4006679"/>
                <a:gd name="connsiteY384" fmla="*/ 5012967 h 5664927"/>
                <a:gd name="connsiteX385" fmla="*/ 1753224 w 4006679"/>
                <a:gd name="connsiteY385" fmla="*/ 5005507 h 5664927"/>
                <a:gd name="connsiteX386" fmla="*/ 1726553 w 4006679"/>
                <a:gd name="connsiteY386" fmla="*/ 4996367 h 5664927"/>
                <a:gd name="connsiteX387" fmla="*/ 1386166 w 4006679"/>
                <a:gd name="connsiteY387" fmla="*/ 4966712 h 5664927"/>
                <a:gd name="connsiteX388" fmla="*/ 1341403 w 4006679"/>
                <a:gd name="connsiteY388" fmla="*/ 5015951 h 5664927"/>
                <a:gd name="connsiteX389" fmla="*/ 1380198 w 4006679"/>
                <a:gd name="connsiteY389" fmla="*/ 5018935 h 5664927"/>
                <a:gd name="connsiteX390" fmla="*/ 1386166 w 4006679"/>
                <a:gd name="connsiteY390" fmla="*/ 4966712 h 5664927"/>
                <a:gd name="connsiteX391" fmla="*/ 1436898 w 4006679"/>
                <a:gd name="connsiteY391" fmla="*/ 4963727 h 5664927"/>
                <a:gd name="connsiteX392" fmla="*/ 1395119 w 4006679"/>
                <a:gd name="connsiteY392" fmla="*/ 4984617 h 5664927"/>
                <a:gd name="connsiteX393" fmla="*/ 1408548 w 4006679"/>
                <a:gd name="connsiteY393" fmla="*/ 5006999 h 5664927"/>
                <a:gd name="connsiteX394" fmla="*/ 1478677 w 4006679"/>
                <a:gd name="connsiteY394" fmla="*/ 5004014 h 5664927"/>
                <a:gd name="connsiteX395" fmla="*/ 1465248 w 4006679"/>
                <a:gd name="connsiteY395" fmla="*/ 5023412 h 5664927"/>
                <a:gd name="connsiteX396" fmla="*/ 1447343 w 4006679"/>
                <a:gd name="connsiteY396" fmla="*/ 5041317 h 5664927"/>
                <a:gd name="connsiteX397" fmla="*/ 1444358 w 4006679"/>
                <a:gd name="connsiteY397" fmla="*/ 5063699 h 5664927"/>
                <a:gd name="connsiteX398" fmla="*/ 1463756 w 4006679"/>
                <a:gd name="connsiteY398" fmla="*/ 5071159 h 5664927"/>
                <a:gd name="connsiteX399" fmla="*/ 1502550 w 4006679"/>
                <a:gd name="connsiteY399" fmla="*/ 5054746 h 5664927"/>
                <a:gd name="connsiteX400" fmla="*/ 1507027 w 4006679"/>
                <a:gd name="connsiteY400" fmla="*/ 5024904 h 5664927"/>
                <a:gd name="connsiteX401" fmla="*/ 1507027 w 4006679"/>
                <a:gd name="connsiteY401" fmla="*/ 5018935 h 5664927"/>
                <a:gd name="connsiteX402" fmla="*/ 1478677 w 4006679"/>
                <a:gd name="connsiteY402" fmla="*/ 5004014 h 5664927"/>
                <a:gd name="connsiteX403" fmla="*/ 1468232 w 4006679"/>
                <a:gd name="connsiteY403" fmla="*/ 4966712 h 5664927"/>
                <a:gd name="connsiteX404" fmla="*/ 1436898 w 4006679"/>
                <a:gd name="connsiteY404" fmla="*/ 4963727 h 5664927"/>
                <a:gd name="connsiteX405" fmla="*/ 3660135 w 4006679"/>
                <a:gd name="connsiteY405" fmla="*/ 5135319 h 5664927"/>
                <a:gd name="connsiteX406" fmla="*/ 3639246 w 4006679"/>
                <a:gd name="connsiteY406" fmla="*/ 5180083 h 5664927"/>
                <a:gd name="connsiteX407" fmla="*/ 3643722 w 4006679"/>
                <a:gd name="connsiteY407" fmla="*/ 5183067 h 5664927"/>
                <a:gd name="connsiteX408" fmla="*/ 3676548 w 4006679"/>
                <a:gd name="connsiteY408" fmla="*/ 5153225 h 5664927"/>
                <a:gd name="connsiteX409" fmla="*/ 3660135 w 4006679"/>
                <a:gd name="connsiteY409" fmla="*/ 5135319 h 5664927"/>
                <a:gd name="connsiteX410" fmla="*/ 1521948 w 4006679"/>
                <a:gd name="connsiteY410" fmla="*/ 4960743 h 5664927"/>
                <a:gd name="connsiteX411" fmla="*/ 1490613 w 4006679"/>
                <a:gd name="connsiteY411" fmla="*/ 4972680 h 5664927"/>
                <a:gd name="connsiteX412" fmla="*/ 1484645 w 4006679"/>
                <a:gd name="connsiteY412" fmla="*/ 4989093 h 5664927"/>
                <a:gd name="connsiteX413" fmla="*/ 1502550 w 4006679"/>
                <a:gd name="connsiteY413" fmla="*/ 5002522 h 5664927"/>
                <a:gd name="connsiteX414" fmla="*/ 1536869 w 4006679"/>
                <a:gd name="connsiteY414" fmla="*/ 4990585 h 5664927"/>
                <a:gd name="connsiteX415" fmla="*/ 1544329 w 4006679"/>
                <a:gd name="connsiteY415" fmla="*/ 4963727 h 5664927"/>
                <a:gd name="connsiteX416" fmla="*/ 1521948 w 4006679"/>
                <a:gd name="connsiteY416" fmla="*/ 4960743 h 5664927"/>
                <a:gd name="connsiteX417" fmla="*/ 1611474 w 4006679"/>
                <a:gd name="connsiteY417" fmla="*/ 4953283 h 5664927"/>
                <a:gd name="connsiteX418" fmla="*/ 1601029 w 4006679"/>
                <a:gd name="connsiteY418" fmla="*/ 4953283 h 5664927"/>
                <a:gd name="connsiteX419" fmla="*/ 1563727 w 4006679"/>
                <a:gd name="connsiteY419" fmla="*/ 4966712 h 5664927"/>
                <a:gd name="connsiteX420" fmla="*/ 1557758 w 4006679"/>
                <a:gd name="connsiteY420" fmla="*/ 4986109 h 5664927"/>
                <a:gd name="connsiteX421" fmla="*/ 1575663 w 4006679"/>
                <a:gd name="connsiteY421" fmla="*/ 4995062 h 5664927"/>
                <a:gd name="connsiteX422" fmla="*/ 1618935 w 4006679"/>
                <a:gd name="connsiteY422" fmla="*/ 4986109 h 5664927"/>
                <a:gd name="connsiteX423" fmla="*/ 1611474 w 4006679"/>
                <a:gd name="connsiteY423" fmla="*/ 4953283 h 5664927"/>
                <a:gd name="connsiteX424" fmla="*/ 1675635 w 4006679"/>
                <a:gd name="connsiteY424" fmla="*/ 4938362 h 5664927"/>
                <a:gd name="connsiteX425" fmla="*/ 1626395 w 4006679"/>
                <a:gd name="connsiteY425" fmla="*/ 4965219 h 5664927"/>
                <a:gd name="connsiteX426" fmla="*/ 1674143 w 4006679"/>
                <a:gd name="connsiteY426" fmla="*/ 4978648 h 5664927"/>
                <a:gd name="connsiteX427" fmla="*/ 1675635 w 4006679"/>
                <a:gd name="connsiteY427" fmla="*/ 4938362 h 5664927"/>
                <a:gd name="connsiteX428" fmla="*/ 1493598 w 4006679"/>
                <a:gd name="connsiteY428" fmla="*/ 4899567 h 5664927"/>
                <a:gd name="connsiteX429" fmla="*/ 1435406 w 4006679"/>
                <a:gd name="connsiteY429" fmla="*/ 4936870 h 5664927"/>
                <a:gd name="connsiteX430" fmla="*/ 1432421 w 4006679"/>
                <a:gd name="connsiteY430" fmla="*/ 4947314 h 5664927"/>
                <a:gd name="connsiteX431" fmla="*/ 1442866 w 4006679"/>
                <a:gd name="connsiteY431" fmla="*/ 4956267 h 5664927"/>
                <a:gd name="connsiteX432" fmla="*/ 1486137 w 4006679"/>
                <a:gd name="connsiteY432" fmla="*/ 4951791 h 5664927"/>
                <a:gd name="connsiteX433" fmla="*/ 1495090 w 4006679"/>
                <a:gd name="connsiteY433" fmla="*/ 4938362 h 5664927"/>
                <a:gd name="connsiteX434" fmla="*/ 1493598 w 4006679"/>
                <a:gd name="connsiteY434" fmla="*/ 4899567 h 5664927"/>
                <a:gd name="connsiteX435" fmla="*/ 1769637 w 4006679"/>
                <a:gd name="connsiteY435" fmla="*/ 4912996 h 5664927"/>
                <a:gd name="connsiteX436" fmla="*/ 1730843 w 4006679"/>
                <a:gd name="connsiteY436" fmla="*/ 4947314 h 5664927"/>
                <a:gd name="connsiteX437" fmla="*/ 1735319 w 4006679"/>
                <a:gd name="connsiteY437" fmla="*/ 4953283 h 5664927"/>
                <a:gd name="connsiteX438" fmla="*/ 1787543 w 4006679"/>
                <a:gd name="connsiteY438" fmla="*/ 4920456 h 5664927"/>
                <a:gd name="connsiteX439" fmla="*/ 1769637 w 4006679"/>
                <a:gd name="connsiteY439" fmla="*/ 4912996 h 5664927"/>
                <a:gd name="connsiteX440" fmla="*/ 1532392 w 4006679"/>
                <a:gd name="connsiteY440" fmla="*/ 4886138 h 5664927"/>
                <a:gd name="connsiteX441" fmla="*/ 1512995 w 4006679"/>
                <a:gd name="connsiteY441" fmla="*/ 4904043 h 5664927"/>
                <a:gd name="connsiteX442" fmla="*/ 1524932 w 4006679"/>
                <a:gd name="connsiteY442" fmla="*/ 4950298 h 5664927"/>
                <a:gd name="connsiteX443" fmla="*/ 1571187 w 4006679"/>
                <a:gd name="connsiteY443" fmla="*/ 4941346 h 5664927"/>
                <a:gd name="connsiteX444" fmla="*/ 1571187 w 4006679"/>
                <a:gd name="connsiteY444" fmla="*/ 4905535 h 5664927"/>
                <a:gd name="connsiteX445" fmla="*/ 1551790 w 4006679"/>
                <a:gd name="connsiteY445" fmla="*/ 4901059 h 5664927"/>
                <a:gd name="connsiteX446" fmla="*/ 1532392 w 4006679"/>
                <a:gd name="connsiteY446" fmla="*/ 4886138 h 5664927"/>
                <a:gd name="connsiteX447" fmla="*/ 1605506 w 4006679"/>
                <a:gd name="connsiteY447" fmla="*/ 4886138 h 5664927"/>
                <a:gd name="connsiteX448" fmla="*/ 1586108 w 4006679"/>
                <a:gd name="connsiteY448" fmla="*/ 4914488 h 5664927"/>
                <a:gd name="connsiteX449" fmla="*/ 1586108 w 4006679"/>
                <a:gd name="connsiteY449" fmla="*/ 4935377 h 5664927"/>
                <a:gd name="connsiteX450" fmla="*/ 1608490 w 4006679"/>
                <a:gd name="connsiteY450" fmla="*/ 4941346 h 5664927"/>
                <a:gd name="connsiteX451" fmla="*/ 1639824 w 4006679"/>
                <a:gd name="connsiteY451" fmla="*/ 4929409 h 5664927"/>
                <a:gd name="connsiteX452" fmla="*/ 1639824 w 4006679"/>
                <a:gd name="connsiteY452" fmla="*/ 4896583 h 5664927"/>
                <a:gd name="connsiteX453" fmla="*/ 1605506 w 4006679"/>
                <a:gd name="connsiteY453" fmla="*/ 4886138 h 5664927"/>
                <a:gd name="connsiteX454" fmla="*/ 1706969 w 4006679"/>
                <a:gd name="connsiteY454" fmla="*/ 4883154 h 5664927"/>
                <a:gd name="connsiteX455" fmla="*/ 1683095 w 4006679"/>
                <a:gd name="connsiteY455" fmla="*/ 4883154 h 5664927"/>
                <a:gd name="connsiteX456" fmla="*/ 1663698 w 4006679"/>
                <a:gd name="connsiteY456" fmla="*/ 4890614 h 5664927"/>
                <a:gd name="connsiteX457" fmla="*/ 1654745 w 4006679"/>
                <a:gd name="connsiteY457" fmla="*/ 4915980 h 5664927"/>
                <a:gd name="connsiteX458" fmla="*/ 1678619 w 4006679"/>
                <a:gd name="connsiteY458" fmla="*/ 4923441 h 5664927"/>
                <a:gd name="connsiteX459" fmla="*/ 1706969 w 4006679"/>
                <a:gd name="connsiteY459" fmla="*/ 4912996 h 5664927"/>
                <a:gd name="connsiteX460" fmla="*/ 1723382 w 4006679"/>
                <a:gd name="connsiteY460" fmla="*/ 4915980 h 5664927"/>
                <a:gd name="connsiteX461" fmla="*/ 1709953 w 4006679"/>
                <a:gd name="connsiteY461" fmla="*/ 4927917 h 5664927"/>
                <a:gd name="connsiteX462" fmla="*/ 1690556 w 4006679"/>
                <a:gd name="connsiteY462" fmla="*/ 4950298 h 5664927"/>
                <a:gd name="connsiteX463" fmla="*/ 1690556 w 4006679"/>
                <a:gd name="connsiteY463" fmla="*/ 4968204 h 5664927"/>
                <a:gd name="connsiteX464" fmla="*/ 1709953 w 4006679"/>
                <a:gd name="connsiteY464" fmla="*/ 4968204 h 5664927"/>
                <a:gd name="connsiteX465" fmla="*/ 1720398 w 4006679"/>
                <a:gd name="connsiteY465" fmla="*/ 4957759 h 5664927"/>
                <a:gd name="connsiteX466" fmla="*/ 1735319 w 4006679"/>
                <a:gd name="connsiteY466" fmla="*/ 4923441 h 5664927"/>
                <a:gd name="connsiteX467" fmla="*/ 1706969 w 4006679"/>
                <a:gd name="connsiteY467" fmla="*/ 4883154 h 5664927"/>
                <a:gd name="connsiteX468" fmla="*/ 1763669 w 4006679"/>
                <a:gd name="connsiteY468" fmla="*/ 4866740 h 5664927"/>
                <a:gd name="connsiteX469" fmla="*/ 1729350 w 4006679"/>
                <a:gd name="connsiteY469" fmla="*/ 4887630 h 5664927"/>
                <a:gd name="connsiteX470" fmla="*/ 1744271 w 4006679"/>
                <a:gd name="connsiteY470" fmla="*/ 4905535 h 5664927"/>
                <a:gd name="connsiteX471" fmla="*/ 1763669 w 4006679"/>
                <a:gd name="connsiteY471" fmla="*/ 4898075 h 5664927"/>
                <a:gd name="connsiteX472" fmla="*/ 1763669 w 4006679"/>
                <a:gd name="connsiteY472" fmla="*/ 4866740 h 5664927"/>
                <a:gd name="connsiteX473" fmla="*/ 1815893 w 4006679"/>
                <a:gd name="connsiteY473" fmla="*/ 4851819 h 5664927"/>
                <a:gd name="connsiteX474" fmla="*/ 1793511 w 4006679"/>
                <a:gd name="connsiteY474" fmla="*/ 4851819 h 5664927"/>
                <a:gd name="connsiteX475" fmla="*/ 1780082 w 4006679"/>
                <a:gd name="connsiteY475" fmla="*/ 4872709 h 5664927"/>
                <a:gd name="connsiteX476" fmla="*/ 1784558 w 4006679"/>
                <a:gd name="connsiteY476" fmla="*/ 4902551 h 5664927"/>
                <a:gd name="connsiteX477" fmla="*/ 1809924 w 4006679"/>
                <a:gd name="connsiteY477" fmla="*/ 4901059 h 5664927"/>
                <a:gd name="connsiteX478" fmla="*/ 1824845 w 4006679"/>
                <a:gd name="connsiteY478" fmla="*/ 4890614 h 5664927"/>
                <a:gd name="connsiteX479" fmla="*/ 1815893 w 4006679"/>
                <a:gd name="connsiteY479" fmla="*/ 4851819 h 5664927"/>
                <a:gd name="connsiteX480" fmla="*/ 1626395 w 4006679"/>
                <a:gd name="connsiteY480" fmla="*/ 4821977 h 5664927"/>
                <a:gd name="connsiteX481" fmla="*/ 1606998 w 4006679"/>
                <a:gd name="connsiteY481" fmla="*/ 4869725 h 5664927"/>
                <a:gd name="connsiteX482" fmla="*/ 1653253 w 4006679"/>
                <a:gd name="connsiteY482" fmla="*/ 4881661 h 5664927"/>
                <a:gd name="connsiteX483" fmla="*/ 1662206 w 4006679"/>
                <a:gd name="connsiteY483" fmla="*/ 4835407 h 5664927"/>
                <a:gd name="connsiteX484" fmla="*/ 1626395 w 4006679"/>
                <a:gd name="connsiteY484" fmla="*/ 4821977 h 5664927"/>
                <a:gd name="connsiteX485" fmla="*/ 1863640 w 4006679"/>
                <a:gd name="connsiteY485" fmla="*/ 4835407 h 5664927"/>
                <a:gd name="connsiteX486" fmla="*/ 1833798 w 4006679"/>
                <a:gd name="connsiteY486" fmla="*/ 4878678 h 5664927"/>
                <a:gd name="connsiteX487" fmla="*/ 1887514 w 4006679"/>
                <a:gd name="connsiteY487" fmla="*/ 4844359 h 5664927"/>
                <a:gd name="connsiteX488" fmla="*/ 1863640 w 4006679"/>
                <a:gd name="connsiteY488" fmla="*/ 4835407 h 5664927"/>
                <a:gd name="connsiteX489" fmla="*/ 1705477 w 4006679"/>
                <a:gd name="connsiteY489" fmla="*/ 4820486 h 5664927"/>
                <a:gd name="connsiteX490" fmla="*/ 1680111 w 4006679"/>
                <a:gd name="connsiteY490" fmla="*/ 4833914 h 5664927"/>
                <a:gd name="connsiteX491" fmla="*/ 1686079 w 4006679"/>
                <a:gd name="connsiteY491" fmla="*/ 4866740 h 5664927"/>
                <a:gd name="connsiteX492" fmla="*/ 1712937 w 4006679"/>
                <a:gd name="connsiteY492" fmla="*/ 4866740 h 5664927"/>
                <a:gd name="connsiteX493" fmla="*/ 1732335 w 4006679"/>
                <a:gd name="connsiteY493" fmla="*/ 4853312 h 5664927"/>
                <a:gd name="connsiteX494" fmla="*/ 1723382 w 4006679"/>
                <a:gd name="connsiteY494" fmla="*/ 4823469 h 5664927"/>
                <a:gd name="connsiteX495" fmla="*/ 1705477 w 4006679"/>
                <a:gd name="connsiteY495" fmla="*/ 4820486 h 5664927"/>
                <a:gd name="connsiteX496" fmla="*/ 1615950 w 4006679"/>
                <a:gd name="connsiteY496" fmla="*/ 4802580 h 5664927"/>
                <a:gd name="connsiteX497" fmla="*/ 1554774 w 4006679"/>
                <a:gd name="connsiteY497" fmla="*/ 4853312 h 5664927"/>
                <a:gd name="connsiteX498" fmla="*/ 1547314 w 4006679"/>
                <a:gd name="connsiteY498" fmla="*/ 4881661 h 5664927"/>
                <a:gd name="connsiteX499" fmla="*/ 1571187 w 4006679"/>
                <a:gd name="connsiteY499" fmla="*/ 4889122 h 5664927"/>
                <a:gd name="connsiteX500" fmla="*/ 1596553 w 4006679"/>
                <a:gd name="connsiteY500" fmla="*/ 4869725 h 5664927"/>
                <a:gd name="connsiteX501" fmla="*/ 1615950 w 4006679"/>
                <a:gd name="connsiteY501" fmla="*/ 4802580 h 5664927"/>
                <a:gd name="connsiteX502" fmla="*/ 1762876 w 4006679"/>
                <a:gd name="connsiteY502" fmla="*/ 4814354 h 5664927"/>
                <a:gd name="connsiteX503" fmla="*/ 1739795 w 4006679"/>
                <a:gd name="connsiteY503" fmla="*/ 4830930 h 5664927"/>
                <a:gd name="connsiteX504" fmla="*/ 1787543 w 4006679"/>
                <a:gd name="connsiteY504" fmla="*/ 4839883 h 5664927"/>
                <a:gd name="connsiteX505" fmla="*/ 1778590 w 4006679"/>
                <a:gd name="connsiteY505" fmla="*/ 4817501 h 5664927"/>
                <a:gd name="connsiteX506" fmla="*/ 1762876 w 4006679"/>
                <a:gd name="connsiteY506" fmla="*/ 4814354 h 5664927"/>
                <a:gd name="connsiteX507" fmla="*/ 1860656 w 4006679"/>
                <a:gd name="connsiteY507" fmla="*/ 4802580 h 5664927"/>
                <a:gd name="connsiteX508" fmla="*/ 1823353 w 4006679"/>
                <a:gd name="connsiteY508" fmla="*/ 4802580 h 5664927"/>
                <a:gd name="connsiteX509" fmla="*/ 1799479 w 4006679"/>
                <a:gd name="connsiteY509" fmla="*/ 4820486 h 5664927"/>
                <a:gd name="connsiteX510" fmla="*/ 1800971 w 4006679"/>
                <a:gd name="connsiteY510" fmla="*/ 4835407 h 5664927"/>
                <a:gd name="connsiteX511" fmla="*/ 1826337 w 4006679"/>
                <a:gd name="connsiteY511" fmla="*/ 4836898 h 5664927"/>
                <a:gd name="connsiteX512" fmla="*/ 1847227 w 4006679"/>
                <a:gd name="connsiteY512" fmla="*/ 4824962 h 5664927"/>
                <a:gd name="connsiteX513" fmla="*/ 1860656 w 4006679"/>
                <a:gd name="connsiteY513" fmla="*/ 4802580 h 5664927"/>
                <a:gd name="connsiteX514" fmla="*/ 1662206 w 4006679"/>
                <a:gd name="connsiteY514" fmla="*/ 4771246 h 5664927"/>
                <a:gd name="connsiteX515" fmla="*/ 1638332 w 4006679"/>
                <a:gd name="connsiteY515" fmla="*/ 4811533 h 5664927"/>
                <a:gd name="connsiteX516" fmla="*/ 1675635 w 4006679"/>
                <a:gd name="connsiteY516" fmla="*/ 4807056 h 5664927"/>
                <a:gd name="connsiteX517" fmla="*/ 1662206 w 4006679"/>
                <a:gd name="connsiteY517" fmla="*/ 4771246 h 5664927"/>
                <a:gd name="connsiteX518" fmla="*/ 1914372 w 4006679"/>
                <a:gd name="connsiteY518" fmla="*/ 4786167 h 5664927"/>
                <a:gd name="connsiteX519" fmla="*/ 1900943 w 4006679"/>
                <a:gd name="connsiteY519" fmla="*/ 4786167 h 5664927"/>
                <a:gd name="connsiteX520" fmla="*/ 1874085 w 4006679"/>
                <a:gd name="connsiteY520" fmla="*/ 4814517 h 5664927"/>
                <a:gd name="connsiteX521" fmla="*/ 1896466 w 4006679"/>
                <a:gd name="connsiteY521" fmla="*/ 4826454 h 5664927"/>
                <a:gd name="connsiteX522" fmla="*/ 1923324 w 4006679"/>
                <a:gd name="connsiteY522" fmla="*/ 4808548 h 5664927"/>
                <a:gd name="connsiteX523" fmla="*/ 1920340 w 4006679"/>
                <a:gd name="connsiteY523" fmla="*/ 4795120 h 5664927"/>
                <a:gd name="connsiteX524" fmla="*/ 1914372 w 4006679"/>
                <a:gd name="connsiteY524" fmla="*/ 4786167 h 5664927"/>
                <a:gd name="connsiteX525" fmla="*/ 1701000 w 4006679"/>
                <a:gd name="connsiteY525" fmla="*/ 4768262 h 5664927"/>
                <a:gd name="connsiteX526" fmla="*/ 1683095 w 4006679"/>
                <a:gd name="connsiteY526" fmla="*/ 4771246 h 5664927"/>
                <a:gd name="connsiteX527" fmla="*/ 1681603 w 4006679"/>
                <a:gd name="connsiteY527" fmla="*/ 4790643 h 5664927"/>
                <a:gd name="connsiteX528" fmla="*/ 1727858 w 4006679"/>
                <a:gd name="connsiteY528" fmla="*/ 4808548 h 5664927"/>
                <a:gd name="connsiteX529" fmla="*/ 1742779 w 4006679"/>
                <a:gd name="connsiteY529" fmla="*/ 4786167 h 5664927"/>
                <a:gd name="connsiteX530" fmla="*/ 1701000 w 4006679"/>
                <a:gd name="connsiteY530" fmla="*/ 4768262 h 5664927"/>
                <a:gd name="connsiteX531" fmla="*/ 1796495 w 4006679"/>
                <a:gd name="connsiteY531" fmla="*/ 4766770 h 5664927"/>
                <a:gd name="connsiteX532" fmla="*/ 1757701 w 4006679"/>
                <a:gd name="connsiteY532" fmla="*/ 4798104 h 5664927"/>
                <a:gd name="connsiteX533" fmla="*/ 1805448 w 4006679"/>
                <a:gd name="connsiteY533" fmla="*/ 4789151 h 5664927"/>
                <a:gd name="connsiteX534" fmla="*/ 1796495 w 4006679"/>
                <a:gd name="connsiteY534" fmla="*/ 4766770 h 5664927"/>
                <a:gd name="connsiteX535" fmla="*/ 1944214 w 4006679"/>
                <a:gd name="connsiteY535" fmla="*/ 4757817 h 5664927"/>
                <a:gd name="connsiteX536" fmla="*/ 1936753 w 4006679"/>
                <a:gd name="connsiteY536" fmla="*/ 4810041 h 5664927"/>
                <a:gd name="connsiteX537" fmla="*/ 1985992 w 4006679"/>
                <a:gd name="connsiteY537" fmla="*/ 4768262 h 5664927"/>
                <a:gd name="connsiteX538" fmla="*/ 1944214 w 4006679"/>
                <a:gd name="connsiteY538" fmla="*/ 4757817 h 5664927"/>
                <a:gd name="connsiteX539" fmla="*/ 1756208 w 4006679"/>
                <a:gd name="connsiteY539" fmla="*/ 4741404 h 5664927"/>
                <a:gd name="connsiteX540" fmla="*/ 1706969 w 4006679"/>
                <a:gd name="connsiteY540" fmla="*/ 4747372 h 5664927"/>
                <a:gd name="connsiteX541" fmla="*/ 1745764 w 4006679"/>
                <a:gd name="connsiteY541" fmla="*/ 4766770 h 5664927"/>
                <a:gd name="connsiteX542" fmla="*/ 1756208 w 4006679"/>
                <a:gd name="connsiteY542" fmla="*/ 4741404 h 5664927"/>
                <a:gd name="connsiteX543" fmla="*/ 1869608 w 4006679"/>
                <a:gd name="connsiteY543" fmla="*/ 4748864 h 5664927"/>
                <a:gd name="connsiteX544" fmla="*/ 1844242 w 4006679"/>
                <a:gd name="connsiteY544" fmla="*/ 4751849 h 5664927"/>
                <a:gd name="connsiteX545" fmla="*/ 1814400 w 4006679"/>
                <a:gd name="connsiteY545" fmla="*/ 4777214 h 5664927"/>
                <a:gd name="connsiteX546" fmla="*/ 1871100 w 4006679"/>
                <a:gd name="connsiteY546" fmla="*/ 4777214 h 5664927"/>
                <a:gd name="connsiteX547" fmla="*/ 1869608 w 4006679"/>
                <a:gd name="connsiteY547" fmla="*/ 4748864 h 5664927"/>
                <a:gd name="connsiteX548" fmla="*/ 3785472 w 4006679"/>
                <a:gd name="connsiteY548" fmla="*/ 4893599 h 5664927"/>
                <a:gd name="connsiteX549" fmla="*/ 3766075 w 4006679"/>
                <a:gd name="connsiteY549" fmla="*/ 4908520 h 5664927"/>
                <a:gd name="connsiteX550" fmla="*/ 3779504 w 4006679"/>
                <a:gd name="connsiteY550" fmla="*/ 4929409 h 5664927"/>
                <a:gd name="connsiteX551" fmla="*/ 3785472 w 4006679"/>
                <a:gd name="connsiteY551" fmla="*/ 4929409 h 5664927"/>
                <a:gd name="connsiteX552" fmla="*/ 3789948 w 4006679"/>
                <a:gd name="connsiteY552" fmla="*/ 4896583 h 5664927"/>
                <a:gd name="connsiteX553" fmla="*/ 3785472 w 4006679"/>
                <a:gd name="connsiteY553" fmla="*/ 4893599 h 5664927"/>
                <a:gd name="connsiteX554" fmla="*/ 1912879 w 4006679"/>
                <a:gd name="connsiteY554" fmla="*/ 4727975 h 5664927"/>
                <a:gd name="connsiteX555" fmla="*/ 1887514 w 4006679"/>
                <a:gd name="connsiteY555" fmla="*/ 4757817 h 5664927"/>
                <a:gd name="connsiteX556" fmla="*/ 1933769 w 4006679"/>
                <a:gd name="connsiteY556" fmla="*/ 4747372 h 5664927"/>
                <a:gd name="connsiteX557" fmla="*/ 1912879 w 4006679"/>
                <a:gd name="connsiteY557" fmla="*/ 4727975 h 5664927"/>
                <a:gd name="connsiteX558" fmla="*/ 1817385 w 4006679"/>
                <a:gd name="connsiteY558" fmla="*/ 4711562 h 5664927"/>
                <a:gd name="connsiteX559" fmla="*/ 1775606 w 4006679"/>
                <a:gd name="connsiteY559" fmla="*/ 4735435 h 5664927"/>
                <a:gd name="connsiteX560" fmla="*/ 1777098 w 4006679"/>
                <a:gd name="connsiteY560" fmla="*/ 4748864 h 5664927"/>
                <a:gd name="connsiteX561" fmla="*/ 1790527 w 4006679"/>
                <a:gd name="connsiteY561" fmla="*/ 4750356 h 5664927"/>
                <a:gd name="connsiteX562" fmla="*/ 1817385 w 4006679"/>
                <a:gd name="connsiteY562" fmla="*/ 4711562 h 5664927"/>
                <a:gd name="connsiteX563" fmla="*/ 1756208 w 4006679"/>
                <a:gd name="connsiteY563" fmla="*/ 4692164 h 5664927"/>
                <a:gd name="connsiteX564" fmla="*/ 1739795 w 4006679"/>
                <a:gd name="connsiteY564" fmla="*/ 4710069 h 5664927"/>
                <a:gd name="connsiteX565" fmla="*/ 1720398 w 4006679"/>
                <a:gd name="connsiteY565" fmla="*/ 4726483 h 5664927"/>
                <a:gd name="connsiteX566" fmla="*/ 1754716 w 4006679"/>
                <a:gd name="connsiteY566" fmla="*/ 4722006 h 5664927"/>
                <a:gd name="connsiteX567" fmla="*/ 1756208 w 4006679"/>
                <a:gd name="connsiteY567" fmla="*/ 4692164 h 5664927"/>
                <a:gd name="connsiteX568" fmla="*/ 1863640 w 4006679"/>
                <a:gd name="connsiteY568" fmla="*/ 4698133 h 5664927"/>
                <a:gd name="connsiteX569" fmla="*/ 1832306 w 4006679"/>
                <a:gd name="connsiteY569" fmla="*/ 4722006 h 5664927"/>
                <a:gd name="connsiteX570" fmla="*/ 1850211 w 4006679"/>
                <a:gd name="connsiteY570" fmla="*/ 4741404 h 5664927"/>
                <a:gd name="connsiteX571" fmla="*/ 1887514 w 4006679"/>
                <a:gd name="connsiteY571" fmla="*/ 4722006 h 5664927"/>
                <a:gd name="connsiteX572" fmla="*/ 1863640 w 4006679"/>
                <a:gd name="connsiteY572" fmla="*/ 4698133 h 5664927"/>
                <a:gd name="connsiteX573" fmla="*/ 1985992 w 4006679"/>
                <a:gd name="connsiteY573" fmla="*/ 4698133 h 5664927"/>
                <a:gd name="connsiteX574" fmla="*/ 1939737 w 4006679"/>
                <a:gd name="connsiteY574" fmla="*/ 4729467 h 5664927"/>
                <a:gd name="connsiteX575" fmla="*/ 2026280 w 4006679"/>
                <a:gd name="connsiteY575" fmla="*/ 4729467 h 5664927"/>
                <a:gd name="connsiteX576" fmla="*/ 1985992 w 4006679"/>
                <a:gd name="connsiteY576" fmla="*/ 4698133 h 5664927"/>
                <a:gd name="connsiteX577" fmla="*/ 3767566 w 4006679"/>
                <a:gd name="connsiteY577" fmla="*/ 4830930 h 5664927"/>
                <a:gd name="connsiteX578" fmla="*/ 3782488 w 4006679"/>
                <a:gd name="connsiteY578" fmla="*/ 4854804 h 5664927"/>
                <a:gd name="connsiteX579" fmla="*/ 3767566 w 4006679"/>
                <a:gd name="connsiteY579" fmla="*/ 4830930 h 5664927"/>
                <a:gd name="connsiteX580" fmla="*/ 1933769 w 4006679"/>
                <a:gd name="connsiteY580" fmla="*/ 4666798 h 5664927"/>
                <a:gd name="connsiteX581" fmla="*/ 1894974 w 4006679"/>
                <a:gd name="connsiteY581" fmla="*/ 4668291 h 5664927"/>
                <a:gd name="connsiteX582" fmla="*/ 1896466 w 4006679"/>
                <a:gd name="connsiteY582" fmla="*/ 4713054 h 5664927"/>
                <a:gd name="connsiteX583" fmla="*/ 1944214 w 4006679"/>
                <a:gd name="connsiteY583" fmla="*/ 4686196 h 5664927"/>
                <a:gd name="connsiteX584" fmla="*/ 1933769 w 4006679"/>
                <a:gd name="connsiteY584" fmla="*/ 4666798 h 5664927"/>
                <a:gd name="connsiteX585" fmla="*/ 1805448 w 4006679"/>
                <a:gd name="connsiteY585" fmla="*/ 4638448 h 5664927"/>
                <a:gd name="connsiteX586" fmla="*/ 1777098 w 4006679"/>
                <a:gd name="connsiteY586" fmla="*/ 4669783 h 5664927"/>
                <a:gd name="connsiteX587" fmla="*/ 1775606 w 4006679"/>
                <a:gd name="connsiteY587" fmla="*/ 4690672 h 5664927"/>
                <a:gd name="connsiteX588" fmla="*/ 1789035 w 4006679"/>
                <a:gd name="connsiteY588" fmla="*/ 4698133 h 5664927"/>
                <a:gd name="connsiteX589" fmla="*/ 1821861 w 4006679"/>
                <a:gd name="connsiteY589" fmla="*/ 4689180 h 5664927"/>
                <a:gd name="connsiteX590" fmla="*/ 1805448 w 4006679"/>
                <a:gd name="connsiteY590" fmla="*/ 4638448 h 5664927"/>
                <a:gd name="connsiteX591" fmla="*/ 1827829 w 4006679"/>
                <a:gd name="connsiteY591" fmla="*/ 4635464 h 5664927"/>
                <a:gd name="connsiteX592" fmla="*/ 1811416 w 4006679"/>
                <a:gd name="connsiteY592" fmla="*/ 4671275 h 5664927"/>
                <a:gd name="connsiteX593" fmla="*/ 1851703 w 4006679"/>
                <a:gd name="connsiteY593" fmla="*/ 4686196 h 5664927"/>
                <a:gd name="connsiteX594" fmla="*/ 1880053 w 4006679"/>
                <a:gd name="connsiteY594" fmla="*/ 4668291 h 5664927"/>
                <a:gd name="connsiteX595" fmla="*/ 1878561 w 4006679"/>
                <a:gd name="connsiteY595" fmla="*/ 4641433 h 5664927"/>
                <a:gd name="connsiteX596" fmla="*/ 1827829 w 4006679"/>
                <a:gd name="connsiteY596" fmla="*/ 4635464 h 5664927"/>
                <a:gd name="connsiteX597" fmla="*/ 2038216 w 4006679"/>
                <a:gd name="connsiteY597" fmla="*/ 4639941 h 5664927"/>
                <a:gd name="connsiteX598" fmla="*/ 2009866 w 4006679"/>
                <a:gd name="connsiteY598" fmla="*/ 4663814 h 5664927"/>
                <a:gd name="connsiteX599" fmla="*/ 2006882 w 4006679"/>
                <a:gd name="connsiteY599" fmla="*/ 4698133 h 5664927"/>
                <a:gd name="connsiteX600" fmla="*/ 2029264 w 4006679"/>
                <a:gd name="connsiteY600" fmla="*/ 4710069 h 5664927"/>
                <a:gd name="connsiteX601" fmla="*/ 2048661 w 4006679"/>
                <a:gd name="connsiteY601" fmla="*/ 4690672 h 5664927"/>
                <a:gd name="connsiteX602" fmla="*/ 2038216 w 4006679"/>
                <a:gd name="connsiteY602" fmla="*/ 4639941 h 5664927"/>
                <a:gd name="connsiteX603" fmla="*/ 1994945 w 4006679"/>
                <a:gd name="connsiteY603" fmla="*/ 4635464 h 5664927"/>
                <a:gd name="connsiteX604" fmla="*/ 1957643 w 4006679"/>
                <a:gd name="connsiteY604" fmla="*/ 4653370 h 5664927"/>
                <a:gd name="connsiteX605" fmla="*/ 1950182 w 4006679"/>
                <a:gd name="connsiteY605" fmla="*/ 4671275 h 5664927"/>
                <a:gd name="connsiteX606" fmla="*/ 1968087 w 4006679"/>
                <a:gd name="connsiteY606" fmla="*/ 4684704 h 5664927"/>
                <a:gd name="connsiteX607" fmla="*/ 1994945 w 4006679"/>
                <a:gd name="connsiteY607" fmla="*/ 4635464 h 5664927"/>
                <a:gd name="connsiteX608" fmla="*/ 1920340 w 4006679"/>
                <a:gd name="connsiteY608" fmla="*/ 4613082 h 5664927"/>
                <a:gd name="connsiteX609" fmla="*/ 1894974 w 4006679"/>
                <a:gd name="connsiteY609" fmla="*/ 4638448 h 5664927"/>
                <a:gd name="connsiteX610" fmla="*/ 1902435 w 4006679"/>
                <a:gd name="connsiteY610" fmla="*/ 4653370 h 5664927"/>
                <a:gd name="connsiteX611" fmla="*/ 1926308 w 4006679"/>
                <a:gd name="connsiteY611" fmla="*/ 4651877 h 5664927"/>
                <a:gd name="connsiteX612" fmla="*/ 1927800 w 4006679"/>
                <a:gd name="connsiteY612" fmla="*/ 4633972 h 5664927"/>
                <a:gd name="connsiteX613" fmla="*/ 1920340 w 4006679"/>
                <a:gd name="connsiteY613" fmla="*/ 4613082 h 5664927"/>
                <a:gd name="connsiteX614" fmla="*/ 2096408 w 4006679"/>
                <a:gd name="connsiteY614" fmla="*/ 4611591 h 5664927"/>
                <a:gd name="connsiteX615" fmla="*/ 2074027 w 4006679"/>
                <a:gd name="connsiteY615" fmla="*/ 4617559 h 5664927"/>
                <a:gd name="connsiteX616" fmla="*/ 2059106 w 4006679"/>
                <a:gd name="connsiteY616" fmla="*/ 4674259 h 5664927"/>
                <a:gd name="connsiteX617" fmla="*/ 2081487 w 4006679"/>
                <a:gd name="connsiteY617" fmla="*/ 4678735 h 5664927"/>
                <a:gd name="connsiteX618" fmla="*/ 2102377 w 4006679"/>
                <a:gd name="connsiteY618" fmla="*/ 4656354 h 5664927"/>
                <a:gd name="connsiteX619" fmla="*/ 2096408 w 4006679"/>
                <a:gd name="connsiteY619" fmla="*/ 4611591 h 5664927"/>
                <a:gd name="connsiteX620" fmla="*/ 1851703 w 4006679"/>
                <a:gd name="connsiteY620" fmla="*/ 4584733 h 5664927"/>
                <a:gd name="connsiteX621" fmla="*/ 1833798 w 4006679"/>
                <a:gd name="connsiteY621" fmla="*/ 4604130 h 5664927"/>
                <a:gd name="connsiteX622" fmla="*/ 1869608 w 4006679"/>
                <a:gd name="connsiteY622" fmla="*/ 4616067 h 5664927"/>
                <a:gd name="connsiteX623" fmla="*/ 1851703 w 4006679"/>
                <a:gd name="connsiteY623" fmla="*/ 4584733 h 5664927"/>
                <a:gd name="connsiteX624" fmla="*/ 2050153 w 4006679"/>
                <a:gd name="connsiteY624" fmla="*/ 4592193 h 5664927"/>
                <a:gd name="connsiteX625" fmla="*/ 2009866 w 4006679"/>
                <a:gd name="connsiteY625" fmla="*/ 4623527 h 5664927"/>
                <a:gd name="connsiteX626" fmla="*/ 2014343 w 4006679"/>
                <a:gd name="connsiteY626" fmla="*/ 4633972 h 5664927"/>
                <a:gd name="connsiteX627" fmla="*/ 2026280 w 4006679"/>
                <a:gd name="connsiteY627" fmla="*/ 4633972 h 5664927"/>
                <a:gd name="connsiteX628" fmla="*/ 2054629 w 4006679"/>
                <a:gd name="connsiteY628" fmla="*/ 4607114 h 5664927"/>
                <a:gd name="connsiteX629" fmla="*/ 2057614 w 4006679"/>
                <a:gd name="connsiteY629" fmla="*/ 4601146 h 5664927"/>
                <a:gd name="connsiteX630" fmla="*/ 2062090 w 4006679"/>
                <a:gd name="connsiteY630" fmla="*/ 4596670 h 5664927"/>
                <a:gd name="connsiteX631" fmla="*/ 2050153 w 4006679"/>
                <a:gd name="connsiteY631" fmla="*/ 4592193 h 5664927"/>
                <a:gd name="connsiteX632" fmla="*/ 1984501 w 4006679"/>
                <a:gd name="connsiteY632" fmla="*/ 4568319 h 5664927"/>
                <a:gd name="connsiteX633" fmla="*/ 1945706 w 4006679"/>
                <a:gd name="connsiteY633" fmla="*/ 4577272 h 5664927"/>
                <a:gd name="connsiteX634" fmla="*/ 1936753 w 4006679"/>
                <a:gd name="connsiteY634" fmla="*/ 4613082 h 5664927"/>
                <a:gd name="connsiteX635" fmla="*/ 1968087 w 4006679"/>
                <a:gd name="connsiteY635" fmla="*/ 4636956 h 5664927"/>
                <a:gd name="connsiteX636" fmla="*/ 2002406 w 4006679"/>
                <a:gd name="connsiteY636" fmla="*/ 4599654 h 5664927"/>
                <a:gd name="connsiteX637" fmla="*/ 1984501 w 4006679"/>
                <a:gd name="connsiteY637" fmla="*/ 4568319 h 5664927"/>
                <a:gd name="connsiteX638" fmla="*/ 2176982 w 4006679"/>
                <a:gd name="connsiteY638" fmla="*/ 4580256 h 5664927"/>
                <a:gd name="connsiteX639" fmla="*/ 2132219 w 4006679"/>
                <a:gd name="connsiteY639" fmla="*/ 4592193 h 5664927"/>
                <a:gd name="connsiteX640" fmla="*/ 2127743 w 4006679"/>
                <a:gd name="connsiteY640" fmla="*/ 4595177 h 5664927"/>
                <a:gd name="connsiteX641" fmla="*/ 2115806 w 4006679"/>
                <a:gd name="connsiteY641" fmla="*/ 4639941 h 5664927"/>
                <a:gd name="connsiteX642" fmla="*/ 2176982 w 4006679"/>
                <a:gd name="connsiteY642" fmla="*/ 4580256 h 5664927"/>
                <a:gd name="connsiteX643" fmla="*/ 1913439 w 4006679"/>
                <a:gd name="connsiteY643" fmla="*/ 4557875 h 5664927"/>
                <a:gd name="connsiteX644" fmla="*/ 1887514 w 4006679"/>
                <a:gd name="connsiteY644" fmla="*/ 4559367 h 5664927"/>
                <a:gd name="connsiteX645" fmla="*/ 1866624 w 4006679"/>
                <a:gd name="connsiteY645" fmla="*/ 4589209 h 5664927"/>
                <a:gd name="connsiteX646" fmla="*/ 1894974 w 4006679"/>
                <a:gd name="connsiteY646" fmla="*/ 4604130 h 5664927"/>
                <a:gd name="connsiteX647" fmla="*/ 1933769 w 4006679"/>
                <a:gd name="connsiteY647" fmla="*/ 4574288 h 5664927"/>
                <a:gd name="connsiteX648" fmla="*/ 1913439 w 4006679"/>
                <a:gd name="connsiteY648" fmla="*/ 4557875 h 5664927"/>
                <a:gd name="connsiteX649" fmla="*/ 2106853 w 4006679"/>
                <a:gd name="connsiteY649" fmla="*/ 4560859 h 5664927"/>
                <a:gd name="connsiteX650" fmla="*/ 2081487 w 4006679"/>
                <a:gd name="connsiteY650" fmla="*/ 4568319 h 5664927"/>
                <a:gd name="connsiteX651" fmla="*/ 2069550 w 4006679"/>
                <a:gd name="connsiteY651" fmla="*/ 4590701 h 5664927"/>
                <a:gd name="connsiteX652" fmla="*/ 2090440 w 4006679"/>
                <a:gd name="connsiteY652" fmla="*/ 4599654 h 5664927"/>
                <a:gd name="connsiteX653" fmla="*/ 2118790 w 4006679"/>
                <a:gd name="connsiteY653" fmla="*/ 4583240 h 5664927"/>
                <a:gd name="connsiteX654" fmla="*/ 2106853 w 4006679"/>
                <a:gd name="connsiteY654" fmla="*/ 4560859 h 5664927"/>
                <a:gd name="connsiteX655" fmla="*/ 1909895 w 4006679"/>
                <a:gd name="connsiteY655" fmla="*/ 4526541 h 5664927"/>
                <a:gd name="connsiteX656" fmla="*/ 1889006 w 4006679"/>
                <a:gd name="connsiteY656" fmla="*/ 4539969 h 5664927"/>
                <a:gd name="connsiteX657" fmla="*/ 1915864 w 4006679"/>
                <a:gd name="connsiteY657" fmla="*/ 4538477 h 5664927"/>
                <a:gd name="connsiteX658" fmla="*/ 1909895 w 4006679"/>
                <a:gd name="connsiteY658" fmla="*/ 4526541 h 5664927"/>
                <a:gd name="connsiteX659" fmla="*/ 2039708 w 4006679"/>
                <a:gd name="connsiteY659" fmla="*/ 4535493 h 5664927"/>
                <a:gd name="connsiteX660" fmla="*/ 2006882 w 4006679"/>
                <a:gd name="connsiteY660" fmla="*/ 4583240 h 5664927"/>
                <a:gd name="connsiteX661" fmla="*/ 2054629 w 4006679"/>
                <a:gd name="connsiteY661" fmla="*/ 4562351 h 5664927"/>
                <a:gd name="connsiteX662" fmla="*/ 2045677 w 4006679"/>
                <a:gd name="connsiteY662" fmla="*/ 4550414 h 5664927"/>
                <a:gd name="connsiteX663" fmla="*/ 2039708 w 4006679"/>
                <a:gd name="connsiteY663" fmla="*/ 4535493 h 5664927"/>
                <a:gd name="connsiteX664" fmla="*/ 1956150 w 4006679"/>
                <a:gd name="connsiteY664" fmla="*/ 4525048 h 5664927"/>
                <a:gd name="connsiteX665" fmla="*/ 1932277 w 4006679"/>
                <a:gd name="connsiteY665" fmla="*/ 4553398 h 5664927"/>
                <a:gd name="connsiteX666" fmla="*/ 1977040 w 4006679"/>
                <a:gd name="connsiteY666" fmla="*/ 4547430 h 5664927"/>
                <a:gd name="connsiteX667" fmla="*/ 1956150 w 4006679"/>
                <a:gd name="connsiteY667" fmla="*/ 4525048 h 5664927"/>
                <a:gd name="connsiteX668" fmla="*/ 2151616 w 4006679"/>
                <a:gd name="connsiteY668" fmla="*/ 4519080 h 5664927"/>
                <a:gd name="connsiteX669" fmla="*/ 2123266 w 4006679"/>
                <a:gd name="connsiteY669" fmla="*/ 4560859 h 5664927"/>
                <a:gd name="connsiteX670" fmla="*/ 2144156 w 4006679"/>
                <a:gd name="connsiteY670" fmla="*/ 4574288 h 5664927"/>
                <a:gd name="connsiteX671" fmla="*/ 2181458 w 4006679"/>
                <a:gd name="connsiteY671" fmla="*/ 4557875 h 5664927"/>
                <a:gd name="connsiteX672" fmla="*/ 2151616 w 4006679"/>
                <a:gd name="connsiteY672" fmla="*/ 4519080 h 5664927"/>
                <a:gd name="connsiteX673" fmla="*/ 3789948 w 4006679"/>
                <a:gd name="connsiteY673" fmla="*/ 4645909 h 5664927"/>
                <a:gd name="connsiteX674" fmla="*/ 3752645 w 4006679"/>
                <a:gd name="connsiteY674" fmla="*/ 4723499 h 5664927"/>
                <a:gd name="connsiteX675" fmla="*/ 3789948 w 4006679"/>
                <a:gd name="connsiteY675" fmla="*/ 4645909 h 5664927"/>
                <a:gd name="connsiteX676" fmla="*/ 2100885 w 4006679"/>
                <a:gd name="connsiteY676" fmla="*/ 4504159 h 5664927"/>
                <a:gd name="connsiteX677" fmla="*/ 2071043 w 4006679"/>
                <a:gd name="connsiteY677" fmla="*/ 4519080 h 5664927"/>
                <a:gd name="connsiteX678" fmla="*/ 2057614 w 4006679"/>
                <a:gd name="connsiteY678" fmla="*/ 4542954 h 5664927"/>
                <a:gd name="connsiteX679" fmla="*/ 2079995 w 4006679"/>
                <a:gd name="connsiteY679" fmla="*/ 4551907 h 5664927"/>
                <a:gd name="connsiteX680" fmla="*/ 2118790 w 4006679"/>
                <a:gd name="connsiteY680" fmla="*/ 4523556 h 5664927"/>
                <a:gd name="connsiteX681" fmla="*/ 2106853 w 4006679"/>
                <a:gd name="connsiteY681" fmla="*/ 4508635 h 5664927"/>
                <a:gd name="connsiteX682" fmla="*/ 2100885 w 4006679"/>
                <a:gd name="connsiteY682" fmla="*/ 4504159 h 5664927"/>
                <a:gd name="connsiteX683" fmla="*/ 2030756 w 4006679"/>
                <a:gd name="connsiteY683" fmla="*/ 4486254 h 5664927"/>
                <a:gd name="connsiteX684" fmla="*/ 1988977 w 4006679"/>
                <a:gd name="connsiteY684" fmla="*/ 4501175 h 5664927"/>
                <a:gd name="connsiteX685" fmla="*/ 1978532 w 4006679"/>
                <a:gd name="connsiteY685" fmla="*/ 4529525 h 5664927"/>
                <a:gd name="connsiteX686" fmla="*/ 2000914 w 4006679"/>
                <a:gd name="connsiteY686" fmla="*/ 4539969 h 5664927"/>
                <a:gd name="connsiteX687" fmla="*/ 2041201 w 4006679"/>
                <a:gd name="connsiteY687" fmla="*/ 4514604 h 5664927"/>
                <a:gd name="connsiteX688" fmla="*/ 2030756 w 4006679"/>
                <a:gd name="connsiteY688" fmla="*/ 4486254 h 5664927"/>
                <a:gd name="connsiteX689" fmla="*/ 1941229 w 4006679"/>
                <a:gd name="connsiteY689" fmla="*/ 4472825 h 5664927"/>
                <a:gd name="connsiteX690" fmla="*/ 1918848 w 4006679"/>
                <a:gd name="connsiteY690" fmla="*/ 4499683 h 5664927"/>
                <a:gd name="connsiteX691" fmla="*/ 1915864 w 4006679"/>
                <a:gd name="connsiteY691" fmla="*/ 4516096 h 5664927"/>
                <a:gd name="connsiteX692" fmla="*/ 1935261 w 4006679"/>
                <a:gd name="connsiteY692" fmla="*/ 4522064 h 5664927"/>
                <a:gd name="connsiteX693" fmla="*/ 1959135 w 4006679"/>
                <a:gd name="connsiteY693" fmla="*/ 4495206 h 5664927"/>
                <a:gd name="connsiteX694" fmla="*/ 1941229 w 4006679"/>
                <a:gd name="connsiteY694" fmla="*/ 4472825 h 5664927"/>
                <a:gd name="connsiteX695" fmla="*/ 2195074 w 4006679"/>
                <a:gd name="connsiteY695" fmla="*/ 4478234 h 5664927"/>
                <a:gd name="connsiteX696" fmla="*/ 2181458 w 4006679"/>
                <a:gd name="connsiteY696" fmla="*/ 4487746 h 5664927"/>
                <a:gd name="connsiteX697" fmla="*/ 2169522 w 4006679"/>
                <a:gd name="connsiteY697" fmla="*/ 4517588 h 5664927"/>
                <a:gd name="connsiteX698" fmla="*/ 2185935 w 4006679"/>
                <a:gd name="connsiteY698" fmla="*/ 4542954 h 5664927"/>
                <a:gd name="connsiteX699" fmla="*/ 2208316 w 4006679"/>
                <a:gd name="connsiteY699" fmla="*/ 4542954 h 5664927"/>
                <a:gd name="connsiteX700" fmla="*/ 2241143 w 4006679"/>
                <a:gd name="connsiteY700" fmla="*/ 4517588 h 5664927"/>
                <a:gd name="connsiteX701" fmla="*/ 2209808 w 4006679"/>
                <a:gd name="connsiteY701" fmla="*/ 4487746 h 5664927"/>
                <a:gd name="connsiteX702" fmla="*/ 2195074 w 4006679"/>
                <a:gd name="connsiteY702" fmla="*/ 4478234 h 5664927"/>
                <a:gd name="connsiteX703" fmla="*/ 2135203 w 4006679"/>
                <a:gd name="connsiteY703" fmla="*/ 4463872 h 5664927"/>
                <a:gd name="connsiteX704" fmla="*/ 2124758 w 4006679"/>
                <a:gd name="connsiteY704" fmla="*/ 4484762 h 5664927"/>
                <a:gd name="connsiteX705" fmla="*/ 2123266 w 4006679"/>
                <a:gd name="connsiteY705" fmla="*/ 4504159 h 5664927"/>
                <a:gd name="connsiteX706" fmla="*/ 2144156 w 4006679"/>
                <a:gd name="connsiteY706" fmla="*/ 4507143 h 5664927"/>
                <a:gd name="connsiteX707" fmla="*/ 2160569 w 4006679"/>
                <a:gd name="connsiteY707" fmla="*/ 4487746 h 5664927"/>
                <a:gd name="connsiteX708" fmla="*/ 2135203 w 4006679"/>
                <a:gd name="connsiteY708" fmla="*/ 4463872 h 5664927"/>
                <a:gd name="connsiteX709" fmla="*/ 2035232 w 4006679"/>
                <a:gd name="connsiteY709" fmla="*/ 4435522 h 5664927"/>
                <a:gd name="connsiteX710" fmla="*/ 1971071 w 4006679"/>
                <a:gd name="connsiteY710" fmla="*/ 4442983 h 5664927"/>
                <a:gd name="connsiteX711" fmla="*/ 1966595 w 4006679"/>
                <a:gd name="connsiteY711" fmla="*/ 4450443 h 5664927"/>
                <a:gd name="connsiteX712" fmla="*/ 1960627 w 4006679"/>
                <a:gd name="connsiteY712" fmla="*/ 4477301 h 5664927"/>
                <a:gd name="connsiteX713" fmla="*/ 1991961 w 4006679"/>
                <a:gd name="connsiteY713" fmla="*/ 4487746 h 5664927"/>
                <a:gd name="connsiteX714" fmla="*/ 2042693 w 4006679"/>
                <a:gd name="connsiteY714" fmla="*/ 4454920 h 5664927"/>
                <a:gd name="connsiteX715" fmla="*/ 2035232 w 4006679"/>
                <a:gd name="connsiteY715" fmla="*/ 4435522 h 5664927"/>
                <a:gd name="connsiteX716" fmla="*/ 2093424 w 4006679"/>
                <a:gd name="connsiteY716" fmla="*/ 4435522 h 5664927"/>
                <a:gd name="connsiteX717" fmla="*/ 2062090 w 4006679"/>
                <a:gd name="connsiteY717" fmla="*/ 4445967 h 5664927"/>
                <a:gd name="connsiteX718" fmla="*/ 2050153 w 4006679"/>
                <a:gd name="connsiteY718" fmla="*/ 4474317 h 5664927"/>
                <a:gd name="connsiteX719" fmla="*/ 2050153 w 4006679"/>
                <a:gd name="connsiteY719" fmla="*/ 4499683 h 5664927"/>
                <a:gd name="connsiteX720" fmla="*/ 2079995 w 4006679"/>
                <a:gd name="connsiteY720" fmla="*/ 4502667 h 5664927"/>
                <a:gd name="connsiteX721" fmla="*/ 2112822 w 4006679"/>
                <a:gd name="connsiteY721" fmla="*/ 4469841 h 5664927"/>
                <a:gd name="connsiteX722" fmla="*/ 2093424 w 4006679"/>
                <a:gd name="connsiteY722" fmla="*/ 4435522 h 5664927"/>
                <a:gd name="connsiteX723" fmla="*/ 2253081 w 4006679"/>
                <a:gd name="connsiteY723" fmla="*/ 4441490 h 5664927"/>
                <a:gd name="connsiteX724" fmla="*/ 2226222 w 4006679"/>
                <a:gd name="connsiteY724" fmla="*/ 4450443 h 5664927"/>
                <a:gd name="connsiteX725" fmla="*/ 2215777 w 4006679"/>
                <a:gd name="connsiteY725" fmla="*/ 4466856 h 5664927"/>
                <a:gd name="connsiteX726" fmla="*/ 2223237 w 4006679"/>
                <a:gd name="connsiteY726" fmla="*/ 4484762 h 5664927"/>
                <a:gd name="connsiteX727" fmla="*/ 2247111 w 4006679"/>
                <a:gd name="connsiteY727" fmla="*/ 4496698 h 5664927"/>
                <a:gd name="connsiteX728" fmla="*/ 2260540 w 4006679"/>
                <a:gd name="connsiteY728" fmla="*/ 4471332 h 5664927"/>
                <a:gd name="connsiteX729" fmla="*/ 2253081 w 4006679"/>
                <a:gd name="connsiteY729" fmla="*/ 4441490 h 5664927"/>
                <a:gd name="connsiteX730" fmla="*/ 2187427 w 4006679"/>
                <a:gd name="connsiteY730" fmla="*/ 4422093 h 5664927"/>
                <a:gd name="connsiteX731" fmla="*/ 2156093 w 4006679"/>
                <a:gd name="connsiteY731" fmla="*/ 4431046 h 5664927"/>
                <a:gd name="connsiteX732" fmla="*/ 2163553 w 4006679"/>
                <a:gd name="connsiteY732" fmla="*/ 4468349 h 5664927"/>
                <a:gd name="connsiteX733" fmla="*/ 2196380 w 4006679"/>
                <a:gd name="connsiteY733" fmla="*/ 4456411 h 5664927"/>
                <a:gd name="connsiteX734" fmla="*/ 2187427 w 4006679"/>
                <a:gd name="connsiteY734" fmla="*/ 4422093 h 5664927"/>
                <a:gd name="connsiteX735" fmla="*/ 2138187 w 4006679"/>
                <a:gd name="connsiteY735" fmla="*/ 4414633 h 5664927"/>
                <a:gd name="connsiteX736" fmla="*/ 2118790 w 4006679"/>
                <a:gd name="connsiteY736" fmla="*/ 4450443 h 5664927"/>
                <a:gd name="connsiteX737" fmla="*/ 2138187 w 4006679"/>
                <a:gd name="connsiteY737" fmla="*/ 4414633 h 5664927"/>
                <a:gd name="connsiteX738" fmla="*/ 2077011 w 4006679"/>
                <a:gd name="connsiteY738" fmla="*/ 4405680 h 5664927"/>
                <a:gd name="connsiteX739" fmla="*/ 2042693 w 4006679"/>
                <a:gd name="connsiteY739" fmla="*/ 4416125 h 5664927"/>
                <a:gd name="connsiteX740" fmla="*/ 2047169 w 4006679"/>
                <a:gd name="connsiteY740" fmla="*/ 4426569 h 5664927"/>
                <a:gd name="connsiteX741" fmla="*/ 2071043 w 4006679"/>
                <a:gd name="connsiteY741" fmla="*/ 4437014 h 5664927"/>
                <a:gd name="connsiteX742" fmla="*/ 2088948 w 4006679"/>
                <a:gd name="connsiteY742" fmla="*/ 4419109 h 5664927"/>
                <a:gd name="connsiteX743" fmla="*/ 2077011 w 4006679"/>
                <a:gd name="connsiteY743" fmla="*/ 4405680 h 5664927"/>
                <a:gd name="connsiteX744" fmla="*/ 3794425 w 4006679"/>
                <a:gd name="connsiteY744" fmla="*/ 4538477 h 5664927"/>
                <a:gd name="connsiteX745" fmla="*/ 3788456 w 4006679"/>
                <a:gd name="connsiteY745" fmla="*/ 4545938 h 5664927"/>
                <a:gd name="connsiteX746" fmla="*/ 3761598 w 4006679"/>
                <a:gd name="connsiteY746" fmla="*/ 4602638 h 5664927"/>
                <a:gd name="connsiteX747" fmla="*/ 3758614 w 4006679"/>
                <a:gd name="connsiteY747" fmla="*/ 4669783 h 5664927"/>
                <a:gd name="connsiteX748" fmla="*/ 3794425 w 4006679"/>
                <a:gd name="connsiteY748" fmla="*/ 4538477 h 5664927"/>
                <a:gd name="connsiteX749" fmla="*/ 2326193 w 4006679"/>
                <a:gd name="connsiteY749" fmla="*/ 4417617 h 5664927"/>
                <a:gd name="connsiteX750" fmla="*/ 2270985 w 4006679"/>
                <a:gd name="connsiteY750" fmla="*/ 4423585 h 5664927"/>
                <a:gd name="connsiteX751" fmla="*/ 2282922 w 4006679"/>
                <a:gd name="connsiteY751" fmla="*/ 4472825 h 5664927"/>
                <a:gd name="connsiteX752" fmla="*/ 2326193 w 4006679"/>
                <a:gd name="connsiteY752" fmla="*/ 4417617 h 5664927"/>
                <a:gd name="connsiteX753" fmla="*/ 1991961 w 4006679"/>
                <a:gd name="connsiteY753" fmla="*/ 4381806 h 5664927"/>
                <a:gd name="connsiteX754" fmla="*/ 1974056 w 4006679"/>
                <a:gd name="connsiteY754" fmla="*/ 4417617 h 5664927"/>
                <a:gd name="connsiteX755" fmla="*/ 1999422 w 4006679"/>
                <a:gd name="connsiteY755" fmla="*/ 4439999 h 5664927"/>
                <a:gd name="connsiteX756" fmla="*/ 2027771 w 4006679"/>
                <a:gd name="connsiteY756" fmla="*/ 4404188 h 5664927"/>
                <a:gd name="connsiteX757" fmla="*/ 1991961 w 4006679"/>
                <a:gd name="connsiteY757" fmla="*/ 4381806 h 5664927"/>
                <a:gd name="connsiteX758" fmla="*/ 2248603 w 4006679"/>
                <a:gd name="connsiteY758" fmla="*/ 4383298 h 5664927"/>
                <a:gd name="connsiteX759" fmla="*/ 2230698 w 4006679"/>
                <a:gd name="connsiteY759" fmla="*/ 4390759 h 5664927"/>
                <a:gd name="connsiteX760" fmla="*/ 2211301 w 4006679"/>
                <a:gd name="connsiteY760" fmla="*/ 4398219 h 5664927"/>
                <a:gd name="connsiteX761" fmla="*/ 2205332 w 4006679"/>
                <a:gd name="connsiteY761" fmla="*/ 4416125 h 5664927"/>
                <a:gd name="connsiteX762" fmla="*/ 2214285 w 4006679"/>
                <a:gd name="connsiteY762" fmla="*/ 4437014 h 5664927"/>
                <a:gd name="connsiteX763" fmla="*/ 2236666 w 4006679"/>
                <a:gd name="connsiteY763" fmla="*/ 4434030 h 5664927"/>
                <a:gd name="connsiteX764" fmla="*/ 2248603 w 4006679"/>
                <a:gd name="connsiteY764" fmla="*/ 4383298 h 5664927"/>
                <a:gd name="connsiteX765" fmla="*/ 2179966 w 4006679"/>
                <a:gd name="connsiteY765" fmla="*/ 4374346 h 5664927"/>
                <a:gd name="connsiteX766" fmla="*/ 2148632 w 4006679"/>
                <a:gd name="connsiteY766" fmla="*/ 4384791 h 5664927"/>
                <a:gd name="connsiteX767" fmla="*/ 2150124 w 4006679"/>
                <a:gd name="connsiteY767" fmla="*/ 4402696 h 5664927"/>
                <a:gd name="connsiteX768" fmla="*/ 2162061 w 4006679"/>
                <a:gd name="connsiteY768" fmla="*/ 4416125 h 5664927"/>
                <a:gd name="connsiteX769" fmla="*/ 2178474 w 4006679"/>
                <a:gd name="connsiteY769" fmla="*/ 4408664 h 5664927"/>
                <a:gd name="connsiteX770" fmla="*/ 2191903 w 4006679"/>
                <a:gd name="connsiteY770" fmla="*/ 4390759 h 5664927"/>
                <a:gd name="connsiteX771" fmla="*/ 2191903 w 4006679"/>
                <a:gd name="connsiteY771" fmla="*/ 4380314 h 5664927"/>
                <a:gd name="connsiteX772" fmla="*/ 2179966 w 4006679"/>
                <a:gd name="connsiteY772" fmla="*/ 4374346 h 5664927"/>
                <a:gd name="connsiteX773" fmla="*/ 2123266 w 4006679"/>
                <a:gd name="connsiteY773" fmla="*/ 4359425 h 5664927"/>
                <a:gd name="connsiteX774" fmla="*/ 2111330 w 4006679"/>
                <a:gd name="connsiteY774" fmla="*/ 4411648 h 5664927"/>
                <a:gd name="connsiteX775" fmla="*/ 2123266 w 4006679"/>
                <a:gd name="connsiteY775" fmla="*/ 4359425 h 5664927"/>
                <a:gd name="connsiteX776" fmla="*/ 2053137 w 4006679"/>
                <a:gd name="connsiteY776" fmla="*/ 4351964 h 5664927"/>
                <a:gd name="connsiteX777" fmla="*/ 2024787 w 4006679"/>
                <a:gd name="connsiteY777" fmla="*/ 4383298 h 5664927"/>
                <a:gd name="connsiteX778" fmla="*/ 2078503 w 4006679"/>
                <a:gd name="connsiteY778" fmla="*/ 4374346 h 5664927"/>
                <a:gd name="connsiteX779" fmla="*/ 2053137 w 4006679"/>
                <a:gd name="connsiteY779" fmla="*/ 4351964 h 5664927"/>
                <a:gd name="connsiteX780" fmla="*/ 2238159 w 4006679"/>
                <a:gd name="connsiteY780" fmla="*/ 4334059 h 5664927"/>
                <a:gd name="connsiteX781" fmla="*/ 2227714 w 4006679"/>
                <a:gd name="connsiteY781" fmla="*/ 4340027 h 5664927"/>
                <a:gd name="connsiteX782" fmla="*/ 2214285 w 4006679"/>
                <a:gd name="connsiteY782" fmla="*/ 4344503 h 5664927"/>
                <a:gd name="connsiteX783" fmla="*/ 2205332 w 4006679"/>
                <a:gd name="connsiteY783" fmla="*/ 4374346 h 5664927"/>
                <a:gd name="connsiteX784" fmla="*/ 2218761 w 4006679"/>
                <a:gd name="connsiteY784" fmla="*/ 4386283 h 5664927"/>
                <a:gd name="connsiteX785" fmla="*/ 2238159 w 4006679"/>
                <a:gd name="connsiteY785" fmla="*/ 4334059 h 5664927"/>
                <a:gd name="connsiteX786" fmla="*/ 2296351 w 4006679"/>
                <a:gd name="connsiteY786" fmla="*/ 4337043 h 5664927"/>
                <a:gd name="connsiteX787" fmla="*/ 2265016 w 4006679"/>
                <a:gd name="connsiteY787" fmla="*/ 4350472 h 5664927"/>
                <a:gd name="connsiteX788" fmla="*/ 2265016 w 4006679"/>
                <a:gd name="connsiteY788" fmla="*/ 4383298 h 5664927"/>
                <a:gd name="connsiteX789" fmla="*/ 2287398 w 4006679"/>
                <a:gd name="connsiteY789" fmla="*/ 4413140 h 5664927"/>
                <a:gd name="connsiteX790" fmla="*/ 2314256 w 4006679"/>
                <a:gd name="connsiteY790" fmla="*/ 4404188 h 5664927"/>
                <a:gd name="connsiteX791" fmla="*/ 2329177 w 4006679"/>
                <a:gd name="connsiteY791" fmla="*/ 4381806 h 5664927"/>
                <a:gd name="connsiteX792" fmla="*/ 2323208 w 4006679"/>
                <a:gd name="connsiteY792" fmla="*/ 4360917 h 5664927"/>
                <a:gd name="connsiteX793" fmla="*/ 2296351 w 4006679"/>
                <a:gd name="connsiteY793" fmla="*/ 4337043 h 5664927"/>
                <a:gd name="connsiteX794" fmla="*/ 2014343 w 4006679"/>
                <a:gd name="connsiteY794" fmla="*/ 4307201 h 5664927"/>
                <a:gd name="connsiteX795" fmla="*/ 1997929 w 4006679"/>
                <a:gd name="connsiteY795" fmla="*/ 4366885 h 5664927"/>
                <a:gd name="connsiteX796" fmla="*/ 2045677 w 4006679"/>
                <a:gd name="connsiteY796" fmla="*/ 4322122 h 5664927"/>
                <a:gd name="connsiteX797" fmla="*/ 2014343 w 4006679"/>
                <a:gd name="connsiteY797" fmla="*/ 4307201 h 5664927"/>
                <a:gd name="connsiteX798" fmla="*/ 3789948 w 4006679"/>
                <a:gd name="connsiteY798" fmla="*/ 4441490 h 5664927"/>
                <a:gd name="connsiteX799" fmla="*/ 3757122 w 4006679"/>
                <a:gd name="connsiteY799" fmla="*/ 4583240 h 5664927"/>
                <a:gd name="connsiteX800" fmla="*/ 3764583 w 4006679"/>
                <a:gd name="connsiteY800" fmla="*/ 4569812 h 5664927"/>
                <a:gd name="connsiteX801" fmla="*/ 3791440 w 4006679"/>
                <a:gd name="connsiteY801" fmla="*/ 4495206 h 5664927"/>
                <a:gd name="connsiteX802" fmla="*/ 3789948 w 4006679"/>
                <a:gd name="connsiteY802" fmla="*/ 4441490 h 5664927"/>
                <a:gd name="connsiteX803" fmla="*/ 2175490 w 4006679"/>
                <a:gd name="connsiteY803" fmla="*/ 4302725 h 5664927"/>
                <a:gd name="connsiteX804" fmla="*/ 2160569 w 4006679"/>
                <a:gd name="connsiteY804" fmla="*/ 4311677 h 5664927"/>
                <a:gd name="connsiteX805" fmla="*/ 2138187 w 4006679"/>
                <a:gd name="connsiteY805" fmla="*/ 4348980 h 5664927"/>
                <a:gd name="connsiteX806" fmla="*/ 2153109 w 4006679"/>
                <a:gd name="connsiteY806" fmla="*/ 4369869 h 5664927"/>
                <a:gd name="connsiteX807" fmla="*/ 2176982 w 4006679"/>
                <a:gd name="connsiteY807" fmla="*/ 4360917 h 5664927"/>
                <a:gd name="connsiteX808" fmla="*/ 2175490 w 4006679"/>
                <a:gd name="connsiteY808" fmla="*/ 4302725 h 5664927"/>
                <a:gd name="connsiteX809" fmla="*/ 2100885 w 4006679"/>
                <a:gd name="connsiteY809" fmla="*/ 4292280 h 5664927"/>
                <a:gd name="connsiteX810" fmla="*/ 2072535 w 4006679"/>
                <a:gd name="connsiteY810" fmla="*/ 4316154 h 5664927"/>
                <a:gd name="connsiteX811" fmla="*/ 2065074 w 4006679"/>
                <a:gd name="connsiteY811" fmla="*/ 4335551 h 5664927"/>
                <a:gd name="connsiteX812" fmla="*/ 2084472 w 4006679"/>
                <a:gd name="connsiteY812" fmla="*/ 4360917 h 5664927"/>
                <a:gd name="connsiteX813" fmla="*/ 2115806 w 4006679"/>
                <a:gd name="connsiteY813" fmla="*/ 4345996 h 5664927"/>
                <a:gd name="connsiteX814" fmla="*/ 2111330 w 4006679"/>
                <a:gd name="connsiteY814" fmla="*/ 4308693 h 5664927"/>
                <a:gd name="connsiteX815" fmla="*/ 2100885 w 4006679"/>
                <a:gd name="connsiteY815" fmla="*/ 4292280 h 5664927"/>
                <a:gd name="connsiteX816" fmla="*/ 2217269 w 4006679"/>
                <a:gd name="connsiteY816" fmla="*/ 4280343 h 5664927"/>
                <a:gd name="connsiteX817" fmla="*/ 2202348 w 4006679"/>
                <a:gd name="connsiteY817" fmla="*/ 4325106 h 5664927"/>
                <a:gd name="connsiteX818" fmla="*/ 2226222 w 4006679"/>
                <a:gd name="connsiteY818" fmla="*/ 4325106 h 5664927"/>
                <a:gd name="connsiteX819" fmla="*/ 2236666 w 4006679"/>
                <a:gd name="connsiteY819" fmla="*/ 4301233 h 5664927"/>
                <a:gd name="connsiteX820" fmla="*/ 2217269 w 4006679"/>
                <a:gd name="connsiteY820" fmla="*/ 4280343 h 5664927"/>
                <a:gd name="connsiteX821" fmla="*/ 2296351 w 4006679"/>
                <a:gd name="connsiteY821" fmla="*/ 4284819 h 5664927"/>
                <a:gd name="connsiteX822" fmla="*/ 2248603 w 4006679"/>
                <a:gd name="connsiteY822" fmla="*/ 4313170 h 5664927"/>
                <a:gd name="connsiteX823" fmla="*/ 2275461 w 4006679"/>
                <a:gd name="connsiteY823" fmla="*/ 4332567 h 5664927"/>
                <a:gd name="connsiteX824" fmla="*/ 2296351 w 4006679"/>
                <a:gd name="connsiteY824" fmla="*/ 4284819 h 5664927"/>
                <a:gd name="connsiteX825" fmla="*/ 2363495 w 4006679"/>
                <a:gd name="connsiteY825" fmla="*/ 4278851 h 5664927"/>
                <a:gd name="connsiteX826" fmla="*/ 2344098 w 4006679"/>
                <a:gd name="connsiteY826" fmla="*/ 4296756 h 5664927"/>
                <a:gd name="connsiteX827" fmla="*/ 2318732 w 4006679"/>
                <a:gd name="connsiteY827" fmla="*/ 4308693 h 5664927"/>
                <a:gd name="connsiteX828" fmla="*/ 2326193 w 4006679"/>
                <a:gd name="connsiteY828" fmla="*/ 4347488 h 5664927"/>
                <a:gd name="connsiteX829" fmla="*/ 2360511 w 4006679"/>
                <a:gd name="connsiteY829" fmla="*/ 4347488 h 5664927"/>
                <a:gd name="connsiteX830" fmla="*/ 2378416 w 4006679"/>
                <a:gd name="connsiteY830" fmla="*/ 4311677 h 5664927"/>
                <a:gd name="connsiteX831" fmla="*/ 2363495 w 4006679"/>
                <a:gd name="connsiteY831" fmla="*/ 4278851 h 5664927"/>
                <a:gd name="connsiteX832" fmla="*/ 2138187 w 4006679"/>
                <a:gd name="connsiteY832" fmla="*/ 4256469 h 5664927"/>
                <a:gd name="connsiteX833" fmla="*/ 2102377 w 4006679"/>
                <a:gd name="connsiteY833" fmla="*/ 4280343 h 5664927"/>
                <a:gd name="connsiteX834" fmla="*/ 2166537 w 4006679"/>
                <a:gd name="connsiteY834" fmla="*/ 4286311 h 5664927"/>
                <a:gd name="connsiteX835" fmla="*/ 2138187 w 4006679"/>
                <a:gd name="connsiteY835" fmla="*/ 4256469 h 5664927"/>
                <a:gd name="connsiteX836" fmla="*/ 2069550 w 4006679"/>
                <a:gd name="connsiteY836" fmla="*/ 4234088 h 5664927"/>
                <a:gd name="connsiteX837" fmla="*/ 2035232 w 4006679"/>
                <a:gd name="connsiteY837" fmla="*/ 4263930 h 5664927"/>
                <a:gd name="connsiteX838" fmla="*/ 2032248 w 4006679"/>
                <a:gd name="connsiteY838" fmla="*/ 4298249 h 5664927"/>
                <a:gd name="connsiteX839" fmla="*/ 2057614 w 4006679"/>
                <a:gd name="connsiteY839" fmla="*/ 4308693 h 5664927"/>
                <a:gd name="connsiteX840" fmla="*/ 2081487 w 4006679"/>
                <a:gd name="connsiteY840" fmla="*/ 4254977 h 5664927"/>
                <a:gd name="connsiteX841" fmla="*/ 2069550 w 4006679"/>
                <a:gd name="connsiteY841" fmla="*/ 4234088 h 5664927"/>
                <a:gd name="connsiteX842" fmla="*/ 2420195 w 4006679"/>
                <a:gd name="connsiteY842" fmla="*/ 4247517 h 5664927"/>
                <a:gd name="connsiteX843" fmla="*/ 2376924 w 4006679"/>
                <a:gd name="connsiteY843" fmla="*/ 4266914 h 5664927"/>
                <a:gd name="connsiteX844" fmla="*/ 2385877 w 4006679"/>
                <a:gd name="connsiteY844" fmla="*/ 4302725 h 5664927"/>
                <a:gd name="connsiteX845" fmla="*/ 2391845 w 4006679"/>
                <a:gd name="connsiteY845" fmla="*/ 4304217 h 5664927"/>
                <a:gd name="connsiteX846" fmla="*/ 2420195 w 4006679"/>
                <a:gd name="connsiteY846" fmla="*/ 4247517 h 5664927"/>
                <a:gd name="connsiteX847" fmla="*/ 2273969 w 4006679"/>
                <a:gd name="connsiteY847" fmla="*/ 4231104 h 5664927"/>
                <a:gd name="connsiteX848" fmla="*/ 2241143 w 4006679"/>
                <a:gd name="connsiteY848" fmla="*/ 4246025 h 5664927"/>
                <a:gd name="connsiteX849" fmla="*/ 2230698 w 4006679"/>
                <a:gd name="connsiteY849" fmla="*/ 4259454 h 5664927"/>
                <a:gd name="connsiteX850" fmla="*/ 2260540 w 4006679"/>
                <a:gd name="connsiteY850" fmla="*/ 4293772 h 5664927"/>
                <a:gd name="connsiteX851" fmla="*/ 2273969 w 4006679"/>
                <a:gd name="connsiteY851" fmla="*/ 4231104 h 5664927"/>
                <a:gd name="connsiteX852" fmla="*/ 2345590 w 4006679"/>
                <a:gd name="connsiteY852" fmla="*/ 4235580 h 5664927"/>
                <a:gd name="connsiteX853" fmla="*/ 2312764 w 4006679"/>
                <a:gd name="connsiteY853" fmla="*/ 4250501 h 5664927"/>
                <a:gd name="connsiteX854" fmla="*/ 2326193 w 4006679"/>
                <a:gd name="connsiteY854" fmla="*/ 4295264 h 5664927"/>
                <a:gd name="connsiteX855" fmla="*/ 2348574 w 4006679"/>
                <a:gd name="connsiteY855" fmla="*/ 4274375 h 5664927"/>
                <a:gd name="connsiteX856" fmla="*/ 2345590 w 4006679"/>
                <a:gd name="connsiteY856" fmla="*/ 4235580 h 5664927"/>
                <a:gd name="connsiteX857" fmla="*/ 3778011 w 4006679"/>
                <a:gd name="connsiteY857" fmla="*/ 4344503 h 5664927"/>
                <a:gd name="connsiteX858" fmla="*/ 3746677 w 4006679"/>
                <a:gd name="connsiteY858" fmla="*/ 4487746 h 5664927"/>
                <a:gd name="connsiteX859" fmla="*/ 3769059 w 4006679"/>
                <a:gd name="connsiteY859" fmla="*/ 4448951 h 5664927"/>
                <a:gd name="connsiteX860" fmla="*/ 3778011 w 4006679"/>
                <a:gd name="connsiteY860" fmla="*/ 4420601 h 5664927"/>
                <a:gd name="connsiteX861" fmla="*/ 3778011 w 4006679"/>
                <a:gd name="connsiteY861" fmla="*/ 4344503 h 5664927"/>
                <a:gd name="connsiteX862" fmla="*/ 2194887 w 4006679"/>
                <a:gd name="connsiteY862" fmla="*/ 4211706 h 5664927"/>
                <a:gd name="connsiteX863" fmla="*/ 2153109 w 4006679"/>
                <a:gd name="connsiteY863" fmla="*/ 4243040 h 5664927"/>
                <a:gd name="connsiteX864" fmla="*/ 2162061 w 4006679"/>
                <a:gd name="connsiteY864" fmla="*/ 4266914 h 5664927"/>
                <a:gd name="connsiteX865" fmla="*/ 2199364 w 4006679"/>
                <a:gd name="connsiteY865" fmla="*/ 4277359 h 5664927"/>
                <a:gd name="connsiteX866" fmla="*/ 2212793 w 4006679"/>
                <a:gd name="connsiteY866" fmla="*/ 4240056 h 5664927"/>
                <a:gd name="connsiteX867" fmla="*/ 2194887 w 4006679"/>
                <a:gd name="connsiteY867" fmla="*/ 4211706 h 5664927"/>
                <a:gd name="connsiteX868" fmla="*/ 2121774 w 4006679"/>
                <a:gd name="connsiteY868" fmla="*/ 4205738 h 5664927"/>
                <a:gd name="connsiteX869" fmla="*/ 2109837 w 4006679"/>
                <a:gd name="connsiteY869" fmla="*/ 4211706 h 5664927"/>
                <a:gd name="connsiteX870" fmla="*/ 2097900 w 4006679"/>
                <a:gd name="connsiteY870" fmla="*/ 4216183 h 5664927"/>
                <a:gd name="connsiteX871" fmla="*/ 2088948 w 4006679"/>
                <a:gd name="connsiteY871" fmla="*/ 4244533 h 5664927"/>
                <a:gd name="connsiteX872" fmla="*/ 2111330 w 4006679"/>
                <a:gd name="connsiteY872" fmla="*/ 4262438 h 5664927"/>
                <a:gd name="connsiteX873" fmla="*/ 2141172 w 4006679"/>
                <a:gd name="connsiteY873" fmla="*/ 4228119 h 5664927"/>
                <a:gd name="connsiteX874" fmla="*/ 2121774 w 4006679"/>
                <a:gd name="connsiteY874" fmla="*/ 4205738 h 5664927"/>
                <a:gd name="connsiteX875" fmla="*/ 2041201 w 4006679"/>
                <a:gd name="connsiteY875" fmla="*/ 4198277 h 5664927"/>
                <a:gd name="connsiteX876" fmla="*/ 2033740 w 4006679"/>
                <a:gd name="connsiteY876" fmla="*/ 4241548 h 5664927"/>
                <a:gd name="connsiteX877" fmla="*/ 2038216 w 4006679"/>
                <a:gd name="connsiteY877" fmla="*/ 4243040 h 5664927"/>
                <a:gd name="connsiteX878" fmla="*/ 2060598 w 4006679"/>
                <a:gd name="connsiteY878" fmla="*/ 4219167 h 5664927"/>
                <a:gd name="connsiteX879" fmla="*/ 2041201 w 4006679"/>
                <a:gd name="connsiteY879" fmla="*/ 4198277 h 5664927"/>
                <a:gd name="connsiteX880" fmla="*/ 2308287 w 4006679"/>
                <a:gd name="connsiteY880" fmla="*/ 4172911 h 5664927"/>
                <a:gd name="connsiteX881" fmla="*/ 2285906 w 4006679"/>
                <a:gd name="connsiteY881" fmla="*/ 4220659 h 5664927"/>
                <a:gd name="connsiteX882" fmla="*/ 2311272 w 4006679"/>
                <a:gd name="connsiteY882" fmla="*/ 4235580 h 5664927"/>
                <a:gd name="connsiteX883" fmla="*/ 2342606 w 4006679"/>
                <a:gd name="connsiteY883" fmla="*/ 4198277 h 5664927"/>
                <a:gd name="connsiteX884" fmla="*/ 2308287 w 4006679"/>
                <a:gd name="connsiteY884" fmla="*/ 4172911 h 5664927"/>
                <a:gd name="connsiteX885" fmla="*/ 2221745 w 4006679"/>
                <a:gd name="connsiteY885" fmla="*/ 4162467 h 5664927"/>
                <a:gd name="connsiteX886" fmla="*/ 2205332 w 4006679"/>
                <a:gd name="connsiteY886" fmla="*/ 4187832 h 5664927"/>
                <a:gd name="connsiteX887" fmla="*/ 2218761 w 4006679"/>
                <a:gd name="connsiteY887" fmla="*/ 4226627 h 5664927"/>
                <a:gd name="connsiteX888" fmla="*/ 2248603 w 4006679"/>
                <a:gd name="connsiteY888" fmla="*/ 4232596 h 5664927"/>
                <a:gd name="connsiteX889" fmla="*/ 2265016 w 4006679"/>
                <a:gd name="connsiteY889" fmla="*/ 4199770 h 5664927"/>
                <a:gd name="connsiteX890" fmla="*/ 2262032 w 4006679"/>
                <a:gd name="connsiteY890" fmla="*/ 4193801 h 5664927"/>
                <a:gd name="connsiteX891" fmla="*/ 2221745 w 4006679"/>
                <a:gd name="connsiteY891" fmla="*/ 4162467 h 5664927"/>
                <a:gd name="connsiteX892" fmla="*/ 2159077 w 4006679"/>
                <a:gd name="connsiteY892" fmla="*/ 4155006 h 5664927"/>
                <a:gd name="connsiteX893" fmla="*/ 2135203 w 4006679"/>
                <a:gd name="connsiteY893" fmla="*/ 4168435 h 5664927"/>
                <a:gd name="connsiteX894" fmla="*/ 2165045 w 4006679"/>
                <a:gd name="connsiteY894" fmla="*/ 4219167 h 5664927"/>
                <a:gd name="connsiteX895" fmla="*/ 2188919 w 4006679"/>
                <a:gd name="connsiteY895" fmla="*/ 4190817 h 5664927"/>
                <a:gd name="connsiteX896" fmla="*/ 2173998 w 4006679"/>
                <a:gd name="connsiteY896" fmla="*/ 4171419 h 5664927"/>
                <a:gd name="connsiteX897" fmla="*/ 2159077 w 4006679"/>
                <a:gd name="connsiteY897" fmla="*/ 4155006 h 5664927"/>
                <a:gd name="connsiteX898" fmla="*/ 2454514 w 4006679"/>
                <a:gd name="connsiteY898" fmla="*/ 4177388 h 5664927"/>
                <a:gd name="connsiteX899" fmla="*/ 2433624 w 4006679"/>
                <a:gd name="connsiteY899" fmla="*/ 4213198 h 5664927"/>
                <a:gd name="connsiteX900" fmla="*/ 2454514 w 4006679"/>
                <a:gd name="connsiteY900" fmla="*/ 4177388 h 5664927"/>
                <a:gd name="connsiteX901" fmla="*/ 2099393 w 4006679"/>
                <a:gd name="connsiteY901" fmla="*/ 4141577 h 5664927"/>
                <a:gd name="connsiteX902" fmla="*/ 2048661 w 4006679"/>
                <a:gd name="connsiteY902" fmla="*/ 4168435 h 5664927"/>
                <a:gd name="connsiteX903" fmla="*/ 2062090 w 4006679"/>
                <a:gd name="connsiteY903" fmla="*/ 4202753 h 5664927"/>
                <a:gd name="connsiteX904" fmla="*/ 2117298 w 4006679"/>
                <a:gd name="connsiteY904" fmla="*/ 4183356 h 5664927"/>
                <a:gd name="connsiteX905" fmla="*/ 2099393 w 4006679"/>
                <a:gd name="connsiteY905" fmla="*/ 4141577 h 5664927"/>
                <a:gd name="connsiteX906" fmla="*/ 2393337 w 4006679"/>
                <a:gd name="connsiteY906" fmla="*/ 4163959 h 5664927"/>
                <a:gd name="connsiteX907" fmla="*/ 2376924 w 4006679"/>
                <a:gd name="connsiteY907" fmla="*/ 4178880 h 5664927"/>
                <a:gd name="connsiteX908" fmla="*/ 2360511 w 4006679"/>
                <a:gd name="connsiteY908" fmla="*/ 4226627 h 5664927"/>
                <a:gd name="connsiteX909" fmla="*/ 2394830 w 4006679"/>
                <a:gd name="connsiteY909" fmla="*/ 4247517 h 5664927"/>
                <a:gd name="connsiteX910" fmla="*/ 2406766 w 4006679"/>
                <a:gd name="connsiteY910" fmla="*/ 4180372 h 5664927"/>
                <a:gd name="connsiteX911" fmla="*/ 2393337 w 4006679"/>
                <a:gd name="connsiteY911" fmla="*/ 4163959 h 5664927"/>
                <a:gd name="connsiteX912" fmla="*/ 3763090 w 4006679"/>
                <a:gd name="connsiteY912" fmla="*/ 4266914 h 5664927"/>
                <a:gd name="connsiteX913" fmla="*/ 3740709 w 4006679"/>
                <a:gd name="connsiteY913" fmla="*/ 4395235 h 5664927"/>
                <a:gd name="connsiteX914" fmla="*/ 3748169 w 4006679"/>
                <a:gd name="connsiteY914" fmla="*/ 4378822 h 5664927"/>
                <a:gd name="connsiteX915" fmla="*/ 3770551 w 4006679"/>
                <a:gd name="connsiteY915" fmla="*/ 4320630 h 5664927"/>
                <a:gd name="connsiteX916" fmla="*/ 3763090 w 4006679"/>
                <a:gd name="connsiteY916" fmla="*/ 4266914 h 5664927"/>
                <a:gd name="connsiteX917" fmla="*/ 2206824 w 4006679"/>
                <a:gd name="connsiteY917" fmla="*/ 4117704 h 5664927"/>
                <a:gd name="connsiteX918" fmla="*/ 2171014 w 4006679"/>
                <a:gd name="connsiteY918" fmla="*/ 4128148 h 5664927"/>
                <a:gd name="connsiteX919" fmla="*/ 2188919 w 4006679"/>
                <a:gd name="connsiteY919" fmla="*/ 4169927 h 5664927"/>
                <a:gd name="connsiteX920" fmla="*/ 2206824 w 4006679"/>
                <a:gd name="connsiteY920" fmla="*/ 4117704 h 5664927"/>
                <a:gd name="connsiteX921" fmla="*/ 2273969 w 4006679"/>
                <a:gd name="connsiteY921" fmla="*/ 4119196 h 5664927"/>
                <a:gd name="connsiteX922" fmla="*/ 2253080 w 4006679"/>
                <a:gd name="connsiteY922" fmla="*/ 4134117 h 5664927"/>
                <a:gd name="connsiteX923" fmla="*/ 2250095 w 4006679"/>
                <a:gd name="connsiteY923" fmla="*/ 4174403 h 5664927"/>
                <a:gd name="connsiteX924" fmla="*/ 2285906 w 4006679"/>
                <a:gd name="connsiteY924" fmla="*/ 4175896 h 5664927"/>
                <a:gd name="connsiteX925" fmla="*/ 2300827 w 4006679"/>
                <a:gd name="connsiteY925" fmla="*/ 4150530 h 5664927"/>
                <a:gd name="connsiteX926" fmla="*/ 2273969 w 4006679"/>
                <a:gd name="connsiteY926" fmla="*/ 4119196 h 5664927"/>
                <a:gd name="connsiteX927" fmla="*/ 2356035 w 4006679"/>
                <a:gd name="connsiteY927" fmla="*/ 4116211 h 5664927"/>
                <a:gd name="connsiteX928" fmla="*/ 2326193 w 4006679"/>
                <a:gd name="connsiteY928" fmla="*/ 4140085 h 5664927"/>
                <a:gd name="connsiteX929" fmla="*/ 2320224 w 4006679"/>
                <a:gd name="connsiteY929" fmla="*/ 4166943 h 5664927"/>
                <a:gd name="connsiteX930" fmla="*/ 2356035 w 4006679"/>
                <a:gd name="connsiteY930" fmla="*/ 4180372 h 5664927"/>
                <a:gd name="connsiteX931" fmla="*/ 2388861 w 4006679"/>
                <a:gd name="connsiteY931" fmla="*/ 4131132 h 5664927"/>
                <a:gd name="connsiteX932" fmla="*/ 2385877 w 4006679"/>
                <a:gd name="connsiteY932" fmla="*/ 4128148 h 5664927"/>
                <a:gd name="connsiteX933" fmla="*/ 2356035 w 4006679"/>
                <a:gd name="connsiteY933" fmla="*/ 4116211 h 5664927"/>
                <a:gd name="connsiteX934" fmla="*/ 2069550 w 4006679"/>
                <a:gd name="connsiteY934" fmla="*/ 4092338 h 5664927"/>
                <a:gd name="connsiteX935" fmla="*/ 2053137 w 4006679"/>
                <a:gd name="connsiteY935" fmla="*/ 4147546 h 5664927"/>
                <a:gd name="connsiteX936" fmla="*/ 2069550 w 4006679"/>
                <a:gd name="connsiteY936" fmla="*/ 4092338 h 5664927"/>
                <a:gd name="connsiteX937" fmla="*/ 2138187 w 4006679"/>
                <a:gd name="connsiteY937" fmla="*/ 4092338 h 5664927"/>
                <a:gd name="connsiteX938" fmla="*/ 2108345 w 4006679"/>
                <a:gd name="connsiteY938" fmla="*/ 4114719 h 5664927"/>
                <a:gd name="connsiteX939" fmla="*/ 2112822 w 4006679"/>
                <a:gd name="connsiteY939" fmla="*/ 4135609 h 5664927"/>
                <a:gd name="connsiteX940" fmla="*/ 2130727 w 4006679"/>
                <a:gd name="connsiteY940" fmla="*/ 4149038 h 5664927"/>
                <a:gd name="connsiteX941" fmla="*/ 2148632 w 4006679"/>
                <a:gd name="connsiteY941" fmla="*/ 4137101 h 5664927"/>
                <a:gd name="connsiteX942" fmla="*/ 2138187 w 4006679"/>
                <a:gd name="connsiteY942" fmla="*/ 4092338 h 5664927"/>
                <a:gd name="connsiteX943" fmla="*/ 3783980 w 4006679"/>
                <a:gd name="connsiteY943" fmla="*/ 4223643 h 5664927"/>
                <a:gd name="connsiteX944" fmla="*/ 3779504 w 4006679"/>
                <a:gd name="connsiteY944" fmla="*/ 4226627 h 5664927"/>
                <a:gd name="connsiteX945" fmla="*/ 3783980 w 4006679"/>
                <a:gd name="connsiteY945" fmla="*/ 4254977 h 5664927"/>
                <a:gd name="connsiteX946" fmla="*/ 3806361 w 4006679"/>
                <a:gd name="connsiteY946" fmla="*/ 4293772 h 5664927"/>
                <a:gd name="connsiteX947" fmla="*/ 3840680 w 4006679"/>
                <a:gd name="connsiteY947" fmla="*/ 4329582 h 5664927"/>
                <a:gd name="connsiteX948" fmla="*/ 3849632 w 4006679"/>
                <a:gd name="connsiteY948" fmla="*/ 4343012 h 5664927"/>
                <a:gd name="connsiteX949" fmla="*/ 3834711 w 4006679"/>
                <a:gd name="connsiteY949" fmla="*/ 4275867 h 5664927"/>
                <a:gd name="connsiteX950" fmla="*/ 3813822 w 4006679"/>
                <a:gd name="connsiteY950" fmla="*/ 4251993 h 5664927"/>
                <a:gd name="connsiteX951" fmla="*/ 3783980 w 4006679"/>
                <a:gd name="connsiteY951" fmla="*/ 4223643 h 5664927"/>
                <a:gd name="connsiteX952" fmla="*/ 2427656 w 4006679"/>
                <a:gd name="connsiteY952" fmla="*/ 4108751 h 5664927"/>
                <a:gd name="connsiteX953" fmla="*/ 2405274 w 4006679"/>
                <a:gd name="connsiteY953" fmla="*/ 4125164 h 5664927"/>
                <a:gd name="connsiteX954" fmla="*/ 2405274 w 4006679"/>
                <a:gd name="connsiteY954" fmla="*/ 4157990 h 5664927"/>
                <a:gd name="connsiteX955" fmla="*/ 2438101 w 4006679"/>
                <a:gd name="connsiteY955" fmla="*/ 4171419 h 5664927"/>
                <a:gd name="connsiteX956" fmla="*/ 2456006 w 4006679"/>
                <a:gd name="connsiteY956" fmla="*/ 4144561 h 5664927"/>
                <a:gd name="connsiteX957" fmla="*/ 2427656 w 4006679"/>
                <a:gd name="connsiteY957" fmla="*/ 4108751 h 5664927"/>
                <a:gd name="connsiteX958" fmla="*/ 1793324 w 4006679"/>
                <a:gd name="connsiteY958" fmla="*/ 4047015 h 5664927"/>
                <a:gd name="connsiteX959" fmla="*/ 1769637 w 4006679"/>
                <a:gd name="connsiteY959" fmla="*/ 4056527 h 5664927"/>
                <a:gd name="connsiteX960" fmla="*/ 1811416 w 4006679"/>
                <a:gd name="connsiteY960" fmla="*/ 4065480 h 5664927"/>
                <a:gd name="connsiteX961" fmla="*/ 1793324 w 4006679"/>
                <a:gd name="connsiteY961" fmla="*/ 4047015 h 5664927"/>
                <a:gd name="connsiteX962" fmla="*/ 3746677 w 4006679"/>
                <a:gd name="connsiteY962" fmla="*/ 4201262 h 5664927"/>
                <a:gd name="connsiteX963" fmla="*/ 3724296 w 4006679"/>
                <a:gd name="connsiteY963" fmla="*/ 4256469 h 5664927"/>
                <a:gd name="connsiteX964" fmla="*/ 3727280 w 4006679"/>
                <a:gd name="connsiteY964" fmla="*/ 4313170 h 5664927"/>
                <a:gd name="connsiteX965" fmla="*/ 3739217 w 4006679"/>
                <a:gd name="connsiteY965" fmla="*/ 4295264 h 5664927"/>
                <a:gd name="connsiteX966" fmla="*/ 3752645 w 4006679"/>
                <a:gd name="connsiteY966" fmla="*/ 4257962 h 5664927"/>
                <a:gd name="connsiteX967" fmla="*/ 3746677 w 4006679"/>
                <a:gd name="connsiteY967" fmla="*/ 4201262 h 5664927"/>
                <a:gd name="connsiteX968" fmla="*/ 2484356 w 4006679"/>
                <a:gd name="connsiteY968" fmla="*/ 4093830 h 5664927"/>
                <a:gd name="connsiteX969" fmla="*/ 2444069 w 4006679"/>
                <a:gd name="connsiteY969" fmla="*/ 4093830 h 5664927"/>
                <a:gd name="connsiteX970" fmla="*/ 2448545 w 4006679"/>
                <a:gd name="connsiteY970" fmla="*/ 4110243 h 5664927"/>
                <a:gd name="connsiteX971" fmla="*/ 2451530 w 4006679"/>
                <a:gd name="connsiteY971" fmla="*/ 4119196 h 5664927"/>
                <a:gd name="connsiteX972" fmla="*/ 2475403 w 4006679"/>
                <a:gd name="connsiteY972" fmla="*/ 4119196 h 5664927"/>
                <a:gd name="connsiteX973" fmla="*/ 2484356 w 4006679"/>
                <a:gd name="connsiteY973" fmla="*/ 4093830 h 5664927"/>
                <a:gd name="connsiteX974" fmla="*/ 2242635 w 4006679"/>
                <a:gd name="connsiteY974" fmla="*/ 4065480 h 5664927"/>
                <a:gd name="connsiteX975" fmla="*/ 2230698 w 4006679"/>
                <a:gd name="connsiteY975" fmla="*/ 4074433 h 5664927"/>
                <a:gd name="connsiteX976" fmla="*/ 2226222 w 4006679"/>
                <a:gd name="connsiteY976" fmla="*/ 4119196 h 5664927"/>
                <a:gd name="connsiteX977" fmla="*/ 2241143 w 4006679"/>
                <a:gd name="connsiteY977" fmla="*/ 4123672 h 5664927"/>
                <a:gd name="connsiteX978" fmla="*/ 2268001 w 4006679"/>
                <a:gd name="connsiteY978" fmla="*/ 4096814 h 5664927"/>
                <a:gd name="connsiteX979" fmla="*/ 2253080 w 4006679"/>
                <a:gd name="connsiteY979" fmla="*/ 4072940 h 5664927"/>
                <a:gd name="connsiteX980" fmla="*/ 2242635 w 4006679"/>
                <a:gd name="connsiteY980" fmla="*/ 4065480 h 5664927"/>
                <a:gd name="connsiteX981" fmla="*/ 2117298 w 4006679"/>
                <a:gd name="connsiteY981" fmla="*/ 4055035 h 5664927"/>
                <a:gd name="connsiteX982" fmla="*/ 2087456 w 4006679"/>
                <a:gd name="connsiteY982" fmla="*/ 4062495 h 5664927"/>
                <a:gd name="connsiteX983" fmla="*/ 2085964 w 4006679"/>
                <a:gd name="connsiteY983" fmla="*/ 4078909 h 5664927"/>
                <a:gd name="connsiteX984" fmla="*/ 2096408 w 4006679"/>
                <a:gd name="connsiteY984" fmla="*/ 4096814 h 5664927"/>
                <a:gd name="connsiteX985" fmla="*/ 2115806 w 4006679"/>
                <a:gd name="connsiteY985" fmla="*/ 4092338 h 5664927"/>
                <a:gd name="connsiteX986" fmla="*/ 2130727 w 4006679"/>
                <a:gd name="connsiteY986" fmla="*/ 4072940 h 5664927"/>
                <a:gd name="connsiteX987" fmla="*/ 2130727 w 4006679"/>
                <a:gd name="connsiteY987" fmla="*/ 4059512 h 5664927"/>
                <a:gd name="connsiteX988" fmla="*/ 2117298 w 4006679"/>
                <a:gd name="connsiteY988" fmla="*/ 4055035 h 5664927"/>
                <a:gd name="connsiteX989" fmla="*/ 2327685 w 4006679"/>
                <a:gd name="connsiteY989" fmla="*/ 4071448 h 5664927"/>
                <a:gd name="connsiteX990" fmla="*/ 2290382 w 4006679"/>
                <a:gd name="connsiteY990" fmla="*/ 4095322 h 5664927"/>
                <a:gd name="connsiteX991" fmla="*/ 2290382 w 4006679"/>
                <a:gd name="connsiteY991" fmla="*/ 4111735 h 5664927"/>
                <a:gd name="connsiteX992" fmla="*/ 2291874 w 4006679"/>
                <a:gd name="connsiteY992" fmla="*/ 4120688 h 5664927"/>
                <a:gd name="connsiteX993" fmla="*/ 2320224 w 4006679"/>
                <a:gd name="connsiteY993" fmla="*/ 4128148 h 5664927"/>
                <a:gd name="connsiteX994" fmla="*/ 2344098 w 4006679"/>
                <a:gd name="connsiteY994" fmla="*/ 4083385 h 5664927"/>
                <a:gd name="connsiteX995" fmla="*/ 2327685 w 4006679"/>
                <a:gd name="connsiteY995" fmla="*/ 4071448 h 5664927"/>
                <a:gd name="connsiteX996" fmla="*/ 2182951 w 4006679"/>
                <a:gd name="connsiteY996" fmla="*/ 4055035 h 5664927"/>
                <a:gd name="connsiteX997" fmla="*/ 2159077 w 4006679"/>
                <a:gd name="connsiteY997" fmla="*/ 4065480 h 5664927"/>
                <a:gd name="connsiteX998" fmla="*/ 2153109 w 4006679"/>
                <a:gd name="connsiteY998" fmla="*/ 4087861 h 5664927"/>
                <a:gd name="connsiteX999" fmla="*/ 2162061 w 4006679"/>
                <a:gd name="connsiteY999" fmla="*/ 4099798 h 5664927"/>
                <a:gd name="connsiteX1000" fmla="*/ 2203840 w 4006679"/>
                <a:gd name="connsiteY1000" fmla="*/ 4090845 h 5664927"/>
                <a:gd name="connsiteX1001" fmla="*/ 2202348 w 4006679"/>
                <a:gd name="connsiteY1001" fmla="*/ 4074433 h 5664927"/>
                <a:gd name="connsiteX1002" fmla="*/ 2182951 w 4006679"/>
                <a:gd name="connsiteY1002" fmla="*/ 4055035 h 5664927"/>
                <a:gd name="connsiteX1003" fmla="*/ 2408258 w 4006679"/>
                <a:gd name="connsiteY1003" fmla="*/ 4062495 h 5664927"/>
                <a:gd name="connsiteX1004" fmla="*/ 2360511 w 4006679"/>
                <a:gd name="connsiteY1004" fmla="*/ 4089354 h 5664927"/>
                <a:gd name="connsiteX1005" fmla="*/ 2384385 w 4006679"/>
                <a:gd name="connsiteY1005" fmla="*/ 4113227 h 5664927"/>
                <a:gd name="connsiteX1006" fmla="*/ 2418703 w 4006679"/>
                <a:gd name="connsiteY1006" fmla="*/ 4090845 h 5664927"/>
                <a:gd name="connsiteX1007" fmla="*/ 2408258 w 4006679"/>
                <a:gd name="connsiteY1007" fmla="*/ 4062495 h 5664927"/>
                <a:gd name="connsiteX1008" fmla="*/ 1918848 w 4006679"/>
                <a:gd name="connsiteY1008" fmla="*/ 4022209 h 5664927"/>
                <a:gd name="connsiteX1009" fmla="*/ 1891990 w 4006679"/>
                <a:gd name="connsiteY1009" fmla="*/ 4035638 h 5664927"/>
                <a:gd name="connsiteX1010" fmla="*/ 1944214 w 4006679"/>
                <a:gd name="connsiteY1010" fmla="*/ 4086369 h 5664927"/>
                <a:gd name="connsiteX1011" fmla="*/ 1918848 w 4006679"/>
                <a:gd name="connsiteY1011" fmla="*/ 4022209 h 5664927"/>
                <a:gd name="connsiteX1012" fmla="*/ 2555977 w 4006679"/>
                <a:gd name="connsiteY1012" fmla="*/ 4072940 h 5664927"/>
                <a:gd name="connsiteX1013" fmla="*/ 2548517 w 4006679"/>
                <a:gd name="connsiteY1013" fmla="*/ 4108751 h 5664927"/>
                <a:gd name="connsiteX1014" fmla="*/ 2587311 w 4006679"/>
                <a:gd name="connsiteY1014" fmla="*/ 4102783 h 5664927"/>
                <a:gd name="connsiteX1015" fmla="*/ 2555977 w 4006679"/>
                <a:gd name="connsiteY1015" fmla="*/ 4072940 h 5664927"/>
                <a:gd name="connsiteX1016" fmla="*/ 2045677 w 4006679"/>
                <a:gd name="connsiteY1016" fmla="*/ 4029669 h 5664927"/>
                <a:gd name="connsiteX1017" fmla="*/ 2053137 w 4006679"/>
                <a:gd name="connsiteY1017" fmla="*/ 4083385 h 5664927"/>
                <a:gd name="connsiteX1018" fmla="*/ 2045677 w 4006679"/>
                <a:gd name="connsiteY1018" fmla="*/ 4029669 h 5664927"/>
                <a:gd name="connsiteX1019" fmla="*/ 2068058 w 4006679"/>
                <a:gd name="connsiteY1019" fmla="*/ 4023701 h 5664927"/>
                <a:gd name="connsiteX1020" fmla="*/ 2085964 w 4006679"/>
                <a:gd name="connsiteY1020" fmla="*/ 4049067 h 5664927"/>
                <a:gd name="connsiteX1021" fmla="*/ 2121774 w 4006679"/>
                <a:gd name="connsiteY1021" fmla="*/ 4028177 h 5664927"/>
                <a:gd name="connsiteX1022" fmla="*/ 2068058 w 4006679"/>
                <a:gd name="connsiteY1022" fmla="*/ 4023701 h 5664927"/>
                <a:gd name="connsiteX1023" fmla="*/ 1748748 w 4006679"/>
                <a:gd name="connsiteY1023" fmla="*/ 3990875 h 5664927"/>
                <a:gd name="connsiteX1024" fmla="*/ 1702492 w 4006679"/>
                <a:gd name="connsiteY1024" fmla="*/ 4037130 h 5664927"/>
                <a:gd name="connsiteX1025" fmla="*/ 1732335 w 4006679"/>
                <a:gd name="connsiteY1025" fmla="*/ 4047574 h 5664927"/>
                <a:gd name="connsiteX1026" fmla="*/ 1756208 w 4006679"/>
                <a:gd name="connsiteY1026" fmla="*/ 4044590 h 5664927"/>
                <a:gd name="connsiteX1027" fmla="*/ 1823353 w 4006679"/>
                <a:gd name="connsiteY1027" fmla="*/ 4053543 h 5664927"/>
                <a:gd name="connsiteX1028" fmla="*/ 1880053 w 4006679"/>
                <a:gd name="connsiteY1028" fmla="*/ 4078909 h 5664927"/>
                <a:gd name="connsiteX1029" fmla="*/ 1856179 w 4006679"/>
                <a:gd name="connsiteY1029" fmla="*/ 4044590 h 5664927"/>
                <a:gd name="connsiteX1030" fmla="*/ 1812908 w 4006679"/>
                <a:gd name="connsiteY1030" fmla="*/ 4034146 h 5664927"/>
                <a:gd name="connsiteX1031" fmla="*/ 1748748 w 4006679"/>
                <a:gd name="connsiteY1031" fmla="*/ 3990875 h 5664927"/>
                <a:gd name="connsiteX1032" fmla="*/ 2142664 w 4006679"/>
                <a:gd name="connsiteY1032" fmla="*/ 4016240 h 5664927"/>
                <a:gd name="connsiteX1033" fmla="*/ 2147140 w 4006679"/>
                <a:gd name="connsiteY1033" fmla="*/ 4052051 h 5664927"/>
                <a:gd name="connsiteX1034" fmla="*/ 2173998 w 4006679"/>
                <a:gd name="connsiteY1034" fmla="*/ 4037130 h 5664927"/>
                <a:gd name="connsiteX1035" fmla="*/ 2142664 w 4006679"/>
                <a:gd name="connsiteY1035" fmla="*/ 4016240 h 5664927"/>
                <a:gd name="connsiteX1036" fmla="*/ 3758614 w 4006679"/>
                <a:gd name="connsiteY1036" fmla="*/ 4147546 h 5664927"/>
                <a:gd name="connsiteX1037" fmla="*/ 3772043 w 4006679"/>
                <a:gd name="connsiteY1037" fmla="*/ 4192309 h 5664927"/>
                <a:gd name="connsiteX1038" fmla="*/ 3830235 w 4006679"/>
                <a:gd name="connsiteY1038" fmla="*/ 4253485 h 5664927"/>
                <a:gd name="connsiteX1039" fmla="*/ 3834711 w 4006679"/>
                <a:gd name="connsiteY1039" fmla="*/ 4250501 h 5664927"/>
                <a:gd name="connsiteX1040" fmla="*/ 3758614 w 4006679"/>
                <a:gd name="connsiteY1040" fmla="*/ 4147546 h 5664927"/>
                <a:gd name="connsiteX1041" fmla="*/ 2278445 w 4006679"/>
                <a:gd name="connsiteY1041" fmla="*/ 4025193 h 5664927"/>
                <a:gd name="connsiteX1042" fmla="*/ 2275461 w 4006679"/>
                <a:gd name="connsiteY1042" fmla="*/ 4025193 h 5664927"/>
                <a:gd name="connsiteX1043" fmla="*/ 2256064 w 4006679"/>
                <a:gd name="connsiteY1043" fmla="*/ 4034146 h 5664927"/>
                <a:gd name="connsiteX1044" fmla="*/ 2278445 w 4006679"/>
                <a:gd name="connsiteY1044" fmla="*/ 4078909 h 5664927"/>
                <a:gd name="connsiteX1045" fmla="*/ 2317240 w 4006679"/>
                <a:gd name="connsiteY1045" fmla="*/ 4052051 h 5664927"/>
                <a:gd name="connsiteX1046" fmla="*/ 2278445 w 4006679"/>
                <a:gd name="connsiteY1046" fmla="*/ 4025193 h 5664927"/>
                <a:gd name="connsiteX1047" fmla="*/ 2356035 w 4006679"/>
                <a:gd name="connsiteY1047" fmla="*/ 4031161 h 5664927"/>
                <a:gd name="connsiteX1048" fmla="*/ 2348574 w 4006679"/>
                <a:gd name="connsiteY1048" fmla="*/ 4035638 h 5664927"/>
                <a:gd name="connsiteX1049" fmla="*/ 2339622 w 4006679"/>
                <a:gd name="connsiteY1049" fmla="*/ 4066972 h 5664927"/>
                <a:gd name="connsiteX1050" fmla="*/ 2367972 w 4006679"/>
                <a:gd name="connsiteY1050" fmla="*/ 4072940 h 5664927"/>
                <a:gd name="connsiteX1051" fmla="*/ 2396322 w 4006679"/>
                <a:gd name="connsiteY1051" fmla="*/ 4055035 h 5664927"/>
                <a:gd name="connsiteX1052" fmla="*/ 2356035 w 4006679"/>
                <a:gd name="connsiteY1052" fmla="*/ 4031161 h 5664927"/>
                <a:gd name="connsiteX1053" fmla="*/ 1962119 w 4006679"/>
                <a:gd name="connsiteY1053" fmla="*/ 3993859 h 5664927"/>
                <a:gd name="connsiteX1054" fmla="*/ 1939737 w 4006679"/>
                <a:gd name="connsiteY1054" fmla="*/ 4020717 h 5664927"/>
                <a:gd name="connsiteX1055" fmla="*/ 1968087 w 4006679"/>
                <a:gd name="connsiteY1055" fmla="*/ 4075924 h 5664927"/>
                <a:gd name="connsiteX1056" fmla="*/ 1962119 w 4006679"/>
                <a:gd name="connsiteY1056" fmla="*/ 3993859 h 5664927"/>
                <a:gd name="connsiteX1057" fmla="*/ 2214285 w 4006679"/>
                <a:gd name="connsiteY1057" fmla="*/ 4011764 h 5664927"/>
                <a:gd name="connsiteX1058" fmla="*/ 2196380 w 4006679"/>
                <a:gd name="connsiteY1058" fmla="*/ 4031161 h 5664927"/>
                <a:gd name="connsiteX1059" fmla="*/ 2208316 w 4006679"/>
                <a:gd name="connsiteY1059" fmla="*/ 4065480 h 5664927"/>
                <a:gd name="connsiteX1060" fmla="*/ 2232190 w 4006679"/>
                <a:gd name="connsiteY1060" fmla="*/ 4053543 h 5664927"/>
                <a:gd name="connsiteX1061" fmla="*/ 2239650 w 4006679"/>
                <a:gd name="connsiteY1061" fmla="*/ 4038622 h 5664927"/>
                <a:gd name="connsiteX1062" fmla="*/ 2214285 w 4006679"/>
                <a:gd name="connsiteY1062" fmla="*/ 4011764 h 5664927"/>
                <a:gd name="connsiteX1063" fmla="*/ 3727280 w 4006679"/>
                <a:gd name="connsiteY1063" fmla="*/ 4132625 h 5664927"/>
                <a:gd name="connsiteX1064" fmla="*/ 3712359 w 4006679"/>
                <a:gd name="connsiteY1064" fmla="*/ 4241548 h 5664927"/>
                <a:gd name="connsiteX1065" fmla="*/ 3718327 w 4006679"/>
                <a:gd name="connsiteY1065" fmla="*/ 4243040 h 5664927"/>
                <a:gd name="connsiteX1066" fmla="*/ 3736233 w 4006679"/>
                <a:gd name="connsiteY1066" fmla="*/ 4192309 h 5664927"/>
                <a:gd name="connsiteX1067" fmla="*/ 3727280 w 4006679"/>
                <a:gd name="connsiteY1067" fmla="*/ 4132625 h 5664927"/>
                <a:gd name="connsiteX1068" fmla="*/ 2183137 w 4006679"/>
                <a:gd name="connsiteY1068" fmla="*/ 3996470 h 5664927"/>
                <a:gd name="connsiteX1069" fmla="*/ 2163553 w 4006679"/>
                <a:gd name="connsiteY1069" fmla="*/ 4016240 h 5664927"/>
                <a:gd name="connsiteX1070" fmla="*/ 2203840 w 4006679"/>
                <a:gd name="connsiteY1070" fmla="*/ 4001319 h 5664927"/>
                <a:gd name="connsiteX1071" fmla="*/ 2183137 w 4006679"/>
                <a:gd name="connsiteY1071" fmla="*/ 3996470 h 5664927"/>
                <a:gd name="connsiteX1072" fmla="*/ 2450037 w 4006679"/>
                <a:gd name="connsiteY1072" fmla="*/ 4008780 h 5664927"/>
                <a:gd name="connsiteX1073" fmla="*/ 2426164 w 4006679"/>
                <a:gd name="connsiteY1073" fmla="*/ 4037130 h 5664927"/>
                <a:gd name="connsiteX1074" fmla="*/ 2424672 w 4006679"/>
                <a:gd name="connsiteY1074" fmla="*/ 4058019 h 5664927"/>
                <a:gd name="connsiteX1075" fmla="*/ 2445561 w 4006679"/>
                <a:gd name="connsiteY1075" fmla="*/ 4074433 h 5664927"/>
                <a:gd name="connsiteX1076" fmla="*/ 2487340 w 4006679"/>
                <a:gd name="connsiteY1076" fmla="*/ 4058019 h 5664927"/>
                <a:gd name="connsiteX1077" fmla="*/ 2467943 w 4006679"/>
                <a:gd name="connsiteY1077" fmla="*/ 4037130 h 5664927"/>
                <a:gd name="connsiteX1078" fmla="*/ 2450037 w 4006679"/>
                <a:gd name="connsiteY1078" fmla="*/ 4008780 h 5664927"/>
                <a:gd name="connsiteX1079" fmla="*/ 2745474 w 4006679"/>
                <a:gd name="connsiteY1079" fmla="*/ 4028177 h 5664927"/>
                <a:gd name="connsiteX1080" fmla="*/ 2735030 w 4006679"/>
                <a:gd name="connsiteY1080" fmla="*/ 4077417 h 5664927"/>
                <a:gd name="connsiteX1081" fmla="*/ 2832017 w 4006679"/>
                <a:gd name="connsiteY1081" fmla="*/ 4052051 h 5664927"/>
                <a:gd name="connsiteX1082" fmla="*/ 2787253 w 4006679"/>
                <a:gd name="connsiteY1082" fmla="*/ 4047574 h 5664927"/>
                <a:gd name="connsiteX1083" fmla="*/ 2745474 w 4006679"/>
                <a:gd name="connsiteY1083" fmla="*/ 4028177 h 5664927"/>
                <a:gd name="connsiteX1084" fmla="*/ 1726366 w 4006679"/>
                <a:gd name="connsiteY1084" fmla="*/ 3937159 h 5664927"/>
                <a:gd name="connsiteX1085" fmla="*/ 1659221 w 4006679"/>
                <a:gd name="connsiteY1085" fmla="*/ 4022209 h 5664927"/>
                <a:gd name="connsiteX1086" fmla="*/ 1683095 w 4006679"/>
                <a:gd name="connsiteY1086" fmla="*/ 4032653 h 5664927"/>
                <a:gd name="connsiteX1087" fmla="*/ 1708461 w 4006679"/>
                <a:gd name="connsiteY1087" fmla="*/ 3995351 h 5664927"/>
                <a:gd name="connsiteX1088" fmla="*/ 1744271 w 4006679"/>
                <a:gd name="connsiteY1088" fmla="*/ 3972969 h 5664927"/>
                <a:gd name="connsiteX1089" fmla="*/ 1726366 w 4006679"/>
                <a:gd name="connsiteY1089" fmla="*/ 3937159 h 5664927"/>
                <a:gd name="connsiteX1090" fmla="*/ 2341114 w 4006679"/>
                <a:gd name="connsiteY1090" fmla="*/ 3983414 h 5664927"/>
                <a:gd name="connsiteX1091" fmla="*/ 2296351 w 4006679"/>
                <a:gd name="connsiteY1091" fmla="*/ 4004303 h 5664927"/>
                <a:gd name="connsiteX1092" fmla="*/ 2306795 w 4006679"/>
                <a:gd name="connsiteY1092" fmla="*/ 4037130 h 5664927"/>
                <a:gd name="connsiteX1093" fmla="*/ 2351558 w 4006679"/>
                <a:gd name="connsiteY1093" fmla="*/ 4014748 h 5664927"/>
                <a:gd name="connsiteX1094" fmla="*/ 2341114 w 4006679"/>
                <a:gd name="connsiteY1094" fmla="*/ 3983414 h 5664927"/>
                <a:gd name="connsiteX1095" fmla="*/ 2250095 w 4006679"/>
                <a:gd name="connsiteY1095" fmla="*/ 3968493 h 5664927"/>
                <a:gd name="connsiteX1096" fmla="*/ 2220253 w 4006679"/>
                <a:gd name="connsiteY1096" fmla="*/ 3993859 h 5664927"/>
                <a:gd name="connsiteX1097" fmla="*/ 2247111 w 4006679"/>
                <a:gd name="connsiteY1097" fmla="*/ 4025193 h 5664927"/>
                <a:gd name="connsiteX1098" fmla="*/ 2276953 w 4006679"/>
                <a:gd name="connsiteY1098" fmla="*/ 3999827 h 5664927"/>
                <a:gd name="connsiteX1099" fmla="*/ 2250095 w 4006679"/>
                <a:gd name="connsiteY1099" fmla="*/ 3968493 h 5664927"/>
                <a:gd name="connsiteX1100" fmla="*/ 2233682 w 4006679"/>
                <a:gd name="connsiteY1100" fmla="*/ 3959540 h 5664927"/>
                <a:gd name="connsiteX1101" fmla="*/ 2202348 w 4006679"/>
                <a:gd name="connsiteY1101" fmla="*/ 3981922 h 5664927"/>
                <a:gd name="connsiteX1102" fmla="*/ 2233682 w 4006679"/>
                <a:gd name="connsiteY1102" fmla="*/ 3959540 h 5664927"/>
                <a:gd name="connsiteX1103" fmla="*/ 2435116 w 4006679"/>
                <a:gd name="connsiteY1103" fmla="*/ 3974461 h 5664927"/>
                <a:gd name="connsiteX1104" fmla="*/ 2385877 w 4006679"/>
                <a:gd name="connsiteY1104" fmla="*/ 3999827 h 5664927"/>
                <a:gd name="connsiteX1105" fmla="*/ 2375432 w 4006679"/>
                <a:gd name="connsiteY1105" fmla="*/ 4025193 h 5664927"/>
                <a:gd name="connsiteX1106" fmla="*/ 2399306 w 4006679"/>
                <a:gd name="connsiteY1106" fmla="*/ 4034146 h 5664927"/>
                <a:gd name="connsiteX1107" fmla="*/ 2447053 w 4006679"/>
                <a:gd name="connsiteY1107" fmla="*/ 3987890 h 5664927"/>
                <a:gd name="connsiteX1108" fmla="*/ 2435116 w 4006679"/>
                <a:gd name="connsiteY1108" fmla="*/ 3974461 h 5664927"/>
                <a:gd name="connsiteX1109" fmla="*/ 3737724 w 4006679"/>
                <a:gd name="connsiteY1109" fmla="*/ 4077417 h 5664927"/>
                <a:gd name="connsiteX1110" fmla="*/ 3809346 w 4006679"/>
                <a:gd name="connsiteY1110" fmla="*/ 4177388 h 5664927"/>
                <a:gd name="connsiteX1111" fmla="*/ 3813822 w 4006679"/>
                <a:gd name="connsiteY1111" fmla="*/ 4175896 h 5664927"/>
                <a:gd name="connsiteX1112" fmla="*/ 3807854 w 4006679"/>
                <a:gd name="connsiteY1112" fmla="*/ 4143069 h 5664927"/>
                <a:gd name="connsiteX1113" fmla="*/ 3798901 w 4006679"/>
                <a:gd name="connsiteY1113" fmla="*/ 4129640 h 5664927"/>
                <a:gd name="connsiteX1114" fmla="*/ 3780996 w 4006679"/>
                <a:gd name="connsiteY1114" fmla="*/ 4114719 h 5664927"/>
                <a:gd name="connsiteX1115" fmla="*/ 3737724 w 4006679"/>
                <a:gd name="connsiteY1115" fmla="*/ 4077417 h 5664927"/>
                <a:gd name="connsiteX1116" fmla="*/ 2517182 w 4006679"/>
                <a:gd name="connsiteY1116" fmla="*/ 3977446 h 5664927"/>
                <a:gd name="connsiteX1117" fmla="*/ 2469435 w 4006679"/>
                <a:gd name="connsiteY1117" fmla="*/ 3995351 h 5664927"/>
                <a:gd name="connsiteX1118" fmla="*/ 2485848 w 4006679"/>
                <a:gd name="connsiteY1118" fmla="*/ 4037130 h 5664927"/>
                <a:gd name="connsiteX1119" fmla="*/ 2517182 w 4006679"/>
                <a:gd name="connsiteY1119" fmla="*/ 3977446 h 5664927"/>
                <a:gd name="connsiteX1120" fmla="*/ 2387369 w 4006679"/>
                <a:gd name="connsiteY1120" fmla="*/ 3943127 h 5664927"/>
                <a:gd name="connsiteX1121" fmla="*/ 2351558 w 4006679"/>
                <a:gd name="connsiteY1121" fmla="*/ 3967001 h 5664927"/>
                <a:gd name="connsiteX1122" fmla="*/ 2388861 w 4006679"/>
                <a:gd name="connsiteY1122" fmla="*/ 3987890 h 5664927"/>
                <a:gd name="connsiteX1123" fmla="*/ 2400798 w 4006679"/>
                <a:gd name="connsiteY1123" fmla="*/ 3983414 h 5664927"/>
                <a:gd name="connsiteX1124" fmla="*/ 2414227 w 4006679"/>
                <a:gd name="connsiteY1124" fmla="*/ 3953572 h 5664927"/>
                <a:gd name="connsiteX1125" fmla="*/ 2387369 w 4006679"/>
                <a:gd name="connsiteY1125" fmla="*/ 3943127 h 5664927"/>
                <a:gd name="connsiteX1126" fmla="*/ 3709374 w 4006679"/>
                <a:gd name="connsiteY1126" fmla="*/ 4043098 h 5664927"/>
                <a:gd name="connsiteX1127" fmla="*/ 3703406 w 4006679"/>
                <a:gd name="connsiteY1127" fmla="*/ 4163959 h 5664927"/>
                <a:gd name="connsiteX1128" fmla="*/ 3722803 w 4006679"/>
                <a:gd name="connsiteY1128" fmla="*/ 4101290 h 5664927"/>
                <a:gd name="connsiteX1129" fmla="*/ 3722803 w 4006679"/>
                <a:gd name="connsiteY1129" fmla="*/ 4093830 h 5664927"/>
                <a:gd name="connsiteX1130" fmla="*/ 3709374 w 4006679"/>
                <a:gd name="connsiteY1130" fmla="*/ 4043098 h 5664927"/>
                <a:gd name="connsiteX1131" fmla="*/ 2270985 w 4006679"/>
                <a:gd name="connsiteY1131" fmla="*/ 3920745 h 5664927"/>
                <a:gd name="connsiteX1132" fmla="*/ 2265016 w 4006679"/>
                <a:gd name="connsiteY1132" fmla="*/ 3934174 h 5664927"/>
                <a:gd name="connsiteX1133" fmla="*/ 2254572 w 4006679"/>
                <a:gd name="connsiteY1133" fmla="*/ 3947604 h 5664927"/>
                <a:gd name="connsiteX1134" fmla="*/ 2268001 w 4006679"/>
                <a:gd name="connsiteY1134" fmla="*/ 3972969 h 5664927"/>
                <a:gd name="connsiteX1135" fmla="*/ 2324701 w 4006679"/>
                <a:gd name="connsiteY1135" fmla="*/ 3974461 h 5664927"/>
                <a:gd name="connsiteX1136" fmla="*/ 2327685 w 4006679"/>
                <a:gd name="connsiteY1136" fmla="*/ 3959540 h 5664927"/>
                <a:gd name="connsiteX1137" fmla="*/ 2270985 w 4006679"/>
                <a:gd name="connsiteY1137" fmla="*/ 3920745 h 5664927"/>
                <a:gd name="connsiteX1138" fmla="*/ 3854109 w 4006679"/>
                <a:gd name="connsiteY1138" fmla="*/ 4044590 h 5664927"/>
                <a:gd name="connsiteX1139" fmla="*/ 3851124 w 4006679"/>
                <a:gd name="connsiteY1139" fmla="*/ 4056527 h 5664927"/>
                <a:gd name="connsiteX1140" fmla="*/ 3830235 w 4006679"/>
                <a:gd name="connsiteY1140" fmla="*/ 4140085 h 5664927"/>
                <a:gd name="connsiteX1141" fmla="*/ 3837696 w 4006679"/>
                <a:gd name="connsiteY1141" fmla="*/ 4178880 h 5664927"/>
                <a:gd name="connsiteX1142" fmla="*/ 3843664 w 4006679"/>
                <a:gd name="connsiteY1142" fmla="*/ 4172911 h 5664927"/>
                <a:gd name="connsiteX1143" fmla="*/ 3869030 w 4006679"/>
                <a:gd name="connsiteY1143" fmla="*/ 4074433 h 5664927"/>
                <a:gd name="connsiteX1144" fmla="*/ 3854109 w 4006679"/>
                <a:gd name="connsiteY1144" fmla="*/ 4044590 h 5664927"/>
                <a:gd name="connsiteX1145" fmla="*/ 1663698 w 4006679"/>
                <a:gd name="connsiteY1145" fmla="*/ 3850617 h 5664927"/>
                <a:gd name="connsiteX1146" fmla="*/ 1662206 w 4006679"/>
                <a:gd name="connsiteY1146" fmla="*/ 3934174 h 5664927"/>
                <a:gd name="connsiteX1147" fmla="*/ 1623411 w 4006679"/>
                <a:gd name="connsiteY1147" fmla="*/ 4008780 h 5664927"/>
                <a:gd name="connsiteX1148" fmla="*/ 1648777 w 4006679"/>
                <a:gd name="connsiteY1148" fmla="*/ 4004303 h 5664927"/>
                <a:gd name="connsiteX1149" fmla="*/ 1659221 w 4006679"/>
                <a:gd name="connsiteY1149" fmla="*/ 3984906 h 5664927"/>
                <a:gd name="connsiteX1150" fmla="*/ 1681603 w 4006679"/>
                <a:gd name="connsiteY1150" fmla="*/ 3952080 h 5664927"/>
                <a:gd name="connsiteX1151" fmla="*/ 1705477 w 4006679"/>
                <a:gd name="connsiteY1151" fmla="*/ 3932683 h 5664927"/>
                <a:gd name="connsiteX1152" fmla="*/ 1720398 w 4006679"/>
                <a:gd name="connsiteY1152" fmla="*/ 3913285 h 5664927"/>
                <a:gd name="connsiteX1153" fmla="*/ 1726366 w 4006679"/>
                <a:gd name="connsiteY1153" fmla="*/ 3861061 h 5664927"/>
                <a:gd name="connsiteX1154" fmla="*/ 1663698 w 4006679"/>
                <a:gd name="connsiteY1154" fmla="*/ 3850617 h 5664927"/>
                <a:gd name="connsiteX1155" fmla="*/ 2484356 w 4006679"/>
                <a:gd name="connsiteY1155" fmla="*/ 3914777 h 5664927"/>
                <a:gd name="connsiteX1156" fmla="*/ 2438101 w 4006679"/>
                <a:gd name="connsiteY1156" fmla="*/ 3953572 h 5664927"/>
                <a:gd name="connsiteX1157" fmla="*/ 2482864 w 4006679"/>
                <a:gd name="connsiteY1157" fmla="*/ 3984906 h 5664927"/>
                <a:gd name="connsiteX1158" fmla="*/ 2509722 w 4006679"/>
                <a:gd name="connsiteY1158" fmla="*/ 3967001 h 5664927"/>
                <a:gd name="connsiteX1159" fmla="*/ 2484356 w 4006679"/>
                <a:gd name="connsiteY1159" fmla="*/ 3914777 h 5664927"/>
                <a:gd name="connsiteX1160" fmla="*/ 2348574 w 4006679"/>
                <a:gd name="connsiteY1160" fmla="*/ 3901348 h 5664927"/>
                <a:gd name="connsiteX1161" fmla="*/ 2318732 w 4006679"/>
                <a:gd name="connsiteY1161" fmla="*/ 3926714 h 5664927"/>
                <a:gd name="connsiteX1162" fmla="*/ 2347082 w 4006679"/>
                <a:gd name="connsiteY1162" fmla="*/ 3953572 h 5664927"/>
                <a:gd name="connsiteX1163" fmla="*/ 2378416 w 4006679"/>
                <a:gd name="connsiteY1163" fmla="*/ 3910301 h 5664927"/>
                <a:gd name="connsiteX1164" fmla="*/ 2348574 w 4006679"/>
                <a:gd name="connsiteY1164" fmla="*/ 3901348 h 5664927"/>
                <a:gd name="connsiteX1165" fmla="*/ 2254572 w 4006679"/>
                <a:gd name="connsiteY1165" fmla="*/ 3892396 h 5664927"/>
                <a:gd name="connsiteX1166" fmla="*/ 2227714 w 4006679"/>
                <a:gd name="connsiteY1166" fmla="*/ 3940143 h 5664927"/>
                <a:gd name="connsiteX1167" fmla="*/ 2254572 w 4006679"/>
                <a:gd name="connsiteY1167" fmla="*/ 3892396 h 5664927"/>
                <a:gd name="connsiteX1168" fmla="*/ 2326193 w 4006679"/>
                <a:gd name="connsiteY1168" fmla="*/ 3892396 h 5664927"/>
                <a:gd name="connsiteX1169" fmla="*/ 2296351 w 4006679"/>
                <a:gd name="connsiteY1169" fmla="*/ 3911793 h 5664927"/>
                <a:gd name="connsiteX1170" fmla="*/ 2326193 w 4006679"/>
                <a:gd name="connsiteY1170" fmla="*/ 3892396 h 5664927"/>
                <a:gd name="connsiteX1171" fmla="*/ 3718327 w 4006679"/>
                <a:gd name="connsiteY1171" fmla="*/ 4001319 h 5664927"/>
                <a:gd name="connsiteX1172" fmla="*/ 3742201 w 4006679"/>
                <a:gd name="connsiteY1172" fmla="*/ 4058019 h 5664927"/>
                <a:gd name="connsiteX1173" fmla="*/ 3783980 w 4006679"/>
                <a:gd name="connsiteY1173" fmla="*/ 4096814 h 5664927"/>
                <a:gd name="connsiteX1174" fmla="*/ 3800393 w 4006679"/>
                <a:gd name="connsiteY1174" fmla="*/ 4110243 h 5664927"/>
                <a:gd name="connsiteX1175" fmla="*/ 3780996 w 4006679"/>
                <a:gd name="connsiteY1175" fmla="*/ 4047574 h 5664927"/>
                <a:gd name="connsiteX1176" fmla="*/ 3754138 w 4006679"/>
                <a:gd name="connsiteY1176" fmla="*/ 4032653 h 5664927"/>
                <a:gd name="connsiteX1177" fmla="*/ 3718327 w 4006679"/>
                <a:gd name="connsiteY1177" fmla="*/ 4001319 h 5664927"/>
                <a:gd name="connsiteX1178" fmla="*/ 2451530 w 4006679"/>
                <a:gd name="connsiteY1178" fmla="*/ 3875982 h 5664927"/>
                <a:gd name="connsiteX1179" fmla="*/ 2390353 w 4006679"/>
                <a:gd name="connsiteY1179" fmla="*/ 3911793 h 5664927"/>
                <a:gd name="connsiteX1180" fmla="*/ 2430640 w 4006679"/>
                <a:gd name="connsiteY1180" fmla="*/ 3941635 h 5664927"/>
                <a:gd name="connsiteX1181" fmla="*/ 2457498 w 4006679"/>
                <a:gd name="connsiteY1181" fmla="*/ 3923730 h 5664927"/>
                <a:gd name="connsiteX1182" fmla="*/ 2451530 w 4006679"/>
                <a:gd name="connsiteY1182" fmla="*/ 3875982 h 5664927"/>
                <a:gd name="connsiteX1183" fmla="*/ 3836203 w 4006679"/>
                <a:gd name="connsiteY1183" fmla="*/ 3987890 h 5664927"/>
                <a:gd name="connsiteX1184" fmla="*/ 3828743 w 4006679"/>
                <a:gd name="connsiteY1184" fmla="*/ 3987890 h 5664927"/>
                <a:gd name="connsiteX1185" fmla="*/ 3809346 w 4006679"/>
                <a:gd name="connsiteY1185" fmla="*/ 4062495 h 5664927"/>
                <a:gd name="connsiteX1186" fmla="*/ 3822775 w 4006679"/>
                <a:gd name="connsiteY1186" fmla="*/ 4119196 h 5664927"/>
                <a:gd name="connsiteX1187" fmla="*/ 3845156 w 4006679"/>
                <a:gd name="connsiteY1187" fmla="*/ 4023701 h 5664927"/>
                <a:gd name="connsiteX1188" fmla="*/ 3836203 w 4006679"/>
                <a:gd name="connsiteY1188" fmla="*/ 3987890 h 5664927"/>
                <a:gd name="connsiteX1189" fmla="*/ 3684009 w 4006679"/>
                <a:gd name="connsiteY1189" fmla="*/ 3969985 h 5664927"/>
                <a:gd name="connsiteX1190" fmla="*/ 3678040 w 4006679"/>
                <a:gd name="connsiteY1190" fmla="*/ 3969985 h 5664927"/>
                <a:gd name="connsiteX1191" fmla="*/ 3667596 w 4006679"/>
                <a:gd name="connsiteY1191" fmla="*/ 4005796 h 5664927"/>
                <a:gd name="connsiteX1192" fmla="*/ 3676548 w 4006679"/>
                <a:gd name="connsiteY1192" fmla="*/ 4074433 h 5664927"/>
                <a:gd name="connsiteX1193" fmla="*/ 3701914 w 4006679"/>
                <a:gd name="connsiteY1193" fmla="*/ 4020717 h 5664927"/>
                <a:gd name="connsiteX1194" fmla="*/ 3684009 w 4006679"/>
                <a:gd name="connsiteY1194" fmla="*/ 3969985 h 5664927"/>
                <a:gd name="connsiteX1195" fmla="*/ 2981227 w 4006679"/>
                <a:gd name="connsiteY1195" fmla="*/ 3910301 h 5664927"/>
                <a:gd name="connsiteX1196" fmla="*/ 2957353 w 4006679"/>
                <a:gd name="connsiteY1196" fmla="*/ 3911793 h 5664927"/>
                <a:gd name="connsiteX1197" fmla="*/ 2899161 w 4006679"/>
                <a:gd name="connsiteY1197" fmla="*/ 3986398 h 5664927"/>
                <a:gd name="connsiteX1198" fmla="*/ 2902145 w 4006679"/>
                <a:gd name="connsiteY1198" fmla="*/ 4014748 h 5664927"/>
                <a:gd name="connsiteX1199" fmla="*/ 2926019 w 4006679"/>
                <a:gd name="connsiteY1199" fmla="*/ 4026685 h 5664927"/>
                <a:gd name="connsiteX1200" fmla="*/ 2969290 w 4006679"/>
                <a:gd name="connsiteY1200" fmla="*/ 4011764 h 5664927"/>
                <a:gd name="connsiteX1201" fmla="*/ 2985703 w 4006679"/>
                <a:gd name="connsiteY1201" fmla="*/ 3972969 h 5664927"/>
                <a:gd name="connsiteX1202" fmla="*/ 2955861 w 4006679"/>
                <a:gd name="connsiteY1202" fmla="*/ 3953572 h 5664927"/>
                <a:gd name="connsiteX1203" fmla="*/ 2936464 w 4006679"/>
                <a:gd name="connsiteY1203" fmla="*/ 3986398 h 5664927"/>
                <a:gd name="connsiteX1204" fmla="*/ 2942432 w 4006679"/>
                <a:gd name="connsiteY1204" fmla="*/ 4005796 h 5664927"/>
                <a:gd name="connsiteX1205" fmla="*/ 2918559 w 4006679"/>
                <a:gd name="connsiteY1205" fmla="*/ 3992367 h 5664927"/>
                <a:gd name="connsiteX1206" fmla="*/ 2946909 w 4006679"/>
                <a:gd name="connsiteY1206" fmla="*/ 3943127 h 5664927"/>
                <a:gd name="connsiteX1207" fmla="*/ 3000624 w 4006679"/>
                <a:gd name="connsiteY1207" fmla="*/ 3967001 h 5664927"/>
                <a:gd name="connsiteX1208" fmla="*/ 3009577 w 4006679"/>
                <a:gd name="connsiteY1208" fmla="*/ 3998335 h 5664927"/>
                <a:gd name="connsiteX1209" fmla="*/ 3033451 w 4006679"/>
                <a:gd name="connsiteY1209" fmla="*/ 3992367 h 5664927"/>
                <a:gd name="connsiteX1210" fmla="*/ 2981227 w 4006679"/>
                <a:gd name="connsiteY1210" fmla="*/ 3910301 h 5664927"/>
                <a:gd name="connsiteX1211" fmla="*/ 2699219 w 4006679"/>
                <a:gd name="connsiteY1211" fmla="*/ 3883443 h 5664927"/>
                <a:gd name="connsiteX1212" fmla="*/ 2593280 w 4006679"/>
                <a:gd name="connsiteY1212" fmla="*/ 3907317 h 5664927"/>
                <a:gd name="connsiteX1213" fmla="*/ 2588803 w 4006679"/>
                <a:gd name="connsiteY1213" fmla="*/ 3919253 h 5664927"/>
                <a:gd name="connsiteX1214" fmla="*/ 2564930 w 4006679"/>
                <a:gd name="connsiteY1214" fmla="*/ 4037130 h 5664927"/>
                <a:gd name="connsiteX1215" fmla="*/ 2572390 w 4006679"/>
                <a:gd name="connsiteY1215" fmla="*/ 4062495 h 5664927"/>
                <a:gd name="connsiteX1216" fmla="*/ 2606709 w 4006679"/>
                <a:gd name="connsiteY1216" fmla="*/ 4099798 h 5664927"/>
                <a:gd name="connsiteX1217" fmla="*/ 2620137 w 4006679"/>
                <a:gd name="connsiteY1217" fmla="*/ 4104275 h 5664927"/>
                <a:gd name="connsiteX1218" fmla="*/ 2679822 w 4006679"/>
                <a:gd name="connsiteY1218" fmla="*/ 4095322 h 5664927"/>
                <a:gd name="connsiteX1219" fmla="*/ 2726077 w 4006679"/>
                <a:gd name="connsiteY1219" fmla="*/ 4061003 h 5664927"/>
                <a:gd name="connsiteX1220" fmla="*/ 2649980 w 4006679"/>
                <a:gd name="connsiteY1220" fmla="*/ 3937159 h 5664927"/>
                <a:gd name="connsiteX1221" fmla="*/ 2609693 w 4006679"/>
                <a:gd name="connsiteY1221" fmla="*/ 3956556 h 5664927"/>
                <a:gd name="connsiteX1222" fmla="*/ 2624614 w 4006679"/>
                <a:gd name="connsiteY1222" fmla="*/ 4056527 h 5664927"/>
                <a:gd name="connsiteX1223" fmla="*/ 2684298 w 4006679"/>
                <a:gd name="connsiteY1223" fmla="*/ 4049067 h 5664927"/>
                <a:gd name="connsiteX1224" fmla="*/ 2672361 w 4006679"/>
                <a:gd name="connsiteY1224" fmla="*/ 3990875 h 5664927"/>
                <a:gd name="connsiteX1225" fmla="*/ 2652964 w 4006679"/>
                <a:gd name="connsiteY1225" fmla="*/ 3983414 h 5664927"/>
                <a:gd name="connsiteX1226" fmla="*/ 2632074 w 4006679"/>
                <a:gd name="connsiteY1226" fmla="*/ 4002811 h 5664927"/>
                <a:gd name="connsiteX1227" fmla="*/ 2638043 w 4006679"/>
                <a:gd name="connsiteY1227" fmla="*/ 4017732 h 5664927"/>
                <a:gd name="connsiteX1228" fmla="*/ 2652964 w 4006679"/>
                <a:gd name="connsiteY1228" fmla="*/ 4023701 h 5664927"/>
                <a:gd name="connsiteX1229" fmla="*/ 2621630 w 4006679"/>
                <a:gd name="connsiteY1229" fmla="*/ 4013256 h 5664927"/>
                <a:gd name="connsiteX1230" fmla="*/ 2629090 w 4006679"/>
                <a:gd name="connsiteY1230" fmla="*/ 3981922 h 5664927"/>
                <a:gd name="connsiteX1231" fmla="*/ 2669377 w 4006679"/>
                <a:gd name="connsiteY1231" fmla="*/ 3969985 h 5664927"/>
                <a:gd name="connsiteX1232" fmla="*/ 2702203 w 4006679"/>
                <a:gd name="connsiteY1232" fmla="*/ 4040114 h 5664927"/>
                <a:gd name="connsiteX1233" fmla="*/ 2675345 w 4006679"/>
                <a:gd name="connsiteY1233" fmla="*/ 4077417 h 5664927"/>
                <a:gd name="connsiteX1234" fmla="*/ 2605216 w 4006679"/>
                <a:gd name="connsiteY1234" fmla="*/ 4056527 h 5664927"/>
                <a:gd name="connsiteX1235" fmla="*/ 2594772 w 4006679"/>
                <a:gd name="connsiteY1235" fmla="*/ 3952080 h 5664927"/>
                <a:gd name="connsiteX1236" fmla="*/ 2606709 w 4006679"/>
                <a:gd name="connsiteY1236" fmla="*/ 3940143 h 5664927"/>
                <a:gd name="connsiteX1237" fmla="*/ 2673853 w 4006679"/>
                <a:gd name="connsiteY1237" fmla="*/ 3929698 h 5664927"/>
                <a:gd name="connsiteX1238" fmla="*/ 2696235 w 4006679"/>
                <a:gd name="connsiteY1238" fmla="*/ 3935667 h 5664927"/>
                <a:gd name="connsiteX1239" fmla="*/ 2699219 w 4006679"/>
                <a:gd name="connsiteY1239" fmla="*/ 3883443 h 5664927"/>
                <a:gd name="connsiteX1240" fmla="*/ 2251587 w 4006679"/>
                <a:gd name="connsiteY1240" fmla="*/ 3834204 h 5664927"/>
                <a:gd name="connsiteX1241" fmla="*/ 2239650 w 4006679"/>
                <a:gd name="connsiteY1241" fmla="*/ 3849125 h 5664927"/>
                <a:gd name="connsiteX1242" fmla="*/ 2244127 w 4006679"/>
                <a:gd name="connsiteY1242" fmla="*/ 3880459 h 5664927"/>
                <a:gd name="connsiteX1243" fmla="*/ 2262032 w 4006679"/>
                <a:gd name="connsiteY1243" fmla="*/ 3849125 h 5664927"/>
                <a:gd name="connsiteX1244" fmla="*/ 2251587 w 4006679"/>
                <a:gd name="connsiteY1244" fmla="*/ 3834204 h 5664927"/>
                <a:gd name="connsiteX1245" fmla="*/ 1557758 w 4006679"/>
                <a:gd name="connsiteY1245" fmla="*/ 3777503 h 5664927"/>
                <a:gd name="connsiteX1246" fmla="*/ 1465248 w 4006679"/>
                <a:gd name="connsiteY1246" fmla="*/ 3796901 h 5664927"/>
                <a:gd name="connsiteX1247" fmla="*/ 1448834 w 4006679"/>
                <a:gd name="connsiteY1247" fmla="*/ 3823759 h 5664927"/>
                <a:gd name="connsiteX1248" fmla="*/ 1436898 w 4006679"/>
                <a:gd name="connsiteY1248" fmla="*/ 3868522 h 5664927"/>
                <a:gd name="connsiteX1249" fmla="*/ 1408548 w 4006679"/>
                <a:gd name="connsiteY1249" fmla="*/ 3920745 h 5664927"/>
                <a:gd name="connsiteX1250" fmla="*/ 1450327 w 4006679"/>
                <a:gd name="connsiteY1250" fmla="*/ 3940143 h 5664927"/>
                <a:gd name="connsiteX1251" fmla="*/ 1448834 w 4006679"/>
                <a:gd name="connsiteY1251" fmla="*/ 3908809 h 5664927"/>
                <a:gd name="connsiteX1252" fmla="*/ 1472708 w 4006679"/>
                <a:gd name="connsiteY1252" fmla="*/ 3841664 h 5664927"/>
                <a:gd name="connsiteX1253" fmla="*/ 1510011 w 4006679"/>
                <a:gd name="connsiteY1253" fmla="*/ 3811822 h 5664927"/>
                <a:gd name="connsiteX1254" fmla="*/ 1598045 w 4006679"/>
                <a:gd name="connsiteY1254" fmla="*/ 3823759 h 5664927"/>
                <a:gd name="connsiteX1255" fmla="*/ 1614458 w 4006679"/>
                <a:gd name="connsiteY1255" fmla="*/ 3935667 h 5664927"/>
                <a:gd name="connsiteX1256" fmla="*/ 1601029 w 4006679"/>
                <a:gd name="connsiteY1256" fmla="*/ 3956556 h 5664927"/>
                <a:gd name="connsiteX1257" fmla="*/ 1498074 w 4006679"/>
                <a:gd name="connsiteY1257" fmla="*/ 3934174 h 5664927"/>
                <a:gd name="connsiteX1258" fmla="*/ 1505535 w 4006679"/>
                <a:gd name="connsiteY1258" fmla="*/ 3843156 h 5664927"/>
                <a:gd name="connsiteX1259" fmla="*/ 1554774 w 4006679"/>
                <a:gd name="connsiteY1259" fmla="*/ 3838680 h 5664927"/>
                <a:gd name="connsiteX1260" fmla="*/ 1575663 w 4006679"/>
                <a:gd name="connsiteY1260" fmla="*/ 3884935 h 5664927"/>
                <a:gd name="connsiteX1261" fmla="*/ 1548806 w 4006679"/>
                <a:gd name="connsiteY1261" fmla="*/ 3917762 h 5664927"/>
                <a:gd name="connsiteX1262" fmla="*/ 1517471 w 4006679"/>
                <a:gd name="connsiteY1262" fmla="*/ 3890903 h 5664927"/>
                <a:gd name="connsiteX1263" fmla="*/ 1530900 w 4006679"/>
                <a:gd name="connsiteY1263" fmla="*/ 3872998 h 5664927"/>
                <a:gd name="connsiteX1264" fmla="*/ 1533885 w 4006679"/>
                <a:gd name="connsiteY1264" fmla="*/ 3890903 h 5664927"/>
                <a:gd name="connsiteX1265" fmla="*/ 1551790 w 4006679"/>
                <a:gd name="connsiteY1265" fmla="*/ 3905824 h 5664927"/>
                <a:gd name="connsiteX1266" fmla="*/ 1568203 w 4006679"/>
                <a:gd name="connsiteY1266" fmla="*/ 3886427 h 5664927"/>
                <a:gd name="connsiteX1267" fmla="*/ 1548806 w 4006679"/>
                <a:gd name="connsiteY1267" fmla="*/ 3847632 h 5664927"/>
                <a:gd name="connsiteX1268" fmla="*/ 1518964 w 4006679"/>
                <a:gd name="connsiteY1268" fmla="*/ 3850617 h 5664927"/>
                <a:gd name="connsiteX1269" fmla="*/ 1550298 w 4006679"/>
                <a:gd name="connsiteY1269" fmla="*/ 3955064 h 5664927"/>
                <a:gd name="connsiteX1270" fmla="*/ 1609982 w 4006679"/>
                <a:gd name="connsiteY1270" fmla="*/ 3920745 h 5664927"/>
                <a:gd name="connsiteX1271" fmla="*/ 1598045 w 4006679"/>
                <a:gd name="connsiteY1271" fmla="*/ 3843156 h 5664927"/>
                <a:gd name="connsiteX1272" fmla="*/ 1526424 w 4006679"/>
                <a:gd name="connsiteY1272" fmla="*/ 3817790 h 5664927"/>
                <a:gd name="connsiteX1273" fmla="*/ 1471216 w 4006679"/>
                <a:gd name="connsiteY1273" fmla="*/ 3938651 h 5664927"/>
                <a:gd name="connsiteX1274" fmla="*/ 1480169 w 4006679"/>
                <a:gd name="connsiteY1274" fmla="*/ 3952080 h 5664927"/>
                <a:gd name="connsiteX1275" fmla="*/ 1559250 w 4006679"/>
                <a:gd name="connsiteY1275" fmla="*/ 3987890 h 5664927"/>
                <a:gd name="connsiteX1276" fmla="*/ 1633856 w 4006679"/>
                <a:gd name="connsiteY1276" fmla="*/ 3964016 h 5664927"/>
                <a:gd name="connsiteX1277" fmla="*/ 1633856 w 4006679"/>
                <a:gd name="connsiteY1277" fmla="*/ 3840172 h 5664927"/>
                <a:gd name="connsiteX1278" fmla="*/ 1571187 w 4006679"/>
                <a:gd name="connsiteY1278" fmla="*/ 3783472 h 5664927"/>
                <a:gd name="connsiteX1279" fmla="*/ 1557758 w 4006679"/>
                <a:gd name="connsiteY1279" fmla="*/ 3777503 h 5664927"/>
                <a:gd name="connsiteX1280" fmla="*/ 2068058 w 4006679"/>
                <a:gd name="connsiteY1280" fmla="*/ 3817790 h 5664927"/>
                <a:gd name="connsiteX1281" fmla="*/ 2048661 w 4006679"/>
                <a:gd name="connsiteY1281" fmla="*/ 3850617 h 5664927"/>
                <a:gd name="connsiteX1282" fmla="*/ 2054629 w 4006679"/>
                <a:gd name="connsiteY1282" fmla="*/ 3865538 h 5664927"/>
                <a:gd name="connsiteX1283" fmla="*/ 2033740 w 4006679"/>
                <a:gd name="connsiteY1283" fmla="*/ 3858077 h 5664927"/>
                <a:gd name="connsiteX1284" fmla="*/ 2059106 w 4006679"/>
                <a:gd name="connsiteY1284" fmla="*/ 3896872 h 5664927"/>
                <a:gd name="connsiteX1285" fmla="*/ 2090440 w 4006679"/>
                <a:gd name="connsiteY1285" fmla="*/ 3898364 h 5664927"/>
                <a:gd name="connsiteX1286" fmla="*/ 2112822 w 4006679"/>
                <a:gd name="connsiteY1286" fmla="*/ 3850617 h 5664927"/>
                <a:gd name="connsiteX1287" fmla="*/ 2068058 w 4006679"/>
                <a:gd name="connsiteY1287" fmla="*/ 3817790 h 5664927"/>
                <a:gd name="connsiteX1288" fmla="*/ 2547024 w 4006679"/>
                <a:gd name="connsiteY1288" fmla="*/ 3856585 h 5664927"/>
                <a:gd name="connsiteX1289" fmla="*/ 2490324 w 4006679"/>
                <a:gd name="connsiteY1289" fmla="*/ 3889411 h 5664927"/>
                <a:gd name="connsiteX1290" fmla="*/ 2529119 w 4006679"/>
                <a:gd name="connsiteY1290" fmla="*/ 3950588 h 5664927"/>
                <a:gd name="connsiteX1291" fmla="*/ 2547024 w 4006679"/>
                <a:gd name="connsiteY1291" fmla="*/ 3856585 h 5664927"/>
                <a:gd name="connsiteX1292" fmla="*/ 2347082 w 4006679"/>
                <a:gd name="connsiteY1292" fmla="*/ 3840172 h 5664927"/>
                <a:gd name="connsiteX1293" fmla="*/ 2376924 w 4006679"/>
                <a:gd name="connsiteY1293" fmla="*/ 3898364 h 5664927"/>
                <a:gd name="connsiteX1294" fmla="*/ 2432132 w 4006679"/>
                <a:gd name="connsiteY1294" fmla="*/ 3870014 h 5664927"/>
                <a:gd name="connsiteX1295" fmla="*/ 2438101 w 4006679"/>
                <a:gd name="connsiteY1295" fmla="*/ 3849125 h 5664927"/>
                <a:gd name="connsiteX1296" fmla="*/ 2347082 w 4006679"/>
                <a:gd name="connsiteY1296" fmla="*/ 3840172 h 5664927"/>
                <a:gd name="connsiteX1297" fmla="*/ 2327685 w 4006679"/>
                <a:gd name="connsiteY1297" fmla="*/ 3837187 h 5664927"/>
                <a:gd name="connsiteX1298" fmla="*/ 2278445 w 4006679"/>
                <a:gd name="connsiteY1298" fmla="*/ 3844648 h 5664927"/>
                <a:gd name="connsiteX1299" fmla="*/ 2268001 w 4006679"/>
                <a:gd name="connsiteY1299" fmla="*/ 3872998 h 5664927"/>
                <a:gd name="connsiteX1300" fmla="*/ 2272477 w 4006679"/>
                <a:gd name="connsiteY1300" fmla="*/ 3893888 h 5664927"/>
                <a:gd name="connsiteX1301" fmla="*/ 2305303 w 4006679"/>
                <a:gd name="connsiteY1301" fmla="*/ 3890903 h 5664927"/>
                <a:gd name="connsiteX1302" fmla="*/ 2327685 w 4006679"/>
                <a:gd name="connsiteY1302" fmla="*/ 3837187 h 5664927"/>
                <a:gd name="connsiteX1303" fmla="*/ 1435406 w 4006679"/>
                <a:gd name="connsiteY1303" fmla="*/ 3752138 h 5664927"/>
                <a:gd name="connsiteX1304" fmla="*/ 1445850 w 4006679"/>
                <a:gd name="connsiteY1304" fmla="*/ 3790933 h 5664927"/>
                <a:gd name="connsiteX1305" fmla="*/ 1499566 w 4006679"/>
                <a:gd name="connsiteY1305" fmla="*/ 3762582 h 5664927"/>
                <a:gd name="connsiteX1306" fmla="*/ 1435406 w 4006679"/>
                <a:gd name="connsiteY1306" fmla="*/ 3752138 h 5664927"/>
                <a:gd name="connsiteX1307" fmla="*/ 1188836 w 4006679"/>
                <a:gd name="connsiteY1307" fmla="*/ 3721736 h 5664927"/>
                <a:gd name="connsiteX1308" fmla="*/ 1166827 w 4006679"/>
                <a:gd name="connsiteY1308" fmla="*/ 3722296 h 5664927"/>
                <a:gd name="connsiteX1309" fmla="*/ 1120571 w 4006679"/>
                <a:gd name="connsiteY1309" fmla="*/ 3774519 h 5664927"/>
                <a:gd name="connsiteX1310" fmla="*/ 1171303 w 4006679"/>
                <a:gd name="connsiteY1310" fmla="*/ 3801377 h 5664927"/>
                <a:gd name="connsiteX1311" fmla="*/ 1208606 w 4006679"/>
                <a:gd name="connsiteY1311" fmla="*/ 3731248 h 5664927"/>
                <a:gd name="connsiteX1312" fmla="*/ 1188836 w 4006679"/>
                <a:gd name="connsiteY1312" fmla="*/ 3721736 h 5664927"/>
                <a:gd name="connsiteX1313" fmla="*/ 3698930 w 4006679"/>
                <a:gd name="connsiteY1313" fmla="*/ 3925222 h 5664927"/>
                <a:gd name="connsiteX1314" fmla="*/ 3706391 w 4006679"/>
                <a:gd name="connsiteY1314" fmla="*/ 3961032 h 5664927"/>
                <a:gd name="connsiteX1315" fmla="*/ 3719819 w 4006679"/>
                <a:gd name="connsiteY1315" fmla="*/ 3983414 h 5664927"/>
                <a:gd name="connsiteX1316" fmla="*/ 3770551 w 4006679"/>
                <a:gd name="connsiteY1316" fmla="*/ 4026685 h 5664927"/>
                <a:gd name="connsiteX1317" fmla="*/ 3698930 w 4006679"/>
                <a:gd name="connsiteY1317" fmla="*/ 3925222 h 5664927"/>
                <a:gd name="connsiteX1318" fmla="*/ 1323684 w 4006679"/>
                <a:gd name="connsiteY1318" fmla="*/ 3730316 h 5664927"/>
                <a:gd name="connsiteX1319" fmla="*/ 1272766 w 4006679"/>
                <a:gd name="connsiteY1319" fmla="*/ 3734232 h 5664927"/>
                <a:gd name="connsiteX1320" fmla="*/ 1245908 w 4006679"/>
                <a:gd name="connsiteY1320" fmla="*/ 3743185 h 5664927"/>
                <a:gd name="connsiteX1321" fmla="*/ 1190700 w 4006679"/>
                <a:gd name="connsiteY1321" fmla="*/ 3799885 h 5664927"/>
                <a:gd name="connsiteX1322" fmla="*/ 1199653 w 4006679"/>
                <a:gd name="connsiteY1322" fmla="*/ 3822266 h 5664927"/>
                <a:gd name="connsiteX1323" fmla="*/ 1233971 w 4006679"/>
                <a:gd name="connsiteY1323" fmla="*/ 3837187 h 5664927"/>
                <a:gd name="connsiteX1324" fmla="*/ 1236956 w 4006679"/>
                <a:gd name="connsiteY1324" fmla="*/ 3834204 h 5664927"/>
                <a:gd name="connsiteX1325" fmla="*/ 1238448 w 4006679"/>
                <a:gd name="connsiteY1325" fmla="*/ 3819282 h 5664927"/>
                <a:gd name="connsiteX1326" fmla="*/ 1278735 w 4006679"/>
                <a:gd name="connsiteY1326" fmla="*/ 3761090 h 5664927"/>
                <a:gd name="connsiteX1327" fmla="*/ 1342895 w 4006679"/>
                <a:gd name="connsiteY1327" fmla="*/ 3774519 h 5664927"/>
                <a:gd name="connsiteX1328" fmla="*/ 1344387 w 4006679"/>
                <a:gd name="connsiteY1328" fmla="*/ 3829727 h 5664927"/>
                <a:gd name="connsiteX1329" fmla="*/ 1305592 w 4006679"/>
                <a:gd name="connsiteY1329" fmla="*/ 3847632 h 5664927"/>
                <a:gd name="connsiteX1330" fmla="*/ 1284703 w 4006679"/>
                <a:gd name="connsiteY1330" fmla="*/ 3813314 h 5664927"/>
                <a:gd name="connsiteX1331" fmla="*/ 1323498 w 4006679"/>
                <a:gd name="connsiteY1331" fmla="*/ 3835696 h 5664927"/>
                <a:gd name="connsiteX1332" fmla="*/ 1338419 w 4006679"/>
                <a:gd name="connsiteY1332" fmla="*/ 3814806 h 5664927"/>
                <a:gd name="connsiteX1333" fmla="*/ 1330958 w 4006679"/>
                <a:gd name="connsiteY1333" fmla="*/ 3777503 h 5664927"/>
                <a:gd name="connsiteX1334" fmla="*/ 1256353 w 4006679"/>
                <a:gd name="connsiteY1334" fmla="*/ 3804361 h 5664927"/>
                <a:gd name="connsiteX1335" fmla="*/ 1256353 w 4006679"/>
                <a:gd name="connsiteY1335" fmla="*/ 3834204 h 5664927"/>
                <a:gd name="connsiteX1336" fmla="*/ 1263813 w 4006679"/>
                <a:gd name="connsiteY1336" fmla="*/ 3849125 h 5664927"/>
                <a:gd name="connsiteX1337" fmla="*/ 1311561 w 4006679"/>
                <a:gd name="connsiteY1337" fmla="*/ 3875982 h 5664927"/>
                <a:gd name="connsiteX1338" fmla="*/ 1372737 w 4006679"/>
                <a:gd name="connsiteY1338" fmla="*/ 3856585 h 5664927"/>
                <a:gd name="connsiteX1339" fmla="*/ 1362292 w 4006679"/>
                <a:gd name="connsiteY1339" fmla="*/ 3752138 h 5664927"/>
                <a:gd name="connsiteX1340" fmla="*/ 1323684 w 4006679"/>
                <a:gd name="connsiteY1340" fmla="*/ 3730316 h 5664927"/>
                <a:gd name="connsiteX1341" fmla="*/ 3806361 w 4006679"/>
                <a:gd name="connsiteY1341" fmla="*/ 3932683 h 5664927"/>
                <a:gd name="connsiteX1342" fmla="*/ 3792932 w 4006679"/>
                <a:gd name="connsiteY1342" fmla="*/ 4002811 h 5664927"/>
                <a:gd name="connsiteX1343" fmla="*/ 3803377 w 4006679"/>
                <a:gd name="connsiteY1343" fmla="*/ 4038622 h 5664927"/>
                <a:gd name="connsiteX1344" fmla="*/ 3806361 w 4006679"/>
                <a:gd name="connsiteY1344" fmla="*/ 3932683 h 5664927"/>
                <a:gd name="connsiteX1345" fmla="*/ 2955861 w 4006679"/>
                <a:gd name="connsiteY1345" fmla="*/ 3858077 h 5664927"/>
                <a:gd name="connsiteX1346" fmla="*/ 2900653 w 4006679"/>
                <a:gd name="connsiteY1346" fmla="*/ 3889411 h 5664927"/>
                <a:gd name="connsiteX1347" fmla="*/ 2861859 w 4006679"/>
                <a:gd name="connsiteY1347" fmla="*/ 3958048 h 5664927"/>
                <a:gd name="connsiteX1348" fmla="*/ 2846938 w 4006679"/>
                <a:gd name="connsiteY1348" fmla="*/ 4002811 h 5664927"/>
                <a:gd name="connsiteX1349" fmla="*/ 2852906 w 4006679"/>
                <a:gd name="connsiteY1349" fmla="*/ 4049067 h 5664927"/>
                <a:gd name="connsiteX1350" fmla="*/ 2894685 w 4006679"/>
                <a:gd name="connsiteY1350" fmla="*/ 4037130 h 5664927"/>
                <a:gd name="connsiteX1351" fmla="*/ 2888716 w 4006679"/>
                <a:gd name="connsiteY1351" fmla="*/ 4023701 h 5664927"/>
                <a:gd name="connsiteX1352" fmla="*/ 2911098 w 4006679"/>
                <a:gd name="connsiteY1352" fmla="*/ 3925222 h 5664927"/>
                <a:gd name="connsiteX1353" fmla="*/ 2963322 w 4006679"/>
                <a:gd name="connsiteY1353" fmla="*/ 3896872 h 5664927"/>
                <a:gd name="connsiteX1354" fmla="*/ 3033451 w 4006679"/>
                <a:gd name="connsiteY1354" fmla="*/ 3938651 h 5664927"/>
                <a:gd name="connsiteX1355" fmla="*/ 3052848 w 4006679"/>
                <a:gd name="connsiteY1355" fmla="*/ 3984906 h 5664927"/>
                <a:gd name="connsiteX1356" fmla="*/ 3111040 w 4006679"/>
                <a:gd name="connsiteY1356" fmla="*/ 3965509 h 5664927"/>
                <a:gd name="connsiteX1357" fmla="*/ 3072245 w 4006679"/>
                <a:gd name="connsiteY1357" fmla="*/ 3899856 h 5664927"/>
                <a:gd name="connsiteX1358" fmla="*/ 2955861 w 4006679"/>
                <a:gd name="connsiteY1358" fmla="*/ 3858077 h 5664927"/>
                <a:gd name="connsiteX1359" fmla="*/ 3664611 w 4006679"/>
                <a:gd name="connsiteY1359" fmla="*/ 3908809 h 5664927"/>
                <a:gd name="connsiteX1360" fmla="*/ 3657151 w 4006679"/>
                <a:gd name="connsiteY1360" fmla="*/ 3999827 h 5664927"/>
                <a:gd name="connsiteX1361" fmla="*/ 3664611 w 4006679"/>
                <a:gd name="connsiteY1361" fmla="*/ 3984906 h 5664927"/>
                <a:gd name="connsiteX1362" fmla="*/ 3673564 w 4006679"/>
                <a:gd name="connsiteY1362" fmla="*/ 3952080 h 5664927"/>
                <a:gd name="connsiteX1363" fmla="*/ 3664611 w 4006679"/>
                <a:gd name="connsiteY1363" fmla="*/ 3908809 h 5664927"/>
                <a:gd name="connsiteX1364" fmla="*/ 1550298 w 4006679"/>
                <a:gd name="connsiteY1364" fmla="*/ 3734232 h 5664927"/>
                <a:gd name="connsiteX1365" fmla="*/ 1507027 w 4006679"/>
                <a:gd name="connsiteY1365" fmla="*/ 3758106 h 5664927"/>
                <a:gd name="connsiteX1366" fmla="*/ 1508519 w 4006679"/>
                <a:gd name="connsiteY1366" fmla="*/ 3761090 h 5664927"/>
                <a:gd name="connsiteX1367" fmla="*/ 1559250 w 4006679"/>
                <a:gd name="connsiteY1367" fmla="*/ 3761090 h 5664927"/>
                <a:gd name="connsiteX1368" fmla="*/ 1550298 w 4006679"/>
                <a:gd name="connsiteY1368" fmla="*/ 3734232 h 5664927"/>
                <a:gd name="connsiteX1369" fmla="*/ 3075230 w 4006679"/>
                <a:gd name="connsiteY1369" fmla="*/ 3858077 h 5664927"/>
                <a:gd name="connsiteX1370" fmla="*/ 3075230 w 4006679"/>
                <a:gd name="connsiteY1370" fmla="*/ 3880459 h 5664927"/>
                <a:gd name="connsiteX1371" fmla="*/ 3075230 w 4006679"/>
                <a:gd name="connsiteY1371" fmla="*/ 3858077 h 5664927"/>
                <a:gd name="connsiteX1372" fmla="*/ 2487340 w 4006679"/>
                <a:gd name="connsiteY1372" fmla="*/ 3802869 h 5664927"/>
                <a:gd name="connsiteX1373" fmla="*/ 2450037 w 4006679"/>
                <a:gd name="connsiteY1373" fmla="*/ 3849125 h 5664927"/>
                <a:gd name="connsiteX1374" fmla="*/ 2475403 w 4006679"/>
                <a:gd name="connsiteY1374" fmla="*/ 3874490 h 5664927"/>
                <a:gd name="connsiteX1375" fmla="*/ 2535087 w 4006679"/>
                <a:gd name="connsiteY1375" fmla="*/ 3814806 h 5664927"/>
                <a:gd name="connsiteX1376" fmla="*/ 2487340 w 4006679"/>
                <a:gd name="connsiteY1376" fmla="*/ 3802869 h 5664927"/>
                <a:gd name="connsiteX1377" fmla="*/ 1871847 w 4006679"/>
                <a:gd name="connsiteY1377" fmla="*/ 3746915 h 5664927"/>
                <a:gd name="connsiteX1378" fmla="*/ 1832306 w 4006679"/>
                <a:gd name="connsiteY1378" fmla="*/ 3747661 h 5664927"/>
                <a:gd name="connsiteX1379" fmla="*/ 1823353 w 4006679"/>
                <a:gd name="connsiteY1379" fmla="*/ 3783472 h 5664927"/>
                <a:gd name="connsiteX1380" fmla="*/ 1850211 w 4006679"/>
                <a:gd name="connsiteY1380" fmla="*/ 3790933 h 5664927"/>
                <a:gd name="connsiteX1381" fmla="*/ 1881545 w 4006679"/>
                <a:gd name="connsiteY1381" fmla="*/ 3795409 h 5664927"/>
                <a:gd name="connsiteX1382" fmla="*/ 1902435 w 4006679"/>
                <a:gd name="connsiteY1382" fmla="*/ 3808838 h 5664927"/>
                <a:gd name="connsiteX1383" fmla="*/ 1917356 w 4006679"/>
                <a:gd name="connsiteY1383" fmla="*/ 3952080 h 5664927"/>
                <a:gd name="connsiteX1384" fmla="*/ 1877069 w 4006679"/>
                <a:gd name="connsiteY1384" fmla="*/ 3983414 h 5664927"/>
                <a:gd name="connsiteX1385" fmla="*/ 1800971 w 4006679"/>
                <a:gd name="connsiteY1385" fmla="*/ 3947604 h 5664927"/>
                <a:gd name="connsiteX1386" fmla="*/ 1781574 w 4006679"/>
                <a:gd name="connsiteY1386" fmla="*/ 3878967 h 5664927"/>
                <a:gd name="connsiteX1387" fmla="*/ 1802464 w 4006679"/>
                <a:gd name="connsiteY1387" fmla="*/ 3843156 h 5664927"/>
                <a:gd name="connsiteX1388" fmla="*/ 1839766 w 4006679"/>
                <a:gd name="connsiteY1388" fmla="*/ 3829727 h 5664927"/>
                <a:gd name="connsiteX1389" fmla="*/ 1856179 w 4006679"/>
                <a:gd name="connsiteY1389" fmla="*/ 3834204 h 5664927"/>
                <a:gd name="connsiteX1390" fmla="*/ 1878561 w 4006679"/>
                <a:gd name="connsiteY1390" fmla="*/ 3856585 h 5664927"/>
                <a:gd name="connsiteX1391" fmla="*/ 1880053 w 4006679"/>
                <a:gd name="connsiteY1391" fmla="*/ 3896872 h 5664927"/>
                <a:gd name="connsiteX1392" fmla="*/ 1851703 w 4006679"/>
                <a:gd name="connsiteY1392" fmla="*/ 3928206 h 5664927"/>
                <a:gd name="connsiteX1393" fmla="*/ 1823353 w 4006679"/>
                <a:gd name="connsiteY1393" fmla="*/ 3898364 h 5664927"/>
                <a:gd name="connsiteX1394" fmla="*/ 1821861 w 4006679"/>
                <a:gd name="connsiteY1394" fmla="*/ 3887919 h 5664927"/>
                <a:gd name="connsiteX1395" fmla="*/ 1853195 w 4006679"/>
                <a:gd name="connsiteY1395" fmla="*/ 3872998 h 5664927"/>
                <a:gd name="connsiteX1396" fmla="*/ 1835290 w 4006679"/>
                <a:gd name="connsiteY1396" fmla="*/ 3880459 h 5664927"/>
                <a:gd name="connsiteX1397" fmla="*/ 1850211 w 4006679"/>
                <a:gd name="connsiteY1397" fmla="*/ 3916269 h 5664927"/>
                <a:gd name="connsiteX1398" fmla="*/ 1868116 w 4006679"/>
                <a:gd name="connsiteY1398" fmla="*/ 3858077 h 5664927"/>
                <a:gd name="connsiteX1399" fmla="*/ 1856179 w 4006679"/>
                <a:gd name="connsiteY1399" fmla="*/ 3846140 h 5664927"/>
                <a:gd name="connsiteX1400" fmla="*/ 1818877 w 4006679"/>
                <a:gd name="connsiteY1400" fmla="*/ 3846140 h 5664927"/>
                <a:gd name="connsiteX1401" fmla="*/ 1796495 w 4006679"/>
                <a:gd name="connsiteY1401" fmla="*/ 3895380 h 5664927"/>
                <a:gd name="connsiteX1402" fmla="*/ 1848719 w 4006679"/>
                <a:gd name="connsiteY1402" fmla="*/ 3962525 h 5664927"/>
                <a:gd name="connsiteX1403" fmla="*/ 1856179 w 4006679"/>
                <a:gd name="connsiteY1403" fmla="*/ 3965509 h 5664927"/>
                <a:gd name="connsiteX1404" fmla="*/ 1909895 w 4006679"/>
                <a:gd name="connsiteY1404" fmla="*/ 3943127 h 5664927"/>
                <a:gd name="connsiteX1405" fmla="*/ 1917356 w 4006679"/>
                <a:gd name="connsiteY1405" fmla="*/ 3867030 h 5664927"/>
                <a:gd name="connsiteX1406" fmla="*/ 1835290 w 4006679"/>
                <a:gd name="connsiteY1406" fmla="*/ 3801377 h 5664927"/>
                <a:gd name="connsiteX1407" fmla="*/ 1803956 w 4006679"/>
                <a:gd name="connsiteY1407" fmla="*/ 3816298 h 5664927"/>
                <a:gd name="connsiteX1408" fmla="*/ 1762177 w 4006679"/>
                <a:gd name="connsiteY1408" fmla="*/ 3855093 h 5664927"/>
                <a:gd name="connsiteX1409" fmla="*/ 1741287 w 4006679"/>
                <a:gd name="connsiteY1409" fmla="*/ 3883443 h 5664927"/>
                <a:gd name="connsiteX1410" fmla="*/ 1742779 w 4006679"/>
                <a:gd name="connsiteY1410" fmla="*/ 3923730 h 5664927"/>
                <a:gd name="connsiteX1411" fmla="*/ 1811416 w 4006679"/>
                <a:gd name="connsiteY1411" fmla="*/ 4014748 h 5664927"/>
                <a:gd name="connsiteX1412" fmla="*/ 1915864 w 4006679"/>
                <a:gd name="connsiteY1412" fmla="*/ 4010272 h 5664927"/>
                <a:gd name="connsiteX1413" fmla="*/ 1920340 w 4006679"/>
                <a:gd name="connsiteY1413" fmla="*/ 4007288 h 5664927"/>
                <a:gd name="connsiteX1414" fmla="*/ 1959135 w 4006679"/>
                <a:gd name="connsiteY1414" fmla="*/ 3972969 h 5664927"/>
                <a:gd name="connsiteX1415" fmla="*/ 1956150 w 4006679"/>
                <a:gd name="connsiteY1415" fmla="*/ 3934174 h 5664927"/>
                <a:gd name="connsiteX1416" fmla="*/ 1954658 w 4006679"/>
                <a:gd name="connsiteY1416" fmla="*/ 3926714 h 5664927"/>
                <a:gd name="connsiteX1417" fmla="*/ 1915864 w 4006679"/>
                <a:gd name="connsiteY1417" fmla="*/ 3778995 h 5664927"/>
                <a:gd name="connsiteX1418" fmla="*/ 1906911 w 4006679"/>
                <a:gd name="connsiteY1418" fmla="*/ 3764074 h 5664927"/>
                <a:gd name="connsiteX1419" fmla="*/ 1871847 w 4006679"/>
                <a:gd name="connsiteY1419" fmla="*/ 3746915 h 5664927"/>
                <a:gd name="connsiteX1420" fmla="*/ 1087745 w 4006679"/>
                <a:gd name="connsiteY1420" fmla="*/ 3673056 h 5664927"/>
                <a:gd name="connsiteX1421" fmla="*/ 1062379 w 4006679"/>
                <a:gd name="connsiteY1421" fmla="*/ 3744677 h 5664927"/>
                <a:gd name="connsiteX1422" fmla="*/ 1090729 w 4006679"/>
                <a:gd name="connsiteY1422" fmla="*/ 3762582 h 5664927"/>
                <a:gd name="connsiteX1423" fmla="*/ 1107142 w 4006679"/>
                <a:gd name="connsiteY1423" fmla="*/ 3759598 h 5664927"/>
                <a:gd name="connsiteX1424" fmla="*/ 1145937 w 4006679"/>
                <a:gd name="connsiteY1424" fmla="*/ 3711851 h 5664927"/>
                <a:gd name="connsiteX1425" fmla="*/ 1114603 w 4006679"/>
                <a:gd name="connsiteY1425" fmla="*/ 3696930 h 5664927"/>
                <a:gd name="connsiteX1426" fmla="*/ 1087745 w 4006679"/>
                <a:gd name="connsiteY1426" fmla="*/ 3673056 h 5664927"/>
                <a:gd name="connsiteX1427" fmla="*/ 1339911 w 4006679"/>
                <a:gd name="connsiteY1427" fmla="*/ 3687977 h 5664927"/>
                <a:gd name="connsiteX1428" fmla="*/ 1313053 w 4006679"/>
                <a:gd name="connsiteY1428" fmla="*/ 3711851 h 5664927"/>
                <a:gd name="connsiteX1429" fmla="*/ 1395119 w 4006679"/>
                <a:gd name="connsiteY1429" fmla="*/ 3790933 h 5664927"/>
                <a:gd name="connsiteX1430" fmla="*/ 1356324 w 4006679"/>
                <a:gd name="connsiteY1430" fmla="*/ 3895380 h 5664927"/>
                <a:gd name="connsiteX1431" fmla="*/ 1386166 w 4006679"/>
                <a:gd name="connsiteY1431" fmla="*/ 3911793 h 5664927"/>
                <a:gd name="connsiteX1432" fmla="*/ 1416008 w 4006679"/>
                <a:gd name="connsiteY1432" fmla="*/ 3884935 h 5664927"/>
                <a:gd name="connsiteX1433" fmla="*/ 1433914 w 4006679"/>
                <a:gd name="connsiteY1433" fmla="*/ 3799885 h 5664927"/>
                <a:gd name="connsiteX1434" fmla="*/ 1339911 w 4006679"/>
                <a:gd name="connsiteY1434" fmla="*/ 3687977 h 5664927"/>
                <a:gd name="connsiteX1435" fmla="*/ 2336637 w 4006679"/>
                <a:gd name="connsiteY1435" fmla="*/ 3765567 h 5664927"/>
                <a:gd name="connsiteX1436" fmla="*/ 2293366 w 4006679"/>
                <a:gd name="connsiteY1436" fmla="*/ 3771535 h 5664927"/>
                <a:gd name="connsiteX1437" fmla="*/ 2276953 w 4006679"/>
                <a:gd name="connsiteY1437" fmla="*/ 3823759 h 5664927"/>
                <a:gd name="connsiteX1438" fmla="*/ 2320224 w 4006679"/>
                <a:gd name="connsiteY1438" fmla="*/ 3819282 h 5664927"/>
                <a:gd name="connsiteX1439" fmla="*/ 2336637 w 4006679"/>
                <a:gd name="connsiteY1439" fmla="*/ 3765567 h 5664927"/>
                <a:gd name="connsiteX1440" fmla="*/ 2359019 w 4006679"/>
                <a:gd name="connsiteY1440" fmla="*/ 3767059 h 5664927"/>
                <a:gd name="connsiteX1441" fmla="*/ 2342606 w 4006679"/>
                <a:gd name="connsiteY1441" fmla="*/ 3820775 h 5664927"/>
                <a:gd name="connsiteX1442" fmla="*/ 2369464 w 4006679"/>
                <a:gd name="connsiteY1442" fmla="*/ 3834204 h 5664927"/>
                <a:gd name="connsiteX1443" fmla="*/ 2381401 w 4006679"/>
                <a:gd name="connsiteY1443" fmla="*/ 3817790 h 5664927"/>
                <a:gd name="connsiteX1444" fmla="*/ 2414227 w 4006679"/>
                <a:gd name="connsiteY1444" fmla="*/ 3807345 h 5664927"/>
                <a:gd name="connsiteX1445" fmla="*/ 2420195 w 4006679"/>
                <a:gd name="connsiteY1445" fmla="*/ 3776011 h 5664927"/>
                <a:gd name="connsiteX1446" fmla="*/ 2359019 w 4006679"/>
                <a:gd name="connsiteY1446" fmla="*/ 3767059 h 5664927"/>
                <a:gd name="connsiteX1447" fmla="*/ 2439593 w 4006679"/>
                <a:gd name="connsiteY1447" fmla="*/ 3771535 h 5664927"/>
                <a:gd name="connsiteX1448" fmla="*/ 2430640 w 4006679"/>
                <a:gd name="connsiteY1448" fmla="*/ 3808838 h 5664927"/>
                <a:gd name="connsiteX1449" fmla="*/ 2408258 w 4006679"/>
                <a:gd name="connsiteY1449" fmla="*/ 3835696 h 5664927"/>
                <a:gd name="connsiteX1450" fmla="*/ 2475403 w 4006679"/>
                <a:gd name="connsiteY1450" fmla="*/ 3783472 h 5664927"/>
                <a:gd name="connsiteX1451" fmla="*/ 2439593 w 4006679"/>
                <a:gd name="connsiteY1451" fmla="*/ 3771535 h 5664927"/>
                <a:gd name="connsiteX1452" fmla="*/ 2257556 w 4006679"/>
                <a:gd name="connsiteY1452" fmla="*/ 3755122 h 5664927"/>
                <a:gd name="connsiteX1453" fmla="*/ 2214285 w 4006679"/>
                <a:gd name="connsiteY1453" fmla="*/ 3773027 h 5664927"/>
                <a:gd name="connsiteX1454" fmla="*/ 2238159 w 4006679"/>
                <a:gd name="connsiteY1454" fmla="*/ 3823759 h 5664927"/>
                <a:gd name="connsiteX1455" fmla="*/ 2272477 w 4006679"/>
                <a:gd name="connsiteY1455" fmla="*/ 3790933 h 5664927"/>
                <a:gd name="connsiteX1456" fmla="*/ 2257556 w 4006679"/>
                <a:gd name="connsiteY1456" fmla="*/ 3755122 h 5664927"/>
                <a:gd name="connsiteX1457" fmla="*/ 2024787 w 4006679"/>
                <a:gd name="connsiteY1457" fmla="*/ 3734232 h 5664927"/>
                <a:gd name="connsiteX1458" fmla="*/ 1963611 w 4006679"/>
                <a:gd name="connsiteY1458" fmla="*/ 3734232 h 5664927"/>
                <a:gd name="connsiteX1459" fmla="*/ 1983008 w 4006679"/>
                <a:gd name="connsiteY1459" fmla="*/ 3787948 h 5664927"/>
                <a:gd name="connsiteX1460" fmla="*/ 2024787 w 4006679"/>
                <a:gd name="connsiteY1460" fmla="*/ 3734232 h 5664927"/>
                <a:gd name="connsiteX1461" fmla="*/ 3106564 w 4006679"/>
                <a:gd name="connsiteY1461" fmla="*/ 3822266 h 5664927"/>
                <a:gd name="connsiteX1462" fmla="*/ 3091643 w 4006679"/>
                <a:gd name="connsiteY1462" fmla="*/ 3844648 h 5664927"/>
                <a:gd name="connsiteX1463" fmla="*/ 3109548 w 4006679"/>
                <a:gd name="connsiteY1463" fmla="*/ 3919253 h 5664927"/>
                <a:gd name="connsiteX1464" fmla="*/ 3140882 w 4006679"/>
                <a:gd name="connsiteY1464" fmla="*/ 3950588 h 5664927"/>
                <a:gd name="connsiteX1465" fmla="*/ 3158788 w 4006679"/>
                <a:gd name="connsiteY1465" fmla="*/ 3955064 h 5664927"/>
                <a:gd name="connsiteX1466" fmla="*/ 3194598 w 4006679"/>
                <a:gd name="connsiteY1466" fmla="*/ 3943127 h 5664927"/>
                <a:gd name="connsiteX1467" fmla="*/ 3128945 w 4006679"/>
                <a:gd name="connsiteY1467" fmla="*/ 3895380 h 5664927"/>
                <a:gd name="connsiteX1468" fmla="*/ 3106564 w 4006679"/>
                <a:gd name="connsiteY1468" fmla="*/ 3822266 h 5664927"/>
                <a:gd name="connsiteX1469" fmla="*/ 2829032 w 4006679"/>
                <a:gd name="connsiteY1469" fmla="*/ 3798393 h 5664927"/>
                <a:gd name="connsiteX1470" fmla="*/ 2746966 w 4006679"/>
                <a:gd name="connsiteY1470" fmla="*/ 3828235 h 5664927"/>
                <a:gd name="connsiteX1471" fmla="*/ 2715632 w 4006679"/>
                <a:gd name="connsiteY1471" fmla="*/ 3932683 h 5664927"/>
                <a:gd name="connsiteX1472" fmla="*/ 2769348 w 4006679"/>
                <a:gd name="connsiteY1472" fmla="*/ 4025193 h 5664927"/>
                <a:gd name="connsiteX1473" fmla="*/ 2833509 w 4006679"/>
                <a:gd name="connsiteY1473" fmla="*/ 4034146 h 5664927"/>
                <a:gd name="connsiteX1474" fmla="*/ 2835001 w 4006679"/>
                <a:gd name="connsiteY1474" fmla="*/ 4029669 h 5664927"/>
                <a:gd name="connsiteX1475" fmla="*/ 2832017 w 4006679"/>
                <a:gd name="connsiteY1475" fmla="*/ 3969985 h 5664927"/>
                <a:gd name="connsiteX1476" fmla="*/ 2797698 w 4006679"/>
                <a:gd name="connsiteY1476" fmla="*/ 3968493 h 5664927"/>
                <a:gd name="connsiteX1477" fmla="*/ 2735030 w 4006679"/>
                <a:gd name="connsiteY1477" fmla="*/ 3889411 h 5664927"/>
                <a:gd name="connsiteX1478" fmla="*/ 2742490 w 4006679"/>
                <a:gd name="connsiteY1478" fmla="*/ 3858077 h 5664927"/>
                <a:gd name="connsiteX1479" fmla="*/ 2761887 w 4006679"/>
                <a:gd name="connsiteY1479" fmla="*/ 3834204 h 5664927"/>
                <a:gd name="connsiteX1480" fmla="*/ 2808143 w 4006679"/>
                <a:gd name="connsiteY1480" fmla="*/ 3823759 h 5664927"/>
                <a:gd name="connsiteX1481" fmla="*/ 2851414 w 4006679"/>
                <a:gd name="connsiteY1481" fmla="*/ 3853601 h 5664927"/>
                <a:gd name="connsiteX1482" fmla="*/ 2835001 w 4006679"/>
                <a:gd name="connsiteY1482" fmla="*/ 3911793 h 5664927"/>
                <a:gd name="connsiteX1483" fmla="*/ 2800682 w 4006679"/>
                <a:gd name="connsiteY1483" fmla="*/ 3920745 h 5664927"/>
                <a:gd name="connsiteX1484" fmla="*/ 2772332 w 4006679"/>
                <a:gd name="connsiteY1484" fmla="*/ 3867030 h 5664927"/>
                <a:gd name="connsiteX1485" fmla="*/ 2803666 w 4006679"/>
                <a:gd name="connsiteY1485" fmla="*/ 3855093 h 5664927"/>
                <a:gd name="connsiteX1486" fmla="*/ 2788745 w 4006679"/>
                <a:gd name="connsiteY1486" fmla="*/ 3893888 h 5664927"/>
                <a:gd name="connsiteX1487" fmla="*/ 2811127 w 4006679"/>
                <a:gd name="connsiteY1487" fmla="*/ 3910301 h 5664927"/>
                <a:gd name="connsiteX1488" fmla="*/ 2843953 w 4006679"/>
                <a:gd name="connsiteY1488" fmla="*/ 3872998 h 5664927"/>
                <a:gd name="connsiteX1489" fmla="*/ 2812619 w 4006679"/>
                <a:gd name="connsiteY1489" fmla="*/ 3838680 h 5664927"/>
                <a:gd name="connsiteX1490" fmla="*/ 2754427 w 4006679"/>
                <a:gd name="connsiteY1490" fmla="*/ 3881951 h 5664927"/>
                <a:gd name="connsiteX1491" fmla="*/ 2751443 w 4006679"/>
                <a:gd name="connsiteY1491" fmla="*/ 3896872 h 5664927"/>
                <a:gd name="connsiteX1492" fmla="*/ 2761887 w 4006679"/>
                <a:gd name="connsiteY1492" fmla="*/ 3938651 h 5664927"/>
                <a:gd name="connsiteX1493" fmla="*/ 2835001 w 4006679"/>
                <a:gd name="connsiteY1493" fmla="*/ 3958048 h 5664927"/>
                <a:gd name="connsiteX1494" fmla="*/ 2888716 w 4006679"/>
                <a:gd name="connsiteY1494" fmla="*/ 3899856 h 5664927"/>
                <a:gd name="connsiteX1495" fmla="*/ 2882748 w 4006679"/>
                <a:gd name="connsiteY1495" fmla="*/ 3828235 h 5664927"/>
                <a:gd name="connsiteX1496" fmla="*/ 2829032 w 4006679"/>
                <a:gd name="connsiteY1496" fmla="*/ 3798393 h 5664927"/>
                <a:gd name="connsiteX1497" fmla="*/ 2100885 w 4006679"/>
                <a:gd name="connsiteY1497" fmla="*/ 3728264 h 5664927"/>
                <a:gd name="connsiteX1498" fmla="*/ 2000914 w 4006679"/>
                <a:gd name="connsiteY1498" fmla="*/ 3813314 h 5664927"/>
                <a:gd name="connsiteX1499" fmla="*/ 2003898 w 4006679"/>
                <a:gd name="connsiteY1499" fmla="*/ 3837187 h 5664927"/>
                <a:gd name="connsiteX1500" fmla="*/ 2023295 w 4006679"/>
                <a:gd name="connsiteY1500" fmla="*/ 3896872 h 5664927"/>
                <a:gd name="connsiteX1501" fmla="*/ 2074027 w 4006679"/>
                <a:gd name="connsiteY1501" fmla="*/ 3946111 h 5664927"/>
                <a:gd name="connsiteX1502" fmla="*/ 2127743 w 4006679"/>
                <a:gd name="connsiteY1502" fmla="*/ 3944619 h 5664927"/>
                <a:gd name="connsiteX1503" fmla="*/ 2157585 w 4006679"/>
                <a:gd name="connsiteY1503" fmla="*/ 3919253 h 5664927"/>
                <a:gd name="connsiteX1504" fmla="*/ 2121774 w 4006679"/>
                <a:gd name="connsiteY1504" fmla="*/ 3781980 h 5664927"/>
                <a:gd name="connsiteX1505" fmla="*/ 2088948 w 4006679"/>
                <a:gd name="connsiteY1505" fmla="*/ 3778995 h 5664927"/>
                <a:gd name="connsiteX1506" fmla="*/ 2053137 w 4006679"/>
                <a:gd name="connsiteY1506" fmla="*/ 3796901 h 5664927"/>
                <a:gd name="connsiteX1507" fmla="*/ 2036724 w 4006679"/>
                <a:gd name="connsiteY1507" fmla="*/ 3822266 h 5664927"/>
                <a:gd name="connsiteX1508" fmla="*/ 2114314 w 4006679"/>
                <a:gd name="connsiteY1508" fmla="*/ 3823759 h 5664927"/>
                <a:gd name="connsiteX1509" fmla="*/ 2109837 w 4006679"/>
                <a:gd name="connsiteY1509" fmla="*/ 3898364 h 5664927"/>
                <a:gd name="connsiteX1510" fmla="*/ 2042693 w 4006679"/>
                <a:gd name="connsiteY1510" fmla="*/ 3895380 h 5664927"/>
                <a:gd name="connsiteX1511" fmla="*/ 2030756 w 4006679"/>
                <a:gd name="connsiteY1511" fmla="*/ 3880459 h 5664927"/>
                <a:gd name="connsiteX1512" fmla="*/ 2020311 w 4006679"/>
                <a:gd name="connsiteY1512" fmla="*/ 3822266 h 5664927"/>
                <a:gd name="connsiteX1513" fmla="*/ 2038216 w 4006679"/>
                <a:gd name="connsiteY1513" fmla="*/ 3789440 h 5664927"/>
                <a:gd name="connsiteX1514" fmla="*/ 2094916 w 4006679"/>
                <a:gd name="connsiteY1514" fmla="*/ 3764074 h 5664927"/>
                <a:gd name="connsiteX1515" fmla="*/ 2127743 w 4006679"/>
                <a:gd name="connsiteY1515" fmla="*/ 3773027 h 5664927"/>
                <a:gd name="connsiteX1516" fmla="*/ 2175490 w 4006679"/>
                <a:gd name="connsiteY1516" fmla="*/ 3883443 h 5664927"/>
                <a:gd name="connsiteX1517" fmla="*/ 2099393 w 4006679"/>
                <a:gd name="connsiteY1517" fmla="*/ 3959540 h 5664927"/>
                <a:gd name="connsiteX1518" fmla="*/ 2033740 w 4006679"/>
                <a:gd name="connsiteY1518" fmla="*/ 3949095 h 5664927"/>
                <a:gd name="connsiteX1519" fmla="*/ 2038216 w 4006679"/>
                <a:gd name="connsiteY1519" fmla="*/ 3975954 h 5664927"/>
                <a:gd name="connsiteX1520" fmla="*/ 2069550 w 4006679"/>
                <a:gd name="connsiteY1520" fmla="*/ 4007288 h 5664927"/>
                <a:gd name="connsiteX1521" fmla="*/ 2088948 w 4006679"/>
                <a:gd name="connsiteY1521" fmla="*/ 4010272 h 5664927"/>
                <a:gd name="connsiteX1522" fmla="*/ 2172506 w 4006679"/>
                <a:gd name="connsiteY1522" fmla="*/ 3978937 h 5664927"/>
                <a:gd name="connsiteX1523" fmla="*/ 2182951 w 4006679"/>
                <a:gd name="connsiteY1523" fmla="*/ 3971477 h 5664927"/>
                <a:gd name="connsiteX1524" fmla="*/ 2200856 w 4006679"/>
                <a:gd name="connsiteY1524" fmla="*/ 3955064 h 5664927"/>
                <a:gd name="connsiteX1525" fmla="*/ 2224729 w 4006679"/>
                <a:gd name="connsiteY1525" fmla="*/ 3896872 h 5664927"/>
                <a:gd name="connsiteX1526" fmla="*/ 2215777 w 4006679"/>
                <a:gd name="connsiteY1526" fmla="*/ 3804361 h 5664927"/>
                <a:gd name="connsiteX1527" fmla="*/ 2175490 w 4006679"/>
                <a:gd name="connsiteY1527" fmla="*/ 3768551 h 5664927"/>
                <a:gd name="connsiteX1528" fmla="*/ 2126251 w 4006679"/>
                <a:gd name="connsiteY1528" fmla="*/ 3741693 h 5664927"/>
                <a:gd name="connsiteX1529" fmla="*/ 2100885 w 4006679"/>
                <a:gd name="connsiteY1529" fmla="*/ 3728264 h 5664927"/>
                <a:gd name="connsiteX1530" fmla="*/ 3761598 w 4006679"/>
                <a:gd name="connsiteY1530" fmla="*/ 3862553 h 5664927"/>
                <a:gd name="connsiteX1531" fmla="*/ 3755630 w 4006679"/>
                <a:gd name="connsiteY1531" fmla="*/ 3872998 h 5664927"/>
                <a:gd name="connsiteX1532" fmla="*/ 3751154 w 4006679"/>
                <a:gd name="connsiteY1532" fmla="*/ 3892396 h 5664927"/>
                <a:gd name="connsiteX1533" fmla="*/ 3746677 w 4006679"/>
                <a:gd name="connsiteY1533" fmla="*/ 3914777 h 5664927"/>
                <a:gd name="connsiteX1534" fmla="*/ 3780996 w 4006679"/>
                <a:gd name="connsiteY1534" fmla="*/ 3989382 h 5664927"/>
                <a:gd name="connsiteX1535" fmla="*/ 3797409 w 4006679"/>
                <a:gd name="connsiteY1535" fmla="*/ 3905824 h 5664927"/>
                <a:gd name="connsiteX1536" fmla="*/ 3791440 w 4006679"/>
                <a:gd name="connsiteY1536" fmla="*/ 3890903 h 5664927"/>
                <a:gd name="connsiteX1537" fmla="*/ 3786964 w 4006679"/>
                <a:gd name="connsiteY1537" fmla="*/ 3890903 h 5664927"/>
                <a:gd name="connsiteX1538" fmla="*/ 3772043 w 4006679"/>
                <a:gd name="connsiteY1538" fmla="*/ 3940143 h 5664927"/>
                <a:gd name="connsiteX1539" fmla="*/ 3767566 w 4006679"/>
                <a:gd name="connsiteY1539" fmla="*/ 3925222 h 5664927"/>
                <a:gd name="connsiteX1540" fmla="*/ 3776519 w 4006679"/>
                <a:gd name="connsiteY1540" fmla="*/ 3883443 h 5664927"/>
                <a:gd name="connsiteX1541" fmla="*/ 3761598 w 4006679"/>
                <a:gd name="connsiteY1541" fmla="*/ 3862553 h 5664927"/>
                <a:gd name="connsiteX1542" fmla="*/ 2896177 w 4006679"/>
                <a:gd name="connsiteY1542" fmla="*/ 3787948 h 5664927"/>
                <a:gd name="connsiteX1543" fmla="*/ 2875288 w 4006679"/>
                <a:gd name="connsiteY1543" fmla="*/ 3796901 h 5664927"/>
                <a:gd name="connsiteX1544" fmla="*/ 2906622 w 4006679"/>
                <a:gd name="connsiteY1544" fmla="*/ 3856585 h 5664927"/>
                <a:gd name="connsiteX1545" fmla="*/ 2945416 w 4006679"/>
                <a:gd name="connsiteY1545" fmla="*/ 3844648 h 5664927"/>
                <a:gd name="connsiteX1546" fmla="*/ 2896177 w 4006679"/>
                <a:gd name="connsiteY1546" fmla="*/ 3787948 h 5664927"/>
                <a:gd name="connsiteX1547" fmla="*/ 1366769 w 4006679"/>
                <a:gd name="connsiteY1547" fmla="*/ 3656643 h 5664927"/>
                <a:gd name="connsiteX1548" fmla="*/ 1353340 w 4006679"/>
                <a:gd name="connsiteY1548" fmla="*/ 3676040 h 5664927"/>
                <a:gd name="connsiteX1549" fmla="*/ 1377213 w 4006679"/>
                <a:gd name="connsiteY1549" fmla="*/ 3687977 h 5664927"/>
                <a:gd name="connsiteX1550" fmla="*/ 1366769 w 4006679"/>
                <a:gd name="connsiteY1550" fmla="*/ 3656643 h 5664927"/>
                <a:gd name="connsiteX1551" fmla="*/ 3636261 w 4006679"/>
                <a:gd name="connsiteY1551" fmla="*/ 3838680 h 5664927"/>
                <a:gd name="connsiteX1552" fmla="*/ 3637754 w 4006679"/>
                <a:gd name="connsiteY1552" fmla="*/ 3929698 h 5664927"/>
                <a:gd name="connsiteX1553" fmla="*/ 3636261 w 4006679"/>
                <a:gd name="connsiteY1553" fmla="*/ 3838680 h 5664927"/>
                <a:gd name="connsiteX1554" fmla="*/ 3666103 w 4006679"/>
                <a:gd name="connsiteY1554" fmla="*/ 3840172 h 5664927"/>
                <a:gd name="connsiteX1555" fmla="*/ 3727280 w 4006679"/>
                <a:gd name="connsiteY1555" fmla="*/ 3925222 h 5664927"/>
                <a:gd name="connsiteX1556" fmla="*/ 3666103 w 4006679"/>
                <a:gd name="connsiteY1556" fmla="*/ 3840172 h 5664927"/>
                <a:gd name="connsiteX1557" fmla="*/ 3712359 w 4006679"/>
                <a:gd name="connsiteY1557" fmla="*/ 3837187 h 5664927"/>
                <a:gd name="connsiteX1558" fmla="*/ 3739217 w 4006679"/>
                <a:gd name="connsiteY1558" fmla="*/ 3889411 h 5664927"/>
                <a:gd name="connsiteX1559" fmla="*/ 3745185 w 4006679"/>
                <a:gd name="connsiteY1559" fmla="*/ 3852109 h 5664927"/>
                <a:gd name="connsiteX1560" fmla="*/ 3712359 w 4006679"/>
                <a:gd name="connsiteY1560" fmla="*/ 3837187 h 5664927"/>
                <a:gd name="connsiteX1561" fmla="*/ 2641399 w 4006679"/>
                <a:gd name="connsiteY1561" fmla="*/ 3747661 h 5664927"/>
                <a:gd name="connsiteX1562" fmla="*/ 2612677 w 4006679"/>
                <a:gd name="connsiteY1562" fmla="*/ 3768551 h 5664927"/>
                <a:gd name="connsiteX1563" fmla="*/ 2605216 w 4006679"/>
                <a:gd name="connsiteY1563" fmla="*/ 3834204 h 5664927"/>
                <a:gd name="connsiteX1564" fmla="*/ 2627598 w 4006679"/>
                <a:gd name="connsiteY1564" fmla="*/ 3856585 h 5664927"/>
                <a:gd name="connsiteX1565" fmla="*/ 2673853 w 4006679"/>
                <a:gd name="connsiteY1565" fmla="*/ 3832711 h 5664927"/>
                <a:gd name="connsiteX1566" fmla="*/ 2667885 w 4006679"/>
                <a:gd name="connsiteY1566" fmla="*/ 3790933 h 5664927"/>
                <a:gd name="connsiteX1567" fmla="*/ 2651472 w 4006679"/>
                <a:gd name="connsiteY1567" fmla="*/ 3784964 h 5664927"/>
                <a:gd name="connsiteX1568" fmla="*/ 2638043 w 4006679"/>
                <a:gd name="connsiteY1568" fmla="*/ 3796901 h 5664927"/>
                <a:gd name="connsiteX1569" fmla="*/ 2646995 w 4006679"/>
                <a:gd name="connsiteY1569" fmla="*/ 3814806 h 5664927"/>
                <a:gd name="connsiteX1570" fmla="*/ 2657440 w 4006679"/>
                <a:gd name="connsiteY1570" fmla="*/ 3819282 h 5664927"/>
                <a:gd name="connsiteX1571" fmla="*/ 2626106 w 4006679"/>
                <a:gd name="connsiteY1571" fmla="*/ 3813314 h 5664927"/>
                <a:gd name="connsiteX1572" fmla="*/ 2624614 w 4006679"/>
                <a:gd name="connsiteY1572" fmla="*/ 3783472 h 5664927"/>
                <a:gd name="connsiteX1573" fmla="*/ 2673853 w 4006679"/>
                <a:gd name="connsiteY1573" fmla="*/ 3777503 h 5664927"/>
                <a:gd name="connsiteX1574" fmla="*/ 2691759 w 4006679"/>
                <a:gd name="connsiteY1574" fmla="*/ 3826743 h 5664927"/>
                <a:gd name="connsiteX1575" fmla="*/ 2615661 w 4006679"/>
                <a:gd name="connsiteY1575" fmla="*/ 3865538 h 5664927"/>
                <a:gd name="connsiteX1576" fmla="*/ 2596264 w 4006679"/>
                <a:gd name="connsiteY1576" fmla="*/ 3856585 h 5664927"/>
                <a:gd name="connsiteX1577" fmla="*/ 2593280 w 4006679"/>
                <a:gd name="connsiteY1577" fmla="*/ 3884935 h 5664927"/>
                <a:gd name="connsiteX1578" fmla="*/ 2657440 w 4006679"/>
                <a:gd name="connsiteY1578" fmla="*/ 3886427 h 5664927"/>
                <a:gd name="connsiteX1579" fmla="*/ 2678330 w 4006679"/>
                <a:gd name="connsiteY1579" fmla="*/ 3871506 h 5664927"/>
                <a:gd name="connsiteX1580" fmla="*/ 2705188 w 4006679"/>
                <a:gd name="connsiteY1580" fmla="*/ 3814806 h 5664927"/>
                <a:gd name="connsiteX1581" fmla="*/ 2676837 w 4006679"/>
                <a:gd name="connsiteY1581" fmla="*/ 3758106 h 5664927"/>
                <a:gd name="connsiteX1582" fmla="*/ 2641399 w 4006679"/>
                <a:gd name="connsiteY1582" fmla="*/ 3747661 h 5664927"/>
                <a:gd name="connsiteX1583" fmla="*/ 2288890 w 4006679"/>
                <a:gd name="connsiteY1583" fmla="*/ 3702898 h 5664927"/>
                <a:gd name="connsiteX1584" fmla="*/ 2269493 w 4006679"/>
                <a:gd name="connsiteY1584" fmla="*/ 3741693 h 5664927"/>
                <a:gd name="connsiteX1585" fmla="*/ 2293366 w 4006679"/>
                <a:gd name="connsiteY1585" fmla="*/ 3756614 h 5664927"/>
                <a:gd name="connsiteX1586" fmla="*/ 2336637 w 4006679"/>
                <a:gd name="connsiteY1586" fmla="*/ 3741693 h 5664927"/>
                <a:gd name="connsiteX1587" fmla="*/ 2327685 w 4006679"/>
                <a:gd name="connsiteY1587" fmla="*/ 3713343 h 5664927"/>
                <a:gd name="connsiteX1588" fmla="*/ 2288890 w 4006679"/>
                <a:gd name="connsiteY1588" fmla="*/ 3702898 h 5664927"/>
                <a:gd name="connsiteX1589" fmla="*/ 1056411 w 4006679"/>
                <a:gd name="connsiteY1589" fmla="*/ 3601435 h 5664927"/>
                <a:gd name="connsiteX1590" fmla="*/ 1031045 w 4006679"/>
                <a:gd name="connsiteY1590" fmla="*/ 3610388 h 5664927"/>
                <a:gd name="connsiteX1591" fmla="*/ 1022092 w 4006679"/>
                <a:gd name="connsiteY1591" fmla="*/ 3629785 h 5664927"/>
                <a:gd name="connsiteX1592" fmla="*/ 1016124 w 4006679"/>
                <a:gd name="connsiteY1592" fmla="*/ 3711851 h 5664927"/>
                <a:gd name="connsiteX1593" fmla="*/ 1026569 w 4006679"/>
                <a:gd name="connsiteY1593" fmla="*/ 3719311 h 5664927"/>
                <a:gd name="connsiteX1594" fmla="*/ 1062379 w 4006679"/>
                <a:gd name="connsiteY1594" fmla="*/ 3704390 h 5664927"/>
                <a:gd name="connsiteX1595" fmla="*/ 1065363 w 4006679"/>
                <a:gd name="connsiteY1595" fmla="*/ 3682009 h 5664927"/>
                <a:gd name="connsiteX1596" fmla="*/ 1083269 w 4006679"/>
                <a:gd name="connsiteY1596" fmla="*/ 3661119 h 5664927"/>
                <a:gd name="connsiteX1597" fmla="*/ 1056411 w 4006679"/>
                <a:gd name="connsiteY1597" fmla="*/ 3601435 h 5664927"/>
                <a:gd name="connsiteX1598" fmla="*/ 2521659 w 4006679"/>
                <a:gd name="connsiteY1598" fmla="*/ 3717819 h 5664927"/>
                <a:gd name="connsiteX1599" fmla="*/ 2496293 w 4006679"/>
                <a:gd name="connsiteY1599" fmla="*/ 3759598 h 5664927"/>
                <a:gd name="connsiteX1600" fmla="*/ 2494801 w 4006679"/>
                <a:gd name="connsiteY1600" fmla="*/ 3786456 h 5664927"/>
                <a:gd name="connsiteX1601" fmla="*/ 2526135 w 4006679"/>
                <a:gd name="connsiteY1601" fmla="*/ 3799885 h 5664927"/>
                <a:gd name="connsiteX1602" fmla="*/ 2555977 w 4006679"/>
                <a:gd name="connsiteY1602" fmla="*/ 3761090 h 5664927"/>
                <a:gd name="connsiteX1603" fmla="*/ 2530611 w 4006679"/>
                <a:gd name="connsiteY1603" fmla="*/ 3722296 h 5664927"/>
                <a:gd name="connsiteX1604" fmla="*/ 2521659 w 4006679"/>
                <a:gd name="connsiteY1604" fmla="*/ 3717819 h 5664927"/>
                <a:gd name="connsiteX1605" fmla="*/ 857075 w 4006679"/>
                <a:gd name="connsiteY1605" fmla="*/ 3572269 h 5664927"/>
                <a:gd name="connsiteX1606" fmla="*/ 831103 w 4006679"/>
                <a:gd name="connsiteY1606" fmla="*/ 3577561 h 5664927"/>
                <a:gd name="connsiteX1607" fmla="*/ 863929 w 4006679"/>
                <a:gd name="connsiteY1607" fmla="*/ 3607403 h 5664927"/>
                <a:gd name="connsiteX1608" fmla="*/ 910184 w 4006679"/>
                <a:gd name="connsiteY1608" fmla="*/ 3644706 h 5664927"/>
                <a:gd name="connsiteX1609" fmla="*/ 920629 w 4006679"/>
                <a:gd name="connsiteY1609" fmla="*/ 3646198 h 5664927"/>
                <a:gd name="connsiteX1610" fmla="*/ 925106 w 4006679"/>
                <a:gd name="connsiteY1610" fmla="*/ 3634261 h 5664927"/>
                <a:gd name="connsiteX1611" fmla="*/ 908692 w 4006679"/>
                <a:gd name="connsiteY1611" fmla="*/ 3601435 h 5664927"/>
                <a:gd name="connsiteX1612" fmla="*/ 857075 w 4006679"/>
                <a:gd name="connsiteY1612" fmla="*/ 3572269 h 5664927"/>
                <a:gd name="connsiteX1613" fmla="*/ 2643219 w 4006679"/>
                <a:gd name="connsiteY1613" fmla="*/ 3715465 h 5664927"/>
                <a:gd name="connsiteX1614" fmla="*/ 2615661 w 4006679"/>
                <a:gd name="connsiteY1614" fmla="*/ 3723788 h 5664927"/>
                <a:gd name="connsiteX1615" fmla="*/ 2615661 w 4006679"/>
                <a:gd name="connsiteY1615" fmla="*/ 3743185 h 5664927"/>
                <a:gd name="connsiteX1616" fmla="*/ 2638043 w 4006679"/>
                <a:gd name="connsiteY1616" fmla="*/ 3735724 h 5664927"/>
                <a:gd name="connsiteX1617" fmla="*/ 2658932 w 4006679"/>
                <a:gd name="connsiteY1617" fmla="*/ 3735724 h 5664927"/>
                <a:gd name="connsiteX1618" fmla="*/ 2718616 w 4006679"/>
                <a:gd name="connsiteY1618" fmla="*/ 3802869 h 5664927"/>
                <a:gd name="connsiteX1619" fmla="*/ 2721601 w 4006679"/>
                <a:gd name="connsiteY1619" fmla="*/ 3817790 h 5664927"/>
                <a:gd name="connsiteX1620" fmla="*/ 2752935 w 4006679"/>
                <a:gd name="connsiteY1620" fmla="*/ 3795409 h 5664927"/>
                <a:gd name="connsiteX1621" fmla="*/ 2714140 w 4006679"/>
                <a:gd name="connsiteY1621" fmla="*/ 3755122 h 5664927"/>
                <a:gd name="connsiteX1622" fmla="*/ 2643219 w 4006679"/>
                <a:gd name="connsiteY1622" fmla="*/ 3715465 h 5664927"/>
                <a:gd name="connsiteX1623" fmla="*/ 2467943 w 4006679"/>
                <a:gd name="connsiteY1623" fmla="*/ 3693946 h 5664927"/>
                <a:gd name="connsiteX1624" fmla="*/ 2439593 w 4006679"/>
                <a:gd name="connsiteY1624" fmla="*/ 3758106 h 5664927"/>
                <a:gd name="connsiteX1625" fmla="*/ 2479880 w 4006679"/>
                <a:gd name="connsiteY1625" fmla="*/ 3762582 h 5664927"/>
                <a:gd name="connsiteX1626" fmla="*/ 2502261 w 4006679"/>
                <a:gd name="connsiteY1626" fmla="*/ 3725280 h 5664927"/>
                <a:gd name="connsiteX1627" fmla="*/ 2488832 w 4006679"/>
                <a:gd name="connsiteY1627" fmla="*/ 3698422 h 5664927"/>
                <a:gd name="connsiteX1628" fmla="*/ 2467943 w 4006679"/>
                <a:gd name="connsiteY1628" fmla="*/ 3693946 h 5664927"/>
                <a:gd name="connsiteX1629" fmla="*/ 3600451 w 4006679"/>
                <a:gd name="connsiteY1629" fmla="*/ 3784964 h 5664927"/>
                <a:gd name="connsiteX1630" fmla="*/ 3613880 w 4006679"/>
                <a:gd name="connsiteY1630" fmla="*/ 3864046 h 5664927"/>
                <a:gd name="connsiteX1631" fmla="*/ 3627309 w 4006679"/>
                <a:gd name="connsiteY1631" fmla="*/ 3810330 h 5664927"/>
                <a:gd name="connsiteX1632" fmla="*/ 3600451 w 4006679"/>
                <a:gd name="connsiteY1632" fmla="*/ 3784964 h 5664927"/>
                <a:gd name="connsiteX1633" fmla="*/ 1817385 w 4006679"/>
                <a:gd name="connsiteY1633" fmla="*/ 3638738 h 5664927"/>
                <a:gd name="connsiteX1634" fmla="*/ 1793511 w 4006679"/>
                <a:gd name="connsiteY1634" fmla="*/ 3649183 h 5664927"/>
                <a:gd name="connsiteX1635" fmla="*/ 1827829 w 4006679"/>
                <a:gd name="connsiteY1635" fmla="*/ 3732740 h 5664927"/>
                <a:gd name="connsiteX1636" fmla="*/ 1859164 w 4006679"/>
                <a:gd name="connsiteY1636" fmla="*/ 3737217 h 5664927"/>
                <a:gd name="connsiteX1637" fmla="*/ 1817385 w 4006679"/>
                <a:gd name="connsiteY1637" fmla="*/ 3638738 h 5664927"/>
                <a:gd name="connsiteX1638" fmla="*/ 2427656 w 4006679"/>
                <a:gd name="connsiteY1638" fmla="*/ 3683501 h 5664927"/>
                <a:gd name="connsiteX1639" fmla="*/ 2385877 w 4006679"/>
                <a:gd name="connsiteY1639" fmla="*/ 3699914 h 5664927"/>
                <a:gd name="connsiteX1640" fmla="*/ 2370956 w 4006679"/>
                <a:gd name="connsiteY1640" fmla="*/ 3708867 h 5664927"/>
                <a:gd name="connsiteX1641" fmla="*/ 2372448 w 4006679"/>
                <a:gd name="connsiteY1641" fmla="*/ 3755122 h 5664927"/>
                <a:gd name="connsiteX1642" fmla="*/ 2421688 w 4006679"/>
                <a:gd name="connsiteY1642" fmla="*/ 3755122 h 5664927"/>
                <a:gd name="connsiteX1643" fmla="*/ 2451529 w 4006679"/>
                <a:gd name="connsiteY1643" fmla="*/ 3708867 h 5664927"/>
                <a:gd name="connsiteX1644" fmla="*/ 2427656 w 4006679"/>
                <a:gd name="connsiteY1644" fmla="*/ 3683501 h 5664927"/>
                <a:gd name="connsiteX1645" fmla="*/ 3564640 w 4006679"/>
                <a:gd name="connsiteY1645" fmla="*/ 3768551 h 5664927"/>
                <a:gd name="connsiteX1646" fmla="*/ 3578069 w 4006679"/>
                <a:gd name="connsiteY1646" fmla="*/ 3795409 h 5664927"/>
                <a:gd name="connsiteX1647" fmla="*/ 3564640 w 4006679"/>
                <a:gd name="connsiteY1647" fmla="*/ 3768551 h 5664927"/>
                <a:gd name="connsiteX1648" fmla="*/ 1833798 w 4006679"/>
                <a:gd name="connsiteY1648" fmla="*/ 3620832 h 5664927"/>
                <a:gd name="connsiteX1649" fmla="*/ 1851703 w 4006679"/>
                <a:gd name="connsiteY1649" fmla="*/ 3658135 h 5664927"/>
                <a:gd name="connsiteX1650" fmla="*/ 1863640 w 4006679"/>
                <a:gd name="connsiteY1650" fmla="*/ 3696930 h 5664927"/>
                <a:gd name="connsiteX1651" fmla="*/ 1865132 w 4006679"/>
                <a:gd name="connsiteY1651" fmla="*/ 3737217 h 5664927"/>
                <a:gd name="connsiteX1652" fmla="*/ 1896466 w 4006679"/>
                <a:gd name="connsiteY1652" fmla="*/ 3746169 h 5664927"/>
                <a:gd name="connsiteX1653" fmla="*/ 1833798 w 4006679"/>
                <a:gd name="connsiteY1653" fmla="*/ 3620832 h 5664927"/>
                <a:gd name="connsiteX1654" fmla="*/ 1583124 w 4006679"/>
                <a:gd name="connsiteY1654" fmla="*/ 3593974 h 5664927"/>
                <a:gd name="connsiteX1655" fmla="*/ 1574171 w 4006679"/>
                <a:gd name="connsiteY1655" fmla="*/ 3610388 h 5664927"/>
                <a:gd name="connsiteX1656" fmla="*/ 1580140 w 4006679"/>
                <a:gd name="connsiteY1656" fmla="*/ 3632769 h 5664927"/>
                <a:gd name="connsiteX1657" fmla="*/ 1571187 w 4006679"/>
                <a:gd name="connsiteY1657" fmla="*/ 3716327 h 5664927"/>
                <a:gd name="connsiteX1658" fmla="*/ 1569695 w 4006679"/>
                <a:gd name="connsiteY1658" fmla="*/ 3729756 h 5664927"/>
                <a:gd name="connsiteX1659" fmla="*/ 1611474 w 4006679"/>
                <a:gd name="connsiteY1659" fmla="*/ 3796901 h 5664927"/>
                <a:gd name="connsiteX1660" fmla="*/ 1677127 w 4006679"/>
                <a:gd name="connsiteY1660" fmla="*/ 3837187 h 5664927"/>
                <a:gd name="connsiteX1661" fmla="*/ 1723382 w 4006679"/>
                <a:gd name="connsiteY1661" fmla="*/ 3847632 h 5664927"/>
                <a:gd name="connsiteX1662" fmla="*/ 1775606 w 4006679"/>
                <a:gd name="connsiteY1662" fmla="*/ 3828235 h 5664927"/>
                <a:gd name="connsiteX1663" fmla="*/ 1803956 w 4006679"/>
                <a:gd name="connsiteY1663" fmla="*/ 3722296 h 5664927"/>
                <a:gd name="connsiteX1664" fmla="*/ 1789035 w 4006679"/>
                <a:gd name="connsiteY1664" fmla="*/ 3689469 h 5664927"/>
                <a:gd name="connsiteX1665" fmla="*/ 1757701 w 4006679"/>
                <a:gd name="connsiteY1665" fmla="*/ 3646198 h 5664927"/>
                <a:gd name="connsiteX1666" fmla="*/ 1745764 w 4006679"/>
                <a:gd name="connsiteY1666" fmla="*/ 3638738 h 5664927"/>
                <a:gd name="connsiteX1667" fmla="*/ 1718906 w 4006679"/>
                <a:gd name="connsiteY1667" fmla="*/ 3631277 h 5664927"/>
                <a:gd name="connsiteX1668" fmla="*/ 1671158 w 4006679"/>
                <a:gd name="connsiteY1668" fmla="*/ 3650674 h 5664927"/>
                <a:gd name="connsiteX1669" fmla="*/ 1659221 w 4006679"/>
                <a:gd name="connsiteY1669" fmla="*/ 3659627 h 5664927"/>
                <a:gd name="connsiteX1670" fmla="*/ 1633856 w 4006679"/>
                <a:gd name="connsiteY1670" fmla="*/ 3741693 h 5664927"/>
                <a:gd name="connsiteX1671" fmla="*/ 1714429 w 4006679"/>
                <a:gd name="connsiteY1671" fmla="*/ 3789440 h 5664927"/>
                <a:gd name="connsiteX1672" fmla="*/ 1741287 w 4006679"/>
                <a:gd name="connsiteY1672" fmla="*/ 3777503 h 5664927"/>
                <a:gd name="connsiteX1673" fmla="*/ 1730843 w 4006679"/>
                <a:gd name="connsiteY1673" fmla="*/ 3680516 h 5664927"/>
                <a:gd name="connsiteX1674" fmla="*/ 1681603 w 4006679"/>
                <a:gd name="connsiteY1674" fmla="*/ 3707375 h 5664927"/>
                <a:gd name="connsiteX1675" fmla="*/ 1711445 w 4006679"/>
                <a:gd name="connsiteY1675" fmla="*/ 3728264 h 5664927"/>
                <a:gd name="connsiteX1676" fmla="*/ 1724874 w 4006679"/>
                <a:gd name="connsiteY1676" fmla="*/ 3722296 h 5664927"/>
                <a:gd name="connsiteX1677" fmla="*/ 1711445 w 4006679"/>
                <a:gd name="connsiteY1677" fmla="*/ 3743185 h 5664927"/>
                <a:gd name="connsiteX1678" fmla="*/ 1665190 w 4006679"/>
                <a:gd name="connsiteY1678" fmla="*/ 3716327 h 5664927"/>
                <a:gd name="connsiteX1679" fmla="*/ 1689064 w 4006679"/>
                <a:gd name="connsiteY1679" fmla="*/ 3665595 h 5664927"/>
                <a:gd name="connsiteX1680" fmla="*/ 1760685 w 4006679"/>
                <a:gd name="connsiteY1680" fmla="*/ 3693946 h 5664927"/>
                <a:gd name="connsiteX1681" fmla="*/ 1757701 w 4006679"/>
                <a:gd name="connsiteY1681" fmla="*/ 3765567 h 5664927"/>
                <a:gd name="connsiteX1682" fmla="*/ 1686079 w 4006679"/>
                <a:gd name="connsiteY1682" fmla="*/ 3799885 h 5664927"/>
                <a:gd name="connsiteX1683" fmla="*/ 1630872 w 4006679"/>
                <a:gd name="connsiteY1683" fmla="*/ 3762582 h 5664927"/>
                <a:gd name="connsiteX1684" fmla="*/ 1615950 w 4006679"/>
                <a:gd name="connsiteY1684" fmla="*/ 3704390 h 5664927"/>
                <a:gd name="connsiteX1685" fmla="*/ 1641316 w 4006679"/>
                <a:gd name="connsiteY1685" fmla="*/ 3647690 h 5664927"/>
                <a:gd name="connsiteX1686" fmla="*/ 1583124 w 4006679"/>
                <a:gd name="connsiteY1686" fmla="*/ 3593974 h 5664927"/>
                <a:gd name="connsiteX1687" fmla="*/ 2550008 w 4006679"/>
                <a:gd name="connsiteY1687" fmla="*/ 3667088 h 5664927"/>
                <a:gd name="connsiteX1688" fmla="*/ 2521659 w 4006679"/>
                <a:gd name="connsiteY1688" fmla="*/ 3698422 h 5664927"/>
                <a:gd name="connsiteX1689" fmla="*/ 2554485 w 4006679"/>
                <a:gd name="connsiteY1689" fmla="*/ 3716327 h 5664927"/>
                <a:gd name="connsiteX1690" fmla="*/ 2554485 w 4006679"/>
                <a:gd name="connsiteY1690" fmla="*/ 3668580 h 5664927"/>
                <a:gd name="connsiteX1691" fmla="*/ 2550008 w 4006679"/>
                <a:gd name="connsiteY1691" fmla="*/ 3667088 h 5664927"/>
                <a:gd name="connsiteX1692" fmla="*/ 3493019 w 4006679"/>
                <a:gd name="connsiteY1692" fmla="*/ 3741693 h 5664927"/>
                <a:gd name="connsiteX1693" fmla="*/ 3437812 w 4006679"/>
                <a:gd name="connsiteY1693" fmla="*/ 3823759 h 5664927"/>
                <a:gd name="connsiteX1694" fmla="*/ 3442288 w 4006679"/>
                <a:gd name="connsiteY1694" fmla="*/ 3828235 h 5664927"/>
                <a:gd name="connsiteX1695" fmla="*/ 3521369 w 4006679"/>
                <a:gd name="connsiteY1695" fmla="*/ 3783472 h 5664927"/>
                <a:gd name="connsiteX1696" fmla="*/ 3493019 w 4006679"/>
                <a:gd name="connsiteY1696" fmla="*/ 3741693 h 5664927"/>
                <a:gd name="connsiteX1697" fmla="*/ 1399595 w 4006679"/>
                <a:gd name="connsiteY1697" fmla="*/ 3558164 h 5664927"/>
                <a:gd name="connsiteX1698" fmla="*/ 1395119 w 4006679"/>
                <a:gd name="connsiteY1698" fmla="*/ 3649183 h 5664927"/>
                <a:gd name="connsiteX1699" fmla="*/ 1451819 w 4006679"/>
                <a:gd name="connsiteY1699" fmla="*/ 3729756 h 5664927"/>
                <a:gd name="connsiteX1700" fmla="*/ 1535377 w 4006679"/>
                <a:gd name="connsiteY1700" fmla="*/ 3717819 h 5664927"/>
                <a:gd name="connsiteX1701" fmla="*/ 1559250 w 4006679"/>
                <a:gd name="connsiteY1701" fmla="*/ 3665595 h 5664927"/>
                <a:gd name="connsiteX1702" fmla="*/ 1556266 w 4006679"/>
                <a:gd name="connsiteY1702" fmla="*/ 3616356 h 5664927"/>
                <a:gd name="connsiteX1703" fmla="*/ 1477185 w 4006679"/>
                <a:gd name="connsiteY1703" fmla="*/ 3580546 h 5664927"/>
                <a:gd name="connsiteX1704" fmla="*/ 1429437 w 4006679"/>
                <a:gd name="connsiteY1704" fmla="*/ 3623817 h 5664927"/>
                <a:gd name="connsiteX1705" fmla="*/ 1460771 w 4006679"/>
                <a:gd name="connsiteY1705" fmla="*/ 3677532 h 5664927"/>
                <a:gd name="connsiteX1706" fmla="*/ 1487629 w 4006679"/>
                <a:gd name="connsiteY1706" fmla="*/ 3661119 h 5664927"/>
                <a:gd name="connsiteX1707" fmla="*/ 1481661 w 4006679"/>
                <a:gd name="connsiteY1707" fmla="*/ 3625309 h 5664927"/>
                <a:gd name="connsiteX1708" fmla="*/ 1462264 w 4006679"/>
                <a:gd name="connsiteY1708" fmla="*/ 3622324 h 5664927"/>
                <a:gd name="connsiteX1709" fmla="*/ 1478677 w 4006679"/>
                <a:gd name="connsiteY1709" fmla="*/ 3650674 h 5664927"/>
                <a:gd name="connsiteX1710" fmla="*/ 1444358 w 4006679"/>
                <a:gd name="connsiteY1710" fmla="*/ 3646198 h 5664927"/>
                <a:gd name="connsiteX1711" fmla="*/ 1454803 w 4006679"/>
                <a:gd name="connsiteY1711" fmla="*/ 3605911 h 5664927"/>
                <a:gd name="connsiteX1712" fmla="*/ 1495090 w 4006679"/>
                <a:gd name="connsiteY1712" fmla="*/ 3605911 h 5664927"/>
                <a:gd name="connsiteX1713" fmla="*/ 1520456 w 4006679"/>
                <a:gd name="connsiteY1713" fmla="*/ 3641722 h 5664927"/>
                <a:gd name="connsiteX1714" fmla="*/ 1507027 w 4006679"/>
                <a:gd name="connsiteY1714" fmla="*/ 3692453 h 5664927"/>
                <a:gd name="connsiteX1715" fmla="*/ 1427945 w 4006679"/>
                <a:gd name="connsiteY1715" fmla="*/ 3680516 h 5664927"/>
                <a:gd name="connsiteX1716" fmla="*/ 1416008 w 4006679"/>
                <a:gd name="connsiteY1716" fmla="*/ 3601435 h 5664927"/>
                <a:gd name="connsiteX1717" fmla="*/ 1420485 w 4006679"/>
                <a:gd name="connsiteY1717" fmla="*/ 3592482 h 5664927"/>
                <a:gd name="connsiteX1718" fmla="*/ 1399595 w 4006679"/>
                <a:gd name="connsiteY1718" fmla="*/ 3558164 h 5664927"/>
                <a:gd name="connsiteX1719" fmla="*/ 2673853 w 4006679"/>
                <a:gd name="connsiteY1719" fmla="*/ 3659627 h 5664927"/>
                <a:gd name="connsiteX1720" fmla="*/ 2629090 w 4006679"/>
                <a:gd name="connsiteY1720" fmla="*/ 3661119 h 5664927"/>
                <a:gd name="connsiteX1721" fmla="*/ 2615661 w 4006679"/>
                <a:gd name="connsiteY1721" fmla="*/ 3673056 h 5664927"/>
                <a:gd name="connsiteX1722" fmla="*/ 2615661 w 4006679"/>
                <a:gd name="connsiteY1722" fmla="*/ 3707375 h 5664927"/>
                <a:gd name="connsiteX1723" fmla="*/ 2696235 w 4006679"/>
                <a:gd name="connsiteY1723" fmla="*/ 3717819 h 5664927"/>
                <a:gd name="connsiteX1724" fmla="*/ 2697727 w 4006679"/>
                <a:gd name="connsiteY1724" fmla="*/ 3689469 h 5664927"/>
                <a:gd name="connsiteX1725" fmla="*/ 2673853 w 4006679"/>
                <a:gd name="connsiteY1725" fmla="*/ 3659627 h 5664927"/>
                <a:gd name="connsiteX1726" fmla="*/ 3472130 w 4006679"/>
                <a:gd name="connsiteY1726" fmla="*/ 3722296 h 5664927"/>
                <a:gd name="connsiteX1727" fmla="*/ 3464669 w 4006679"/>
                <a:gd name="connsiteY1727" fmla="*/ 3728264 h 5664927"/>
                <a:gd name="connsiteX1728" fmla="*/ 3416922 w 4006679"/>
                <a:gd name="connsiteY1728" fmla="*/ 3774519 h 5664927"/>
                <a:gd name="connsiteX1729" fmla="*/ 3430351 w 4006679"/>
                <a:gd name="connsiteY1729" fmla="*/ 3807345 h 5664927"/>
                <a:gd name="connsiteX1730" fmla="*/ 3484066 w 4006679"/>
                <a:gd name="connsiteY1730" fmla="*/ 3729756 h 5664927"/>
                <a:gd name="connsiteX1731" fmla="*/ 3472130 w 4006679"/>
                <a:gd name="connsiteY1731" fmla="*/ 3722296 h 5664927"/>
                <a:gd name="connsiteX1732" fmla="*/ 1636840 w 4006679"/>
                <a:gd name="connsiteY1732" fmla="*/ 3571593 h 5664927"/>
                <a:gd name="connsiteX1733" fmla="*/ 1612966 w 4006679"/>
                <a:gd name="connsiteY1733" fmla="*/ 3583530 h 5664927"/>
                <a:gd name="connsiteX1734" fmla="*/ 1608490 w 4006679"/>
                <a:gd name="connsiteY1734" fmla="*/ 3602927 h 5664927"/>
                <a:gd name="connsiteX1735" fmla="*/ 1650269 w 4006679"/>
                <a:gd name="connsiteY1735" fmla="*/ 3637245 h 5664927"/>
                <a:gd name="connsiteX1736" fmla="*/ 1684587 w 4006679"/>
                <a:gd name="connsiteY1736" fmla="*/ 3616356 h 5664927"/>
                <a:gd name="connsiteX1737" fmla="*/ 1636840 w 4006679"/>
                <a:gd name="connsiteY1737" fmla="*/ 3571593 h 5664927"/>
                <a:gd name="connsiteX1738" fmla="*/ 3259878 w 4006679"/>
                <a:gd name="connsiteY1738" fmla="*/ 3702525 h 5664927"/>
                <a:gd name="connsiteX1739" fmla="*/ 3227425 w 4006679"/>
                <a:gd name="connsiteY1739" fmla="*/ 3705882 h 5664927"/>
                <a:gd name="connsiteX1740" fmla="*/ 3128945 w 4006679"/>
                <a:gd name="connsiteY1740" fmla="*/ 3805854 h 5664927"/>
                <a:gd name="connsiteX1741" fmla="*/ 3140882 w 4006679"/>
                <a:gd name="connsiteY1741" fmla="*/ 3892396 h 5664927"/>
                <a:gd name="connsiteX1742" fmla="*/ 3152819 w 4006679"/>
                <a:gd name="connsiteY1742" fmla="*/ 3905824 h 5664927"/>
                <a:gd name="connsiteX1743" fmla="*/ 3240853 w 4006679"/>
                <a:gd name="connsiteY1743" fmla="*/ 3922238 h 5664927"/>
                <a:gd name="connsiteX1744" fmla="*/ 3303522 w 4006679"/>
                <a:gd name="connsiteY1744" fmla="*/ 3864046 h 5664927"/>
                <a:gd name="connsiteX1745" fmla="*/ 3266219 w 4006679"/>
                <a:gd name="connsiteY1745" fmla="*/ 3764074 h 5664927"/>
                <a:gd name="connsiteX1746" fmla="*/ 3236377 w 4006679"/>
                <a:gd name="connsiteY1746" fmla="*/ 3755122 h 5664927"/>
                <a:gd name="connsiteX1747" fmla="*/ 3184153 w 4006679"/>
                <a:gd name="connsiteY1747" fmla="*/ 3853601 h 5664927"/>
                <a:gd name="connsiteX1748" fmla="*/ 3213995 w 4006679"/>
                <a:gd name="connsiteY1748" fmla="*/ 3881951 h 5664927"/>
                <a:gd name="connsiteX1749" fmla="*/ 3249806 w 4006679"/>
                <a:gd name="connsiteY1749" fmla="*/ 3853601 h 5664927"/>
                <a:gd name="connsiteX1750" fmla="*/ 3246822 w 4006679"/>
                <a:gd name="connsiteY1750" fmla="*/ 3805854 h 5664927"/>
                <a:gd name="connsiteX1751" fmla="*/ 3224440 w 4006679"/>
                <a:gd name="connsiteY1751" fmla="*/ 3805854 h 5664927"/>
                <a:gd name="connsiteX1752" fmla="*/ 3216980 w 4006679"/>
                <a:gd name="connsiteY1752" fmla="*/ 3819282 h 5664927"/>
                <a:gd name="connsiteX1753" fmla="*/ 3233393 w 4006679"/>
                <a:gd name="connsiteY1753" fmla="*/ 3832711 h 5664927"/>
                <a:gd name="connsiteX1754" fmla="*/ 3206535 w 4006679"/>
                <a:gd name="connsiteY1754" fmla="*/ 3808838 h 5664927"/>
                <a:gd name="connsiteX1755" fmla="*/ 3231901 w 4006679"/>
                <a:gd name="connsiteY1755" fmla="*/ 3787948 h 5664927"/>
                <a:gd name="connsiteX1756" fmla="*/ 3261743 w 4006679"/>
                <a:gd name="connsiteY1756" fmla="*/ 3801377 h 5664927"/>
                <a:gd name="connsiteX1757" fmla="*/ 3222948 w 4006679"/>
                <a:gd name="connsiteY1757" fmla="*/ 3893888 h 5664927"/>
                <a:gd name="connsiteX1758" fmla="*/ 3194598 w 4006679"/>
                <a:gd name="connsiteY1758" fmla="*/ 3886427 h 5664927"/>
                <a:gd name="connsiteX1759" fmla="*/ 3172216 w 4006679"/>
                <a:gd name="connsiteY1759" fmla="*/ 3790933 h 5664927"/>
                <a:gd name="connsiteX1760" fmla="*/ 3182661 w 4006679"/>
                <a:gd name="connsiteY1760" fmla="*/ 3771535 h 5664927"/>
                <a:gd name="connsiteX1761" fmla="*/ 3269203 w 4006679"/>
                <a:gd name="connsiteY1761" fmla="*/ 3752138 h 5664927"/>
                <a:gd name="connsiteX1762" fmla="*/ 3313966 w 4006679"/>
                <a:gd name="connsiteY1762" fmla="*/ 3858077 h 5664927"/>
                <a:gd name="connsiteX1763" fmla="*/ 3307998 w 4006679"/>
                <a:gd name="connsiteY1763" fmla="*/ 3892396 h 5664927"/>
                <a:gd name="connsiteX1764" fmla="*/ 3354254 w 4006679"/>
                <a:gd name="connsiteY1764" fmla="*/ 3868522 h 5664927"/>
                <a:gd name="connsiteX1765" fmla="*/ 3369175 w 4006679"/>
                <a:gd name="connsiteY1765" fmla="*/ 3844648 h 5664927"/>
                <a:gd name="connsiteX1766" fmla="*/ 3355746 w 4006679"/>
                <a:gd name="connsiteY1766" fmla="*/ 3781980 h 5664927"/>
                <a:gd name="connsiteX1767" fmla="*/ 3290093 w 4006679"/>
                <a:gd name="connsiteY1767" fmla="*/ 3714835 h 5664927"/>
                <a:gd name="connsiteX1768" fmla="*/ 3259878 w 4006679"/>
                <a:gd name="connsiteY1768" fmla="*/ 3702525 h 5664927"/>
                <a:gd name="connsiteX1769" fmla="*/ 1818877 w 4006679"/>
                <a:gd name="connsiteY1769" fmla="*/ 3582038 h 5664927"/>
                <a:gd name="connsiteX1770" fmla="*/ 1756208 w 4006679"/>
                <a:gd name="connsiteY1770" fmla="*/ 3626801 h 5664927"/>
                <a:gd name="connsiteX1771" fmla="*/ 1832306 w 4006679"/>
                <a:gd name="connsiteY1771" fmla="*/ 3599943 h 5664927"/>
                <a:gd name="connsiteX1772" fmla="*/ 1818877 w 4006679"/>
                <a:gd name="connsiteY1772" fmla="*/ 3582038 h 5664927"/>
                <a:gd name="connsiteX1773" fmla="*/ 2399306 w 4006679"/>
                <a:gd name="connsiteY1773" fmla="*/ 3625309 h 5664927"/>
                <a:gd name="connsiteX1774" fmla="*/ 2375432 w 4006679"/>
                <a:gd name="connsiteY1774" fmla="*/ 3623817 h 5664927"/>
                <a:gd name="connsiteX1775" fmla="*/ 2347082 w 4006679"/>
                <a:gd name="connsiteY1775" fmla="*/ 3661119 h 5664927"/>
                <a:gd name="connsiteX1776" fmla="*/ 2300827 w 4006679"/>
                <a:gd name="connsiteY1776" fmla="*/ 3658135 h 5664927"/>
                <a:gd name="connsiteX1777" fmla="*/ 2326193 w 4006679"/>
                <a:gd name="connsiteY1777" fmla="*/ 3702898 h 5664927"/>
                <a:gd name="connsiteX1778" fmla="*/ 2399306 w 4006679"/>
                <a:gd name="connsiteY1778" fmla="*/ 3625309 h 5664927"/>
                <a:gd name="connsiteX1779" fmla="*/ 3828743 w 4006679"/>
                <a:gd name="connsiteY1779" fmla="*/ 3738709 h 5664927"/>
                <a:gd name="connsiteX1780" fmla="*/ 3830235 w 4006679"/>
                <a:gd name="connsiteY1780" fmla="*/ 3799885 h 5664927"/>
                <a:gd name="connsiteX1781" fmla="*/ 3851124 w 4006679"/>
                <a:gd name="connsiteY1781" fmla="*/ 3799885 h 5664927"/>
                <a:gd name="connsiteX1782" fmla="*/ 3854109 w 4006679"/>
                <a:gd name="connsiteY1782" fmla="*/ 3777503 h 5664927"/>
                <a:gd name="connsiteX1783" fmla="*/ 3828743 w 4006679"/>
                <a:gd name="connsiteY1783" fmla="*/ 3738709 h 5664927"/>
                <a:gd name="connsiteX1784" fmla="*/ 2348574 w 4006679"/>
                <a:gd name="connsiteY1784" fmla="*/ 3617848 h 5664927"/>
                <a:gd name="connsiteX1785" fmla="*/ 2323208 w 4006679"/>
                <a:gd name="connsiteY1785" fmla="*/ 3634261 h 5664927"/>
                <a:gd name="connsiteX1786" fmla="*/ 2291874 w 4006679"/>
                <a:gd name="connsiteY1786" fmla="*/ 3626801 h 5664927"/>
                <a:gd name="connsiteX1787" fmla="*/ 2317240 w 4006679"/>
                <a:gd name="connsiteY1787" fmla="*/ 3646198 h 5664927"/>
                <a:gd name="connsiteX1788" fmla="*/ 2351558 w 4006679"/>
                <a:gd name="connsiteY1788" fmla="*/ 3641722 h 5664927"/>
                <a:gd name="connsiteX1789" fmla="*/ 2348574 w 4006679"/>
                <a:gd name="connsiteY1789" fmla="*/ 3617848 h 5664927"/>
                <a:gd name="connsiteX1790" fmla="*/ 3443780 w 4006679"/>
                <a:gd name="connsiteY1790" fmla="*/ 3705882 h 5664927"/>
                <a:gd name="connsiteX1791" fmla="*/ 3399017 w 4006679"/>
                <a:gd name="connsiteY1791" fmla="*/ 3744677 h 5664927"/>
                <a:gd name="connsiteX1792" fmla="*/ 3416922 w 4006679"/>
                <a:gd name="connsiteY1792" fmla="*/ 3758106 h 5664927"/>
                <a:gd name="connsiteX1793" fmla="*/ 3451240 w 4006679"/>
                <a:gd name="connsiteY1793" fmla="*/ 3720803 h 5664927"/>
                <a:gd name="connsiteX1794" fmla="*/ 3443780 w 4006679"/>
                <a:gd name="connsiteY1794" fmla="*/ 3705882 h 5664927"/>
                <a:gd name="connsiteX1795" fmla="*/ 2456006 w 4006679"/>
                <a:gd name="connsiteY1795" fmla="*/ 3623817 h 5664927"/>
                <a:gd name="connsiteX1796" fmla="*/ 2420195 w 4006679"/>
                <a:gd name="connsiteY1796" fmla="*/ 3623817 h 5664927"/>
                <a:gd name="connsiteX1797" fmla="*/ 2411243 w 4006679"/>
                <a:gd name="connsiteY1797" fmla="*/ 3668580 h 5664927"/>
                <a:gd name="connsiteX1798" fmla="*/ 2469435 w 4006679"/>
                <a:gd name="connsiteY1798" fmla="*/ 3646198 h 5664927"/>
                <a:gd name="connsiteX1799" fmla="*/ 2456006 w 4006679"/>
                <a:gd name="connsiteY1799" fmla="*/ 3623817 h 5664927"/>
                <a:gd name="connsiteX1800" fmla="*/ 2317054 w 4006679"/>
                <a:gd name="connsiteY1800" fmla="*/ 3612439 h 5664927"/>
                <a:gd name="connsiteX1801" fmla="*/ 2302319 w 4006679"/>
                <a:gd name="connsiteY1801" fmla="*/ 3611880 h 5664927"/>
                <a:gd name="connsiteX1802" fmla="*/ 2326193 w 4006679"/>
                <a:gd name="connsiteY1802" fmla="*/ 3625309 h 5664927"/>
                <a:gd name="connsiteX1803" fmla="*/ 2317054 w 4006679"/>
                <a:gd name="connsiteY1803" fmla="*/ 3612439 h 5664927"/>
                <a:gd name="connsiteX1804" fmla="*/ 2500769 w 4006679"/>
                <a:gd name="connsiteY1804" fmla="*/ 3626801 h 5664927"/>
                <a:gd name="connsiteX1805" fmla="*/ 2488832 w 4006679"/>
                <a:gd name="connsiteY1805" fmla="*/ 3632769 h 5664927"/>
                <a:gd name="connsiteX1806" fmla="*/ 2467943 w 4006679"/>
                <a:gd name="connsiteY1806" fmla="*/ 3676040 h 5664927"/>
                <a:gd name="connsiteX1807" fmla="*/ 2544040 w 4006679"/>
                <a:gd name="connsiteY1807" fmla="*/ 3631277 h 5664927"/>
                <a:gd name="connsiteX1808" fmla="*/ 2500769 w 4006679"/>
                <a:gd name="connsiteY1808" fmla="*/ 3626801 h 5664927"/>
                <a:gd name="connsiteX1809" fmla="*/ 3345301 w 4006679"/>
                <a:gd name="connsiteY1809" fmla="*/ 3677532 h 5664927"/>
                <a:gd name="connsiteX1810" fmla="*/ 3342317 w 4006679"/>
                <a:gd name="connsiteY1810" fmla="*/ 3682009 h 5664927"/>
                <a:gd name="connsiteX1811" fmla="*/ 3384096 w 4006679"/>
                <a:gd name="connsiteY1811" fmla="*/ 3734232 h 5664927"/>
                <a:gd name="connsiteX1812" fmla="*/ 3422890 w 4006679"/>
                <a:gd name="connsiteY1812" fmla="*/ 3701406 h 5664927"/>
                <a:gd name="connsiteX1813" fmla="*/ 3345301 w 4006679"/>
                <a:gd name="connsiteY1813" fmla="*/ 3677532 h 5664927"/>
                <a:gd name="connsiteX1814" fmla="*/ 2146767 w 4006679"/>
                <a:gd name="connsiteY1814" fmla="*/ 3579054 h 5664927"/>
                <a:gd name="connsiteX1815" fmla="*/ 2109837 w 4006679"/>
                <a:gd name="connsiteY1815" fmla="*/ 3593974 h 5664927"/>
                <a:gd name="connsiteX1816" fmla="*/ 2088948 w 4006679"/>
                <a:gd name="connsiteY1816" fmla="*/ 3632769 h 5664927"/>
                <a:gd name="connsiteX1817" fmla="*/ 2057614 w 4006679"/>
                <a:gd name="connsiteY1817" fmla="*/ 3707375 h 5664927"/>
                <a:gd name="connsiteX1818" fmla="*/ 2045677 w 4006679"/>
                <a:gd name="connsiteY1818" fmla="*/ 3720803 h 5664927"/>
                <a:gd name="connsiteX1819" fmla="*/ 2103869 w 4006679"/>
                <a:gd name="connsiteY1819" fmla="*/ 3711851 h 5664927"/>
                <a:gd name="connsiteX1820" fmla="*/ 2103869 w 4006679"/>
                <a:gd name="connsiteY1820" fmla="*/ 3661119 h 5664927"/>
                <a:gd name="connsiteX1821" fmla="*/ 2117298 w 4006679"/>
                <a:gd name="connsiteY1821" fmla="*/ 3626801 h 5664927"/>
                <a:gd name="connsiteX1822" fmla="*/ 2150124 w 4006679"/>
                <a:gd name="connsiteY1822" fmla="*/ 3602927 h 5664927"/>
                <a:gd name="connsiteX1823" fmla="*/ 2224729 w 4006679"/>
                <a:gd name="connsiteY1823" fmla="*/ 3608895 h 5664927"/>
                <a:gd name="connsiteX1824" fmla="*/ 2251587 w 4006679"/>
                <a:gd name="connsiteY1824" fmla="*/ 3674548 h 5664927"/>
                <a:gd name="connsiteX1825" fmla="*/ 2206824 w 4006679"/>
                <a:gd name="connsiteY1825" fmla="*/ 3731248 h 5664927"/>
                <a:gd name="connsiteX1826" fmla="*/ 2136695 w 4006679"/>
                <a:gd name="connsiteY1826" fmla="*/ 3699914 h 5664927"/>
                <a:gd name="connsiteX1827" fmla="*/ 2139679 w 4006679"/>
                <a:gd name="connsiteY1827" fmla="*/ 3649183 h 5664927"/>
                <a:gd name="connsiteX1828" fmla="*/ 2191903 w 4006679"/>
                <a:gd name="connsiteY1828" fmla="*/ 3628293 h 5664927"/>
                <a:gd name="connsiteX1829" fmla="*/ 2221745 w 4006679"/>
                <a:gd name="connsiteY1829" fmla="*/ 3665595 h 5664927"/>
                <a:gd name="connsiteX1830" fmla="*/ 2197872 w 4006679"/>
                <a:gd name="connsiteY1830" fmla="*/ 3698422 h 5664927"/>
                <a:gd name="connsiteX1831" fmla="*/ 2166537 w 4006679"/>
                <a:gd name="connsiteY1831" fmla="*/ 3671564 h 5664927"/>
                <a:gd name="connsiteX1832" fmla="*/ 2176982 w 4006679"/>
                <a:gd name="connsiteY1832" fmla="*/ 3655151 h 5664927"/>
                <a:gd name="connsiteX1833" fmla="*/ 2181458 w 4006679"/>
                <a:gd name="connsiteY1833" fmla="*/ 3674548 h 5664927"/>
                <a:gd name="connsiteX1834" fmla="*/ 2193395 w 4006679"/>
                <a:gd name="connsiteY1834" fmla="*/ 3682009 h 5664927"/>
                <a:gd name="connsiteX1835" fmla="*/ 2203840 w 4006679"/>
                <a:gd name="connsiteY1835" fmla="*/ 3673056 h 5664927"/>
                <a:gd name="connsiteX1836" fmla="*/ 2194887 w 4006679"/>
                <a:gd name="connsiteY1836" fmla="*/ 3638738 h 5664927"/>
                <a:gd name="connsiteX1837" fmla="*/ 2162061 w 4006679"/>
                <a:gd name="connsiteY1837" fmla="*/ 3640230 h 5664927"/>
                <a:gd name="connsiteX1838" fmla="*/ 2153109 w 4006679"/>
                <a:gd name="connsiteY1838" fmla="*/ 3702898 h 5664927"/>
                <a:gd name="connsiteX1839" fmla="*/ 2205332 w 4006679"/>
                <a:gd name="connsiteY1839" fmla="*/ 3717819 h 5664927"/>
                <a:gd name="connsiteX1840" fmla="*/ 2239650 w 4006679"/>
                <a:gd name="connsiteY1840" fmla="*/ 3671564 h 5664927"/>
                <a:gd name="connsiteX1841" fmla="*/ 2221745 w 4006679"/>
                <a:gd name="connsiteY1841" fmla="*/ 3617848 h 5664927"/>
                <a:gd name="connsiteX1842" fmla="*/ 2172506 w 4006679"/>
                <a:gd name="connsiteY1842" fmla="*/ 3605911 h 5664927"/>
                <a:gd name="connsiteX1843" fmla="*/ 2121774 w 4006679"/>
                <a:gd name="connsiteY1843" fmla="*/ 3643214 h 5664927"/>
                <a:gd name="connsiteX1844" fmla="*/ 2135203 w 4006679"/>
                <a:gd name="connsiteY1844" fmla="*/ 3732740 h 5664927"/>
                <a:gd name="connsiteX1845" fmla="*/ 2217269 w 4006679"/>
                <a:gd name="connsiteY1845" fmla="*/ 3756614 h 5664927"/>
                <a:gd name="connsiteX1846" fmla="*/ 2270985 w 4006679"/>
                <a:gd name="connsiteY1846" fmla="*/ 3710358 h 5664927"/>
                <a:gd name="connsiteX1847" fmla="*/ 2279938 w 4006679"/>
                <a:gd name="connsiteY1847" fmla="*/ 3674548 h 5664927"/>
                <a:gd name="connsiteX1848" fmla="*/ 2265016 w 4006679"/>
                <a:gd name="connsiteY1848" fmla="*/ 3619340 h 5664927"/>
                <a:gd name="connsiteX1849" fmla="*/ 2239650 w 4006679"/>
                <a:gd name="connsiteY1849" fmla="*/ 3598451 h 5664927"/>
                <a:gd name="connsiteX1850" fmla="*/ 2185935 w 4006679"/>
                <a:gd name="connsiteY1850" fmla="*/ 3586514 h 5664927"/>
                <a:gd name="connsiteX1851" fmla="*/ 2146767 w 4006679"/>
                <a:gd name="connsiteY1851" fmla="*/ 3579054 h 5664927"/>
                <a:gd name="connsiteX1852" fmla="*/ 3678040 w 4006679"/>
                <a:gd name="connsiteY1852" fmla="*/ 3702898 h 5664927"/>
                <a:gd name="connsiteX1853" fmla="*/ 3675056 w 4006679"/>
                <a:gd name="connsiteY1853" fmla="*/ 3708867 h 5664927"/>
                <a:gd name="connsiteX1854" fmla="*/ 3733248 w 4006679"/>
                <a:gd name="connsiteY1854" fmla="*/ 3741693 h 5664927"/>
                <a:gd name="connsiteX1855" fmla="*/ 3736233 w 4006679"/>
                <a:gd name="connsiteY1855" fmla="*/ 3737217 h 5664927"/>
                <a:gd name="connsiteX1856" fmla="*/ 3678040 w 4006679"/>
                <a:gd name="connsiteY1856" fmla="*/ 3702898 h 5664927"/>
                <a:gd name="connsiteX1857" fmla="*/ 2732045 w 4006679"/>
                <a:gd name="connsiteY1857" fmla="*/ 3620832 h 5664927"/>
                <a:gd name="connsiteX1858" fmla="*/ 2618645 w 4006679"/>
                <a:gd name="connsiteY1858" fmla="*/ 3628293 h 5664927"/>
                <a:gd name="connsiteX1859" fmla="*/ 2636551 w 4006679"/>
                <a:gd name="connsiteY1859" fmla="*/ 3646198 h 5664927"/>
                <a:gd name="connsiteX1860" fmla="*/ 2684298 w 4006679"/>
                <a:gd name="connsiteY1860" fmla="*/ 3649183 h 5664927"/>
                <a:gd name="connsiteX1861" fmla="*/ 2702203 w 4006679"/>
                <a:gd name="connsiteY1861" fmla="*/ 3656643 h 5664927"/>
                <a:gd name="connsiteX1862" fmla="*/ 2699219 w 4006679"/>
                <a:gd name="connsiteY1862" fmla="*/ 3650674 h 5664927"/>
                <a:gd name="connsiteX1863" fmla="*/ 2733538 w 4006679"/>
                <a:gd name="connsiteY1863" fmla="*/ 3626801 h 5664927"/>
                <a:gd name="connsiteX1864" fmla="*/ 2732045 w 4006679"/>
                <a:gd name="connsiteY1864" fmla="*/ 3620832 h 5664927"/>
                <a:gd name="connsiteX1865" fmla="*/ 3260624 w 4006679"/>
                <a:gd name="connsiteY1865" fmla="*/ 3660373 h 5664927"/>
                <a:gd name="connsiteX1866" fmla="*/ 3218472 w 4006679"/>
                <a:gd name="connsiteY1866" fmla="*/ 3664104 h 5664927"/>
                <a:gd name="connsiteX1867" fmla="*/ 3166248 w 4006679"/>
                <a:gd name="connsiteY1867" fmla="*/ 3686485 h 5664927"/>
                <a:gd name="connsiteX1868" fmla="*/ 3139390 w 4006679"/>
                <a:gd name="connsiteY1868" fmla="*/ 3740201 h 5664927"/>
                <a:gd name="connsiteX1869" fmla="*/ 3146851 w 4006679"/>
                <a:gd name="connsiteY1869" fmla="*/ 3737217 h 5664927"/>
                <a:gd name="connsiteX1870" fmla="*/ 3231901 w 4006679"/>
                <a:gd name="connsiteY1870" fmla="*/ 3689469 h 5664927"/>
                <a:gd name="connsiteX1871" fmla="*/ 3266219 w 4006679"/>
                <a:gd name="connsiteY1871" fmla="*/ 3687977 h 5664927"/>
                <a:gd name="connsiteX1872" fmla="*/ 3381111 w 4006679"/>
                <a:gd name="connsiteY1872" fmla="*/ 3826743 h 5664927"/>
                <a:gd name="connsiteX1873" fmla="*/ 3382603 w 4006679"/>
                <a:gd name="connsiteY1873" fmla="*/ 3852109 h 5664927"/>
                <a:gd name="connsiteX1874" fmla="*/ 3422890 w 4006679"/>
                <a:gd name="connsiteY1874" fmla="*/ 3835696 h 5664927"/>
                <a:gd name="connsiteX1875" fmla="*/ 3373651 w 4006679"/>
                <a:gd name="connsiteY1875" fmla="*/ 3741693 h 5664927"/>
                <a:gd name="connsiteX1876" fmla="*/ 3300538 w 4006679"/>
                <a:gd name="connsiteY1876" fmla="*/ 3674548 h 5664927"/>
                <a:gd name="connsiteX1877" fmla="*/ 3260624 w 4006679"/>
                <a:gd name="connsiteY1877" fmla="*/ 3660373 h 5664927"/>
                <a:gd name="connsiteX1878" fmla="*/ 2059106 w 4006679"/>
                <a:gd name="connsiteY1878" fmla="*/ 3558164 h 5664927"/>
                <a:gd name="connsiteX1879" fmla="*/ 2079995 w 4006679"/>
                <a:gd name="connsiteY1879" fmla="*/ 3592482 h 5664927"/>
                <a:gd name="connsiteX1880" fmla="*/ 2112822 w 4006679"/>
                <a:gd name="connsiteY1880" fmla="*/ 3571593 h 5664927"/>
                <a:gd name="connsiteX1881" fmla="*/ 2059106 w 4006679"/>
                <a:gd name="connsiteY1881" fmla="*/ 3558164 h 5664927"/>
                <a:gd name="connsiteX1882" fmla="*/ 3695945 w 4006679"/>
                <a:gd name="connsiteY1882" fmla="*/ 3684993 h 5664927"/>
                <a:gd name="connsiteX1883" fmla="*/ 3706391 w 4006679"/>
                <a:gd name="connsiteY1883" fmla="*/ 3705882 h 5664927"/>
                <a:gd name="connsiteX1884" fmla="*/ 3734740 w 4006679"/>
                <a:gd name="connsiteY1884" fmla="*/ 3725280 h 5664927"/>
                <a:gd name="connsiteX1885" fmla="*/ 3785472 w 4006679"/>
                <a:gd name="connsiteY1885" fmla="*/ 3753630 h 5664927"/>
                <a:gd name="connsiteX1886" fmla="*/ 3695945 w 4006679"/>
                <a:gd name="connsiteY1886" fmla="*/ 3684993 h 5664927"/>
                <a:gd name="connsiteX1887" fmla="*/ 3885443 w 4006679"/>
                <a:gd name="connsiteY1887" fmla="*/ 3698422 h 5664927"/>
                <a:gd name="connsiteX1888" fmla="*/ 3840680 w 4006679"/>
                <a:gd name="connsiteY1888" fmla="*/ 3722296 h 5664927"/>
                <a:gd name="connsiteX1889" fmla="*/ 3882459 w 4006679"/>
                <a:gd name="connsiteY1889" fmla="*/ 3759598 h 5664927"/>
                <a:gd name="connsiteX1890" fmla="*/ 3901856 w 4006679"/>
                <a:gd name="connsiteY1890" fmla="*/ 3746169 h 5664927"/>
                <a:gd name="connsiteX1891" fmla="*/ 3885443 w 4006679"/>
                <a:gd name="connsiteY1891" fmla="*/ 3698422 h 5664927"/>
                <a:gd name="connsiteX1892" fmla="*/ 2891701 w 4006679"/>
                <a:gd name="connsiteY1892" fmla="*/ 3607403 h 5664927"/>
                <a:gd name="connsiteX1893" fmla="*/ 2848430 w 4006679"/>
                <a:gd name="connsiteY1893" fmla="*/ 3617848 h 5664927"/>
                <a:gd name="connsiteX1894" fmla="*/ 2888716 w 4006679"/>
                <a:gd name="connsiteY1894" fmla="*/ 3698422 h 5664927"/>
                <a:gd name="connsiteX1895" fmla="*/ 2806651 w 4006679"/>
                <a:gd name="connsiteY1895" fmla="*/ 3773027 h 5664927"/>
                <a:gd name="connsiteX1896" fmla="*/ 2776808 w 4006679"/>
                <a:gd name="connsiteY1896" fmla="*/ 3762582 h 5664927"/>
                <a:gd name="connsiteX1897" fmla="*/ 2749951 w 4006679"/>
                <a:gd name="connsiteY1897" fmla="*/ 3716327 h 5664927"/>
                <a:gd name="connsiteX1898" fmla="*/ 2805159 w 4006679"/>
                <a:gd name="connsiteY1898" fmla="*/ 3650674 h 5664927"/>
                <a:gd name="connsiteX1899" fmla="*/ 2842461 w 4006679"/>
                <a:gd name="connsiteY1899" fmla="*/ 3695437 h 5664927"/>
                <a:gd name="connsiteX1900" fmla="*/ 2832017 w 4006679"/>
                <a:gd name="connsiteY1900" fmla="*/ 3719311 h 5664927"/>
                <a:gd name="connsiteX1901" fmla="*/ 2781285 w 4006679"/>
                <a:gd name="connsiteY1901" fmla="*/ 3701406 h 5664927"/>
                <a:gd name="connsiteX1902" fmla="*/ 2788745 w 4006679"/>
                <a:gd name="connsiteY1902" fmla="*/ 3673056 h 5664927"/>
                <a:gd name="connsiteX1903" fmla="*/ 2808143 w 4006679"/>
                <a:gd name="connsiteY1903" fmla="*/ 3667088 h 5664927"/>
                <a:gd name="connsiteX1904" fmla="*/ 2797698 w 4006679"/>
                <a:gd name="connsiteY1904" fmla="*/ 3699914 h 5664927"/>
                <a:gd name="connsiteX1905" fmla="*/ 2824556 w 4006679"/>
                <a:gd name="connsiteY1905" fmla="*/ 3705882 h 5664927"/>
                <a:gd name="connsiteX1906" fmla="*/ 2805159 w 4006679"/>
                <a:gd name="connsiteY1906" fmla="*/ 3659627 h 5664927"/>
                <a:gd name="connsiteX1907" fmla="*/ 2761887 w 4006679"/>
                <a:gd name="connsiteY1907" fmla="*/ 3692453 h 5664927"/>
                <a:gd name="connsiteX1908" fmla="*/ 2791730 w 4006679"/>
                <a:gd name="connsiteY1908" fmla="*/ 3755122 h 5664927"/>
                <a:gd name="connsiteX1909" fmla="*/ 2811127 w 4006679"/>
                <a:gd name="connsiteY1909" fmla="*/ 3758106 h 5664927"/>
                <a:gd name="connsiteX1910" fmla="*/ 2869319 w 4006679"/>
                <a:gd name="connsiteY1910" fmla="*/ 3719311 h 5664927"/>
                <a:gd name="connsiteX1911" fmla="*/ 2852906 w 4006679"/>
                <a:gd name="connsiteY1911" fmla="*/ 3635753 h 5664927"/>
                <a:gd name="connsiteX1912" fmla="*/ 2758903 w 4006679"/>
                <a:gd name="connsiteY1912" fmla="*/ 3632769 h 5664927"/>
                <a:gd name="connsiteX1913" fmla="*/ 2720109 w 4006679"/>
                <a:gd name="connsiteY1913" fmla="*/ 3676040 h 5664927"/>
                <a:gd name="connsiteX1914" fmla="*/ 2736522 w 4006679"/>
                <a:gd name="connsiteY1914" fmla="*/ 3755122 h 5664927"/>
                <a:gd name="connsiteX1915" fmla="*/ 2805159 w 4006679"/>
                <a:gd name="connsiteY1915" fmla="*/ 3784964 h 5664927"/>
                <a:gd name="connsiteX1916" fmla="*/ 2842461 w 4006679"/>
                <a:gd name="connsiteY1916" fmla="*/ 3784964 h 5664927"/>
                <a:gd name="connsiteX1917" fmla="*/ 2894685 w 4006679"/>
                <a:gd name="connsiteY1917" fmla="*/ 3773027 h 5664927"/>
                <a:gd name="connsiteX1918" fmla="*/ 2894685 w 4006679"/>
                <a:gd name="connsiteY1918" fmla="*/ 3759598 h 5664927"/>
                <a:gd name="connsiteX1919" fmla="*/ 2912590 w 4006679"/>
                <a:gd name="connsiteY1919" fmla="*/ 3687977 h 5664927"/>
                <a:gd name="connsiteX1920" fmla="*/ 2917067 w 4006679"/>
                <a:gd name="connsiteY1920" fmla="*/ 3655151 h 5664927"/>
                <a:gd name="connsiteX1921" fmla="*/ 2891701 w 4006679"/>
                <a:gd name="connsiteY1921" fmla="*/ 3607403 h 5664927"/>
                <a:gd name="connsiteX1922" fmla="*/ 3160280 w 4006679"/>
                <a:gd name="connsiteY1922" fmla="*/ 3623817 h 5664927"/>
                <a:gd name="connsiteX1923" fmla="*/ 3181169 w 4006679"/>
                <a:gd name="connsiteY1923" fmla="*/ 3661119 h 5664927"/>
                <a:gd name="connsiteX1924" fmla="*/ 3234885 w 4006679"/>
                <a:gd name="connsiteY1924" fmla="*/ 3646198 h 5664927"/>
                <a:gd name="connsiteX1925" fmla="*/ 3160280 w 4006679"/>
                <a:gd name="connsiteY1925" fmla="*/ 3623817 h 5664927"/>
                <a:gd name="connsiteX1926" fmla="*/ 1951674 w 4006679"/>
                <a:gd name="connsiteY1926" fmla="*/ 3520861 h 5664927"/>
                <a:gd name="connsiteX1927" fmla="*/ 1933769 w 4006679"/>
                <a:gd name="connsiteY1927" fmla="*/ 3525337 h 5664927"/>
                <a:gd name="connsiteX1928" fmla="*/ 1899451 w 4006679"/>
                <a:gd name="connsiteY1928" fmla="*/ 3622324 h 5664927"/>
                <a:gd name="connsiteX1929" fmla="*/ 1905419 w 4006679"/>
                <a:gd name="connsiteY1929" fmla="*/ 3635753 h 5664927"/>
                <a:gd name="connsiteX1930" fmla="*/ 1948690 w 4006679"/>
                <a:gd name="connsiteY1930" fmla="*/ 3707375 h 5664927"/>
                <a:gd name="connsiteX1931" fmla="*/ 1968087 w 4006679"/>
                <a:gd name="connsiteY1931" fmla="*/ 3723788 h 5664927"/>
                <a:gd name="connsiteX1932" fmla="*/ 2063582 w 4006679"/>
                <a:gd name="connsiteY1932" fmla="*/ 3687977 h 5664927"/>
                <a:gd name="connsiteX1933" fmla="*/ 2074027 w 4006679"/>
                <a:gd name="connsiteY1933" fmla="*/ 3668580 h 5664927"/>
                <a:gd name="connsiteX1934" fmla="*/ 2063582 w 4006679"/>
                <a:gd name="connsiteY1934" fmla="*/ 3593974 h 5664927"/>
                <a:gd name="connsiteX1935" fmla="*/ 1997929 w 4006679"/>
                <a:gd name="connsiteY1935" fmla="*/ 3556672 h 5664927"/>
                <a:gd name="connsiteX1936" fmla="*/ 1953166 w 4006679"/>
                <a:gd name="connsiteY1936" fmla="*/ 3601435 h 5664927"/>
                <a:gd name="connsiteX1937" fmla="*/ 1944214 w 4006679"/>
                <a:gd name="connsiteY1937" fmla="*/ 3628293 h 5664927"/>
                <a:gd name="connsiteX1938" fmla="*/ 1978532 w 4006679"/>
                <a:gd name="connsiteY1938" fmla="*/ 3664104 h 5664927"/>
                <a:gd name="connsiteX1939" fmla="*/ 2033740 w 4006679"/>
                <a:gd name="connsiteY1939" fmla="*/ 3631277 h 5664927"/>
                <a:gd name="connsiteX1940" fmla="*/ 2008374 w 4006679"/>
                <a:gd name="connsiteY1940" fmla="*/ 3592482 h 5664927"/>
                <a:gd name="connsiteX1941" fmla="*/ 1969579 w 4006679"/>
                <a:gd name="connsiteY1941" fmla="*/ 3611880 h 5664927"/>
                <a:gd name="connsiteX1942" fmla="*/ 1994945 w 4006679"/>
                <a:gd name="connsiteY1942" fmla="*/ 3614864 h 5664927"/>
                <a:gd name="connsiteX1943" fmla="*/ 1985992 w 4006679"/>
                <a:gd name="connsiteY1943" fmla="*/ 3631277 h 5664927"/>
                <a:gd name="connsiteX1944" fmla="*/ 1953166 w 4006679"/>
                <a:gd name="connsiteY1944" fmla="*/ 3601435 h 5664927"/>
                <a:gd name="connsiteX1945" fmla="*/ 1978532 w 4006679"/>
                <a:gd name="connsiteY1945" fmla="*/ 3583530 h 5664927"/>
                <a:gd name="connsiteX1946" fmla="*/ 2035232 w 4006679"/>
                <a:gd name="connsiteY1946" fmla="*/ 3602927 h 5664927"/>
                <a:gd name="connsiteX1947" fmla="*/ 2030756 w 4006679"/>
                <a:gd name="connsiteY1947" fmla="*/ 3661119 h 5664927"/>
                <a:gd name="connsiteX1948" fmla="*/ 1977040 w 4006679"/>
                <a:gd name="connsiteY1948" fmla="*/ 3673056 h 5664927"/>
                <a:gd name="connsiteX1949" fmla="*/ 1965103 w 4006679"/>
                <a:gd name="connsiteY1949" fmla="*/ 3668580 h 5664927"/>
                <a:gd name="connsiteX1950" fmla="*/ 1935261 w 4006679"/>
                <a:gd name="connsiteY1950" fmla="*/ 3601435 h 5664927"/>
                <a:gd name="connsiteX1951" fmla="*/ 1944214 w 4006679"/>
                <a:gd name="connsiteY1951" fmla="*/ 3579053 h 5664927"/>
                <a:gd name="connsiteX1952" fmla="*/ 1987485 w 4006679"/>
                <a:gd name="connsiteY1952" fmla="*/ 3546227 h 5664927"/>
                <a:gd name="connsiteX1953" fmla="*/ 2009866 w 4006679"/>
                <a:gd name="connsiteY1953" fmla="*/ 3543243 h 5664927"/>
                <a:gd name="connsiteX1954" fmla="*/ 1951674 w 4006679"/>
                <a:gd name="connsiteY1954" fmla="*/ 3520861 h 5664927"/>
                <a:gd name="connsiteX1955" fmla="*/ 2409751 w 4006679"/>
                <a:gd name="connsiteY1955" fmla="*/ 3553687 h 5664927"/>
                <a:gd name="connsiteX1956" fmla="*/ 2351558 w 4006679"/>
                <a:gd name="connsiteY1956" fmla="*/ 3553687 h 5664927"/>
                <a:gd name="connsiteX1957" fmla="*/ 2332161 w 4006679"/>
                <a:gd name="connsiteY1957" fmla="*/ 3577561 h 5664927"/>
                <a:gd name="connsiteX1958" fmla="*/ 2405274 w 4006679"/>
                <a:gd name="connsiteY1958" fmla="*/ 3585022 h 5664927"/>
                <a:gd name="connsiteX1959" fmla="*/ 2409751 w 4006679"/>
                <a:gd name="connsiteY1959" fmla="*/ 3553687 h 5664927"/>
                <a:gd name="connsiteX1960" fmla="*/ 2978942 w 4006679"/>
                <a:gd name="connsiteY1960" fmla="*/ 3597728 h 5664927"/>
                <a:gd name="connsiteX1961" fmla="*/ 2915574 w 4006679"/>
                <a:gd name="connsiteY1961" fmla="*/ 3605911 h 5664927"/>
                <a:gd name="connsiteX1962" fmla="*/ 2936464 w 4006679"/>
                <a:gd name="connsiteY1962" fmla="*/ 3661119 h 5664927"/>
                <a:gd name="connsiteX1963" fmla="*/ 3011069 w 4006679"/>
                <a:gd name="connsiteY1963" fmla="*/ 3638738 h 5664927"/>
                <a:gd name="connsiteX1964" fmla="*/ 3064785 w 4006679"/>
                <a:gd name="connsiteY1964" fmla="*/ 3652166 h 5664927"/>
                <a:gd name="connsiteX1965" fmla="*/ 3105072 w 4006679"/>
                <a:gd name="connsiteY1965" fmla="*/ 3708867 h 5664927"/>
                <a:gd name="connsiteX1966" fmla="*/ 3051356 w 4006679"/>
                <a:gd name="connsiteY1966" fmla="*/ 3805854 h 5664927"/>
                <a:gd name="connsiteX1967" fmla="*/ 3000624 w 4006679"/>
                <a:gd name="connsiteY1967" fmla="*/ 3813314 h 5664927"/>
                <a:gd name="connsiteX1968" fmla="*/ 2940940 w 4006679"/>
                <a:gd name="connsiteY1968" fmla="*/ 3771535 h 5664927"/>
                <a:gd name="connsiteX1969" fmla="*/ 2934972 w 4006679"/>
                <a:gd name="connsiteY1969" fmla="*/ 3755122 h 5664927"/>
                <a:gd name="connsiteX1970" fmla="*/ 2952877 w 4006679"/>
                <a:gd name="connsiteY1970" fmla="*/ 3687977 h 5664927"/>
                <a:gd name="connsiteX1971" fmla="*/ 3030466 w 4006679"/>
                <a:gd name="connsiteY1971" fmla="*/ 3668580 h 5664927"/>
                <a:gd name="connsiteX1972" fmla="*/ 3043896 w 4006679"/>
                <a:gd name="connsiteY1972" fmla="*/ 3679025 h 5664927"/>
                <a:gd name="connsiteX1973" fmla="*/ 3017038 w 4006679"/>
                <a:gd name="connsiteY1973" fmla="*/ 3761090 h 5664927"/>
                <a:gd name="connsiteX1974" fmla="*/ 2982719 w 4006679"/>
                <a:gd name="connsiteY1974" fmla="*/ 3753630 h 5664927"/>
                <a:gd name="connsiteX1975" fmla="*/ 2979735 w 4006679"/>
                <a:gd name="connsiteY1975" fmla="*/ 3713343 h 5664927"/>
                <a:gd name="connsiteX1976" fmla="*/ 3008085 w 4006679"/>
                <a:gd name="connsiteY1976" fmla="*/ 3696930 h 5664927"/>
                <a:gd name="connsiteX1977" fmla="*/ 2991672 w 4006679"/>
                <a:gd name="connsiteY1977" fmla="*/ 3710358 h 5664927"/>
                <a:gd name="connsiteX1978" fmla="*/ 2990180 w 4006679"/>
                <a:gd name="connsiteY1978" fmla="*/ 3741693 h 5664927"/>
                <a:gd name="connsiteX1979" fmla="*/ 3020022 w 4006679"/>
                <a:gd name="connsiteY1979" fmla="*/ 3740201 h 5664927"/>
                <a:gd name="connsiteX1980" fmla="*/ 3037927 w 4006679"/>
                <a:gd name="connsiteY1980" fmla="*/ 3693946 h 5664927"/>
                <a:gd name="connsiteX1981" fmla="*/ 2999132 w 4006679"/>
                <a:gd name="connsiteY1981" fmla="*/ 3676040 h 5664927"/>
                <a:gd name="connsiteX1982" fmla="*/ 2988688 w 4006679"/>
                <a:gd name="connsiteY1982" fmla="*/ 3676040 h 5664927"/>
                <a:gd name="connsiteX1983" fmla="*/ 2955861 w 4006679"/>
                <a:gd name="connsiteY1983" fmla="*/ 3764074 h 5664927"/>
                <a:gd name="connsiteX1984" fmla="*/ 2990180 w 4006679"/>
                <a:gd name="connsiteY1984" fmla="*/ 3792424 h 5664927"/>
                <a:gd name="connsiteX1985" fmla="*/ 3046880 w 4006679"/>
                <a:gd name="connsiteY1985" fmla="*/ 3789440 h 5664927"/>
                <a:gd name="connsiteX1986" fmla="*/ 3093135 w 4006679"/>
                <a:gd name="connsiteY1986" fmla="*/ 3720803 h 5664927"/>
                <a:gd name="connsiteX1987" fmla="*/ 3067769 w 4006679"/>
                <a:gd name="connsiteY1987" fmla="*/ 3664104 h 5664927"/>
                <a:gd name="connsiteX1988" fmla="*/ 3023006 w 4006679"/>
                <a:gd name="connsiteY1988" fmla="*/ 3647690 h 5664927"/>
                <a:gd name="connsiteX1989" fmla="*/ 2961830 w 4006679"/>
                <a:gd name="connsiteY1989" fmla="*/ 3655151 h 5664927"/>
                <a:gd name="connsiteX1990" fmla="*/ 2908114 w 4006679"/>
                <a:gd name="connsiteY1990" fmla="*/ 3734232 h 5664927"/>
                <a:gd name="connsiteX1991" fmla="*/ 2909605 w 4006679"/>
                <a:gd name="connsiteY1991" fmla="*/ 3744677 h 5664927"/>
                <a:gd name="connsiteX1992" fmla="*/ 2955860 w 4006679"/>
                <a:gd name="connsiteY1992" fmla="*/ 3826743 h 5664927"/>
                <a:gd name="connsiteX1993" fmla="*/ 3006593 w 4006679"/>
                <a:gd name="connsiteY1993" fmla="*/ 3849125 h 5664927"/>
                <a:gd name="connsiteX1994" fmla="*/ 3025990 w 4006679"/>
                <a:gd name="connsiteY1994" fmla="*/ 3853601 h 5664927"/>
                <a:gd name="connsiteX1995" fmla="*/ 3060309 w 4006679"/>
                <a:gd name="connsiteY1995" fmla="*/ 3847632 h 5664927"/>
                <a:gd name="connsiteX1996" fmla="*/ 3124469 w 4006679"/>
                <a:gd name="connsiteY1996" fmla="*/ 3687977 h 5664927"/>
                <a:gd name="connsiteX1997" fmla="*/ 3058817 w 4006679"/>
                <a:gd name="connsiteY1997" fmla="*/ 3611880 h 5664927"/>
                <a:gd name="connsiteX1998" fmla="*/ 3000624 w 4006679"/>
                <a:gd name="connsiteY1998" fmla="*/ 3601435 h 5664927"/>
                <a:gd name="connsiteX1999" fmla="*/ 2978942 w 4006679"/>
                <a:gd name="connsiteY1999" fmla="*/ 3597728 h 5664927"/>
                <a:gd name="connsiteX2000" fmla="*/ 2503753 w 4006679"/>
                <a:gd name="connsiteY2000" fmla="*/ 3558164 h 5664927"/>
                <a:gd name="connsiteX2001" fmla="*/ 2488832 w 4006679"/>
                <a:gd name="connsiteY2001" fmla="*/ 3586514 h 5664927"/>
                <a:gd name="connsiteX2002" fmla="*/ 2547024 w 4006679"/>
                <a:gd name="connsiteY2002" fmla="*/ 3586514 h 5664927"/>
                <a:gd name="connsiteX2003" fmla="*/ 2503753 w 4006679"/>
                <a:gd name="connsiteY2003" fmla="*/ 3558164 h 5664927"/>
                <a:gd name="connsiteX2004" fmla="*/ 3118990 w 4006679"/>
                <a:gd name="connsiteY2004" fmla="*/ 3605608 h 5664927"/>
                <a:gd name="connsiteX2005" fmla="*/ 3094627 w 4006679"/>
                <a:gd name="connsiteY2005" fmla="*/ 3605911 h 5664927"/>
                <a:gd name="connsiteX2006" fmla="*/ 3121485 w 4006679"/>
                <a:gd name="connsiteY2006" fmla="*/ 3640230 h 5664927"/>
                <a:gd name="connsiteX2007" fmla="*/ 3142374 w 4006679"/>
                <a:gd name="connsiteY2007" fmla="*/ 3683501 h 5664927"/>
                <a:gd name="connsiteX2008" fmla="*/ 3163264 w 4006679"/>
                <a:gd name="connsiteY2008" fmla="*/ 3667088 h 5664927"/>
                <a:gd name="connsiteX2009" fmla="*/ 3118990 w 4006679"/>
                <a:gd name="connsiteY2009" fmla="*/ 3605608 h 5664927"/>
                <a:gd name="connsiteX2010" fmla="*/ 698305 w 4006679"/>
                <a:gd name="connsiteY2010" fmla="*/ 3397017 h 5664927"/>
                <a:gd name="connsiteX2011" fmla="*/ 686369 w 4006679"/>
                <a:gd name="connsiteY2011" fmla="*/ 3397017 h 5664927"/>
                <a:gd name="connsiteX2012" fmla="*/ 707258 w 4006679"/>
                <a:gd name="connsiteY2012" fmla="*/ 3476098 h 5664927"/>
                <a:gd name="connsiteX2013" fmla="*/ 814690 w 4006679"/>
                <a:gd name="connsiteY2013" fmla="*/ 3567117 h 5664927"/>
                <a:gd name="connsiteX2014" fmla="*/ 825134 w 4006679"/>
                <a:gd name="connsiteY2014" fmla="*/ 3564132 h 5664927"/>
                <a:gd name="connsiteX2015" fmla="*/ 919137 w 4006679"/>
                <a:gd name="connsiteY2015" fmla="*/ 3592482 h 5664927"/>
                <a:gd name="connsiteX2016" fmla="*/ 932566 w 4006679"/>
                <a:gd name="connsiteY2016" fmla="*/ 3662611 h 5664927"/>
                <a:gd name="connsiteX2017" fmla="*/ 1004187 w 4006679"/>
                <a:gd name="connsiteY2017" fmla="*/ 3710358 h 5664927"/>
                <a:gd name="connsiteX2018" fmla="*/ 1011648 w 4006679"/>
                <a:gd name="connsiteY2018" fmla="*/ 3680516 h 5664927"/>
                <a:gd name="connsiteX2019" fmla="*/ 972853 w 4006679"/>
                <a:gd name="connsiteY2019" fmla="*/ 3574577 h 5664927"/>
                <a:gd name="connsiteX2020" fmla="*/ 925106 w 4006679"/>
                <a:gd name="connsiteY2020" fmla="*/ 3529814 h 5664927"/>
                <a:gd name="connsiteX2021" fmla="*/ 820658 w 4006679"/>
                <a:gd name="connsiteY2021" fmla="*/ 3447748 h 5664927"/>
                <a:gd name="connsiteX2022" fmla="*/ 763958 w 4006679"/>
                <a:gd name="connsiteY2022" fmla="*/ 3410445 h 5664927"/>
                <a:gd name="connsiteX2023" fmla="*/ 698305 w 4006679"/>
                <a:gd name="connsiteY2023" fmla="*/ 3397017 h 5664927"/>
                <a:gd name="connsiteX2024" fmla="*/ 1869608 w 4006679"/>
                <a:gd name="connsiteY2024" fmla="*/ 3489527 h 5664927"/>
                <a:gd name="connsiteX2025" fmla="*/ 1871100 w 4006679"/>
                <a:gd name="connsiteY2025" fmla="*/ 3516385 h 5664927"/>
                <a:gd name="connsiteX2026" fmla="*/ 1865132 w 4006679"/>
                <a:gd name="connsiteY2026" fmla="*/ 3570101 h 5664927"/>
                <a:gd name="connsiteX2027" fmla="*/ 1884529 w 4006679"/>
                <a:gd name="connsiteY2027" fmla="*/ 3605911 h 5664927"/>
                <a:gd name="connsiteX2028" fmla="*/ 1921832 w 4006679"/>
                <a:gd name="connsiteY2028" fmla="*/ 3507432 h 5664927"/>
                <a:gd name="connsiteX2029" fmla="*/ 1869608 w 4006679"/>
                <a:gd name="connsiteY2029" fmla="*/ 3489527 h 5664927"/>
                <a:gd name="connsiteX2030" fmla="*/ 3695946 w 4006679"/>
                <a:gd name="connsiteY2030" fmla="*/ 3635753 h 5664927"/>
                <a:gd name="connsiteX2031" fmla="*/ 3710867 w 4006679"/>
                <a:gd name="connsiteY2031" fmla="*/ 3673056 h 5664927"/>
                <a:gd name="connsiteX2032" fmla="*/ 3792932 w 4006679"/>
                <a:gd name="connsiteY2032" fmla="*/ 3725280 h 5664927"/>
                <a:gd name="connsiteX2033" fmla="*/ 3807854 w 4006679"/>
                <a:gd name="connsiteY2033" fmla="*/ 3722296 h 5664927"/>
                <a:gd name="connsiteX2034" fmla="*/ 3803377 w 4006679"/>
                <a:gd name="connsiteY2034" fmla="*/ 3710358 h 5664927"/>
                <a:gd name="connsiteX2035" fmla="*/ 3751154 w 4006679"/>
                <a:gd name="connsiteY2035" fmla="*/ 3668580 h 5664927"/>
                <a:gd name="connsiteX2036" fmla="*/ 3695946 w 4006679"/>
                <a:gd name="connsiteY2036" fmla="*/ 3635753 h 5664927"/>
                <a:gd name="connsiteX2037" fmla="*/ 2673853 w 4006679"/>
                <a:gd name="connsiteY2037" fmla="*/ 3552196 h 5664927"/>
                <a:gd name="connsiteX2038" fmla="*/ 2612677 w 4006679"/>
                <a:gd name="connsiteY2038" fmla="*/ 3574577 h 5664927"/>
                <a:gd name="connsiteX2039" fmla="*/ 2612677 w 4006679"/>
                <a:gd name="connsiteY2039" fmla="*/ 3580546 h 5664927"/>
                <a:gd name="connsiteX2040" fmla="*/ 2624614 w 4006679"/>
                <a:gd name="connsiteY2040" fmla="*/ 3586514 h 5664927"/>
                <a:gd name="connsiteX2041" fmla="*/ 2658932 w 4006679"/>
                <a:gd name="connsiteY2041" fmla="*/ 3586514 h 5664927"/>
                <a:gd name="connsiteX2042" fmla="*/ 2673853 w 4006679"/>
                <a:gd name="connsiteY2042" fmla="*/ 3552196 h 5664927"/>
                <a:gd name="connsiteX2043" fmla="*/ 1266611 w 4006679"/>
                <a:gd name="connsiteY2043" fmla="*/ 3432291 h 5664927"/>
                <a:gd name="connsiteX2044" fmla="*/ 1239940 w 4006679"/>
                <a:gd name="connsiteY2044" fmla="*/ 3434319 h 5664927"/>
                <a:gd name="connsiteX2045" fmla="*/ 1171303 w 4006679"/>
                <a:gd name="connsiteY2045" fmla="*/ 3549211 h 5664927"/>
                <a:gd name="connsiteX2046" fmla="*/ 1172795 w 4006679"/>
                <a:gd name="connsiteY2046" fmla="*/ 3553687 h 5664927"/>
                <a:gd name="connsiteX2047" fmla="*/ 1232479 w 4006679"/>
                <a:gd name="connsiteY2047" fmla="*/ 3588006 h 5664927"/>
                <a:gd name="connsiteX2048" fmla="*/ 1274258 w 4006679"/>
                <a:gd name="connsiteY2048" fmla="*/ 3547719 h 5664927"/>
                <a:gd name="connsiteX2049" fmla="*/ 1247400 w 4006679"/>
                <a:gd name="connsiteY2049" fmla="*/ 3504448 h 5664927"/>
                <a:gd name="connsiteX2050" fmla="*/ 1219050 w 4006679"/>
                <a:gd name="connsiteY2050" fmla="*/ 3516385 h 5664927"/>
                <a:gd name="connsiteX2051" fmla="*/ 1228003 w 4006679"/>
                <a:gd name="connsiteY2051" fmla="*/ 3541751 h 5664927"/>
                <a:gd name="connsiteX2052" fmla="*/ 1232479 w 4006679"/>
                <a:gd name="connsiteY2052" fmla="*/ 3561148 h 5664927"/>
                <a:gd name="connsiteX2053" fmla="*/ 1210098 w 4006679"/>
                <a:gd name="connsiteY2053" fmla="*/ 3547719 h 5664927"/>
                <a:gd name="connsiteX2054" fmla="*/ 1202637 w 4006679"/>
                <a:gd name="connsiteY2054" fmla="*/ 3513401 h 5664927"/>
                <a:gd name="connsiteX2055" fmla="*/ 1228003 w 4006679"/>
                <a:gd name="connsiteY2055" fmla="*/ 3495495 h 5664927"/>
                <a:gd name="connsiteX2056" fmla="*/ 1284703 w 4006679"/>
                <a:gd name="connsiteY2056" fmla="*/ 3532798 h 5664927"/>
                <a:gd name="connsiteX2057" fmla="*/ 1286195 w 4006679"/>
                <a:gd name="connsiteY2057" fmla="*/ 3540259 h 5664927"/>
                <a:gd name="connsiteX2058" fmla="*/ 1244416 w 4006679"/>
                <a:gd name="connsiteY2058" fmla="*/ 3602927 h 5664927"/>
                <a:gd name="connsiteX2059" fmla="*/ 1157874 w 4006679"/>
                <a:gd name="connsiteY2059" fmla="*/ 3567117 h 5664927"/>
                <a:gd name="connsiteX2060" fmla="*/ 1147429 w 4006679"/>
                <a:gd name="connsiteY2060" fmla="*/ 3544735 h 5664927"/>
                <a:gd name="connsiteX2061" fmla="*/ 1114603 w 4006679"/>
                <a:gd name="connsiteY2061" fmla="*/ 3585022 h 5664927"/>
                <a:gd name="connsiteX2062" fmla="*/ 1163842 w 4006679"/>
                <a:gd name="connsiteY2062" fmla="*/ 3641722 h 5664927"/>
                <a:gd name="connsiteX2063" fmla="*/ 1244416 w 4006679"/>
                <a:gd name="connsiteY2063" fmla="*/ 3664104 h 5664927"/>
                <a:gd name="connsiteX2064" fmla="*/ 1332450 w 4006679"/>
                <a:gd name="connsiteY2064" fmla="*/ 3583530 h 5664927"/>
                <a:gd name="connsiteX2065" fmla="*/ 1335435 w 4006679"/>
                <a:gd name="connsiteY2065" fmla="*/ 3492511 h 5664927"/>
                <a:gd name="connsiteX2066" fmla="*/ 1266611 w 4006679"/>
                <a:gd name="connsiteY2066" fmla="*/ 3432291 h 5664927"/>
                <a:gd name="connsiteX2067" fmla="*/ 1742593 w 4006679"/>
                <a:gd name="connsiteY2067" fmla="*/ 3458566 h 5664927"/>
                <a:gd name="connsiteX2068" fmla="*/ 1695032 w 4006679"/>
                <a:gd name="connsiteY2068" fmla="*/ 3488035 h 5664927"/>
                <a:gd name="connsiteX2069" fmla="*/ 1702492 w 4006679"/>
                <a:gd name="connsiteY2069" fmla="*/ 3567117 h 5664927"/>
                <a:gd name="connsiteX2070" fmla="*/ 1723382 w 4006679"/>
                <a:gd name="connsiteY2070" fmla="*/ 3579053 h 5664927"/>
                <a:gd name="connsiteX2071" fmla="*/ 1771129 w 4006679"/>
                <a:gd name="connsiteY2071" fmla="*/ 3550703 h 5664927"/>
                <a:gd name="connsiteX2072" fmla="*/ 1766653 w 4006679"/>
                <a:gd name="connsiteY2072" fmla="*/ 3520861 h 5664927"/>
                <a:gd name="connsiteX2073" fmla="*/ 1733827 w 4006679"/>
                <a:gd name="connsiteY2073" fmla="*/ 3519369 h 5664927"/>
                <a:gd name="connsiteX2074" fmla="*/ 1724874 w 4006679"/>
                <a:gd name="connsiteY2074" fmla="*/ 3535782 h 5664927"/>
                <a:gd name="connsiteX2075" fmla="*/ 1739795 w 4006679"/>
                <a:gd name="connsiteY2075" fmla="*/ 3544735 h 5664927"/>
                <a:gd name="connsiteX2076" fmla="*/ 1753224 w 4006679"/>
                <a:gd name="connsiteY2076" fmla="*/ 3544735 h 5664927"/>
                <a:gd name="connsiteX2077" fmla="*/ 1723382 w 4006679"/>
                <a:gd name="connsiteY2077" fmla="*/ 3555180 h 5664927"/>
                <a:gd name="connsiteX2078" fmla="*/ 1711445 w 4006679"/>
                <a:gd name="connsiteY2078" fmla="*/ 3532798 h 5664927"/>
                <a:gd name="connsiteX2079" fmla="*/ 1721890 w 4006679"/>
                <a:gd name="connsiteY2079" fmla="*/ 3508924 h 5664927"/>
                <a:gd name="connsiteX2080" fmla="*/ 1774114 w 4006679"/>
                <a:gd name="connsiteY2080" fmla="*/ 3511909 h 5664927"/>
                <a:gd name="connsiteX2081" fmla="*/ 1780082 w 4006679"/>
                <a:gd name="connsiteY2081" fmla="*/ 3558164 h 5664927"/>
                <a:gd name="connsiteX2082" fmla="*/ 1777098 w 4006679"/>
                <a:gd name="connsiteY2082" fmla="*/ 3565625 h 5664927"/>
                <a:gd name="connsiteX2083" fmla="*/ 1721890 w 4006679"/>
                <a:gd name="connsiteY2083" fmla="*/ 3592482 h 5664927"/>
                <a:gd name="connsiteX2084" fmla="*/ 1683095 w 4006679"/>
                <a:gd name="connsiteY2084" fmla="*/ 3556672 h 5664927"/>
                <a:gd name="connsiteX2085" fmla="*/ 1672650 w 4006679"/>
                <a:gd name="connsiteY2085" fmla="*/ 3505940 h 5664927"/>
                <a:gd name="connsiteX2086" fmla="*/ 1659221 w 4006679"/>
                <a:gd name="connsiteY2086" fmla="*/ 3534290 h 5664927"/>
                <a:gd name="connsiteX2087" fmla="*/ 1680111 w 4006679"/>
                <a:gd name="connsiteY2087" fmla="*/ 3592482 h 5664927"/>
                <a:gd name="connsiteX2088" fmla="*/ 1705477 w 4006679"/>
                <a:gd name="connsiteY2088" fmla="*/ 3607403 h 5664927"/>
                <a:gd name="connsiteX2089" fmla="*/ 1803956 w 4006679"/>
                <a:gd name="connsiteY2089" fmla="*/ 3573085 h 5664927"/>
                <a:gd name="connsiteX2090" fmla="*/ 1793511 w 4006679"/>
                <a:gd name="connsiteY2090" fmla="*/ 3480574 h 5664927"/>
                <a:gd name="connsiteX2091" fmla="*/ 1742593 w 4006679"/>
                <a:gd name="connsiteY2091" fmla="*/ 3458566 h 5664927"/>
                <a:gd name="connsiteX2092" fmla="*/ 3812330 w 4006679"/>
                <a:gd name="connsiteY2092" fmla="*/ 3626801 h 5664927"/>
                <a:gd name="connsiteX2093" fmla="*/ 3788456 w 4006679"/>
                <a:gd name="connsiteY2093" fmla="*/ 3644706 h 5664927"/>
                <a:gd name="connsiteX2094" fmla="*/ 3849632 w 4006679"/>
                <a:gd name="connsiteY2094" fmla="*/ 3677532 h 5664927"/>
                <a:gd name="connsiteX2095" fmla="*/ 3876490 w 4006679"/>
                <a:gd name="connsiteY2095" fmla="*/ 3671564 h 5664927"/>
                <a:gd name="connsiteX2096" fmla="*/ 3843664 w 4006679"/>
                <a:gd name="connsiteY2096" fmla="*/ 3649183 h 5664927"/>
                <a:gd name="connsiteX2097" fmla="*/ 3812330 w 4006679"/>
                <a:gd name="connsiteY2097" fmla="*/ 3626801 h 5664927"/>
                <a:gd name="connsiteX2098" fmla="*/ 1796495 w 4006679"/>
                <a:gd name="connsiteY2098" fmla="*/ 3458193 h 5664927"/>
                <a:gd name="connsiteX2099" fmla="*/ 1821861 w 4006679"/>
                <a:gd name="connsiteY2099" fmla="*/ 3535782 h 5664927"/>
                <a:gd name="connsiteX2100" fmla="*/ 1848719 w 4006679"/>
                <a:gd name="connsiteY2100" fmla="*/ 3570101 h 5664927"/>
                <a:gd name="connsiteX2101" fmla="*/ 1853195 w 4006679"/>
                <a:gd name="connsiteY2101" fmla="*/ 3498480 h 5664927"/>
                <a:gd name="connsiteX2102" fmla="*/ 1838274 w 4006679"/>
                <a:gd name="connsiteY2102" fmla="*/ 3476098 h 5664927"/>
                <a:gd name="connsiteX2103" fmla="*/ 1796495 w 4006679"/>
                <a:gd name="connsiteY2103" fmla="*/ 3458193 h 5664927"/>
                <a:gd name="connsiteX2104" fmla="*/ 2427656 w 4006679"/>
                <a:gd name="connsiteY2104" fmla="*/ 3505940 h 5664927"/>
                <a:gd name="connsiteX2105" fmla="*/ 2359019 w 4006679"/>
                <a:gd name="connsiteY2105" fmla="*/ 3513401 h 5664927"/>
                <a:gd name="connsiteX2106" fmla="*/ 2345590 w 4006679"/>
                <a:gd name="connsiteY2106" fmla="*/ 3519369 h 5664927"/>
                <a:gd name="connsiteX2107" fmla="*/ 2339622 w 4006679"/>
                <a:gd name="connsiteY2107" fmla="*/ 3532798 h 5664927"/>
                <a:gd name="connsiteX2108" fmla="*/ 2350066 w 4006679"/>
                <a:gd name="connsiteY2108" fmla="*/ 3535782 h 5664927"/>
                <a:gd name="connsiteX2109" fmla="*/ 2418703 w 4006679"/>
                <a:gd name="connsiteY2109" fmla="*/ 3535782 h 5664927"/>
                <a:gd name="connsiteX2110" fmla="*/ 2427656 w 4006679"/>
                <a:gd name="connsiteY2110" fmla="*/ 3505940 h 5664927"/>
                <a:gd name="connsiteX2111" fmla="*/ 1538361 w 4006679"/>
                <a:gd name="connsiteY2111" fmla="*/ 3426859 h 5664927"/>
                <a:gd name="connsiteX2112" fmla="*/ 1492106 w 4006679"/>
                <a:gd name="connsiteY2112" fmla="*/ 3447748 h 5664927"/>
                <a:gd name="connsiteX2113" fmla="*/ 1514487 w 4006679"/>
                <a:gd name="connsiteY2113" fmla="*/ 3446256 h 5664927"/>
                <a:gd name="connsiteX2114" fmla="*/ 1514487 w 4006679"/>
                <a:gd name="connsiteY2114" fmla="*/ 3452224 h 5664927"/>
                <a:gd name="connsiteX2115" fmla="*/ 1520456 w 4006679"/>
                <a:gd name="connsiteY2115" fmla="*/ 3482067 h 5664927"/>
                <a:gd name="connsiteX2116" fmla="*/ 1548806 w 4006679"/>
                <a:gd name="connsiteY2116" fmla="*/ 3470130 h 5664927"/>
                <a:gd name="connsiteX2117" fmla="*/ 1538361 w 4006679"/>
                <a:gd name="connsiteY2117" fmla="*/ 3426859 h 5664927"/>
                <a:gd name="connsiteX2118" fmla="*/ 3669088 w 4006679"/>
                <a:gd name="connsiteY2118" fmla="*/ 3599943 h 5664927"/>
                <a:gd name="connsiteX2119" fmla="*/ 3691469 w 4006679"/>
                <a:gd name="connsiteY2119" fmla="*/ 3616356 h 5664927"/>
                <a:gd name="connsiteX2120" fmla="*/ 3786964 w 4006679"/>
                <a:gd name="connsiteY2120" fmla="*/ 3683501 h 5664927"/>
                <a:gd name="connsiteX2121" fmla="*/ 3816806 w 4006679"/>
                <a:gd name="connsiteY2121" fmla="*/ 3699914 h 5664927"/>
                <a:gd name="connsiteX2122" fmla="*/ 3836203 w 4006679"/>
                <a:gd name="connsiteY2122" fmla="*/ 3699914 h 5664927"/>
                <a:gd name="connsiteX2123" fmla="*/ 3669088 w 4006679"/>
                <a:gd name="connsiteY2123" fmla="*/ 3599943 h 5664927"/>
                <a:gd name="connsiteX2124" fmla="*/ 860945 w 4006679"/>
                <a:gd name="connsiteY2124" fmla="*/ 3364190 h 5664927"/>
                <a:gd name="connsiteX2125" fmla="*/ 784848 w 4006679"/>
                <a:gd name="connsiteY2125" fmla="*/ 3405969 h 5664927"/>
                <a:gd name="connsiteX2126" fmla="*/ 843040 w 4006679"/>
                <a:gd name="connsiteY2126" fmla="*/ 3444764 h 5664927"/>
                <a:gd name="connsiteX2127" fmla="*/ 849008 w 4006679"/>
                <a:gd name="connsiteY2127" fmla="*/ 3400001 h 5664927"/>
                <a:gd name="connsiteX2128" fmla="*/ 860945 w 4006679"/>
                <a:gd name="connsiteY2128" fmla="*/ 3364190 h 5664927"/>
                <a:gd name="connsiteX2129" fmla="*/ 2533595 w 4006679"/>
                <a:gd name="connsiteY2129" fmla="*/ 3499972 h 5664927"/>
                <a:gd name="connsiteX2130" fmla="*/ 2512706 w 4006679"/>
                <a:gd name="connsiteY2130" fmla="*/ 3501464 h 5664927"/>
                <a:gd name="connsiteX2131" fmla="*/ 2509722 w 4006679"/>
                <a:gd name="connsiteY2131" fmla="*/ 3543243 h 5664927"/>
                <a:gd name="connsiteX2132" fmla="*/ 2538072 w 4006679"/>
                <a:gd name="connsiteY2132" fmla="*/ 3534290 h 5664927"/>
                <a:gd name="connsiteX2133" fmla="*/ 2551501 w 4006679"/>
                <a:gd name="connsiteY2133" fmla="*/ 3517877 h 5664927"/>
                <a:gd name="connsiteX2134" fmla="*/ 2533595 w 4006679"/>
                <a:gd name="connsiteY2134" fmla="*/ 3499972 h 5664927"/>
                <a:gd name="connsiteX2135" fmla="*/ 2749951 w 4006679"/>
                <a:gd name="connsiteY2135" fmla="*/ 3510416 h 5664927"/>
                <a:gd name="connsiteX2136" fmla="*/ 2696235 w 4006679"/>
                <a:gd name="connsiteY2136" fmla="*/ 3544735 h 5664927"/>
                <a:gd name="connsiteX2137" fmla="*/ 2760395 w 4006679"/>
                <a:gd name="connsiteY2137" fmla="*/ 3553687 h 5664927"/>
                <a:gd name="connsiteX2138" fmla="*/ 2749951 w 4006679"/>
                <a:gd name="connsiteY2138" fmla="*/ 3510416 h 5664927"/>
                <a:gd name="connsiteX2139" fmla="*/ 2315748 w 4006679"/>
                <a:gd name="connsiteY2139" fmla="*/ 3473114 h 5664927"/>
                <a:gd name="connsiteX2140" fmla="*/ 2260540 w 4006679"/>
                <a:gd name="connsiteY2140" fmla="*/ 3485051 h 5664927"/>
                <a:gd name="connsiteX2141" fmla="*/ 2256064 w 4006679"/>
                <a:gd name="connsiteY2141" fmla="*/ 3567117 h 5664927"/>
                <a:gd name="connsiteX2142" fmla="*/ 2291874 w 4006679"/>
                <a:gd name="connsiteY2142" fmla="*/ 3574577 h 5664927"/>
                <a:gd name="connsiteX2143" fmla="*/ 2318732 w 4006679"/>
                <a:gd name="connsiteY2143" fmla="*/ 3555180 h 5664927"/>
                <a:gd name="connsiteX2144" fmla="*/ 2315748 w 4006679"/>
                <a:gd name="connsiteY2144" fmla="*/ 3473114 h 5664927"/>
                <a:gd name="connsiteX2145" fmla="*/ 1222034 w 4006679"/>
                <a:gd name="connsiteY2145" fmla="*/ 3376127 h 5664927"/>
                <a:gd name="connsiteX2146" fmla="*/ 1168319 w 4006679"/>
                <a:gd name="connsiteY2146" fmla="*/ 3394032 h 5664927"/>
                <a:gd name="connsiteX2147" fmla="*/ 1157874 w 4006679"/>
                <a:gd name="connsiteY2147" fmla="*/ 3416414 h 5664927"/>
                <a:gd name="connsiteX2148" fmla="*/ 1166827 w 4006679"/>
                <a:gd name="connsiteY2148" fmla="*/ 3456701 h 5664927"/>
                <a:gd name="connsiteX2149" fmla="*/ 1178764 w 4006679"/>
                <a:gd name="connsiteY2149" fmla="*/ 3452224 h 5664927"/>
                <a:gd name="connsiteX2150" fmla="*/ 1217558 w 4006679"/>
                <a:gd name="connsiteY2150" fmla="*/ 3428351 h 5664927"/>
                <a:gd name="connsiteX2151" fmla="*/ 1341403 w 4006679"/>
                <a:gd name="connsiteY2151" fmla="*/ 3477590 h 5664927"/>
                <a:gd name="connsiteX2152" fmla="*/ 1348863 w 4006679"/>
                <a:gd name="connsiteY2152" fmla="*/ 3562640 h 5664927"/>
                <a:gd name="connsiteX2153" fmla="*/ 1311561 w 4006679"/>
                <a:gd name="connsiteY2153" fmla="*/ 3640230 h 5664927"/>
                <a:gd name="connsiteX2154" fmla="*/ 1138477 w 4006679"/>
                <a:gd name="connsiteY2154" fmla="*/ 3634261 h 5664927"/>
                <a:gd name="connsiteX2155" fmla="*/ 1099682 w 4006679"/>
                <a:gd name="connsiteY2155" fmla="*/ 3588006 h 5664927"/>
                <a:gd name="connsiteX2156" fmla="*/ 1075808 w 4006679"/>
                <a:gd name="connsiteY2156" fmla="*/ 3598451 h 5664927"/>
                <a:gd name="connsiteX2157" fmla="*/ 1157874 w 4006679"/>
                <a:gd name="connsiteY2157" fmla="*/ 3696930 h 5664927"/>
                <a:gd name="connsiteX2158" fmla="*/ 1181748 w 4006679"/>
                <a:gd name="connsiteY2158" fmla="*/ 3704390 h 5664927"/>
                <a:gd name="connsiteX2159" fmla="*/ 1363785 w 4006679"/>
                <a:gd name="connsiteY2159" fmla="*/ 3628293 h 5664927"/>
                <a:gd name="connsiteX2160" fmla="*/ 1386166 w 4006679"/>
                <a:gd name="connsiteY2160" fmla="*/ 3534290 h 5664927"/>
                <a:gd name="connsiteX2161" fmla="*/ 1317529 w 4006679"/>
                <a:gd name="connsiteY2161" fmla="*/ 3400001 h 5664927"/>
                <a:gd name="connsiteX2162" fmla="*/ 1222034 w 4006679"/>
                <a:gd name="connsiteY2162" fmla="*/ 3376127 h 5664927"/>
                <a:gd name="connsiteX2163" fmla="*/ 1714429 w 4006679"/>
                <a:gd name="connsiteY2163" fmla="*/ 3414922 h 5664927"/>
                <a:gd name="connsiteX2164" fmla="*/ 1675635 w 4006679"/>
                <a:gd name="connsiteY2164" fmla="*/ 3426859 h 5664927"/>
                <a:gd name="connsiteX2165" fmla="*/ 1666682 w 4006679"/>
                <a:gd name="connsiteY2165" fmla="*/ 3453717 h 5664927"/>
                <a:gd name="connsiteX2166" fmla="*/ 1674143 w 4006679"/>
                <a:gd name="connsiteY2166" fmla="*/ 3491019 h 5664927"/>
                <a:gd name="connsiteX2167" fmla="*/ 1709953 w 4006679"/>
                <a:gd name="connsiteY2167" fmla="*/ 3453717 h 5664927"/>
                <a:gd name="connsiteX2168" fmla="*/ 1765161 w 4006679"/>
                <a:gd name="connsiteY2168" fmla="*/ 3441779 h 5664927"/>
                <a:gd name="connsiteX2169" fmla="*/ 1714429 w 4006679"/>
                <a:gd name="connsiteY2169" fmla="*/ 3414922 h 5664927"/>
                <a:gd name="connsiteX2170" fmla="*/ 2421688 w 4006679"/>
                <a:gd name="connsiteY2170" fmla="*/ 3468638 h 5664927"/>
                <a:gd name="connsiteX2171" fmla="*/ 2336637 w 4006679"/>
                <a:gd name="connsiteY2171" fmla="*/ 3489527 h 5664927"/>
                <a:gd name="connsiteX2172" fmla="*/ 2348574 w 4006679"/>
                <a:gd name="connsiteY2172" fmla="*/ 3501464 h 5664927"/>
                <a:gd name="connsiteX2173" fmla="*/ 2412735 w 4006679"/>
                <a:gd name="connsiteY2173" fmla="*/ 3494003 h 5664927"/>
                <a:gd name="connsiteX2174" fmla="*/ 2421688 w 4006679"/>
                <a:gd name="connsiteY2174" fmla="*/ 3468638 h 5664927"/>
                <a:gd name="connsiteX2175" fmla="*/ 2057614 w 4006679"/>
                <a:gd name="connsiteY2175" fmla="*/ 3438796 h 5664927"/>
                <a:gd name="connsiteX2176" fmla="*/ 2088948 w 4006679"/>
                <a:gd name="connsiteY2176" fmla="*/ 3492511 h 5664927"/>
                <a:gd name="connsiteX2177" fmla="*/ 2118790 w 4006679"/>
                <a:gd name="connsiteY2177" fmla="*/ 3450732 h 5664927"/>
                <a:gd name="connsiteX2178" fmla="*/ 2057614 w 4006679"/>
                <a:gd name="connsiteY2178" fmla="*/ 3438796 h 5664927"/>
                <a:gd name="connsiteX2179" fmla="*/ 1924816 w 4006679"/>
                <a:gd name="connsiteY2179" fmla="*/ 3423874 h 5664927"/>
                <a:gd name="connsiteX2180" fmla="*/ 1878561 w 4006679"/>
                <a:gd name="connsiteY2180" fmla="*/ 3447748 h 5664927"/>
                <a:gd name="connsiteX2181" fmla="*/ 1914372 w 4006679"/>
                <a:gd name="connsiteY2181" fmla="*/ 3467145 h 5664927"/>
                <a:gd name="connsiteX2182" fmla="*/ 1938245 w 4006679"/>
                <a:gd name="connsiteY2182" fmla="*/ 3467145 h 5664927"/>
                <a:gd name="connsiteX2183" fmla="*/ 1936753 w 4006679"/>
                <a:gd name="connsiteY2183" fmla="*/ 3440288 h 5664927"/>
                <a:gd name="connsiteX2184" fmla="*/ 1924816 w 4006679"/>
                <a:gd name="connsiteY2184" fmla="*/ 3423874 h 5664927"/>
                <a:gd name="connsiteX2185" fmla="*/ 2583324 w 4006679"/>
                <a:gd name="connsiteY2185" fmla="*/ 3477473 h 5664927"/>
                <a:gd name="connsiteX2186" fmla="*/ 2566422 w 4006679"/>
                <a:gd name="connsiteY2186" fmla="*/ 3477590 h 5664927"/>
                <a:gd name="connsiteX2187" fmla="*/ 2550008 w 4006679"/>
                <a:gd name="connsiteY2187" fmla="*/ 3477590 h 5664927"/>
                <a:gd name="connsiteX2188" fmla="*/ 2572390 w 4006679"/>
                <a:gd name="connsiteY2188" fmla="*/ 3516385 h 5664927"/>
                <a:gd name="connsiteX2189" fmla="*/ 2600740 w 4006679"/>
                <a:gd name="connsiteY2189" fmla="*/ 3510416 h 5664927"/>
                <a:gd name="connsiteX2190" fmla="*/ 2583324 w 4006679"/>
                <a:gd name="connsiteY2190" fmla="*/ 3477473 h 5664927"/>
                <a:gd name="connsiteX2191" fmla="*/ 2223237 w 4006679"/>
                <a:gd name="connsiteY2191" fmla="*/ 3444764 h 5664927"/>
                <a:gd name="connsiteX2192" fmla="*/ 2135203 w 4006679"/>
                <a:gd name="connsiteY2192" fmla="*/ 3458193 h 5664927"/>
                <a:gd name="connsiteX2193" fmla="*/ 2197872 w 4006679"/>
                <a:gd name="connsiteY2193" fmla="*/ 3483559 h 5664927"/>
                <a:gd name="connsiteX2194" fmla="*/ 2223237 w 4006679"/>
                <a:gd name="connsiteY2194" fmla="*/ 3444764 h 5664927"/>
                <a:gd name="connsiteX2195" fmla="*/ 2021174 w 4006679"/>
                <a:gd name="connsiteY2195" fmla="*/ 3427372 h 5664927"/>
                <a:gd name="connsiteX2196" fmla="*/ 2012850 w 4006679"/>
                <a:gd name="connsiteY2196" fmla="*/ 3431335 h 5664927"/>
                <a:gd name="connsiteX2197" fmla="*/ 1980024 w 4006679"/>
                <a:gd name="connsiteY2197" fmla="*/ 3446256 h 5664927"/>
                <a:gd name="connsiteX2198" fmla="*/ 1971071 w 4006679"/>
                <a:gd name="connsiteY2198" fmla="*/ 3455209 h 5664927"/>
                <a:gd name="connsiteX2199" fmla="*/ 1978532 w 4006679"/>
                <a:gd name="connsiteY2199" fmla="*/ 3468638 h 5664927"/>
                <a:gd name="connsiteX2200" fmla="*/ 2021803 w 4006679"/>
                <a:gd name="connsiteY2200" fmla="*/ 3465653 h 5664927"/>
                <a:gd name="connsiteX2201" fmla="*/ 2048661 w 4006679"/>
                <a:gd name="connsiteY2201" fmla="*/ 3432827 h 5664927"/>
                <a:gd name="connsiteX2202" fmla="*/ 2021174 w 4006679"/>
                <a:gd name="connsiteY2202" fmla="*/ 3427372 h 5664927"/>
                <a:gd name="connsiteX2203" fmla="*/ 3027482 w 4006679"/>
                <a:gd name="connsiteY2203" fmla="*/ 3496988 h 5664927"/>
                <a:gd name="connsiteX2204" fmla="*/ 2975259 w 4006679"/>
                <a:gd name="connsiteY2204" fmla="*/ 3522354 h 5664927"/>
                <a:gd name="connsiteX2205" fmla="*/ 2978243 w 4006679"/>
                <a:gd name="connsiteY2205" fmla="*/ 3556672 h 5664927"/>
                <a:gd name="connsiteX2206" fmla="*/ 3015545 w 4006679"/>
                <a:gd name="connsiteY2206" fmla="*/ 3546227 h 5664927"/>
                <a:gd name="connsiteX2207" fmla="*/ 3034943 w 4006679"/>
                <a:gd name="connsiteY2207" fmla="*/ 3534290 h 5664927"/>
                <a:gd name="connsiteX2208" fmla="*/ 3027482 w 4006679"/>
                <a:gd name="connsiteY2208" fmla="*/ 3496988 h 5664927"/>
                <a:gd name="connsiteX2209" fmla="*/ 1072824 w 4006679"/>
                <a:gd name="connsiteY2209" fmla="*/ 3334348 h 5664927"/>
                <a:gd name="connsiteX2210" fmla="*/ 1039998 w 4006679"/>
                <a:gd name="connsiteY2210" fmla="*/ 3338824 h 5664927"/>
                <a:gd name="connsiteX2211" fmla="*/ 1045966 w 4006679"/>
                <a:gd name="connsiteY2211" fmla="*/ 3346285 h 5664927"/>
                <a:gd name="connsiteX2212" fmla="*/ 1080284 w 4006679"/>
                <a:gd name="connsiteY2212" fmla="*/ 3456701 h 5664927"/>
                <a:gd name="connsiteX2213" fmla="*/ 1057903 w 4006679"/>
                <a:gd name="connsiteY2213" fmla="*/ 3502956 h 5664927"/>
                <a:gd name="connsiteX2214" fmla="*/ 989266 w 4006679"/>
                <a:gd name="connsiteY2214" fmla="*/ 3549211 h 5664927"/>
                <a:gd name="connsiteX2215" fmla="*/ 975837 w 4006679"/>
                <a:gd name="connsiteY2215" fmla="*/ 3553687 h 5664927"/>
                <a:gd name="connsiteX2216" fmla="*/ 1001203 w 4006679"/>
                <a:gd name="connsiteY2216" fmla="*/ 3589498 h 5664927"/>
                <a:gd name="connsiteX2217" fmla="*/ 1028061 w 4006679"/>
                <a:gd name="connsiteY2217" fmla="*/ 3598451 h 5664927"/>
                <a:gd name="connsiteX2218" fmla="*/ 1105650 w 4006679"/>
                <a:gd name="connsiteY2218" fmla="*/ 3564132 h 5664927"/>
                <a:gd name="connsiteX2219" fmla="*/ 1131016 w 4006679"/>
                <a:gd name="connsiteY2219" fmla="*/ 3537275 h 5664927"/>
                <a:gd name="connsiteX2220" fmla="*/ 1108634 w 4006679"/>
                <a:gd name="connsiteY2220" fmla="*/ 3347777 h 5664927"/>
                <a:gd name="connsiteX2221" fmla="*/ 1072824 w 4006679"/>
                <a:gd name="connsiteY2221" fmla="*/ 3334348 h 5664927"/>
                <a:gd name="connsiteX2222" fmla="*/ 1633856 w 4006679"/>
                <a:gd name="connsiteY2222" fmla="*/ 3377619 h 5664927"/>
                <a:gd name="connsiteX2223" fmla="*/ 1630872 w 4006679"/>
                <a:gd name="connsiteY2223" fmla="*/ 3380603 h 5664927"/>
                <a:gd name="connsiteX2224" fmla="*/ 1657729 w 4006679"/>
                <a:gd name="connsiteY2224" fmla="*/ 3425366 h 5664927"/>
                <a:gd name="connsiteX2225" fmla="*/ 1683095 w 4006679"/>
                <a:gd name="connsiteY2225" fmla="*/ 3402985 h 5664927"/>
                <a:gd name="connsiteX2226" fmla="*/ 1633856 w 4006679"/>
                <a:gd name="connsiteY2226" fmla="*/ 3377619 h 5664927"/>
                <a:gd name="connsiteX2227" fmla="*/ 2638043 w 4006679"/>
                <a:gd name="connsiteY2227" fmla="*/ 3455209 h 5664927"/>
                <a:gd name="connsiteX2228" fmla="*/ 2606709 w 4006679"/>
                <a:gd name="connsiteY2228" fmla="*/ 3473114 h 5664927"/>
                <a:gd name="connsiteX2229" fmla="*/ 2620137 w 4006679"/>
                <a:gd name="connsiteY2229" fmla="*/ 3507432 h 5664927"/>
                <a:gd name="connsiteX2230" fmla="*/ 2658932 w 4006679"/>
                <a:gd name="connsiteY2230" fmla="*/ 3488035 h 5664927"/>
                <a:gd name="connsiteX2231" fmla="*/ 2638043 w 4006679"/>
                <a:gd name="connsiteY2231" fmla="*/ 3455209 h 5664927"/>
                <a:gd name="connsiteX2232" fmla="*/ 980500 w 4006679"/>
                <a:gd name="connsiteY2232" fmla="*/ 3315883 h 5664927"/>
                <a:gd name="connsiteX2233" fmla="*/ 943011 w 4006679"/>
                <a:gd name="connsiteY2233" fmla="*/ 3320919 h 5664927"/>
                <a:gd name="connsiteX2234" fmla="*/ 914661 w 4006679"/>
                <a:gd name="connsiteY2234" fmla="*/ 3335840 h 5664927"/>
                <a:gd name="connsiteX2235" fmla="*/ 859453 w 4006679"/>
                <a:gd name="connsiteY2235" fmla="*/ 3441779 h 5664927"/>
                <a:gd name="connsiteX2236" fmla="*/ 880342 w 4006679"/>
                <a:gd name="connsiteY2236" fmla="*/ 3476098 h 5664927"/>
                <a:gd name="connsiteX2237" fmla="*/ 901232 w 4006679"/>
                <a:gd name="connsiteY2237" fmla="*/ 3492511 h 5664927"/>
                <a:gd name="connsiteX2238" fmla="*/ 971361 w 4006679"/>
                <a:gd name="connsiteY2238" fmla="*/ 3532798 h 5664927"/>
                <a:gd name="connsiteX2239" fmla="*/ 1048950 w 4006679"/>
                <a:gd name="connsiteY2239" fmla="*/ 3498480 h 5664927"/>
                <a:gd name="connsiteX2240" fmla="*/ 1060887 w 4006679"/>
                <a:gd name="connsiteY2240" fmla="*/ 3477590 h 5664927"/>
                <a:gd name="connsiteX2241" fmla="*/ 1044474 w 4006679"/>
                <a:gd name="connsiteY2241" fmla="*/ 3361206 h 5664927"/>
                <a:gd name="connsiteX2242" fmla="*/ 1016124 w 4006679"/>
                <a:gd name="connsiteY2242" fmla="*/ 3349269 h 5664927"/>
                <a:gd name="connsiteX2243" fmla="*/ 960916 w 4006679"/>
                <a:gd name="connsiteY2243" fmla="*/ 3367174 h 5664927"/>
                <a:gd name="connsiteX2244" fmla="*/ 925106 w 4006679"/>
                <a:gd name="connsiteY2244" fmla="*/ 3423874 h 5664927"/>
                <a:gd name="connsiteX2245" fmla="*/ 965392 w 4006679"/>
                <a:gd name="connsiteY2245" fmla="*/ 3473114 h 5664927"/>
                <a:gd name="connsiteX2246" fmla="*/ 999711 w 4006679"/>
                <a:gd name="connsiteY2246" fmla="*/ 3473114 h 5664927"/>
                <a:gd name="connsiteX2247" fmla="*/ 1038506 w 4006679"/>
                <a:gd name="connsiteY2247" fmla="*/ 3444764 h 5664927"/>
                <a:gd name="connsiteX2248" fmla="*/ 1026569 w 4006679"/>
                <a:gd name="connsiteY2248" fmla="*/ 3395524 h 5664927"/>
                <a:gd name="connsiteX2249" fmla="*/ 999711 w 4006679"/>
                <a:gd name="connsiteY2249" fmla="*/ 3388064 h 5664927"/>
                <a:gd name="connsiteX2250" fmla="*/ 978821 w 4006679"/>
                <a:gd name="connsiteY2250" fmla="*/ 3413430 h 5664927"/>
                <a:gd name="connsiteX2251" fmla="*/ 995234 w 4006679"/>
                <a:gd name="connsiteY2251" fmla="*/ 3437303 h 5664927"/>
                <a:gd name="connsiteX2252" fmla="*/ 959424 w 4006679"/>
                <a:gd name="connsiteY2252" fmla="*/ 3420890 h 5664927"/>
                <a:gd name="connsiteX2253" fmla="*/ 989266 w 4006679"/>
                <a:gd name="connsiteY2253" fmla="*/ 3377619 h 5664927"/>
                <a:gd name="connsiteX2254" fmla="*/ 1032537 w 4006679"/>
                <a:gd name="connsiteY2254" fmla="*/ 3391048 h 5664927"/>
                <a:gd name="connsiteX2255" fmla="*/ 1048950 w 4006679"/>
                <a:gd name="connsiteY2255" fmla="*/ 3440288 h 5664927"/>
                <a:gd name="connsiteX2256" fmla="*/ 1028061 w 4006679"/>
                <a:gd name="connsiteY2256" fmla="*/ 3477590 h 5664927"/>
                <a:gd name="connsiteX2257" fmla="*/ 953455 w 4006679"/>
                <a:gd name="connsiteY2257" fmla="*/ 3485051 h 5664927"/>
                <a:gd name="connsiteX2258" fmla="*/ 908692 w 4006679"/>
                <a:gd name="connsiteY2258" fmla="*/ 3429843 h 5664927"/>
                <a:gd name="connsiteX2259" fmla="*/ 945995 w 4006679"/>
                <a:gd name="connsiteY2259" fmla="*/ 3359714 h 5664927"/>
                <a:gd name="connsiteX2260" fmla="*/ 1014632 w 4006679"/>
                <a:gd name="connsiteY2260" fmla="*/ 3329872 h 5664927"/>
                <a:gd name="connsiteX2261" fmla="*/ 980500 w 4006679"/>
                <a:gd name="connsiteY2261" fmla="*/ 3315883 h 5664927"/>
                <a:gd name="connsiteX2262" fmla="*/ 2303811 w 4006679"/>
                <a:gd name="connsiteY2262" fmla="*/ 3416414 h 5664927"/>
                <a:gd name="connsiteX2263" fmla="*/ 2272477 w 4006679"/>
                <a:gd name="connsiteY2263" fmla="*/ 3426859 h 5664927"/>
                <a:gd name="connsiteX2264" fmla="*/ 2239650 w 4006679"/>
                <a:gd name="connsiteY2264" fmla="*/ 3438796 h 5664927"/>
                <a:gd name="connsiteX2265" fmla="*/ 2278445 w 4006679"/>
                <a:gd name="connsiteY2265" fmla="*/ 3470130 h 5664927"/>
                <a:gd name="connsiteX2266" fmla="*/ 2311272 w 4006679"/>
                <a:gd name="connsiteY2266" fmla="*/ 3446256 h 5664927"/>
                <a:gd name="connsiteX2267" fmla="*/ 2303811 w 4006679"/>
                <a:gd name="connsiteY2267" fmla="*/ 3416414 h 5664927"/>
                <a:gd name="connsiteX2268" fmla="*/ 3124469 w 4006679"/>
                <a:gd name="connsiteY2268" fmla="*/ 3482067 h 5664927"/>
                <a:gd name="connsiteX2269" fmla="*/ 3125961 w 4006679"/>
                <a:gd name="connsiteY2269" fmla="*/ 3511909 h 5664927"/>
                <a:gd name="connsiteX2270" fmla="*/ 3157295 w 4006679"/>
                <a:gd name="connsiteY2270" fmla="*/ 3499972 h 5664927"/>
                <a:gd name="connsiteX2271" fmla="*/ 3157295 w 4006679"/>
                <a:gd name="connsiteY2271" fmla="*/ 3494003 h 5664927"/>
                <a:gd name="connsiteX2272" fmla="*/ 3124469 w 4006679"/>
                <a:gd name="connsiteY2272" fmla="*/ 3482067 h 5664927"/>
                <a:gd name="connsiteX2273" fmla="*/ 2409751 w 4006679"/>
                <a:gd name="connsiteY2273" fmla="*/ 3416414 h 5664927"/>
                <a:gd name="connsiteX2274" fmla="*/ 2338130 w 4006679"/>
                <a:gd name="connsiteY2274" fmla="*/ 3446256 h 5664927"/>
                <a:gd name="connsiteX2275" fmla="*/ 2336637 w 4006679"/>
                <a:gd name="connsiteY2275" fmla="*/ 3476098 h 5664927"/>
                <a:gd name="connsiteX2276" fmla="*/ 2396322 w 4006679"/>
                <a:gd name="connsiteY2276" fmla="*/ 3461177 h 5664927"/>
                <a:gd name="connsiteX2277" fmla="*/ 2409751 w 4006679"/>
                <a:gd name="connsiteY2277" fmla="*/ 3416414 h 5664927"/>
                <a:gd name="connsiteX2278" fmla="*/ 1974056 w 4006679"/>
                <a:gd name="connsiteY2278" fmla="*/ 3380603 h 5664927"/>
                <a:gd name="connsiteX2279" fmla="*/ 1942722 w 4006679"/>
                <a:gd name="connsiteY2279" fmla="*/ 3413430 h 5664927"/>
                <a:gd name="connsiteX2280" fmla="*/ 2005390 w 4006679"/>
                <a:gd name="connsiteY2280" fmla="*/ 3411938 h 5664927"/>
                <a:gd name="connsiteX2281" fmla="*/ 1974056 w 4006679"/>
                <a:gd name="connsiteY2281" fmla="*/ 3380603 h 5664927"/>
                <a:gd name="connsiteX2282" fmla="*/ 2797698 w 4006679"/>
                <a:gd name="connsiteY2282" fmla="*/ 3446256 h 5664927"/>
                <a:gd name="connsiteX2283" fmla="*/ 2790238 w 4006679"/>
                <a:gd name="connsiteY2283" fmla="*/ 3452224 h 5664927"/>
                <a:gd name="connsiteX2284" fmla="*/ 2766364 w 4006679"/>
                <a:gd name="connsiteY2284" fmla="*/ 3488035 h 5664927"/>
                <a:gd name="connsiteX2285" fmla="*/ 2805159 w 4006679"/>
                <a:gd name="connsiteY2285" fmla="*/ 3495495 h 5664927"/>
                <a:gd name="connsiteX2286" fmla="*/ 2797698 w 4006679"/>
                <a:gd name="connsiteY2286" fmla="*/ 3446256 h 5664927"/>
                <a:gd name="connsiteX2287" fmla="*/ 1542837 w 4006679"/>
                <a:gd name="connsiteY2287" fmla="*/ 3343301 h 5664927"/>
                <a:gd name="connsiteX2288" fmla="*/ 1445850 w 4006679"/>
                <a:gd name="connsiteY2288" fmla="*/ 3382095 h 5664927"/>
                <a:gd name="connsiteX2289" fmla="*/ 1404071 w 4006679"/>
                <a:gd name="connsiteY2289" fmla="*/ 3462669 h 5664927"/>
                <a:gd name="connsiteX2290" fmla="*/ 1402579 w 4006679"/>
                <a:gd name="connsiteY2290" fmla="*/ 3467145 h 5664927"/>
                <a:gd name="connsiteX2291" fmla="*/ 1396611 w 4006679"/>
                <a:gd name="connsiteY2291" fmla="*/ 3504448 h 5664927"/>
                <a:gd name="connsiteX2292" fmla="*/ 1427945 w 4006679"/>
                <a:gd name="connsiteY2292" fmla="*/ 3571593 h 5664927"/>
                <a:gd name="connsiteX2293" fmla="*/ 1430929 w 4006679"/>
                <a:gd name="connsiteY2293" fmla="*/ 3573085 h 5664927"/>
                <a:gd name="connsiteX2294" fmla="*/ 1471216 w 4006679"/>
                <a:gd name="connsiteY2294" fmla="*/ 3552196 h 5664927"/>
                <a:gd name="connsiteX2295" fmla="*/ 1462264 w 4006679"/>
                <a:gd name="connsiteY2295" fmla="*/ 3541751 h 5664927"/>
                <a:gd name="connsiteX2296" fmla="*/ 1454803 w 4006679"/>
                <a:gd name="connsiteY2296" fmla="*/ 3405969 h 5664927"/>
                <a:gd name="connsiteX2297" fmla="*/ 1563727 w 4006679"/>
                <a:gd name="connsiteY2297" fmla="*/ 3386572 h 5664927"/>
                <a:gd name="connsiteX2298" fmla="*/ 1571187 w 4006679"/>
                <a:gd name="connsiteY2298" fmla="*/ 3392540 h 5664927"/>
                <a:gd name="connsiteX2299" fmla="*/ 1601029 w 4006679"/>
                <a:gd name="connsiteY2299" fmla="*/ 3485051 h 5664927"/>
                <a:gd name="connsiteX2300" fmla="*/ 1544329 w 4006679"/>
                <a:gd name="connsiteY2300" fmla="*/ 3532798 h 5664927"/>
                <a:gd name="connsiteX2301" fmla="*/ 1475692 w 4006679"/>
                <a:gd name="connsiteY2301" fmla="*/ 3443272 h 5664927"/>
                <a:gd name="connsiteX2302" fmla="*/ 1481661 w 4006679"/>
                <a:gd name="connsiteY2302" fmla="*/ 3432827 h 5664927"/>
                <a:gd name="connsiteX2303" fmla="*/ 1539853 w 4006679"/>
                <a:gd name="connsiteY2303" fmla="*/ 3417906 h 5664927"/>
                <a:gd name="connsiteX2304" fmla="*/ 1560742 w 4006679"/>
                <a:gd name="connsiteY2304" fmla="*/ 3470130 h 5664927"/>
                <a:gd name="connsiteX2305" fmla="*/ 1505535 w 4006679"/>
                <a:gd name="connsiteY2305" fmla="*/ 3491019 h 5664927"/>
                <a:gd name="connsiteX2306" fmla="*/ 1496582 w 4006679"/>
                <a:gd name="connsiteY2306" fmla="*/ 3482067 h 5664927"/>
                <a:gd name="connsiteX2307" fmla="*/ 1490613 w 4006679"/>
                <a:gd name="connsiteY2307" fmla="*/ 3488035 h 5664927"/>
                <a:gd name="connsiteX2308" fmla="*/ 1520456 w 4006679"/>
                <a:gd name="connsiteY2308" fmla="*/ 3511909 h 5664927"/>
                <a:gd name="connsiteX2309" fmla="*/ 1592077 w 4006679"/>
                <a:gd name="connsiteY2309" fmla="*/ 3483559 h 5664927"/>
                <a:gd name="connsiteX2310" fmla="*/ 1520456 w 4006679"/>
                <a:gd name="connsiteY2310" fmla="*/ 3391048 h 5664927"/>
                <a:gd name="connsiteX2311" fmla="*/ 1448834 w 4006679"/>
                <a:gd name="connsiteY2311" fmla="*/ 3479082 h 5664927"/>
                <a:gd name="connsiteX2312" fmla="*/ 1475692 w 4006679"/>
                <a:gd name="connsiteY2312" fmla="*/ 3531306 h 5664927"/>
                <a:gd name="connsiteX2313" fmla="*/ 1560742 w 4006679"/>
                <a:gd name="connsiteY2313" fmla="*/ 3582038 h 5664927"/>
                <a:gd name="connsiteX2314" fmla="*/ 1639824 w 4006679"/>
                <a:gd name="connsiteY2314" fmla="*/ 3544735 h 5664927"/>
                <a:gd name="connsiteX2315" fmla="*/ 1651761 w 4006679"/>
                <a:gd name="connsiteY2315" fmla="*/ 3444764 h 5664927"/>
                <a:gd name="connsiteX2316" fmla="*/ 1618935 w 4006679"/>
                <a:gd name="connsiteY2316" fmla="*/ 3386572 h 5664927"/>
                <a:gd name="connsiteX2317" fmla="*/ 1542837 w 4006679"/>
                <a:gd name="connsiteY2317" fmla="*/ 3343301 h 5664927"/>
                <a:gd name="connsiteX2318" fmla="*/ 1765651 w 4006679"/>
                <a:gd name="connsiteY2318" fmla="*/ 3357220 h 5664927"/>
                <a:gd name="connsiteX2319" fmla="*/ 1745764 w 4006679"/>
                <a:gd name="connsiteY2319" fmla="*/ 3356730 h 5664927"/>
                <a:gd name="connsiteX2320" fmla="*/ 1783066 w 4006679"/>
                <a:gd name="connsiteY2320" fmla="*/ 3388064 h 5664927"/>
                <a:gd name="connsiteX2321" fmla="*/ 1765651 w 4006679"/>
                <a:gd name="connsiteY2321" fmla="*/ 3357220 h 5664927"/>
                <a:gd name="connsiteX2322" fmla="*/ 2677397 w 4006679"/>
                <a:gd name="connsiteY2322" fmla="*/ 3430962 h 5664927"/>
                <a:gd name="connsiteX2323" fmla="*/ 2652964 w 4006679"/>
                <a:gd name="connsiteY2323" fmla="*/ 3449240 h 5664927"/>
                <a:gd name="connsiteX2324" fmla="*/ 2678330 w 4006679"/>
                <a:gd name="connsiteY2324" fmla="*/ 3480574 h 5664927"/>
                <a:gd name="connsiteX2325" fmla="*/ 2700711 w 4006679"/>
                <a:gd name="connsiteY2325" fmla="*/ 3459685 h 5664927"/>
                <a:gd name="connsiteX2326" fmla="*/ 2677397 w 4006679"/>
                <a:gd name="connsiteY2326" fmla="*/ 3430962 h 5664927"/>
                <a:gd name="connsiteX2327" fmla="*/ 1706223 w 4006679"/>
                <a:gd name="connsiteY2327" fmla="*/ 3348849 h 5664927"/>
                <a:gd name="connsiteX2328" fmla="*/ 1683095 w 4006679"/>
                <a:gd name="connsiteY2328" fmla="*/ 3347777 h 5664927"/>
                <a:gd name="connsiteX2329" fmla="*/ 1726366 w 4006679"/>
                <a:gd name="connsiteY2329" fmla="*/ 3376127 h 5664927"/>
                <a:gd name="connsiteX2330" fmla="*/ 1706223 w 4006679"/>
                <a:gd name="connsiteY2330" fmla="*/ 3348849 h 5664927"/>
                <a:gd name="connsiteX2331" fmla="*/ 1165335 w 4006679"/>
                <a:gd name="connsiteY2331" fmla="*/ 3301522 h 5664927"/>
                <a:gd name="connsiteX2332" fmla="*/ 1110127 w 4006679"/>
                <a:gd name="connsiteY2332" fmla="*/ 3329872 h 5664927"/>
                <a:gd name="connsiteX2333" fmla="*/ 1125048 w 4006679"/>
                <a:gd name="connsiteY2333" fmla="*/ 3347777 h 5664927"/>
                <a:gd name="connsiteX2334" fmla="*/ 1136985 w 4006679"/>
                <a:gd name="connsiteY2334" fmla="*/ 3367174 h 5664927"/>
                <a:gd name="connsiteX2335" fmla="*/ 1171303 w 4006679"/>
                <a:gd name="connsiteY2335" fmla="*/ 3377619 h 5664927"/>
                <a:gd name="connsiteX2336" fmla="*/ 1207113 w 4006679"/>
                <a:gd name="connsiteY2336" fmla="*/ 3362698 h 5664927"/>
                <a:gd name="connsiteX2337" fmla="*/ 1165335 w 4006679"/>
                <a:gd name="connsiteY2337" fmla="*/ 3301522 h 5664927"/>
                <a:gd name="connsiteX2338" fmla="*/ 2884240 w 4006679"/>
                <a:gd name="connsiteY2338" fmla="*/ 3435811 h 5664927"/>
                <a:gd name="connsiteX2339" fmla="*/ 2840969 w 4006679"/>
                <a:gd name="connsiteY2339" fmla="*/ 3453717 h 5664927"/>
                <a:gd name="connsiteX2340" fmla="*/ 2835001 w 4006679"/>
                <a:gd name="connsiteY2340" fmla="*/ 3474606 h 5664927"/>
                <a:gd name="connsiteX2341" fmla="*/ 2846938 w 4006679"/>
                <a:gd name="connsiteY2341" fmla="*/ 3483559 h 5664927"/>
                <a:gd name="connsiteX2342" fmla="*/ 2893193 w 4006679"/>
                <a:gd name="connsiteY2342" fmla="*/ 3550703 h 5664927"/>
                <a:gd name="connsiteX2343" fmla="*/ 2915574 w 4006679"/>
                <a:gd name="connsiteY2343" fmla="*/ 3565625 h 5664927"/>
                <a:gd name="connsiteX2344" fmla="*/ 2960338 w 4006679"/>
                <a:gd name="connsiteY2344" fmla="*/ 3559656 h 5664927"/>
                <a:gd name="connsiteX2345" fmla="*/ 2884240 w 4006679"/>
                <a:gd name="connsiteY2345" fmla="*/ 3435811 h 5664927"/>
                <a:gd name="connsiteX2346" fmla="*/ 3011069 w 4006679"/>
                <a:gd name="connsiteY2346" fmla="*/ 3444764 h 5664927"/>
                <a:gd name="connsiteX2347" fmla="*/ 2967798 w 4006679"/>
                <a:gd name="connsiteY2347" fmla="*/ 3476098 h 5664927"/>
                <a:gd name="connsiteX2348" fmla="*/ 2967797 w 4006679"/>
                <a:gd name="connsiteY2348" fmla="*/ 3507432 h 5664927"/>
                <a:gd name="connsiteX2349" fmla="*/ 3031959 w 4006679"/>
                <a:gd name="connsiteY2349" fmla="*/ 3480574 h 5664927"/>
                <a:gd name="connsiteX2350" fmla="*/ 3011069 w 4006679"/>
                <a:gd name="connsiteY2350" fmla="*/ 3444764 h 5664927"/>
                <a:gd name="connsiteX2351" fmla="*/ 1820999 w 4006679"/>
                <a:gd name="connsiteY2351" fmla="*/ 3346378 h 5664927"/>
                <a:gd name="connsiteX2352" fmla="*/ 1805448 w 4006679"/>
                <a:gd name="connsiteY2352" fmla="*/ 3347777 h 5664927"/>
                <a:gd name="connsiteX2353" fmla="*/ 1790527 w 4006679"/>
                <a:gd name="connsiteY2353" fmla="*/ 3356730 h 5664927"/>
                <a:gd name="connsiteX2354" fmla="*/ 1803956 w 4006679"/>
                <a:gd name="connsiteY2354" fmla="*/ 3392540 h 5664927"/>
                <a:gd name="connsiteX2355" fmla="*/ 1836782 w 4006679"/>
                <a:gd name="connsiteY2355" fmla="*/ 3389556 h 5664927"/>
                <a:gd name="connsiteX2356" fmla="*/ 1847227 w 4006679"/>
                <a:gd name="connsiteY2356" fmla="*/ 3379111 h 5664927"/>
                <a:gd name="connsiteX2357" fmla="*/ 1820999 w 4006679"/>
                <a:gd name="connsiteY2357" fmla="*/ 3346378 h 5664927"/>
                <a:gd name="connsiteX2358" fmla="*/ 3255774 w 4006679"/>
                <a:gd name="connsiteY2358" fmla="*/ 3462669 h 5664927"/>
                <a:gd name="connsiteX2359" fmla="*/ 3179677 w 4006679"/>
                <a:gd name="connsiteY2359" fmla="*/ 3456701 h 5664927"/>
                <a:gd name="connsiteX2360" fmla="*/ 3151327 w 4006679"/>
                <a:gd name="connsiteY2360" fmla="*/ 3471622 h 5664927"/>
                <a:gd name="connsiteX2361" fmla="*/ 3187138 w 4006679"/>
                <a:gd name="connsiteY2361" fmla="*/ 3488035 h 5664927"/>
                <a:gd name="connsiteX2362" fmla="*/ 3257267 w 4006679"/>
                <a:gd name="connsiteY2362" fmla="*/ 3468638 h 5664927"/>
                <a:gd name="connsiteX2363" fmla="*/ 3255774 w 4006679"/>
                <a:gd name="connsiteY2363" fmla="*/ 3462669 h 5664927"/>
                <a:gd name="connsiteX2364" fmla="*/ 3142374 w 4006679"/>
                <a:gd name="connsiteY2364" fmla="*/ 3452224 h 5664927"/>
                <a:gd name="connsiteX2365" fmla="*/ 3112532 w 4006679"/>
                <a:gd name="connsiteY2365" fmla="*/ 3452224 h 5664927"/>
                <a:gd name="connsiteX2366" fmla="*/ 3142374 w 4006679"/>
                <a:gd name="connsiteY2366" fmla="*/ 3452224 h 5664927"/>
                <a:gd name="connsiteX2367" fmla="*/ 2376924 w 4006679"/>
                <a:gd name="connsiteY2367" fmla="*/ 3377619 h 5664927"/>
                <a:gd name="connsiteX2368" fmla="*/ 2324701 w 4006679"/>
                <a:gd name="connsiteY2368" fmla="*/ 3410445 h 5664927"/>
                <a:gd name="connsiteX2369" fmla="*/ 2372448 w 4006679"/>
                <a:gd name="connsiteY2369" fmla="*/ 3437303 h 5664927"/>
                <a:gd name="connsiteX2370" fmla="*/ 2394830 w 4006679"/>
                <a:gd name="connsiteY2370" fmla="*/ 3417906 h 5664927"/>
                <a:gd name="connsiteX2371" fmla="*/ 2376924 w 4006679"/>
                <a:gd name="connsiteY2371" fmla="*/ 3377619 h 5664927"/>
                <a:gd name="connsiteX2372" fmla="*/ 2472419 w 4006679"/>
                <a:gd name="connsiteY2372" fmla="*/ 3382095 h 5664927"/>
                <a:gd name="connsiteX2373" fmla="*/ 2430640 w 4006679"/>
                <a:gd name="connsiteY2373" fmla="*/ 3404477 h 5664927"/>
                <a:gd name="connsiteX2374" fmla="*/ 2439593 w 4006679"/>
                <a:gd name="connsiteY2374" fmla="*/ 3494003 h 5664927"/>
                <a:gd name="connsiteX2375" fmla="*/ 2423180 w 4006679"/>
                <a:gd name="connsiteY2375" fmla="*/ 3585022 h 5664927"/>
                <a:gd name="connsiteX2376" fmla="*/ 2456006 w 4006679"/>
                <a:gd name="connsiteY2376" fmla="*/ 3586514 h 5664927"/>
                <a:gd name="connsiteX2377" fmla="*/ 2472419 w 4006679"/>
                <a:gd name="connsiteY2377" fmla="*/ 3579053 h 5664927"/>
                <a:gd name="connsiteX2378" fmla="*/ 2497785 w 4006679"/>
                <a:gd name="connsiteY2378" fmla="*/ 3522354 h 5664927"/>
                <a:gd name="connsiteX2379" fmla="*/ 2472419 w 4006679"/>
                <a:gd name="connsiteY2379" fmla="*/ 3382095 h 5664927"/>
                <a:gd name="connsiteX2380" fmla="*/ 3433591 w 4006679"/>
                <a:gd name="connsiteY2380" fmla="*/ 3459196 h 5664927"/>
                <a:gd name="connsiteX2381" fmla="*/ 3355746 w 4006679"/>
                <a:gd name="connsiteY2381" fmla="*/ 3482067 h 5664927"/>
                <a:gd name="connsiteX2382" fmla="*/ 3419906 w 4006679"/>
                <a:gd name="connsiteY2382" fmla="*/ 3508924 h 5664927"/>
                <a:gd name="connsiteX2383" fmla="*/ 3484066 w 4006679"/>
                <a:gd name="connsiteY2383" fmla="*/ 3543243 h 5664927"/>
                <a:gd name="connsiteX2384" fmla="*/ 3537782 w 4006679"/>
                <a:gd name="connsiteY2384" fmla="*/ 3582038 h 5664927"/>
                <a:gd name="connsiteX2385" fmla="*/ 3507940 w 4006679"/>
                <a:gd name="connsiteY2385" fmla="*/ 3579053 h 5664927"/>
                <a:gd name="connsiteX2386" fmla="*/ 3369175 w 4006679"/>
                <a:gd name="connsiteY2386" fmla="*/ 3510416 h 5664927"/>
                <a:gd name="connsiteX2387" fmla="*/ 3306506 w 4006679"/>
                <a:gd name="connsiteY2387" fmla="*/ 3498480 h 5664927"/>
                <a:gd name="connsiteX2388" fmla="*/ 3233393 w 4006679"/>
                <a:gd name="connsiteY2388" fmla="*/ 3523845 h 5664927"/>
                <a:gd name="connsiteX2389" fmla="*/ 3303522 w 4006679"/>
                <a:gd name="connsiteY2389" fmla="*/ 3552196 h 5664927"/>
                <a:gd name="connsiteX2390" fmla="*/ 3487051 w 4006679"/>
                <a:gd name="connsiteY2390" fmla="*/ 3616356 h 5664927"/>
                <a:gd name="connsiteX2391" fmla="*/ 3607911 w 4006679"/>
                <a:gd name="connsiteY2391" fmla="*/ 3668580 h 5664927"/>
                <a:gd name="connsiteX2392" fmla="*/ 3673564 w 4006679"/>
                <a:gd name="connsiteY2392" fmla="*/ 3673056 h 5664927"/>
                <a:gd name="connsiteX2393" fmla="*/ 3670580 w 4006679"/>
                <a:gd name="connsiteY2393" fmla="*/ 3641722 h 5664927"/>
                <a:gd name="connsiteX2394" fmla="*/ 3537782 w 4006679"/>
                <a:gd name="connsiteY2394" fmla="*/ 3510416 h 5664927"/>
                <a:gd name="connsiteX2395" fmla="*/ 3461685 w 4006679"/>
                <a:gd name="connsiteY2395" fmla="*/ 3468638 h 5664927"/>
                <a:gd name="connsiteX2396" fmla="*/ 3433591 w 4006679"/>
                <a:gd name="connsiteY2396" fmla="*/ 3459196 h 5664927"/>
                <a:gd name="connsiteX2397" fmla="*/ 3025990 w 4006679"/>
                <a:gd name="connsiteY2397" fmla="*/ 3422382 h 5664927"/>
                <a:gd name="connsiteX2398" fmla="*/ 3021514 w 4006679"/>
                <a:gd name="connsiteY2398" fmla="*/ 3426859 h 5664927"/>
                <a:gd name="connsiteX2399" fmla="*/ 3054340 w 4006679"/>
                <a:gd name="connsiteY2399" fmla="*/ 3532798 h 5664927"/>
                <a:gd name="connsiteX2400" fmla="*/ 3096119 w 4006679"/>
                <a:gd name="connsiteY2400" fmla="*/ 3522354 h 5664927"/>
                <a:gd name="connsiteX2401" fmla="*/ 3109548 w 4006679"/>
                <a:gd name="connsiteY2401" fmla="*/ 3507432 h 5664927"/>
                <a:gd name="connsiteX2402" fmla="*/ 3105072 w 4006679"/>
                <a:gd name="connsiteY2402" fmla="*/ 3471622 h 5664927"/>
                <a:gd name="connsiteX2403" fmla="*/ 3088659 w 4006679"/>
                <a:gd name="connsiteY2403" fmla="*/ 3443272 h 5664927"/>
                <a:gd name="connsiteX2404" fmla="*/ 3025990 w 4006679"/>
                <a:gd name="connsiteY2404" fmla="*/ 3422382 h 5664927"/>
                <a:gd name="connsiteX2405" fmla="*/ 2702203 w 4006679"/>
                <a:gd name="connsiteY2405" fmla="*/ 3389556 h 5664927"/>
                <a:gd name="connsiteX2406" fmla="*/ 2687281 w 4006679"/>
                <a:gd name="connsiteY2406" fmla="*/ 3413430 h 5664927"/>
                <a:gd name="connsiteX2407" fmla="*/ 2715632 w 4006679"/>
                <a:gd name="connsiteY2407" fmla="*/ 3440288 h 5664927"/>
                <a:gd name="connsiteX2408" fmla="*/ 2717124 w 4006679"/>
                <a:gd name="connsiteY2408" fmla="*/ 3398509 h 5664927"/>
                <a:gd name="connsiteX2409" fmla="*/ 2702203 w 4006679"/>
                <a:gd name="connsiteY2409" fmla="*/ 3389556 h 5664927"/>
                <a:gd name="connsiteX2410" fmla="*/ 1871100 w 4006679"/>
                <a:gd name="connsiteY2410" fmla="*/ 3319427 h 5664927"/>
                <a:gd name="connsiteX2411" fmla="*/ 1844242 w 4006679"/>
                <a:gd name="connsiteY2411" fmla="*/ 3338824 h 5664927"/>
                <a:gd name="connsiteX2412" fmla="*/ 1859164 w 4006679"/>
                <a:gd name="connsiteY2412" fmla="*/ 3370159 h 5664927"/>
                <a:gd name="connsiteX2413" fmla="*/ 1872593 w 4006679"/>
                <a:gd name="connsiteY2413" fmla="*/ 3376127 h 5664927"/>
                <a:gd name="connsiteX2414" fmla="*/ 1902435 w 4006679"/>
                <a:gd name="connsiteY2414" fmla="*/ 3352253 h 5664927"/>
                <a:gd name="connsiteX2415" fmla="*/ 1871100 w 4006679"/>
                <a:gd name="connsiteY2415" fmla="*/ 3319427 h 5664927"/>
                <a:gd name="connsiteX2416" fmla="*/ 2982719 w 4006679"/>
                <a:gd name="connsiteY2416" fmla="*/ 3402985 h 5664927"/>
                <a:gd name="connsiteX2417" fmla="*/ 2931988 w 4006679"/>
                <a:gd name="connsiteY2417" fmla="*/ 3455209 h 5664927"/>
                <a:gd name="connsiteX2418" fmla="*/ 2955861 w 4006679"/>
                <a:gd name="connsiteY2418" fmla="*/ 3467145 h 5664927"/>
                <a:gd name="connsiteX2419" fmla="*/ 3005101 w 4006679"/>
                <a:gd name="connsiteY2419" fmla="*/ 3429843 h 5664927"/>
                <a:gd name="connsiteX2420" fmla="*/ 2982719 w 4006679"/>
                <a:gd name="connsiteY2420" fmla="*/ 3402985 h 5664927"/>
                <a:gd name="connsiteX2421" fmla="*/ 2094916 w 4006679"/>
                <a:gd name="connsiteY2421" fmla="*/ 3328380 h 5664927"/>
                <a:gd name="connsiteX2422" fmla="*/ 2068058 w 4006679"/>
                <a:gd name="connsiteY2422" fmla="*/ 3347777 h 5664927"/>
                <a:gd name="connsiteX2423" fmla="*/ 2088948 w 4006679"/>
                <a:gd name="connsiteY2423" fmla="*/ 3352253 h 5664927"/>
                <a:gd name="connsiteX2424" fmla="*/ 2094916 w 4006679"/>
                <a:gd name="connsiteY2424" fmla="*/ 3328380 h 5664927"/>
                <a:gd name="connsiteX2425" fmla="*/ 2833509 w 4006679"/>
                <a:gd name="connsiteY2425" fmla="*/ 3385080 h 5664927"/>
                <a:gd name="connsiteX2426" fmla="*/ 2812619 w 4006679"/>
                <a:gd name="connsiteY2426" fmla="*/ 3423874 h 5664927"/>
                <a:gd name="connsiteX2427" fmla="*/ 2843953 w 4006679"/>
                <a:gd name="connsiteY2427" fmla="*/ 3438796 h 5664927"/>
                <a:gd name="connsiteX2428" fmla="*/ 2864843 w 4006679"/>
                <a:gd name="connsiteY2428" fmla="*/ 3425366 h 5664927"/>
                <a:gd name="connsiteX2429" fmla="*/ 2861859 w 4006679"/>
                <a:gd name="connsiteY2429" fmla="*/ 3402985 h 5664927"/>
                <a:gd name="connsiteX2430" fmla="*/ 2833509 w 4006679"/>
                <a:gd name="connsiteY2430" fmla="*/ 3385080 h 5664927"/>
                <a:gd name="connsiteX2431" fmla="*/ 2157398 w 4006679"/>
                <a:gd name="connsiteY2431" fmla="*/ 3325769 h 5664927"/>
                <a:gd name="connsiteX2432" fmla="*/ 2147140 w 4006679"/>
                <a:gd name="connsiteY2432" fmla="*/ 3326888 h 5664927"/>
                <a:gd name="connsiteX2433" fmla="*/ 2173998 w 4006679"/>
                <a:gd name="connsiteY2433" fmla="*/ 3364190 h 5664927"/>
                <a:gd name="connsiteX2434" fmla="*/ 2166537 w 4006679"/>
                <a:gd name="connsiteY2434" fmla="*/ 3326888 h 5664927"/>
                <a:gd name="connsiteX2435" fmla="*/ 2157398 w 4006679"/>
                <a:gd name="connsiteY2435" fmla="*/ 3325769 h 5664927"/>
                <a:gd name="connsiteX2436" fmla="*/ 2124758 w 4006679"/>
                <a:gd name="connsiteY2436" fmla="*/ 3322411 h 5664927"/>
                <a:gd name="connsiteX2437" fmla="*/ 2114314 w 4006679"/>
                <a:gd name="connsiteY2437" fmla="*/ 3325395 h 5664927"/>
                <a:gd name="connsiteX2438" fmla="*/ 2111330 w 4006679"/>
                <a:gd name="connsiteY2438" fmla="*/ 3353745 h 5664927"/>
                <a:gd name="connsiteX2439" fmla="*/ 2133711 w 4006679"/>
                <a:gd name="connsiteY2439" fmla="*/ 3361206 h 5664927"/>
                <a:gd name="connsiteX2440" fmla="*/ 2133711 w 4006679"/>
                <a:gd name="connsiteY2440" fmla="*/ 3332856 h 5664927"/>
                <a:gd name="connsiteX2441" fmla="*/ 2124758 w 4006679"/>
                <a:gd name="connsiteY2441" fmla="*/ 3322411 h 5664927"/>
                <a:gd name="connsiteX2442" fmla="*/ 2211673 w 4006679"/>
                <a:gd name="connsiteY2442" fmla="*/ 3326514 h 5664927"/>
                <a:gd name="connsiteX2443" fmla="*/ 2187427 w 4006679"/>
                <a:gd name="connsiteY2443" fmla="*/ 3328380 h 5664927"/>
                <a:gd name="connsiteX2444" fmla="*/ 2196380 w 4006679"/>
                <a:gd name="connsiteY2444" fmla="*/ 3362698 h 5664927"/>
                <a:gd name="connsiteX2445" fmla="*/ 2224729 w 4006679"/>
                <a:gd name="connsiteY2445" fmla="*/ 3353745 h 5664927"/>
                <a:gd name="connsiteX2446" fmla="*/ 2211673 w 4006679"/>
                <a:gd name="connsiteY2446" fmla="*/ 3326514 h 5664927"/>
                <a:gd name="connsiteX2447" fmla="*/ 1905419 w 4006679"/>
                <a:gd name="connsiteY2447" fmla="*/ 3292569 h 5664927"/>
                <a:gd name="connsiteX2448" fmla="*/ 1887514 w 4006679"/>
                <a:gd name="connsiteY2448" fmla="*/ 3308982 h 5664927"/>
                <a:gd name="connsiteX2449" fmla="*/ 1906911 w 4006679"/>
                <a:gd name="connsiteY2449" fmla="*/ 3338824 h 5664927"/>
                <a:gd name="connsiteX2450" fmla="*/ 1915864 w 4006679"/>
                <a:gd name="connsiteY2450" fmla="*/ 3347777 h 5664927"/>
                <a:gd name="connsiteX2451" fmla="*/ 1905419 w 4006679"/>
                <a:gd name="connsiteY2451" fmla="*/ 3292569 h 5664927"/>
                <a:gd name="connsiteX2452" fmla="*/ 2939448 w 4006679"/>
                <a:gd name="connsiteY2452" fmla="*/ 3374635 h 5664927"/>
                <a:gd name="connsiteX2453" fmla="*/ 2912590 w 4006679"/>
                <a:gd name="connsiteY2453" fmla="*/ 3425366 h 5664927"/>
                <a:gd name="connsiteX2454" fmla="*/ 2920051 w 4006679"/>
                <a:gd name="connsiteY2454" fmla="*/ 3438796 h 5664927"/>
                <a:gd name="connsiteX2455" fmla="*/ 2969290 w 4006679"/>
                <a:gd name="connsiteY2455" fmla="*/ 3394032 h 5664927"/>
                <a:gd name="connsiteX2456" fmla="*/ 2939448 w 4006679"/>
                <a:gd name="connsiteY2456" fmla="*/ 3374635 h 5664927"/>
                <a:gd name="connsiteX2457" fmla="*/ 2508229 w 4006679"/>
                <a:gd name="connsiteY2457" fmla="*/ 3337332 h 5664927"/>
                <a:gd name="connsiteX2458" fmla="*/ 2478387 w 4006679"/>
                <a:gd name="connsiteY2458" fmla="*/ 3353745 h 5664927"/>
                <a:gd name="connsiteX2459" fmla="*/ 2517182 w 4006679"/>
                <a:gd name="connsiteY2459" fmla="*/ 3479082 h 5664927"/>
                <a:gd name="connsiteX2460" fmla="*/ 2557469 w 4006679"/>
                <a:gd name="connsiteY2460" fmla="*/ 3444764 h 5664927"/>
                <a:gd name="connsiteX2461" fmla="*/ 2545532 w 4006679"/>
                <a:gd name="connsiteY2461" fmla="*/ 3422382 h 5664927"/>
                <a:gd name="connsiteX2462" fmla="*/ 2521659 w 4006679"/>
                <a:gd name="connsiteY2462" fmla="*/ 3423874 h 5664927"/>
                <a:gd name="connsiteX2463" fmla="*/ 2503753 w 4006679"/>
                <a:gd name="connsiteY2463" fmla="*/ 3420890 h 5664927"/>
                <a:gd name="connsiteX2464" fmla="*/ 2508229 w 4006679"/>
                <a:gd name="connsiteY2464" fmla="*/ 3337332 h 5664927"/>
                <a:gd name="connsiteX2465" fmla="*/ 2722720 w 4006679"/>
                <a:gd name="connsiteY2465" fmla="*/ 3352067 h 5664927"/>
                <a:gd name="connsiteX2466" fmla="*/ 2714140 w 4006679"/>
                <a:gd name="connsiteY2466" fmla="*/ 3358222 h 5664927"/>
                <a:gd name="connsiteX2467" fmla="*/ 2718616 w 4006679"/>
                <a:gd name="connsiteY2467" fmla="*/ 3380603 h 5664927"/>
                <a:gd name="connsiteX2468" fmla="*/ 2743982 w 4006679"/>
                <a:gd name="connsiteY2468" fmla="*/ 3398509 h 5664927"/>
                <a:gd name="connsiteX2469" fmla="*/ 2733538 w 4006679"/>
                <a:gd name="connsiteY2469" fmla="*/ 3353745 h 5664927"/>
                <a:gd name="connsiteX2470" fmla="*/ 2722720 w 4006679"/>
                <a:gd name="connsiteY2470" fmla="*/ 3352067 h 5664927"/>
                <a:gd name="connsiteX2471" fmla="*/ 1635348 w 4006679"/>
                <a:gd name="connsiteY2471" fmla="*/ 3253774 h 5664927"/>
                <a:gd name="connsiteX2472" fmla="*/ 1611474 w 4006679"/>
                <a:gd name="connsiteY2472" fmla="*/ 3304506 h 5664927"/>
                <a:gd name="connsiteX2473" fmla="*/ 1636840 w 4006679"/>
                <a:gd name="connsiteY2473" fmla="*/ 3307490 h 5664927"/>
                <a:gd name="connsiteX2474" fmla="*/ 1654745 w 4006679"/>
                <a:gd name="connsiteY2474" fmla="*/ 3295553 h 5664927"/>
                <a:gd name="connsiteX2475" fmla="*/ 1635348 w 4006679"/>
                <a:gd name="connsiteY2475" fmla="*/ 3253774 h 5664927"/>
                <a:gd name="connsiteX2476" fmla="*/ 2433624 w 4006679"/>
                <a:gd name="connsiteY2476" fmla="*/ 3317935 h 5664927"/>
                <a:gd name="connsiteX2477" fmla="*/ 2390352 w 4006679"/>
                <a:gd name="connsiteY2477" fmla="*/ 3364190 h 5664927"/>
                <a:gd name="connsiteX2478" fmla="*/ 2444069 w 4006679"/>
                <a:gd name="connsiteY2478" fmla="*/ 3388064 h 5664927"/>
                <a:gd name="connsiteX2479" fmla="*/ 2454514 w 4006679"/>
                <a:gd name="connsiteY2479" fmla="*/ 3365682 h 5664927"/>
                <a:gd name="connsiteX2480" fmla="*/ 2433624 w 4006679"/>
                <a:gd name="connsiteY2480" fmla="*/ 3317935 h 5664927"/>
                <a:gd name="connsiteX2481" fmla="*/ 2908114 w 4006679"/>
                <a:gd name="connsiteY2481" fmla="*/ 3355238 h 5664927"/>
                <a:gd name="connsiteX2482" fmla="*/ 2896177 w 4006679"/>
                <a:gd name="connsiteY2482" fmla="*/ 3361206 h 5664927"/>
                <a:gd name="connsiteX2483" fmla="*/ 2872303 w 4006679"/>
                <a:gd name="connsiteY2483" fmla="*/ 3388064 h 5664927"/>
                <a:gd name="connsiteX2484" fmla="*/ 2891701 w 4006679"/>
                <a:gd name="connsiteY2484" fmla="*/ 3417906 h 5664927"/>
                <a:gd name="connsiteX2485" fmla="*/ 2917067 w 4006679"/>
                <a:gd name="connsiteY2485" fmla="*/ 3368666 h 5664927"/>
                <a:gd name="connsiteX2486" fmla="*/ 2908114 w 4006679"/>
                <a:gd name="connsiteY2486" fmla="*/ 3355238 h 5664927"/>
                <a:gd name="connsiteX2487" fmla="*/ 1459279 w 4006679"/>
                <a:gd name="connsiteY2487" fmla="*/ 3235869 h 5664927"/>
                <a:gd name="connsiteX2488" fmla="*/ 1518964 w 4006679"/>
                <a:gd name="connsiteY2488" fmla="*/ 3322411 h 5664927"/>
                <a:gd name="connsiteX2489" fmla="*/ 1559250 w 4006679"/>
                <a:gd name="connsiteY2489" fmla="*/ 3332856 h 5664927"/>
                <a:gd name="connsiteX2490" fmla="*/ 1562235 w 4006679"/>
                <a:gd name="connsiteY2490" fmla="*/ 3323903 h 5664927"/>
                <a:gd name="connsiteX2491" fmla="*/ 1459279 w 4006679"/>
                <a:gd name="connsiteY2491" fmla="*/ 3235869 h 5664927"/>
                <a:gd name="connsiteX2492" fmla="*/ 913169 w 4006679"/>
                <a:gd name="connsiteY2492" fmla="*/ 3189614 h 5664927"/>
                <a:gd name="connsiteX2493" fmla="*/ 862437 w 4006679"/>
                <a:gd name="connsiteY2493" fmla="*/ 3191106 h 5664927"/>
                <a:gd name="connsiteX2494" fmla="*/ 881834 w 4006679"/>
                <a:gd name="connsiteY2494" fmla="*/ 3335840 h 5664927"/>
                <a:gd name="connsiteX2495" fmla="*/ 969869 w 4006679"/>
                <a:gd name="connsiteY2495" fmla="*/ 3295553 h 5664927"/>
                <a:gd name="connsiteX2496" fmla="*/ 913169 w 4006679"/>
                <a:gd name="connsiteY2496" fmla="*/ 3189614 h 5664927"/>
                <a:gd name="connsiteX2497" fmla="*/ 2043066 w 4006679"/>
                <a:gd name="connsiteY2497" fmla="*/ 3281751 h 5664927"/>
                <a:gd name="connsiteX2498" fmla="*/ 2032248 w 4006679"/>
                <a:gd name="connsiteY2498" fmla="*/ 3292569 h 5664927"/>
                <a:gd name="connsiteX2499" fmla="*/ 2000914 w 4006679"/>
                <a:gd name="connsiteY2499" fmla="*/ 3346285 h 5664927"/>
                <a:gd name="connsiteX2500" fmla="*/ 1981516 w 4006679"/>
                <a:gd name="connsiteY2500" fmla="*/ 3371651 h 5664927"/>
                <a:gd name="connsiteX2501" fmla="*/ 2012850 w 4006679"/>
                <a:gd name="connsiteY2501" fmla="*/ 3385080 h 5664927"/>
                <a:gd name="connsiteX2502" fmla="*/ 2038216 w 4006679"/>
                <a:gd name="connsiteY2502" fmla="*/ 3374635 h 5664927"/>
                <a:gd name="connsiteX2503" fmla="*/ 2032248 w 4006679"/>
                <a:gd name="connsiteY2503" fmla="*/ 3352253 h 5664927"/>
                <a:gd name="connsiteX2504" fmla="*/ 2020311 w 4006679"/>
                <a:gd name="connsiteY2504" fmla="*/ 3331364 h 5664927"/>
                <a:gd name="connsiteX2505" fmla="*/ 2051645 w 4006679"/>
                <a:gd name="connsiteY2505" fmla="*/ 3337332 h 5664927"/>
                <a:gd name="connsiteX2506" fmla="*/ 2078503 w 4006679"/>
                <a:gd name="connsiteY2506" fmla="*/ 3316443 h 5664927"/>
                <a:gd name="connsiteX2507" fmla="*/ 2056122 w 4006679"/>
                <a:gd name="connsiteY2507" fmla="*/ 3286601 h 5664927"/>
                <a:gd name="connsiteX2508" fmla="*/ 2043066 w 4006679"/>
                <a:gd name="connsiteY2508" fmla="*/ 3281751 h 5664927"/>
                <a:gd name="connsiteX2509" fmla="*/ 2257556 w 4006679"/>
                <a:gd name="connsiteY2509" fmla="*/ 3295553 h 5664927"/>
                <a:gd name="connsiteX2510" fmla="*/ 2221745 w 4006679"/>
                <a:gd name="connsiteY2510" fmla="*/ 3314951 h 5664927"/>
                <a:gd name="connsiteX2511" fmla="*/ 2248603 w 4006679"/>
                <a:gd name="connsiteY2511" fmla="*/ 3346285 h 5664927"/>
                <a:gd name="connsiteX2512" fmla="*/ 2279938 w 4006679"/>
                <a:gd name="connsiteY2512" fmla="*/ 3332856 h 5664927"/>
                <a:gd name="connsiteX2513" fmla="*/ 2257556 w 4006679"/>
                <a:gd name="connsiteY2513" fmla="*/ 3295553 h 5664927"/>
                <a:gd name="connsiteX2514" fmla="*/ 1932277 w 4006679"/>
                <a:gd name="connsiteY2514" fmla="*/ 3250790 h 5664927"/>
                <a:gd name="connsiteX2515" fmla="*/ 1918848 w 4006679"/>
                <a:gd name="connsiteY2515" fmla="*/ 3276156 h 5664927"/>
                <a:gd name="connsiteX2516" fmla="*/ 1924816 w 4006679"/>
                <a:gd name="connsiteY2516" fmla="*/ 3285109 h 5664927"/>
                <a:gd name="connsiteX2517" fmla="*/ 1945706 w 4006679"/>
                <a:gd name="connsiteY2517" fmla="*/ 3304506 h 5664927"/>
                <a:gd name="connsiteX2518" fmla="*/ 1932277 w 4006679"/>
                <a:gd name="connsiteY2518" fmla="*/ 3250790 h 5664927"/>
                <a:gd name="connsiteX2519" fmla="*/ 1541345 w 4006679"/>
                <a:gd name="connsiteY2519" fmla="*/ 3216472 h 5664927"/>
                <a:gd name="connsiteX2520" fmla="*/ 1527916 w 4006679"/>
                <a:gd name="connsiteY2520" fmla="*/ 3219456 h 5664927"/>
                <a:gd name="connsiteX2521" fmla="*/ 1529408 w 4006679"/>
                <a:gd name="connsiteY2521" fmla="*/ 3234377 h 5664927"/>
                <a:gd name="connsiteX2522" fmla="*/ 1563727 w 4006679"/>
                <a:gd name="connsiteY2522" fmla="*/ 3265711 h 5664927"/>
                <a:gd name="connsiteX2523" fmla="*/ 1584616 w 4006679"/>
                <a:gd name="connsiteY2523" fmla="*/ 3240345 h 5664927"/>
                <a:gd name="connsiteX2524" fmla="*/ 1541345 w 4006679"/>
                <a:gd name="connsiteY2524" fmla="*/ 3216472 h 5664927"/>
                <a:gd name="connsiteX2525" fmla="*/ 3627309 w 4006679"/>
                <a:gd name="connsiteY2525" fmla="*/ 3386572 h 5664927"/>
                <a:gd name="connsiteX2526" fmla="*/ 3557180 w 4006679"/>
                <a:gd name="connsiteY2526" fmla="*/ 3408953 h 5664927"/>
                <a:gd name="connsiteX2527" fmla="*/ 3649690 w 4006679"/>
                <a:gd name="connsiteY2527" fmla="*/ 3467145 h 5664927"/>
                <a:gd name="connsiteX2528" fmla="*/ 3712359 w 4006679"/>
                <a:gd name="connsiteY2528" fmla="*/ 3513401 h 5664927"/>
                <a:gd name="connsiteX2529" fmla="*/ 3722803 w 4006679"/>
                <a:gd name="connsiteY2529" fmla="*/ 3537275 h 5664927"/>
                <a:gd name="connsiteX2530" fmla="*/ 3670580 w 4006679"/>
                <a:gd name="connsiteY2530" fmla="*/ 3505940 h 5664927"/>
                <a:gd name="connsiteX2531" fmla="*/ 3536290 w 4006679"/>
                <a:gd name="connsiteY2531" fmla="*/ 3423874 h 5664927"/>
                <a:gd name="connsiteX2532" fmla="*/ 3518385 w 4006679"/>
                <a:gd name="connsiteY2532" fmla="*/ 3422382 h 5664927"/>
                <a:gd name="connsiteX2533" fmla="*/ 3466161 w 4006679"/>
                <a:gd name="connsiteY2533" fmla="*/ 3443272 h 5664927"/>
                <a:gd name="connsiteX2534" fmla="*/ 3500480 w 4006679"/>
                <a:gd name="connsiteY2534" fmla="*/ 3461177 h 5664927"/>
                <a:gd name="connsiteX2535" fmla="*/ 3579562 w 4006679"/>
                <a:gd name="connsiteY2535" fmla="*/ 3516385 h 5664927"/>
                <a:gd name="connsiteX2536" fmla="*/ 3621340 w 4006679"/>
                <a:gd name="connsiteY2536" fmla="*/ 3549211 h 5664927"/>
                <a:gd name="connsiteX2537" fmla="*/ 3751154 w 4006679"/>
                <a:gd name="connsiteY2537" fmla="*/ 3619340 h 5664927"/>
                <a:gd name="connsiteX2538" fmla="*/ 3812330 w 4006679"/>
                <a:gd name="connsiteY2538" fmla="*/ 3608895 h 5664927"/>
                <a:gd name="connsiteX2539" fmla="*/ 3822775 w 4006679"/>
                <a:gd name="connsiteY2539" fmla="*/ 3553687 h 5664927"/>
                <a:gd name="connsiteX2540" fmla="*/ 3806361 w 4006679"/>
                <a:gd name="connsiteY2540" fmla="*/ 3525337 h 5664927"/>
                <a:gd name="connsiteX2541" fmla="*/ 3643722 w 4006679"/>
                <a:gd name="connsiteY2541" fmla="*/ 3389556 h 5664927"/>
                <a:gd name="connsiteX2542" fmla="*/ 3627309 w 4006679"/>
                <a:gd name="connsiteY2542" fmla="*/ 3386572 h 5664927"/>
                <a:gd name="connsiteX2543" fmla="*/ 2741977 w 4006679"/>
                <a:gd name="connsiteY2543" fmla="*/ 3310871 h 5664927"/>
                <a:gd name="connsiteX2544" fmla="*/ 2723093 w 4006679"/>
                <a:gd name="connsiteY2544" fmla="*/ 3335840 h 5664927"/>
                <a:gd name="connsiteX2545" fmla="*/ 2758903 w 4006679"/>
                <a:gd name="connsiteY2545" fmla="*/ 3346285 h 5664927"/>
                <a:gd name="connsiteX2546" fmla="*/ 2761887 w 4006679"/>
                <a:gd name="connsiteY2546" fmla="*/ 3319427 h 5664927"/>
                <a:gd name="connsiteX2547" fmla="*/ 2741977 w 4006679"/>
                <a:gd name="connsiteY2547" fmla="*/ 3310871 h 5664927"/>
                <a:gd name="connsiteX2548" fmla="*/ 2304184 w 4006679"/>
                <a:gd name="connsiteY2548" fmla="*/ 3267204 h 5664927"/>
                <a:gd name="connsiteX2549" fmla="*/ 2273969 w 4006679"/>
                <a:gd name="connsiteY2549" fmla="*/ 3288093 h 5664927"/>
                <a:gd name="connsiteX2550" fmla="*/ 2300827 w 4006679"/>
                <a:gd name="connsiteY2550" fmla="*/ 3320919 h 5664927"/>
                <a:gd name="connsiteX2551" fmla="*/ 2332161 w 4006679"/>
                <a:gd name="connsiteY2551" fmla="*/ 3300030 h 5664927"/>
                <a:gd name="connsiteX2552" fmla="*/ 2304184 w 4006679"/>
                <a:gd name="connsiteY2552" fmla="*/ 3267204 h 5664927"/>
                <a:gd name="connsiteX2553" fmla="*/ 2857382 w 4006679"/>
                <a:gd name="connsiteY2553" fmla="*/ 3301522 h 5664927"/>
                <a:gd name="connsiteX2554" fmla="*/ 2840969 w 4006679"/>
                <a:gd name="connsiteY2554" fmla="*/ 3364190 h 5664927"/>
                <a:gd name="connsiteX2555" fmla="*/ 2875288 w 4006679"/>
                <a:gd name="connsiteY2555" fmla="*/ 3364190 h 5664927"/>
                <a:gd name="connsiteX2556" fmla="*/ 2887224 w 4006679"/>
                <a:gd name="connsiteY2556" fmla="*/ 3335840 h 5664927"/>
                <a:gd name="connsiteX2557" fmla="*/ 2857382 w 4006679"/>
                <a:gd name="connsiteY2557" fmla="*/ 3301522 h 5664927"/>
                <a:gd name="connsiteX2558" fmla="*/ 1309509 w 4006679"/>
                <a:gd name="connsiteY2558" fmla="*/ 3160332 h 5664927"/>
                <a:gd name="connsiteX2559" fmla="*/ 1287687 w 4006679"/>
                <a:gd name="connsiteY2559" fmla="*/ 3168724 h 5664927"/>
                <a:gd name="connsiteX2560" fmla="*/ 1242924 w 4006679"/>
                <a:gd name="connsiteY2560" fmla="*/ 3183645 h 5664927"/>
                <a:gd name="connsiteX2561" fmla="*/ 1199653 w 4006679"/>
                <a:gd name="connsiteY2561" fmla="*/ 3186630 h 5664927"/>
                <a:gd name="connsiteX2562" fmla="*/ 1184732 w 4006679"/>
                <a:gd name="connsiteY2562" fmla="*/ 3273172 h 5664927"/>
                <a:gd name="connsiteX2563" fmla="*/ 1233971 w 4006679"/>
                <a:gd name="connsiteY2563" fmla="*/ 3365682 h 5664927"/>
                <a:gd name="connsiteX2564" fmla="*/ 1336927 w 4006679"/>
                <a:gd name="connsiteY2564" fmla="*/ 3353745 h 5664927"/>
                <a:gd name="connsiteX2565" fmla="*/ 1366769 w 4006679"/>
                <a:gd name="connsiteY2565" fmla="*/ 3304506 h 5664927"/>
                <a:gd name="connsiteX2566" fmla="*/ 1313053 w 4006679"/>
                <a:gd name="connsiteY2566" fmla="*/ 3219456 h 5664927"/>
                <a:gd name="connsiteX2567" fmla="*/ 1228003 w 4006679"/>
                <a:gd name="connsiteY2567" fmla="*/ 3256758 h 5664927"/>
                <a:gd name="connsiteX2568" fmla="*/ 1225019 w 4006679"/>
                <a:gd name="connsiteY2568" fmla="*/ 3282124 h 5664927"/>
                <a:gd name="connsiteX2569" fmla="*/ 1251877 w 4006679"/>
                <a:gd name="connsiteY2569" fmla="*/ 3325395 h 5664927"/>
                <a:gd name="connsiteX2570" fmla="*/ 1316037 w 4006679"/>
                <a:gd name="connsiteY2570" fmla="*/ 3320919 h 5664927"/>
                <a:gd name="connsiteX2571" fmla="*/ 1317529 w 4006679"/>
                <a:gd name="connsiteY2571" fmla="*/ 3274664 h 5664927"/>
                <a:gd name="connsiteX2572" fmla="*/ 1281719 w 4006679"/>
                <a:gd name="connsiteY2572" fmla="*/ 3270188 h 5664927"/>
                <a:gd name="connsiteX2573" fmla="*/ 1275750 w 4006679"/>
                <a:gd name="connsiteY2573" fmla="*/ 3294061 h 5664927"/>
                <a:gd name="connsiteX2574" fmla="*/ 1287687 w 4006679"/>
                <a:gd name="connsiteY2574" fmla="*/ 3305998 h 5664927"/>
                <a:gd name="connsiteX2575" fmla="*/ 1281719 w 4006679"/>
                <a:gd name="connsiteY2575" fmla="*/ 3308982 h 5664927"/>
                <a:gd name="connsiteX2576" fmla="*/ 1269782 w 4006679"/>
                <a:gd name="connsiteY2576" fmla="*/ 3304506 h 5664927"/>
                <a:gd name="connsiteX2577" fmla="*/ 1271274 w 4006679"/>
                <a:gd name="connsiteY2577" fmla="*/ 3258251 h 5664927"/>
                <a:gd name="connsiteX2578" fmla="*/ 1317529 w 4006679"/>
                <a:gd name="connsiteY2578" fmla="*/ 3259743 h 5664927"/>
                <a:gd name="connsiteX2579" fmla="*/ 1335435 w 4006679"/>
                <a:gd name="connsiteY2579" fmla="*/ 3308982 h 5664927"/>
                <a:gd name="connsiteX2580" fmla="*/ 1299624 w 4006679"/>
                <a:gd name="connsiteY2580" fmla="*/ 3340316 h 5664927"/>
                <a:gd name="connsiteX2581" fmla="*/ 1274258 w 4006679"/>
                <a:gd name="connsiteY2581" fmla="*/ 3340316 h 5664927"/>
                <a:gd name="connsiteX2582" fmla="*/ 1211590 w 4006679"/>
                <a:gd name="connsiteY2582" fmla="*/ 3294061 h 5664927"/>
                <a:gd name="connsiteX2583" fmla="*/ 1232479 w 4006679"/>
                <a:gd name="connsiteY2583" fmla="*/ 3211995 h 5664927"/>
                <a:gd name="connsiteX2584" fmla="*/ 1242924 w 4006679"/>
                <a:gd name="connsiteY2584" fmla="*/ 3206027 h 5664927"/>
                <a:gd name="connsiteX2585" fmla="*/ 1314545 w 4006679"/>
                <a:gd name="connsiteY2585" fmla="*/ 3207519 h 5664927"/>
                <a:gd name="connsiteX2586" fmla="*/ 1374229 w 4006679"/>
                <a:gd name="connsiteY2586" fmla="*/ 3323903 h 5664927"/>
                <a:gd name="connsiteX2587" fmla="*/ 1342895 w 4006679"/>
                <a:gd name="connsiteY2587" fmla="*/ 3367174 h 5664927"/>
                <a:gd name="connsiteX2588" fmla="*/ 1320514 w 4006679"/>
                <a:gd name="connsiteY2588" fmla="*/ 3382095 h 5664927"/>
                <a:gd name="connsiteX2589" fmla="*/ 1399595 w 4006679"/>
                <a:gd name="connsiteY2589" fmla="*/ 3379111 h 5664927"/>
                <a:gd name="connsiteX2590" fmla="*/ 1429437 w 4006679"/>
                <a:gd name="connsiteY2590" fmla="*/ 3300030 h 5664927"/>
                <a:gd name="connsiteX2591" fmla="*/ 1332450 w 4006679"/>
                <a:gd name="connsiteY2591" fmla="*/ 3164248 h 5664927"/>
                <a:gd name="connsiteX2592" fmla="*/ 1309509 w 4006679"/>
                <a:gd name="connsiteY2592" fmla="*/ 3160332 h 5664927"/>
                <a:gd name="connsiteX2593" fmla="*/ 1963611 w 4006679"/>
                <a:gd name="connsiteY2593" fmla="*/ 3201551 h 5664927"/>
                <a:gd name="connsiteX2594" fmla="*/ 1944214 w 4006679"/>
                <a:gd name="connsiteY2594" fmla="*/ 3211995 h 5664927"/>
                <a:gd name="connsiteX2595" fmla="*/ 1938245 w 4006679"/>
                <a:gd name="connsiteY2595" fmla="*/ 3234377 h 5664927"/>
                <a:gd name="connsiteX2596" fmla="*/ 1969579 w 4006679"/>
                <a:gd name="connsiteY2596" fmla="*/ 3255267 h 5664927"/>
                <a:gd name="connsiteX2597" fmla="*/ 1977040 w 4006679"/>
                <a:gd name="connsiteY2597" fmla="*/ 3216472 h 5664927"/>
                <a:gd name="connsiteX2598" fmla="*/ 1963611 w 4006679"/>
                <a:gd name="connsiteY2598" fmla="*/ 3201551 h 5664927"/>
                <a:gd name="connsiteX2599" fmla="*/ 1544329 w 4006679"/>
                <a:gd name="connsiteY2599" fmla="*/ 3167232 h 5664927"/>
                <a:gd name="connsiteX2600" fmla="*/ 1535377 w 4006679"/>
                <a:gd name="connsiteY2600" fmla="*/ 3195582 h 5664927"/>
                <a:gd name="connsiteX2601" fmla="*/ 1589093 w 4006679"/>
                <a:gd name="connsiteY2601" fmla="*/ 3228409 h 5664927"/>
                <a:gd name="connsiteX2602" fmla="*/ 1598045 w 4006679"/>
                <a:gd name="connsiteY2602" fmla="*/ 3200059 h 5664927"/>
                <a:gd name="connsiteX2603" fmla="*/ 1592077 w 4006679"/>
                <a:gd name="connsiteY2603" fmla="*/ 3183645 h 5664927"/>
                <a:gd name="connsiteX2604" fmla="*/ 1544329 w 4006679"/>
                <a:gd name="connsiteY2604" fmla="*/ 3167232 h 5664927"/>
                <a:gd name="connsiteX2605" fmla="*/ 2341114 w 4006679"/>
                <a:gd name="connsiteY2605" fmla="*/ 3231393 h 5664927"/>
                <a:gd name="connsiteX2606" fmla="*/ 2311272 w 4006679"/>
                <a:gd name="connsiteY2606" fmla="*/ 3249298 h 5664927"/>
                <a:gd name="connsiteX2607" fmla="*/ 2348574 w 4006679"/>
                <a:gd name="connsiteY2607" fmla="*/ 3286601 h 5664927"/>
                <a:gd name="connsiteX2608" fmla="*/ 2376924 w 4006679"/>
                <a:gd name="connsiteY2608" fmla="*/ 3264219 h 5664927"/>
                <a:gd name="connsiteX2609" fmla="*/ 2341114 w 4006679"/>
                <a:gd name="connsiteY2609" fmla="*/ 3231393 h 5664927"/>
                <a:gd name="connsiteX2610" fmla="*/ 2745172 w 4006679"/>
                <a:gd name="connsiteY2610" fmla="*/ 3260792 h 5664927"/>
                <a:gd name="connsiteX2611" fmla="*/ 2726077 w 4006679"/>
                <a:gd name="connsiteY2611" fmla="*/ 3273172 h 5664927"/>
                <a:gd name="connsiteX2612" fmla="*/ 2761887 w 4006679"/>
                <a:gd name="connsiteY2612" fmla="*/ 3297046 h 5664927"/>
                <a:gd name="connsiteX2613" fmla="*/ 2763380 w 4006679"/>
                <a:gd name="connsiteY2613" fmla="*/ 3262727 h 5664927"/>
                <a:gd name="connsiteX2614" fmla="*/ 2745172 w 4006679"/>
                <a:gd name="connsiteY2614" fmla="*/ 3260792 h 5664927"/>
                <a:gd name="connsiteX2615" fmla="*/ 2063582 w 4006679"/>
                <a:gd name="connsiteY2615" fmla="*/ 3204535 h 5664927"/>
                <a:gd name="connsiteX2616" fmla="*/ 2045677 w 4006679"/>
                <a:gd name="connsiteY2616" fmla="*/ 3262727 h 5664927"/>
                <a:gd name="connsiteX2617" fmla="*/ 2094916 w 4006679"/>
                <a:gd name="connsiteY2617" fmla="*/ 3246314 h 5664927"/>
                <a:gd name="connsiteX2618" fmla="*/ 2063582 w 4006679"/>
                <a:gd name="connsiteY2618" fmla="*/ 3204535 h 5664927"/>
                <a:gd name="connsiteX2619" fmla="*/ 2359019 w 4006679"/>
                <a:gd name="connsiteY2619" fmla="*/ 3197074 h 5664927"/>
                <a:gd name="connsiteX2620" fmla="*/ 2347082 w 4006679"/>
                <a:gd name="connsiteY2620" fmla="*/ 3219456 h 5664927"/>
                <a:gd name="connsiteX2621" fmla="*/ 2387369 w 4006679"/>
                <a:gd name="connsiteY2621" fmla="*/ 3249298 h 5664927"/>
                <a:gd name="connsiteX2622" fmla="*/ 2409751 w 4006679"/>
                <a:gd name="connsiteY2622" fmla="*/ 3217964 h 5664927"/>
                <a:gd name="connsiteX2623" fmla="*/ 2359019 w 4006679"/>
                <a:gd name="connsiteY2623" fmla="*/ 3197074 h 5664927"/>
                <a:gd name="connsiteX2624" fmla="*/ 1553282 w 4006679"/>
                <a:gd name="connsiteY2624" fmla="*/ 3123961 h 5664927"/>
                <a:gd name="connsiteX2625" fmla="*/ 1547314 w 4006679"/>
                <a:gd name="connsiteY2625" fmla="*/ 3155295 h 5664927"/>
                <a:gd name="connsiteX2626" fmla="*/ 1602521 w 4006679"/>
                <a:gd name="connsiteY2626" fmla="*/ 3176185 h 5664927"/>
                <a:gd name="connsiteX2627" fmla="*/ 1609982 w 4006679"/>
                <a:gd name="connsiteY2627" fmla="*/ 3134406 h 5664927"/>
                <a:gd name="connsiteX2628" fmla="*/ 1592077 w 4006679"/>
                <a:gd name="connsiteY2628" fmla="*/ 3128438 h 5664927"/>
                <a:gd name="connsiteX2629" fmla="*/ 1553282 w 4006679"/>
                <a:gd name="connsiteY2629" fmla="*/ 3123961 h 5664927"/>
                <a:gd name="connsiteX2630" fmla="*/ 2517182 w 4006679"/>
                <a:gd name="connsiteY2630" fmla="*/ 3200059 h 5664927"/>
                <a:gd name="connsiteX2631" fmla="*/ 2439593 w 4006679"/>
                <a:gd name="connsiteY2631" fmla="*/ 3313459 h 5664927"/>
                <a:gd name="connsiteX2632" fmla="*/ 2461974 w 4006679"/>
                <a:gd name="connsiteY2632" fmla="*/ 3332856 h 5664927"/>
                <a:gd name="connsiteX2633" fmla="*/ 2497785 w 4006679"/>
                <a:gd name="connsiteY2633" fmla="*/ 3317935 h 5664927"/>
                <a:gd name="connsiteX2634" fmla="*/ 2494801 w 4006679"/>
                <a:gd name="connsiteY2634" fmla="*/ 3286601 h 5664927"/>
                <a:gd name="connsiteX2635" fmla="*/ 2485848 w 4006679"/>
                <a:gd name="connsiteY2635" fmla="*/ 3261235 h 5664927"/>
                <a:gd name="connsiteX2636" fmla="*/ 2512706 w 4006679"/>
                <a:gd name="connsiteY2636" fmla="*/ 3268695 h 5664927"/>
                <a:gd name="connsiteX2637" fmla="*/ 2547024 w 4006679"/>
                <a:gd name="connsiteY2637" fmla="*/ 3252282 h 5664927"/>
                <a:gd name="connsiteX2638" fmla="*/ 2538072 w 4006679"/>
                <a:gd name="connsiteY2638" fmla="*/ 3220948 h 5664927"/>
                <a:gd name="connsiteX2639" fmla="*/ 2517182 w 4006679"/>
                <a:gd name="connsiteY2639" fmla="*/ 3200059 h 5664927"/>
                <a:gd name="connsiteX2640" fmla="*/ 1338419 w 4006679"/>
                <a:gd name="connsiteY2640" fmla="*/ 3101580 h 5664927"/>
                <a:gd name="connsiteX2641" fmla="*/ 1323498 w 4006679"/>
                <a:gd name="connsiteY2641" fmla="*/ 3143359 h 5664927"/>
                <a:gd name="connsiteX2642" fmla="*/ 1357816 w 4006679"/>
                <a:gd name="connsiteY2642" fmla="*/ 3159772 h 5664927"/>
                <a:gd name="connsiteX2643" fmla="*/ 1381690 w 4006679"/>
                <a:gd name="connsiteY2643" fmla="*/ 3173201 h 5664927"/>
                <a:gd name="connsiteX2644" fmla="*/ 1442866 w 4006679"/>
                <a:gd name="connsiteY2644" fmla="*/ 3280632 h 5664927"/>
                <a:gd name="connsiteX2645" fmla="*/ 1442866 w 4006679"/>
                <a:gd name="connsiteY2645" fmla="*/ 3311967 h 5664927"/>
                <a:gd name="connsiteX2646" fmla="*/ 1413024 w 4006679"/>
                <a:gd name="connsiteY2646" fmla="*/ 3382095 h 5664927"/>
                <a:gd name="connsiteX2647" fmla="*/ 1386166 w 4006679"/>
                <a:gd name="connsiteY2647" fmla="*/ 3402985 h 5664927"/>
                <a:gd name="connsiteX2648" fmla="*/ 1357816 w 4006679"/>
                <a:gd name="connsiteY2648" fmla="*/ 3414922 h 5664927"/>
                <a:gd name="connsiteX2649" fmla="*/ 1381690 w 4006679"/>
                <a:gd name="connsiteY2649" fmla="*/ 3450732 h 5664927"/>
                <a:gd name="connsiteX2650" fmla="*/ 1499566 w 4006679"/>
                <a:gd name="connsiteY2650" fmla="*/ 3331364 h 5664927"/>
                <a:gd name="connsiteX2651" fmla="*/ 1493598 w 4006679"/>
                <a:gd name="connsiteY2651" fmla="*/ 3322411 h 5664927"/>
                <a:gd name="connsiteX2652" fmla="*/ 1444358 w 4006679"/>
                <a:gd name="connsiteY2652" fmla="*/ 3229901 h 5664927"/>
                <a:gd name="connsiteX2653" fmla="*/ 1429437 w 4006679"/>
                <a:gd name="connsiteY2653" fmla="*/ 3204535 h 5664927"/>
                <a:gd name="connsiteX2654" fmla="*/ 1360800 w 4006679"/>
                <a:gd name="connsiteY2654" fmla="*/ 3131422 h 5664927"/>
                <a:gd name="connsiteX2655" fmla="*/ 1338419 w 4006679"/>
                <a:gd name="connsiteY2655" fmla="*/ 3101580 h 5664927"/>
                <a:gd name="connsiteX2656" fmla="*/ 1969766 w 4006679"/>
                <a:gd name="connsiteY2656" fmla="*/ 3150073 h 5664927"/>
                <a:gd name="connsiteX2657" fmla="*/ 1951674 w 4006679"/>
                <a:gd name="connsiteY2657" fmla="*/ 3155295 h 5664927"/>
                <a:gd name="connsiteX2658" fmla="*/ 1947198 w 4006679"/>
                <a:gd name="connsiteY2658" fmla="*/ 3179169 h 5664927"/>
                <a:gd name="connsiteX2659" fmla="*/ 1981516 w 4006679"/>
                <a:gd name="connsiteY2659" fmla="*/ 3189614 h 5664927"/>
                <a:gd name="connsiteX2660" fmla="*/ 1984501 w 4006679"/>
                <a:gd name="connsiteY2660" fmla="*/ 3153803 h 5664927"/>
                <a:gd name="connsiteX2661" fmla="*/ 1969766 w 4006679"/>
                <a:gd name="connsiteY2661" fmla="*/ 3150073 h 5664927"/>
                <a:gd name="connsiteX2662" fmla="*/ 2749951 w 4006679"/>
                <a:gd name="connsiteY2662" fmla="*/ 3209011 h 5664927"/>
                <a:gd name="connsiteX2663" fmla="*/ 2711156 w 4006679"/>
                <a:gd name="connsiteY2663" fmla="*/ 3228409 h 5664927"/>
                <a:gd name="connsiteX2664" fmla="*/ 2717124 w 4006679"/>
                <a:gd name="connsiteY2664" fmla="*/ 3247806 h 5664927"/>
                <a:gd name="connsiteX2665" fmla="*/ 2760395 w 4006679"/>
                <a:gd name="connsiteY2665" fmla="*/ 3241837 h 5664927"/>
                <a:gd name="connsiteX2666" fmla="*/ 2749951 w 4006679"/>
                <a:gd name="connsiteY2666" fmla="*/ 3209011 h 5664927"/>
                <a:gd name="connsiteX2667" fmla="*/ 1681603 w 4006679"/>
                <a:gd name="connsiteY2667" fmla="*/ 3109040 h 5664927"/>
                <a:gd name="connsiteX2668" fmla="*/ 1644300 w 4006679"/>
                <a:gd name="connsiteY2668" fmla="*/ 3243330 h 5664927"/>
                <a:gd name="connsiteX2669" fmla="*/ 1660714 w 4006679"/>
                <a:gd name="connsiteY2669" fmla="*/ 3252282 h 5664927"/>
                <a:gd name="connsiteX2670" fmla="*/ 1689064 w 4006679"/>
                <a:gd name="connsiteY2670" fmla="*/ 3237361 h 5664927"/>
                <a:gd name="connsiteX2671" fmla="*/ 1686079 w 4006679"/>
                <a:gd name="connsiteY2671" fmla="*/ 3210503 h 5664927"/>
                <a:gd name="connsiteX2672" fmla="*/ 1671158 w 4006679"/>
                <a:gd name="connsiteY2672" fmla="*/ 3177677 h 5664927"/>
                <a:gd name="connsiteX2673" fmla="*/ 1705477 w 4006679"/>
                <a:gd name="connsiteY2673" fmla="*/ 3152311 h 5664927"/>
                <a:gd name="connsiteX2674" fmla="*/ 1681603 w 4006679"/>
                <a:gd name="connsiteY2674" fmla="*/ 3109040 h 5664927"/>
                <a:gd name="connsiteX2675" fmla="*/ 1736811 w 4006679"/>
                <a:gd name="connsiteY2675" fmla="*/ 3107548 h 5664927"/>
                <a:gd name="connsiteX2676" fmla="*/ 1712937 w 4006679"/>
                <a:gd name="connsiteY2676" fmla="*/ 3110532 h 5664927"/>
                <a:gd name="connsiteX2677" fmla="*/ 1721890 w 4006679"/>
                <a:gd name="connsiteY2677" fmla="*/ 3155295 h 5664927"/>
                <a:gd name="connsiteX2678" fmla="*/ 1736811 w 4006679"/>
                <a:gd name="connsiteY2678" fmla="*/ 3107548 h 5664927"/>
                <a:gd name="connsiteX2679" fmla="*/ 1601029 w 4006679"/>
                <a:gd name="connsiteY2679" fmla="*/ 3091135 h 5664927"/>
                <a:gd name="connsiteX2680" fmla="*/ 1563727 w 4006679"/>
                <a:gd name="connsiteY2680" fmla="*/ 3089643 h 5664927"/>
                <a:gd name="connsiteX2681" fmla="*/ 1554774 w 4006679"/>
                <a:gd name="connsiteY2681" fmla="*/ 3107548 h 5664927"/>
                <a:gd name="connsiteX2682" fmla="*/ 1609982 w 4006679"/>
                <a:gd name="connsiteY2682" fmla="*/ 3119485 h 5664927"/>
                <a:gd name="connsiteX2683" fmla="*/ 1601029 w 4006679"/>
                <a:gd name="connsiteY2683" fmla="*/ 3091135 h 5664927"/>
                <a:gd name="connsiteX2684" fmla="*/ 1994945 w 4006679"/>
                <a:gd name="connsiteY2684" fmla="*/ 3122469 h 5664927"/>
                <a:gd name="connsiteX2685" fmla="*/ 1947198 w 4006679"/>
                <a:gd name="connsiteY2685" fmla="*/ 3119485 h 5664927"/>
                <a:gd name="connsiteX2686" fmla="*/ 1980024 w 4006679"/>
                <a:gd name="connsiteY2686" fmla="*/ 3140374 h 5664927"/>
                <a:gd name="connsiteX2687" fmla="*/ 1994945 w 4006679"/>
                <a:gd name="connsiteY2687" fmla="*/ 3122469 h 5664927"/>
                <a:gd name="connsiteX2688" fmla="*/ 2057614 w 4006679"/>
                <a:gd name="connsiteY2688" fmla="*/ 3125453 h 5664927"/>
                <a:gd name="connsiteX2689" fmla="*/ 2011358 w 4006679"/>
                <a:gd name="connsiteY2689" fmla="*/ 3125453 h 5664927"/>
                <a:gd name="connsiteX2690" fmla="*/ 1988977 w 4006679"/>
                <a:gd name="connsiteY2690" fmla="*/ 3219456 h 5664927"/>
                <a:gd name="connsiteX2691" fmla="*/ 1969579 w 4006679"/>
                <a:gd name="connsiteY2691" fmla="*/ 3294061 h 5664927"/>
                <a:gd name="connsiteX2692" fmla="*/ 1959135 w 4006679"/>
                <a:gd name="connsiteY2692" fmla="*/ 3331364 h 5664927"/>
                <a:gd name="connsiteX2693" fmla="*/ 1927800 w 4006679"/>
                <a:gd name="connsiteY2693" fmla="*/ 3365682 h 5664927"/>
                <a:gd name="connsiteX2694" fmla="*/ 1793511 w 4006679"/>
                <a:gd name="connsiteY2694" fmla="*/ 3407461 h 5664927"/>
                <a:gd name="connsiteX2695" fmla="*/ 1792019 w 4006679"/>
                <a:gd name="connsiteY2695" fmla="*/ 3413430 h 5664927"/>
                <a:gd name="connsiteX2696" fmla="*/ 1839766 w 4006679"/>
                <a:gd name="connsiteY2696" fmla="*/ 3438796 h 5664927"/>
                <a:gd name="connsiteX2697" fmla="*/ 1851703 w 4006679"/>
                <a:gd name="connsiteY2697" fmla="*/ 3440288 h 5664927"/>
                <a:gd name="connsiteX2698" fmla="*/ 1929293 w 4006679"/>
                <a:gd name="connsiteY2698" fmla="*/ 3401493 h 5664927"/>
                <a:gd name="connsiteX2699" fmla="*/ 2020311 w 4006679"/>
                <a:gd name="connsiteY2699" fmla="*/ 3277648 h 5664927"/>
                <a:gd name="connsiteX2700" fmla="*/ 2050153 w 4006679"/>
                <a:gd name="connsiteY2700" fmla="*/ 3192598 h 5664927"/>
                <a:gd name="connsiteX2701" fmla="*/ 2057614 w 4006679"/>
                <a:gd name="connsiteY2701" fmla="*/ 3125453 h 5664927"/>
                <a:gd name="connsiteX2702" fmla="*/ 2105174 w 4006679"/>
                <a:gd name="connsiteY2702" fmla="*/ 3126759 h 5664927"/>
                <a:gd name="connsiteX2703" fmla="*/ 2081487 w 4006679"/>
                <a:gd name="connsiteY2703" fmla="*/ 3126945 h 5664927"/>
                <a:gd name="connsiteX2704" fmla="*/ 2075519 w 4006679"/>
                <a:gd name="connsiteY2704" fmla="*/ 3129930 h 5664927"/>
                <a:gd name="connsiteX2705" fmla="*/ 2068058 w 4006679"/>
                <a:gd name="connsiteY2705" fmla="*/ 3189614 h 5664927"/>
                <a:gd name="connsiteX2706" fmla="*/ 2094916 w 4006679"/>
                <a:gd name="connsiteY2706" fmla="*/ 3183645 h 5664927"/>
                <a:gd name="connsiteX2707" fmla="*/ 2114314 w 4006679"/>
                <a:gd name="connsiteY2707" fmla="*/ 3138882 h 5664927"/>
                <a:gd name="connsiteX2708" fmla="*/ 2105174 w 4006679"/>
                <a:gd name="connsiteY2708" fmla="*/ 3126759 h 5664927"/>
                <a:gd name="connsiteX2709" fmla="*/ 2385131 w 4006679"/>
                <a:gd name="connsiteY2709" fmla="*/ 3148394 h 5664927"/>
                <a:gd name="connsiteX2710" fmla="*/ 2370956 w 4006679"/>
                <a:gd name="connsiteY2710" fmla="*/ 3173201 h 5664927"/>
                <a:gd name="connsiteX2711" fmla="*/ 2379909 w 4006679"/>
                <a:gd name="connsiteY2711" fmla="*/ 3189614 h 5664927"/>
                <a:gd name="connsiteX2712" fmla="*/ 2417211 w 4006679"/>
                <a:gd name="connsiteY2712" fmla="*/ 3204535 h 5664927"/>
                <a:gd name="connsiteX2713" fmla="*/ 2430640 w 4006679"/>
                <a:gd name="connsiteY2713" fmla="*/ 3182153 h 5664927"/>
                <a:gd name="connsiteX2714" fmla="*/ 2426164 w 4006679"/>
                <a:gd name="connsiteY2714" fmla="*/ 3161264 h 5664927"/>
                <a:gd name="connsiteX2715" fmla="*/ 2412735 w 4006679"/>
                <a:gd name="connsiteY2715" fmla="*/ 3153803 h 5664927"/>
                <a:gd name="connsiteX2716" fmla="*/ 2385131 w 4006679"/>
                <a:gd name="connsiteY2716" fmla="*/ 3148394 h 5664927"/>
                <a:gd name="connsiteX2717" fmla="*/ 552079 w 4006679"/>
                <a:gd name="connsiteY2717" fmla="*/ 2989672 h 5664927"/>
                <a:gd name="connsiteX2718" fmla="*/ 484934 w 4006679"/>
                <a:gd name="connsiteY2718" fmla="*/ 3018022 h 5664927"/>
                <a:gd name="connsiteX2719" fmla="*/ 637129 w 4006679"/>
                <a:gd name="connsiteY2719" fmla="*/ 3216472 h 5664927"/>
                <a:gd name="connsiteX2720" fmla="*/ 704274 w 4006679"/>
                <a:gd name="connsiteY2720" fmla="*/ 3158280 h 5664927"/>
                <a:gd name="connsiteX2721" fmla="*/ 623700 w 4006679"/>
                <a:gd name="connsiteY2721" fmla="*/ 3079198 h 5664927"/>
                <a:gd name="connsiteX2722" fmla="*/ 552079 w 4006679"/>
                <a:gd name="connsiteY2722" fmla="*/ 2989672 h 5664927"/>
                <a:gd name="connsiteX2723" fmla="*/ 2600740 w 4006679"/>
                <a:gd name="connsiteY2723" fmla="*/ 3155295 h 5664927"/>
                <a:gd name="connsiteX2724" fmla="*/ 2581343 w 4006679"/>
                <a:gd name="connsiteY2724" fmla="*/ 3203043 h 5664927"/>
                <a:gd name="connsiteX2725" fmla="*/ 2627598 w 4006679"/>
                <a:gd name="connsiteY2725" fmla="*/ 3232885 h 5664927"/>
                <a:gd name="connsiteX2726" fmla="*/ 2651472 w 4006679"/>
                <a:gd name="connsiteY2726" fmla="*/ 3322411 h 5664927"/>
                <a:gd name="connsiteX2727" fmla="*/ 2605216 w 4006679"/>
                <a:gd name="connsiteY2727" fmla="*/ 3386572 h 5664927"/>
                <a:gd name="connsiteX2728" fmla="*/ 2567914 w 4006679"/>
                <a:gd name="connsiteY2728" fmla="*/ 3407461 h 5664927"/>
                <a:gd name="connsiteX2729" fmla="*/ 2569406 w 4006679"/>
                <a:gd name="connsiteY2729" fmla="*/ 3458193 h 5664927"/>
                <a:gd name="connsiteX2730" fmla="*/ 2633566 w 4006679"/>
                <a:gd name="connsiteY2730" fmla="*/ 3437303 h 5664927"/>
                <a:gd name="connsiteX2731" fmla="*/ 2705188 w 4006679"/>
                <a:gd name="connsiteY2731" fmla="*/ 3331364 h 5664927"/>
                <a:gd name="connsiteX2732" fmla="*/ 2684298 w 4006679"/>
                <a:gd name="connsiteY2732" fmla="*/ 3222440 h 5664927"/>
                <a:gd name="connsiteX2733" fmla="*/ 2600740 w 4006679"/>
                <a:gd name="connsiteY2733" fmla="*/ 3155295 h 5664927"/>
                <a:gd name="connsiteX2734" fmla="*/ 929348 w 4006679"/>
                <a:gd name="connsiteY2734" fmla="*/ 3014734 h 5664927"/>
                <a:gd name="connsiteX2735" fmla="*/ 874374 w 4006679"/>
                <a:gd name="connsiteY2735" fmla="*/ 3049356 h 5664927"/>
                <a:gd name="connsiteX2736" fmla="*/ 872882 w 4006679"/>
                <a:gd name="connsiteY2736" fmla="*/ 3086659 h 5664927"/>
                <a:gd name="connsiteX2737" fmla="*/ 913169 w 4006679"/>
                <a:gd name="connsiteY2737" fmla="*/ 3116501 h 5664927"/>
                <a:gd name="connsiteX2738" fmla="*/ 940027 w 4006679"/>
                <a:gd name="connsiteY2738" fmla="*/ 3091135 h 5664927"/>
                <a:gd name="connsiteX2739" fmla="*/ 923613 w 4006679"/>
                <a:gd name="connsiteY2739" fmla="*/ 3052340 h 5664927"/>
                <a:gd name="connsiteX2740" fmla="*/ 905708 w 4006679"/>
                <a:gd name="connsiteY2740" fmla="*/ 3052340 h 5664927"/>
                <a:gd name="connsiteX2741" fmla="*/ 899740 w 4006679"/>
                <a:gd name="connsiteY2741" fmla="*/ 3070245 h 5664927"/>
                <a:gd name="connsiteX2742" fmla="*/ 904216 w 4006679"/>
                <a:gd name="connsiteY2742" fmla="*/ 3083674 h 5664927"/>
                <a:gd name="connsiteX2743" fmla="*/ 884819 w 4006679"/>
                <a:gd name="connsiteY2743" fmla="*/ 3059801 h 5664927"/>
                <a:gd name="connsiteX2744" fmla="*/ 907200 w 4006679"/>
                <a:gd name="connsiteY2744" fmla="*/ 3035927 h 5664927"/>
                <a:gd name="connsiteX2745" fmla="*/ 950471 w 4006679"/>
                <a:gd name="connsiteY2745" fmla="*/ 3071737 h 5664927"/>
                <a:gd name="connsiteX2746" fmla="*/ 928090 w 4006679"/>
                <a:gd name="connsiteY2746" fmla="*/ 3120977 h 5664927"/>
                <a:gd name="connsiteX2747" fmla="*/ 856469 w 4006679"/>
                <a:gd name="connsiteY2747" fmla="*/ 3083674 h 5664927"/>
                <a:gd name="connsiteX2748" fmla="*/ 854977 w 4006679"/>
                <a:gd name="connsiteY2748" fmla="*/ 3065769 h 5664927"/>
                <a:gd name="connsiteX2749" fmla="*/ 851992 w 4006679"/>
                <a:gd name="connsiteY2749" fmla="*/ 3052340 h 5664927"/>
                <a:gd name="connsiteX2750" fmla="*/ 813198 w 4006679"/>
                <a:gd name="connsiteY2750" fmla="*/ 3098595 h 5664927"/>
                <a:gd name="connsiteX2751" fmla="*/ 808721 w 4006679"/>
                <a:gd name="connsiteY2751" fmla="*/ 3119485 h 5664927"/>
                <a:gd name="connsiteX2752" fmla="*/ 901232 w 4006679"/>
                <a:gd name="connsiteY2752" fmla="*/ 3176185 h 5664927"/>
                <a:gd name="connsiteX2753" fmla="*/ 916153 w 4006679"/>
                <a:gd name="connsiteY2753" fmla="*/ 3161264 h 5664927"/>
                <a:gd name="connsiteX2754" fmla="*/ 978821 w 4006679"/>
                <a:gd name="connsiteY2754" fmla="*/ 3097103 h 5664927"/>
                <a:gd name="connsiteX2755" fmla="*/ 953455 w 4006679"/>
                <a:gd name="connsiteY2755" fmla="*/ 3026974 h 5664927"/>
                <a:gd name="connsiteX2756" fmla="*/ 929348 w 4006679"/>
                <a:gd name="connsiteY2756" fmla="*/ 3014734 h 5664927"/>
                <a:gd name="connsiteX2757" fmla="*/ 1866624 w 4006679"/>
                <a:gd name="connsiteY2757" fmla="*/ 3091135 h 5664927"/>
                <a:gd name="connsiteX2758" fmla="*/ 1874085 w 4006679"/>
                <a:gd name="connsiteY2758" fmla="*/ 3117993 h 5664927"/>
                <a:gd name="connsiteX2759" fmla="*/ 1889006 w 4006679"/>
                <a:gd name="connsiteY2759" fmla="*/ 3165740 h 5664927"/>
                <a:gd name="connsiteX2760" fmla="*/ 1869608 w 4006679"/>
                <a:gd name="connsiteY2760" fmla="*/ 3238853 h 5664927"/>
                <a:gd name="connsiteX2761" fmla="*/ 1799479 w 4006679"/>
                <a:gd name="connsiteY2761" fmla="*/ 3294061 h 5664927"/>
                <a:gd name="connsiteX2762" fmla="*/ 1712937 w 4006679"/>
                <a:gd name="connsiteY2762" fmla="*/ 3298537 h 5664927"/>
                <a:gd name="connsiteX2763" fmla="*/ 1681603 w 4006679"/>
                <a:gd name="connsiteY2763" fmla="*/ 3288093 h 5664927"/>
                <a:gd name="connsiteX2764" fmla="*/ 1648777 w 4006679"/>
                <a:gd name="connsiteY2764" fmla="*/ 3326888 h 5664927"/>
                <a:gd name="connsiteX2765" fmla="*/ 1675635 w 4006679"/>
                <a:gd name="connsiteY2765" fmla="*/ 3323903 h 5664927"/>
                <a:gd name="connsiteX2766" fmla="*/ 1795003 w 4006679"/>
                <a:gd name="connsiteY2766" fmla="*/ 3337332 h 5664927"/>
                <a:gd name="connsiteX2767" fmla="*/ 1915864 w 4006679"/>
                <a:gd name="connsiteY2767" fmla="*/ 3247806 h 5664927"/>
                <a:gd name="connsiteX2768" fmla="*/ 1929293 w 4006679"/>
                <a:gd name="connsiteY2768" fmla="*/ 3126945 h 5664927"/>
                <a:gd name="connsiteX2769" fmla="*/ 1921832 w 4006679"/>
                <a:gd name="connsiteY2769" fmla="*/ 3113516 h 5664927"/>
                <a:gd name="connsiteX2770" fmla="*/ 1866624 w 4006679"/>
                <a:gd name="connsiteY2770" fmla="*/ 3091135 h 5664927"/>
                <a:gd name="connsiteX2771" fmla="*/ 2712648 w 4006679"/>
                <a:gd name="connsiteY2771" fmla="*/ 3156787 h 5664927"/>
                <a:gd name="connsiteX2772" fmla="*/ 2681314 w 4006679"/>
                <a:gd name="connsiteY2772" fmla="*/ 3188122 h 5664927"/>
                <a:gd name="connsiteX2773" fmla="*/ 2700711 w 4006679"/>
                <a:gd name="connsiteY2773" fmla="*/ 3214980 h 5664927"/>
                <a:gd name="connsiteX2774" fmla="*/ 2743982 w 4006679"/>
                <a:gd name="connsiteY2774" fmla="*/ 3197074 h 5664927"/>
                <a:gd name="connsiteX2775" fmla="*/ 2712648 w 4006679"/>
                <a:gd name="connsiteY2775" fmla="*/ 3156787 h 5664927"/>
                <a:gd name="connsiteX2776" fmla="*/ 1795003 w 4006679"/>
                <a:gd name="connsiteY2776" fmla="*/ 3080690 h 5664927"/>
                <a:gd name="connsiteX2777" fmla="*/ 1768145 w 4006679"/>
                <a:gd name="connsiteY2777" fmla="*/ 3094119 h 5664927"/>
                <a:gd name="connsiteX2778" fmla="*/ 1766653 w 4006679"/>
                <a:gd name="connsiteY2778" fmla="*/ 3120977 h 5664927"/>
                <a:gd name="connsiteX2779" fmla="*/ 1795003 w 4006679"/>
                <a:gd name="connsiteY2779" fmla="*/ 3123961 h 5664927"/>
                <a:gd name="connsiteX2780" fmla="*/ 1805448 w 4006679"/>
                <a:gd name="connsiteY2780" fmla="*/ 3103072 h 5664927"/>
                <a:gd name="connsiteX2781" fmla="*/ 1795003 w 4006679"/>
                <a:gd name="connsiteY2781" fmla="*/ 3080690 h 5664927"/>
                <a:gd name="connsiteX2782" fmla="*/ 2536580 w 4006679"/>
                <a:gd name="connsiteY2782" fmla="*/ 3132914 h 5664927"/>
                <a:gd name="connsiteX2783" fmla="*/ 2527627 w 4006679"/>
                <a:gd name="connsiteY2783" fmla="*/ 3141866 h 5664927"/>
                <a:gd name="connsiteX2784" fmla="*/ 2514197 w 4006679"/>
                <a:gd name="connsiteY2784" fmla="*/ 3189614 h 5664927"/>
                <a:gd name="connsiteX2785" fmla="*/ 2566422 w 4006679"/>
                <a:gd name="connsiteY2785" fmla="*/ 3191106 h 5664927"/>
                <a:gd name="connsiteX2786" fmla="*/ 2582835 w 4006679"/>
                <a:gd name="connsiteY2786" fmla="*/ 3173201 h 5664927"/>
                <a:gd name="connsiteX2787" fmla="*/ 2536580 w 4006679"/>
                <a:gd name="connsiteY2787" fmla="*/ 3132914 h 5664927"/>
                <a:gd name="connsiteX2788" fmla="*/ 2423180 w 4006679"/>
                <a:gd name="connsiteY2788" fmla="*/ 3110532 h 5664927"/>
                <a:gd name="connsiteX2789" fmla="*/ 2391845 w 4006679"/>
                <a:gd name="connsiteY2789" fmla="*/ 3110532 h 5664927"/>
                <a:gd name="connsiteX2790" fmla="*/ 2400798 w 4006679"/>
                <a:gd name="connsiteY2790" fmla="*/ 3135898 h 5664927"/>
                <a:gd name="connsiteX2791" fmla="*/ 2433624 w 4006679"/>
                <a:gd name="connsiteY2791" fmla="*/ 3147835 h 5664927"/>
                <a:gd name="connsiteX2792" fmla="*/ 2439593 w 4006679"/>
                <a:gd name="connsiteY2792" fmla="*/ 3135898 h 5664927"/>
                <a:gd name="connsiteX2793" fmla="*/ 2423180 w 4006679"/>
                <a:gd name="connsiteY2793" fmla="*/ 3110532 h 5664927"/>
                <a:gd name="connsiteX2794" fmla="*/ 2676837 w 4006679"/>
                <a:gd name="connsiteY2794" fmla="*/ 3120977 h 5664927"/>
                <a:gd name="connsiteX2795" fmla="*/ 2645503 w 4006679"/>
                <a:gd name="connsiteY2795" fmla="*/ 3161264 h 5664927"/>
                <a:gd name="connsiteX2796" fmla="*/ 2669377 w 4006679"/>
                <a:gd name="connsiteY2796" fmla="*/ 3179169 h 5664927"/>
                <a:gd name="connsiteX2797" fmla="*/ 2703695 w 4006679"/>
                <a:gd name="connsiteY2797" fmla="*/ 3141866 h 5664927"/>
                <a:gd name="connsiteX2798" fmla="*/ 2676837 w 4006679"/>
                <a:gd name="connsiteY2798" fmla="*/ 3120977 h 5664927"/>
                <a:gd name="connsiteX2799" fmla="*/ 1847227 w 4006679"/>
                <a:gd name="connsiteY2799" fmla="*/ 3052340 h 5664927"/>
                <a:gd name="connsiteX2800" fmla="*/ 1818877 w 4006679"/>
                <a:gd name="connsiteY2800" fmla="*/ 3065769 h 5664927"/>
                <a:gd name="connsiteX2801" fmla="*/ 1814400 w 4006679"/>
                <a:gd name="connsiteY2801" fmla="*/ 3077706 h 5664927"/>
                <a:gd name="connsiteX2802" fmla="*/ 1833798 w 4006679"/>
                <a:gd name="connsiteY2802" fmla="*/ 3097103 h 5664927"/>
                <a:gd name="connsiteX2803" fmla="*/ 1854687 w 4006679"/>
                <a:gd name="connsiteY2803" fmla="*/ 3080690 h 5664927"/>
                <a:gd name="connsiteX2804" fmla="*/ 1847227 w 4006679"/>
                <a:gd name="connsiteY2804" fmla="*/ 3052340 h 5664927"/>
                <a:gd name="connsiteX2805" fmla="*/ 586398 w 4006679"/>
                <a:gd name="connsiteY2805" fmla="*/ 2934464 h 5664927"/>
                <a:gd name="connsiteX2806" fmla="*/ 564016 w 4006679"/>
                <a:gd name="connsiteY2806" fmla="*/ 2977735 h 5664927"/>
                <a:gd name="connsiteX2807" fmla="*/ 592366 w 4006679"/>
                <a:gd name="connsiteY2807" fmla="*/ 3022498 h 5664927"/>
                <a:gd name="connsiteX2808" fmla="*/ 704274 w 4006679"/>
                <a:gd name="connsiteY2808" fmla="*/ 3138882 h 5664927"/>
                <a:gd name="connsiteX2809" fmla="*/ 716211 w 4006679"/>
                <a:gd name="connsiteY2809" fmla="*/ 3150819 h 5664927"/>
                <a:gd name="connsiteX2810" fmla="*/ 735608 w 4006679"/>
                <a:gd name="connsiteY2810" fmla="*/ 3164248 h 5664927"/>
                <a:gd name="connsiteX2811" fmla="*/ 771419 w 4006679"/>
                <a:gd name="connsiteY2811" fmla="*/ 3179169 h 5664927"/>
                <a:gd name="connsiteX2812" fmla="*/ 810213 w 4006679"/>
                <a:gd name="connsiteY2812" fmla="*/ 3237361 h 5664927"/>
                <a:gd name="connsiteX2813" fmla="*/ 787832 w 4006679"/>
                <a:gd name="connsiteY2813" fmla="*/ 3314951 h 5664927"/>
                <a:gd name="connsiteX2814" fmla="*/ 755005 w 4006679"/>
                <a:gd name="connsiteY2814" fmla="*/ 3337332 h 5664927"/>
                <a:gd name="connsiteX2815" fmla="*/ 684876 w 4006679"/>
                <a:gd name="connsiteY2815" fmla="*/ 3320919 h 5664927"/>
                <a:gd name="connsiteX2816" fmla="*/ 698305 w 4006679"/>
                <a:gd name="connsiteY2816" fmla="*/ 3238853 h 5664927"/>
                <a:gd name="connsiteX2817" fmla="*/ 740084 w 4006679"/>
                <a:gd name="connsiteY2817" fmla="*/ 3228409 h 5664927"/>
                <a:gd name="connsiteX2818" fmla="*/ 763958 w 4006679"/>
                <a:gd name="connsiteY2818" fmla="*/ 3265711 h 5664927"/>
                <a:gd name="connsiteX2819" fmla="*/ 756498 w 4006679"/>
                <a:gd name="connsiteY2819" fmla="*/ 3277648 h 5664927"/>
                <a:gd name="connsiteX2820" fmla="*/ 737100 w 4006679"/>
                <a:gd name="connsiteY2820" fmla="*/ 3282124 h 5664927"/>
                <a:gd name="connsiteX2821" fmla="*/ 723671 w 4006679"/>
                <a:gd name="connsiteY2821" fmla="*/ 3264219 h 5664927"/>
                <a:gd name="connsiteX2822" fmla="*/ 750529 w 4006679"/>
                <a:gd name="connsiteY2822" fmla="*/ 3268695 h 5664927"/>
                <a:gd name="connsiteX2823" fmla="*/ 707258 w 4006679"/>
                <a:gd name="connsiteY2823" fmla="*/ 3247806 h 5664927"/>
                <a:gd name="connsiteX2824" fmla="*/ 695321 w 4006679"/>
                <a:gd name="connsiteY2824" fmla="*/ 3262727 h 5664927"/>
                <a:gd name="connsiteX2825" fmla="*/ 723671 w 4006679"/>
                <a:gd name="connsiteY2825" fmla="*/ 3331364 h 5664927"/>
                <a:gd name="connsiteX2826" fmla="*/ 804245 w 4006679"/>
                <a:gd name="connsiteY2826" fmla="*/ 3279140 h 5664927"/>
                <a:gd name="connsiteX2827" fmla="*/ 766942 w 4006679"/>
                <a:gd name="connsiteY2827" fmla="*/ 3186630 h 5664927"/>
                <a:gd name="connsiteX2828" fmla="*/ 674432 w 4006679"/>
                <a:gd name="connsiteY2828" fmla="*/ 3189614 h 5664927"/>
                <a:gd name="connsiteX2829" fmla="*/ 637129 w 4006679"/>
                <a:gd name="connsiteY2829" fmla="*/ 3310474 h 5664927"/>
                <a:gd name="connsiteX2830" fmla="*/ 662495 w 4006679"/>
                <a:gd name="connsiteY2830" fmla="*/ 3350761 h 5664927"/>
                <a:gd name="connsiteX2831" fmla="*/ 787832 w 4006679"/>
                <a:gd name="connsiteY2831" fmla="*/ 3389556 h 5664927"/>
                <a:gd name="connsiteX2832" fmla="*/ 813198 w 4006679"/>
                <a:gd name="connsiteY2832" fmla="*/ 3380603 h 5664927"/>
                <a:gd name="connsiteX2833" fmla="*/ 874374 w 4006679"/>
                <a:gd name="connsiteY2833" fmla="*/ 3314951 h 5664927"/>
                <a:gd name="connsiteX2834" fmla="*/ 820658 w 4006679"/>
                <a:gd name="connsiteY2834" fmla="*/ 3165740 h 5664927"/>
                <a:gd name="connsiteX2835" fmla="*/ 795292 w 4006679"/>
                <a:gd name="connsiteY2835" fmla="*/ 3144851 h 5664927"/>
                <a:gd name="connsiteX2836" fmla="*/ 692337 w 4006679"/>
                <a:gd name="connsiteY2836" fmla="*/ 3046372 h 5664927"/>
                <a:gd name="connsiteX2837" fmla="*/ 593858 w 4006679"/>
                <a:gd name="connsiteY2837" fmla="*/ 2937448 h 5664927"/>
                <a:gd name="connsiteX2838" fmla="*/ 586398 w 4006679"/>
                <a:gd name="connsiteY2838" fmla="*/ 2934464 h 5664927"/>
                <a:gd name="connsiteX2839" fmla="*/ 2636551 w 4006679"/>
                <a:gd name="connsiteY2839" fmla="*/ 3098595 h 5664927"/>
                <a:gd name="connsiteX2840" fmla="*/ 2638043 w 4006679"/>
                <a:gd name="connsiteY2840" fmla="*/ 3150819 h 5664927"/>
                <a:gd name="connsiteX2841" fmla="*/ 2666393 w 4006679"/>
                <a:gd name="connsiteY2841" fmla="*/ 3113516 h 5664927"/>
                <a:gd name="connsiteX2842" fmla="*/ 2636551 w 4006679"/>
                <a:gd name="connsiteY2842" fmla="*/ 3098595 h 5664927"/>
                <a:gd name="connsiteX2843" fmla="*/ 1675635 w 4006679"/>
                <a:gd name="connsiteY2843" fmla="*/ 3015037 h 5664927"/>
                <a:gd name="connsiteX2844" fmla="*/ 1678619 w 4006679"/>
                <a:gd name="connsiteY2844" fmla="*/ 3088151 h 5664927"/>
                <a:gd name="connsiteX2845" fmla="*/ 1708461 w 4006679"/>
                <a:gd name="connsiteY2845" fmla="*/ 3070245 h 5664927"/>
                <a:gd name="connsiteX2846" fmla="*/ 1692048 w 4006679"/>
                <a:gd name="connsiteY2846" fmla="*/ 3022498 h 5664927"/>
                <a:gd name="connsiteX2847" fmla="*/ 1675635 w 4006679"/>
                <a:gd name="connsiteY2847" fmla="*/ 3015037 h 5664927"/>
                <a:gd name="connsiteX2848" fmla="*/ 927157 w 4006679"/>
                <a:gd name="connsiteY2848" fmla="*/ 2949945 h 5664927"/>
                <a:gd name="connsiteX2849" fmla="*/ 890787 w 4006679"/>
                <a:gd name="connsiteY2849" fmla="*/ 2947893 h 5664927"/>
                <a:gd name="connsiteX2850" fmla="*/ 862437 w 4006679"/>
                <a:gd name="connsiteY2850" fmla="*/ 2967290 h 5664927"/>
                <a:gd name="connsiteX2851" fmla="*/ 865421 w 4006679"/>
                <a:gd name="connsiteY2851" fmla="*/ 3019514 h 5664927"/>
                <a:gd name="connsiteX2852" fmla="*/ 881834 w 4006679"/>
                <a:gd name="connsiteY2852" fmla="*/ 3009069 h 5664927"/>
                <a:gd name="connsiteX2853" fmla="*/ 951963 w 4006679"/>
                <a:gd name="connsiteY2853" fmla="*/ 3007577 h 5664927"/>
                <a:gd name="connsiteX2854" fmla="*/ 983298 w 4006679"/>
                <a:gd name="connsiteY2854" fmla="*/ 3047864 h 5664927"/>
                <a:gd name="connsiteX2855" fmla="*/ 995234 w 4006679"/>
                <a:gd name="connsiteY2855" fmla="*/ 3085166 h 5664927"/>
                <a:gd name="connsiteX2856" fmla="*/ 1045966 w 4006679"/>
                <a:gd name="connsiteY2856" fmla="*/ 3091135 h 5664927"/>
                <a:gd name="connsiteX2857" fmla="*/ 1123556 w 4006679"/>
                <a:gd name="connsiteY2857" fmla="*/ 3201551 h 5664927"/>
                <a:gd name="connsiteX2858" fmla="*/ 1051935 w 4006679"/>
                <a:gd name="connsiteY2858" fmla="*/ 3274664 h 5664927"/>
                <a:gd name="connsiteX2859" fmla="*/ 1004187 w 4006679"/>
                <a:gd name="connsiteY2859" fmla="*/ 3252282 h 5664927"/>
                <a:gd name="connsiteX2860" fmla="*/ 1011648 w 4006679"/>
                <a:gd name="connsiteY2860" fmla="*/ 3165740 h 5664927"/>
                <a:gd name="connsiteX2861" fmla="*/ 1026569 w 4006679"/>
                <a:gd name="connsiteY2861" fmla="*/ 3156787 h 5664927"/>
                <a:gd name="connsiteX2862" fmla="*/ 1075808 w 4006679"/>
                <a:gd name="connsiteY2862" fmla="*/ 3185138 h 5664927"/>
                <a:gd name="connsiteX2863" fmla="*/ 1062379 w 4006679"/>
                <a:gd name="connsiteY2863" fmla="*/ 3219456 h 5664927"/>
                <a:gd name="connsiteX2864" fmla="*/ 1050442 w 4006679"/>
                <a:gd name="connsiteY2864" fmla="*/ 3211995 h 5664927"/>
                <a:gd name="connsiteX2865" fmla="*/ 1062379 w 4006679"/>
                <a:gd name="connsiteY2865" fmla="*/ 3206027 h 5664927"/>
                <a:gd name="connsiteX2866" fmla="*/ 1068348 w 4006679"/>
                <a:gd name="connsiteY2866" fmla="*/ 3192598 h 5664927"/>
                <a:gd name="connsiteX2867" fmla="*/ 1028061 w 4006679"/>
                <a:gd name="connsiteY2867" fmla="*/ 3174693 h 5664927"/>
                <a:gd name="connsiteX2868" fmla="*/ 1017616 w 4006679"/>
                <a:gd name="connsiteY2868" fmla="*/ 3249298 h 5664927"/>
                <a:gd name="connsiteX2869" fmla="*/ 1084761 w 4006679"/>
                <a:gd name="connsiteY2869" fmla="*/ 3255267 h 5664927"/>
                <a:gd name="connsiteX2870" fmla="*/ 1105650 w 4006679"/>
                <a:gd name="connsiteY2870" fmla="*/ 3159772 h 5664927"/>
                <a:gd name="connsiteX2871" fmla="*/ 966884 w 4006679"/>
                <a:gd name="connsiteY2871" fmla="*/ 3123961 h 5664927"/>
                <a:gd name="connsiteX2872" fmla="*/ 941519 w 4006679"/>
                <a:gd name="connsiteY2872" fmla="*/ 3150819 h 5664927"/>
                <a:gd name="connsiteX2873" fmla="*/ 932566 w 4006679"/>
                <a:gd name="connsiteY2873" fmla="*/ 3209011 h 5664927"/>
                <a:gd name="connsiteX2874" fmla="*/ 987774 w 4006679"/>
                <a:gd name="connsiteY2874" fmla="*/ 3297046 h 5664927"/>
                <a:gd name="connsiteX2875" fmla="*/ 1078792 w 4006679"/>
                <a:gd name="connsiteY2875" fmla="*/ 3323903 h 5664927"/>
                <a:gd name="connsiteX2876" fmla="*/ 1145937 w 4006679"/>
                <a:gd name="connsiteY2876" fmla="*/ 3298537 h 5664927"/>
                <a:gd name="connsiteX2877" fmla="*/ 1177271 w 4006679"/>
                <a:gd name="connsiteY2877" fmla="*/ 3261235 h 5664927"/>
                <a:gd name="connsiteX2878" fmla="*/ 1184732 w 4006679"/>
                <a:gd name="connsiteY2878" fmla="*/ 3237361 h 5664927"/>
                <a:gd name="connsiteX2879" fmla="*/ 1172795 w 4006679"/>
                <a:gd name="connsiteY2879" fmla="*/ 3140374 h 5664927"/>
                <a:gd name="connsiteX2880" fmla="*/ 1128032 w 4006679"/>
                <a:gd name="connsiteY2880" fmla="*/ 3086659 h 5664927"/>
                <a:gd name="connsiteX2881" fmla="*/ 1005679 w 4006679"/>
                <a:gd name="connsiteY2881" fmla="*/ 2983703 h 5664927"/>
                <a:gd name="connsiteX2882" fmla="*/ 962408 w 4006679"/>
                <a:gd name="connsiteY2882" fmla="*/ 2955353 h 5664927"/>
                <a:gd name="connsiteX2883" fmla="*/ 927157 w 4006679"/>
                <a:gd name="connsiteY2883" fmla="*/ 2949945 h 5664927"/>
                <a:gd name="connsiteX2884" fmla="*/ 2608201 w 4006679"/>
                <a:gd name="connsiteY2884" fmla="*/ 3085166 h 5664927"/>
                <a:gd name="connsiteX2885" fmla="*/ 2578360 w 4006679"/>
                <a:gd name="connsiteY2885" fmla="*/ 3129930 h 5664927"/>
                <a:gd name="connsiteX2886" fmla="*/ 2608201 w 4006679"/>
                <a:gd name="connsiteY2886" fmla="*/ 3141866 h 5664927"/>
                <a:gd name="connsiteX2887" fmla="*/ 2608201 w 4006679"/>
                <a:gd name="connsiteY2887" fmla="*/ 3085166 h 5664927"/>
                <a:gd name="connsiteX2888" fmla="*/ 2376924 w 4006679"/>
                <a:gd name="connsiteY2888" fmla="*/ 3064277 h 5664927"/>
                <a:gd name="connsiteX2889" fmla="*/ 2335145 w 4006679"/>
                <a:gd name="connsiteY2889" fmla="*/ 3080690 h 5664927"/>
                <a:gd name="connsiteX2890" fmla="*/ 2315748 w 4006679"/>
                <a:gd name="connsiteY2890" fmla="*/ 3106056 h 5664927"/>
                <a:gd name="connsiteX2891" fmla="*/ 2306795 w 4006679"/>
                <a:gd name="connsiteY2891" fmla="*/ 3152311 h 5664927"/>
                <a:gd name="connsiteX2892" fmla="*/ 2268001 w 4006679"/>
                <a:gd name="connsiteY2892" fmla="*/ 3211995 h 5664927"/>
                <a:gd name="connsiteX2893" fmla="*/ 2148632 w 4006679"/>
                <a:gd name="connsiteY2893" fmla="*/ 3258251 h 5664927"/>
                <a:gd name="connsiteX2894" fmla="*/ 2085964 w 4006679"/>
                <a:gd name="connsiteY2894" fmla="*/ 3274664 h 5664927"/>
                <a:gd name="connsiteX2895" fmla="*/ 2081487 w 4006679"/>
                <a:gd name="connsiteY2895" fmla="*/ 3280632 h 5664927"/>
                <a:gd name="connsiteX2896" fmla="*/ 2114314 w 4006679"/>
                <a:gd name="connsiteY2896" fmla="*/ 3303014 h 5664927"/>
                <a:gd name="connsiteX2897" fmla="*/ 2162061 w 4006679"/>
                <a:gd name="connsiteY2897" fmla="*/ 3307490 h 5664927"/>
                <a:gd name="connsiteX2898" fmla="*/ 2214285 w 4006679"/>
                <a:gd name="connsiteY2898" fmla="*/ 3300030 h 5664927"/>
                <a:gd name="connsiteX2899" fmla="*/ 2268001 w 4006679"/>
                <a:gd name="connsiteY2899" fmla="*/ 3270188 h 5664927"/>
                <a:gd name="connsiteX2900" fmla="*/ 2341114 w 4006679"/>
                <a:gd name="connsiteY2900" fmla="*/ 3197074 h 5664927"/>
                <a:gd name="connsiteX2901" fmla="*/ 2376924 w 4006679"/>
                <a:gd name="connsiteY2901" fmla="*/ 3064277 h 5664927"/>
                <a:gd name="connsiteX2902" fmla="*/ 1906911 w 4006679"/>
                <a:gd name="connsiteY2902" fmla="*/ 3021006 h 5664927"/>
                <a:gd name="connsiteX2903" fmla="*/ 1863640 w 4006679"/>
                <a:gd name="connsiteY2903" fmla="*/ 3047864 h 5664927"/>
                <a:gd name="connsiteX2904" fmla="*/ 1894974 w 4006679"/>
                <a:gd name="connsiteY2904" fmla="*/ 3070245 h 5664927"/>
                <a:gd name="connsiteX2905" fmla="*/ 1887514 w 4006679"/>
                <a:gd name="connsiteY2905" fmla="*/ 3056816 h 5664927"/>
                <a:gd name="connsiteX2906" fmla="*/ 1923324 w 4006679"/>
                <a:gd name="connsiteY2906" fmla="*/ 3041895 h 5664927"/>
                <a:gd name="connsiteX2907" fmla="*/ 1906911 w 4006679"/>
                <a:gd name="connsiteY2907" fmla="*/ 3021006 h 5664927"/>
                <a:gd name="connsiteX2908" fmla="*/ 1350356 w 4006679"/>
                <a:gd name="connsiteY2908" fmla="*/ 2974751 h 5664927"/>
                <a:gd name="connsiteX2909" fmla="*/ 1316037 w 4006679"/>
                <a:gd name="connsiteY2909" fmla="*/ 2998624 h 5664927"/>
                <a:gd name="connsiteX2910" fmla="*/ 1345879 w 4006679"/>
                <a:gd name="connsiteY2910" fmla="*/ 3028467 h 5664927"/>
                <a:gd name="connsiteX2911" fmla="*/ 1350356 w 4006679"/>
                <a:gd name="connsiteY2911" fmla="*/ 2974751 h 5664927"/>
                <a:gd name="connsiteX2912" fmla="*/ 844532 w 4006679"/>
                <a:gd name="connsiteY2912" fmla="*/ 2924019 h 5664927"/>
                <a:gd name="connsiteX2913" fmla="*/ 857961 w 4006679"/>
                <a:gd name="connsiteY2913" fmla="*/ 2947893 h 5664927"/>
                <a:gd name="connsiteX2914" fmla="*/ 886311 w 4006679"/>
                <a:gd name="connsiteY2914" fmla="*/ 2929987 h 5664927"/>
                <a:gd name="connsiteX2915" fmla="*/ 844532 w 4006679"/>
                <a:gd name="connsiteY2915" fmla="*/ 2924019 h 5664927"/>
                <a:gd name="connsiteX2916" fmla="*/ 1596553 w 4006679"/>
                <a:gd name="connsiteY2916" fmla="*/ 2983703 h 5664927"/>
                <a:gd name="connsiteX2917" fmla="*/ 1544329 w 4006679"/>
                <a:gd name="connsiteY2917" fmla="*/ 3003101 h 5664927"/>
                <a:gd name="connsiteX2918" fmla="*/ 1557758 w 4006679"/>
                <a:gd name="connsiteY2918" fmla="*/ 3074722 h 5664927"/>
                <a:gd name="connsiteX2919" fmla="*/ 1620427 w 4006679"/>
                <a:gd name="connsiteY2919" fmla="*/ 3079198 h 5664927"/>
                <a:gd name="connsiteX2920" fmla="*/ 1614458 w 4006679"/>
                <a:gd name="connsiteY2920" fmla="*/ 3029958 h 5664927"/>
                <a:gd name="connsiteX2921" fmla="*/ 1560742 w 4006679"/>
                <a:gd name="connsiteY2921" fmla="*/ 3032943 h 5664927"/>
                <a:gd name="connsiteX2922" fmla="*/ 1559250 w 4006679"/>
                <a:gd name="connsiteY2922" fmla="*/ 3025482 h 5664927"/>
                <a:gd name="connsiteX2923" fmla="*/ 1606998 w 4006679"/>
                <a:gd name="connsiteY2923" fmla="*/ 3015037 h 5664927"/>
                <a:gd name="connsiteX2924" fmla="*/ 1596553 w 4006679"/>
                <a:gd name="connsiteY2924" fmla="*/ 2983703 h 5664927"/>
                <a:gd name="connsiteX2925" fmla="*/ 2545532 w 4006679"/>
                <a:gd name="connsiteY2925" fmla="*/ 3059801 h 5664927"/>
                <a:gd name="connsiteX2926" fmla="*/ 2529119 w 4006679"/>
                <a:gd name="connsiteY2926" fmla="*/ 3074722 h 5664927"/>
                <a:gd name="connsiteX2927" fmla="*/ 2530611 w 4006679"/>
                <a:gd name="connsiteY2927" fmla="*/ 3115008 h 5664927"/>
                <a:gd name="connsiteX2928" fmla="*/ 2558961 w 4006679"/>
                <a:gd name="connsiteY2928" fmla="*/ 3117993 h 5664927"/>
                <a:gd name="connsiteX2929" fmla="*/ 2585819 w 4006679"/>
                <a:gd name="connsiteY2929" fmla="*/ 3089643 h 5664927"/>
                <a:gd name="connsiteX2930" fmla="*/ 2560453 w 4006679"/>
                <a:gd name="connsiteY2930" fmla="*/ 3061293 h 5664927"/>
                <a:gd name="connsiteX2931" fmla="*/ 2545532 w 4006679"/>
                <a:gd name="connsiteY2931" fmla="*/ 3059801 h 5664927"/>
                <a:gd name="connsiteX2932" fmla="*/ 1225578 w 4006679"/>
                <a:gd name="connsiteY2932" fmla="*/ 2951064 h 5664927"/>
                <a:gd name="connsiteX2933" fmla="*/ 1216066 w 4006679"/>
                <a:gd name="connsiteY2933" fmla="*/ 2950877 h 5664927"/>
                <a:gd name="connsiteX2934" fmla="*/ 1148921 w 4006679"/>
                <a:gd name="connsiteY2934" fmla="*/ 3010561 h 5664927"/>
                <a:gd name="connsiteX2935" fmla="*/ 1174287 w 4006679"/>
                <a:gd name="connsiteY2935" fmla="*/ 3109040 h 5664927"/>
                <a:gd name="connsiteX2936" fmla="*/ 1192192 w 4006679"/>
                <a:gd name="connsiteY2936" fmla="*/ 3116501 h 5664927"/>
                <a:gd name="connsiteX2937" fmla="*/ 1228003 w 4006679"/>
                <a:gd name="connsiteY2937" fmla="*/ 3110532 h 5664927"/>
                <a:gd name="connsiteX2938" fmla="*/ 1257845 w 4006679"/>
                <a:gd name="connsiteY2938" fmla="*/ 3031451 h 5664927"/>
                <a:gd name="connsiteX2939" fmla="*/ 1220542 w 4006679"/>
                <a:gd name="connsiteY2939" fmla="*/ 3010561 h 5664927"/>
                <a:gd name="connsiteX2940" fmla="*/ 1193685 w 4006679"/>
                <a:gd name="connsiteY2940" fmla="*/ 3029958 h 5664927"/>
                <a:gd name="connsiteX2941" fmla="*/ 1204129 w 4006679"/>
                <a:gd name="connsiteY2941" fmla="*/ 3061293 h 5664927"/>
                <a:gd name="connsiteX2942" fmla="*/ 1230987 w 4006679"/>
                <a:gd name="connsiteY2942" fmla="*/ 3056816 h 5664927"/>
                <a:gd name="connsiteX2943" fmla="*/ 1236956 w 4006679"/>
                <a:gd name="connsiteY2943" fmla="*/ 3058309 h 5664927"/>
                <a:gd name="connsiteX2944" fmla="*/ 1219050 w 4006679"/>
                <a:gd name="connsiteY2944" fmla="*/ 3077706 h 5664927"/>
                <a:gd name="connsiteX2945" fmla="*/ 1183240 w 4006679"/>
                <a:gd name="connsiteY2945" fmla="*/ 3052340 h 5664927"/>
                <a:gd name="connsiteX2946" fmla="*/ 1195177 w 4006679"/>
                <a:gd name="connsiteY2946" fmla="*/ 3006085 h 5664927"/>
                <a:gd name="connsiteX2947" fmla="*/ 1245908 w 4006679"/>
                <a:gd name="connsiteY2947" fmla="*/ 3003101 h 5664927"/>
                <a:gd name="connsiteX2948" fmla="*/ 1254861 w 4006679"/>
                <a:gd name="connsiteY2948" fmla="*/ 3112024 h 5664927"/>
                <a:gd name="connsiteX2949" fmla="*/ 1211590 w 4006679"/>
                <a:gd name="connsiteY2949" fmla="*/ 3128438 h 5664927"/>
                <a:gd name="connsiteX2950" fmla="*/ 1186224 w 4006679"/>
                <a:gd name="connsiteY2950" fmla="*/ 3128438 h 5664927"/>
                <a:gd name="connsiteX2951" fmla="*/ 1192192 w 4006679"/>
                <a:gd name="connsiteY2951" fmla="*/ 3149327 h 5664927"/>
                <a:gd name="connsiteX2952" fmla="*/ 1220542 w 4006679"/>
                <a:gd name="connsiteY2952" fmla="*/ 3170217 h 5664927"/>
                <a:gd name="connsiteX2953" fmla="*/ 1316037 w 4006679"/>
                <a:gd name="connsiteY2953" fmla="*/ 3125453 h 5664927"/>
                <a:gd name="connsiteX2954" fmla="*/ 1317529 w 4006679"/>
                <a:gd name="connsiteY2954" fmla="*/ 3065769 h 5664927"/>
                <a:gd name="connsiteX2955" fmla="*/ 1251877 w 4006679"/>
                <a:gd name="connsiteY2955" fmla="*/ 2980719 h 5664927"/>
                <a:gd name="connsiteX2956" fmla="*/ 1233971 w 4006679"/>
                <a:gd name="connsiteY2956" fmla="*/ 2956845 h 5664927"/>
                <a:gd name="connsiteX2957" fmla="*/ 1225578 w 4006679"/>
                <a:gd name="connsiteY2957" fmla="*/ 2951064 h 5664927"/>
                <a:gd name="connsiteX2958" fmla="*/ 2440525 w 4006679"/>
                <a:gd name="connsiteY2958" fmla="*/ 3049542 h 5664927"/>
                <a:gd name="connsiteX2959" fmla="*/ 2418703 w 4006679"/>
                <a:gd name="connsiteY2959" fmla="*/ 3047864 h 5664927"/>
                <a:gd name="connsiteX2960" fmla="*/ 2396322 w 4006679"/>
                <a:gd name="connsiteY2960" fmla="*/ 3089643 h 5664927"/>
                <a:gd name="connsiteX2961" fmla="*/ 2414227 w 4006679"/>
                <a:gd name="connsiteY2961" fmla="*/ 3095611 h 5664927"/>
                <a:gd name="connsiteX2962" fmla="*/ 2433624 w 4006679"/>
                <a:gd name="connsiteY2962" fmla="*/ 3098595 h 5664927"/>
                <a:gd name="connsiteX2963" fmla="*/ 2450037 w 4006679"/>
                <a:gd name="connsiteY2963" fmla="*/ 3085166 h 5664927"/>
                <a:gd name="connsiteX2964" fmla="*/ 2450037 w 4006679"/>
                <a:gd name="connsiteY2964" fmla="*/ 3070245 h 5664927"/>
                <a:gd name="connsiteX2965" fmla="*/ 2440525 w 4006679"/>
                <a:gd name="connsiteY2965" fmla="*/ 3049542 h 5664927"/>
                <a:gd name="connsiteX2966" fmla="*/ 284992 w 4006679"/>
                <a:gd name="connsiteY2966" fmla="*/ 2870303 h 5664927"/>
                <a:gd name="connsiteX2967" fmla="*/ 280516 w 4006679"/>
                <a:gd name="connsiteY2967" fmla="*/ 2871795 h 5664927"/>
                <a:gd name="connsiteX2968" fmla="*/ 287976 w 4006679"/>
                <a:gd name="connsiteY2968" fmla="*/ 2894177 h 5664927"/>
                <a:gd name="connsiteX2969" fmla="*/ 407345 w 4006679"/>
                <a:gd name="connsiteY2969" fmla="*/ 3120977 h 5664927"/>
                <a:gd name="connsiteX2970" fmla="*/ 511792 w 4006679"/>
                <a:gd name="connsiteY2970" fmla="*/ 3264219 h 5664927"/>
                <a:gd name="connsiteX2971" fmla="*/ 534174 w 4006679"/>
                <a:gd name="connsiteY2971" fmla="*/ 3294061 h 5664927"/>
                <a:gd name="connsiteX2972" fmla="*/ 647574 w 4006679"/>
                <a:gd name="connsiteY2972" fmla="*/ 3417906 h 5664927"/>
                <a:gd name="connsiteX2973" fmla="*/ 695321 w 4006679"/>
                <a:gd name="connsiteY2973" fmla="*/ 3455209 h 5664927"/>
                <a:gd name="connsiteX2974" fmla="*/ 696813 w 4006679"/>
                <a:gd name="connsiteY2974" fmla="*/ 3447748 h 5664927"/>
                <a:gd name="connsiteX2975" fmla="*/ 629669 w 4006679"/>
                <a:gd name="connsiteY2975" fmla="*/ 3355238 h 5664927"/>
                <a:gd name="connsiteX2976" fmla="*/ 620716 w 4006679"/>
                <a:gd name="connsiteY2976" fmla="*/ 3343301 h 5664927"/>
                <a:gd name="connsiteX2977" fmla="*/ 581921 w 4006679"/>
                <a:gd name="connsiteY2977" fmla="*/ 3295553 h 5664927"/>
                <a:gd name="connsiteX2978" fmla="*/ 420774 w 4006679"/>
                <a:gd name="connsiteY2978" fmla="*/ 3109040 h 5664927"/>
                <a:gd name="connsiteX2979" fmla="*/ 376011 w 4006679"/>
                <a:gd name="connsiteY2979" fmla="*/ 3031451 h 5664927"/>
                <a:gd name="connsiteX2980" fmla="*/ 314834 w 4006679"/>
                <a:gd name="connsiteY2980" fmla="*/ 2925511 h 5664927"/>
                <a:gd name="connsiteX2981" fmla="*/ 284992 w 4006679"/>
                <a:gd name="connsiteY2981" fmla="*/ 2870303 h 5664927"/>
                <a:gd name="connsiteX2982" fmla="*/ 1715922 w 4006679"/>
                <a:gd name="connsiteY2982" fmla="*/ 2982211 h 5664927"/>
                <a:gd name="connsiteX2983" fmla="*/ 1699508 w 4006679"/>
                <a:gd name="connsiteY2983" fmla="*/ 3007577 h 5664927"/>
                <a:gd name="connsiteX2984" fmla="*/ 1718906 w 4006679"/>
                <a:gd name="connsiteY2984" fmla="*/ 3040403 h 5664927"/>
                <a:gd name="connsiteX2985" fmla="*/ 1762177 w 4006679"/>
                <a:gd name="connsiteY2985" fmla="*/ 3028467 h 5664927"/>
                <a:gd name="connsiteX2986" fmla="*/ 1715922 w 4006679"/>
                <a:gd name="connsiteY2986" fmla="*/ 2982211 h 5664927"/>
                <a:gd name="connsiteX2987" fmla="*/ 977329 w 4006679"/>
                <a:gd name="connsiteY2987" fmla="*/ 2910590 h 5664927"/>
                <a:gd name="connsiteX2988" fmla="*/ 948979 w 4006679"/>
                <a:gd name="connsiteY2988" fmla="*/ 2928495 h 5664927"/>
                <a:gd name="connsiteX2989" fmla="*/ 1063871 w 4006679"/>
                <a:gd name="connsiteY2989" fmla="*/ 3021006 h 5664927"/>
                <a:gd name="connsiteX2990" fmla="*/ 1072824 w 4006679"/>
                <a:gd name="connsiteY2990" fmla="*/ 2980719 h 5664927"/>
                <a:gd name="connsiteX2991" fmla="*/ 1060887 w 4006679"/>
                <a:gd name="connsiteY2991" fmla="*/ 2953861 h 5664927"/>
                <a:gd name="connsiteX2992" fmla="*/ 977329 w 4006679"/>
                <a:gd name="connsiteY2992" fmla="*/ 2910590 h 5664927"/>
                <a:gd name="connsiteX2993" fmla="*/ 1396611 w 4006679"/>
                <a:gd name="connsiteY2993" fmla="*/ 2937448 h 5664927"/>
                <a:gd name="connsiteX2994" fmla="*/ 1365277 w 4006679"/>
                <a:gd name="connsiteY2994" fmla="*/ 2964306 h 5664927"/>
                <a:gd name="connsiteX2995" fmla="*/ 1408548 w 4006679"/>
                <a:gd name="connsiteY2995" fmla="*/ 2997132 h 5664927"/>
                <a:gd name="connsiteX2996" fmla="*/ 1396611 w 4006679"/>
                <a:gd name="connsiteY2996" fmla="*/ 2937448 h 5664927"/>
                <a:gd name="connsiteX2997" fmla="*/ 1774114 w 4006679"/>
                <a:gd name="connsiteY2997" fmla="*/ 2965798 h 5664927"/>
                <a:gd name="connsiteX2998" fmla="*/ 1751732 w 4006679"/>
                <a:gd name="connsiteY2998" fmla="*/ 2977735 h 5664927"/>
                <a:gd name="connsiteX2999" fmla="*/ 1777098 w 4006679"/>
                <a:gd name="connsiteY2999" fmla="*/ 3022498 h 5664927"/>
                <a:gd name="connsiteX3000" fmla="*/ 1800971 w 4006679"/>
                <a:gd name="connsiteY3000" fmla="*/ 3009069 h 5664927"/>
                <a:gd name="connsiteX3001" fmla="*/ 1774114 w 4006679"/>
                <a:gd name="connsiteY3001" fmla="*/ 2965798 h 5664927"/>
                <a:gd name="connsiteX3002" fmla="*/ 2824556 w 4006679"/>
                <a:gd name="connsiteY3002" fmla="*/ 3049356 h 5664927"/>
                <a:gd name="connsiteX3003" fmla="*/ 2805159 w 4006679"/>
                <a:gd name="connsiteY3003" fmla="*/ 3080690 h 5664927"/>
                <a:gd name="connsiteX3004" fmla="*/ 2836493 w 4006679"/>
                <a:gd name="connsiteY3004" fmla="*/ 3088151 h 5664927"/>
                <a:gd name="connsiteX3005" fmla="*/ 2824556 w 4006679"/>
                <a:gd name="connsiteY3005" fmla="*/ 3049356 h 5664927"/>
                <a:gd name="connsiteX3006" fmla="*/ 2607338 w 4006679"/>
                <a:gd name="connsiteY3006" fmla="*/ 3025785 h 5664927"/>
                <a:gd name="connsiteX3007" fmla="*/ 2579851 w 4006679"/>
                <a:gd name="connsiteY3007" fmla="*/ 3044880 h 5664927"/>
                <a:gd name="connsiteX3008" fmla="*/ 2638043 w 4006679"/>
                <a:gd name="connsiteY3008" fmla="*/ 3083674 h 5664927"/>
                <a:gd name="connsiteX3009" fmla="*/ 2666393 w 4006679"/>
                <a:gd name="connsiteY3009" fmla="*/ 3094119 h 5664927"/>
                <a:gd name="connsiteX3010" fmla="*/ 2721601 w 4006679"/>
                <a:gd name="connsiteY3010" fmla="*/ 3135898 h 5664927"/>
                <a:gd name="connsiteX3011" fmla="*/ 2775317 w 4006679"/>
                <a:gd name="connsiteY3011" fmla="*/ 3234377 h 5664927"/>
                <a:gd name="connsiteX3012" fmla="*/ 2779793 w 4006679"/>
                <a:gd name="connsiteY3012" fmla="*/ 3294061 h 5664927"/>
                <a:gd name="connsiteX3013" fmla="*/ 2781285 w 4006679"/>
                <a:gd name="connsiteY3013" fmla="*/ 3335840 h 5664927"/>
                <a:gd name="connsiteX3014" fmla="*/ 2757411 w 4006679"/>
                <a:gd name="connsiteY3014" fmla="*/ 3420890 h 5664927"/>
                <a:gd name="connsiteX3015" fmla="*/ 2749951 w 4006679"/>
                <a:gd name="connsiteY3015" fmla="*/ 3428351 h 5664927"/>
                <a:gd name="connsiteX3016" fmla="*/ 2735030 w 4006679"/>
                <a:gd name="connsiteY3016" fmla="*/ 3444764 h 5664927"/>
                <a:gd name="connsiteX3017" fmla="*/ 2587311 w 4006679"/>
                <a:gd name="connsiteY3017" fmla="*/ 3528322 h 5664927"/>
                <a:gd name="connsiteX3018" fmla="*/ 2542548 w 4006679"/>
                <a:gd name="connsiteY3018" fmla="*/ 3552196 h 5664927"/>
                <a:gd name="connsiteX3019" fmla="*/ 2558961 w 4006679"/>
                <a:gd name="connsiteY3019" fmla="*/ 3570101 h 5664927"/>
                <a:gd name="connsiteX3020" fmla="*/ 2690267 w 4006679"/>
                <a:gd name="connsiteY3020" fmla="*/ 3526830 h 5664927"/>
                <a:gd name="connsiteX3021" fmla="*/ 2730553 w 4006679"/>
                <a:gd name="connsiteY3021" fmla="*/ 3498480 h 5664927"/>
                <a:gd name="connsiteX3022" fmla="*/ 2820080 w 4006679"/>
                <a:gd name="connsiteY3022" fmla="*/ 3367174 h 5664927"/>
                <a:gd name="connsiteX3023" fmla="*/ 2817096 w 4006679"/>
                <a:gd name="connsiteY3023" fmla="*/ 3183645 h 5664927"/>
                <a:gd name="connsiteX3024" fmla="*/ 2755919 w 4006679"/>
                <a:gd name="connsiteY3024" fmla="*/ 3109040 h 5664927"/>
                <a:gd name="connsiteX3025" fmla="*/ 2681314 w 4006679"/>
                <a:gd name="connsiteY3025" fmla="*/ 3058309 h 5664927"/>
                <a:gd name="connsiteX3026" fmla="*/ 2623122 w 4006679"/>
                <a:gd name="connsiteY3026" fmla="*/ 3029958 h 5664927"/>
                <a:gd name="connsiteX3027" fmla="*/ 2607338 w 4006679"/>
                <a:gd name="connsiteY3027" fmla="*/ 3025785 h 5664927"/>
                <a:gd name="connsiteX3028" fmla="*/ 1948690 w 4006679"/>
                <a:gd name="connsiteY3028" fmla="*/ 2970274 h 5664927"/>
                <a:gd name="connsiteX3029" fmla="*/ 1918848 w 4006679"/>
                <a:gd name="connsiteY3029" fmla="*/ 3009069 h 5664927"/>
                <a:gd name="connsiteX3030" fmla="*/ 1930785 w 4006679"/>
                <a:gd name="connsiteY3030" fmla="*/ 3022498 h 5664927"/>
                <a:gd name="connsiteX3031" fmla="*/ 1957643 w 4006679"/>
                <a:gd name="connsiteY3031" fmla="*/ 3029958 h 5664927"/>
                <a:gd name="connsiteX3032" fmla="*/ 1971071 w 4006679"/>
                <a:gd name="connsiteY3032" fmla="*/ 3001609 h 5664927"/>
                <a:gd name="connsiteX3033" fmla="*/ 1948690 w 4006679"/>
                <a:gd name="connsiteY3033" fmla="*/ 2970274 h 5664927"/>
                <a:gd name="connsiteX3034" fmla="*/ 1257845 w 4006679"/>
                <a:gd name="connsiteY3034" fmla="*/ 2913574 h 5664927"/>
                <a:gd name="connsiteX3035" fmla="*/ 1281719 w 4006679"/>
                <a:gd name="connsiteY3035" fmla="*/ 2952369 h 5664927"/>
                <a:gd name="connsiteX3036" fmla="*/ 1257845 w 4006679"/>
                <a:gd name="connsiteY3036" fmla="*/ 2913574 h 5664927"/>
                <a:gd name="connsiteX3037" fmla="*/ 2767856 w 4006679"/>
                <a:gd name="connsiteY3037" fmla="*/ 3035927 h 5664927"/>
                <a:gd name="connsiteX3038" fmla="*/ 2724585 w 4006679"/>
                <a:gd name="connsiteY3038" fmla="*/ 3059801 h 5664927"/>
                <a:gd name="connsiteX3039" fmla="*/ 2829032 w 4006679"/>
                <a:gd name="connsiteY3039" fmla="*/ 3155295 h 5664927"/>
                <a:gd name="connsiteX3040" fmla="*/ 2827540 w 4006679"/>
                <a:gd name="connsiteY3040" fmla="*/ 3106056 h 5664927"/>
                <a:gd name="connsiteX3041" fmla="*/ 2793222 w 4006679"/>
                <a:gd name="connsiteY3041" fmla="*/ 3104564 h 5664927"/>
                <a:gd name="connsiteX3042" fmla="*/ 2782777 w 4006679"/>
                <a:gd name="connsiteY3042" fmla="*/ 3091135 h 5664927"/>
                <a:gd name="connsiteX3043" fmla="*/ 2788745 w 4006679"/>
                <a:gd name="connsiteY3043" fmla="*/ 3077706 h 5664927"/>
                <a:gd name="connsiteX3044" fmla="*/ 2767856 w 4006679"/>
                <a:gd name="connsiteY3044" fmla="*/ 3035927 h 5664927"/>
                <a:gd name="connsiteX3045" fmla="*/ 1480169 w 4006679"/>
                <a:gd name="connsiteY3045" fmla="*/ 2927003 h 5664927"/>
                <a:gd name="connsiteX3046" fmla="*/ 1445850 w 4006679"/>
                <a:gd name="connsiteY3046" fmla="*/ 2959830 h 5664927"/>
                <a:gd name="connsiteX3047" fmla="*/ 1459279 w 4006679"/>
                <a:gd name="connsiteY3047" fmla="*/ 3174693 h 5664927"/>
                <a:gd name="connsiteX3048" fmla="*/ 1510011 w 4006679"/>
                <a:gd name="connsiteY3048" fmla="*/ 3214980 h 5664927"/>
                <a:gd name="connsiteX3049" fmla="*/ 1539853 w 4006679"/>
                <a:gd name="connsiteY3049" fmla="*/ 3061293 h 5664927"/>
                <a:gd name="connsiteX3050" fmla="*/ 1480169 w 4006679"/>
                <a:gd name="connsiteY3050" fmla="*/ 2927003 h 5664927"/>
                <a:gd name="connsiteX3051" fmla="*/ 2511214 w 4006679"/>
                <a:gd name="connsiteY3051" fmla="*/ 3010561 h 5664927"/>
                <a:gd name="connsiteX3052" fmla="*/ 2467943 w 4006679"/>
                <a:gd name="connsiteY3052" fmla="*/ 3025482 h 5664927"/>
                <a:gd name="connsiteX3053" fmla="*/ 2463466 w 4006679"/>
                <a:gd name="connsiteY3053" fmla="*/ 3109040 h 5664927"/>
                <a:gd name="connsiteX3054" fmla="*/ 2388861 w 4006679"/>
                <a:gd name="connsiteY3054" fmla="*/ 3271680 h 5664927"/>
                <a:gd name="connsiteX3055" fmla="*/ 2275461 w 4006679"/>
                <a:gd name="connsiteY3055" fmla="*/ 3350761 h 5664927"/>
                <a:gd name="connsiteX3056" fmla="*/ 2142664 w 4006679"/>
                <a:gd name="connsiteY3056" fmla="*/ 3377619 h 5664927"/>
                <a:gd name="connsiteX3057" fmla="*/ 2065074 w 4006679"/>
                <a:gd name="connsiteY3057" fmla="*/ 3368666 h 5664927"/>
                <a:gd name="connsiteX3058" fmla="*/ 2015835 w 4006679"/>
                <a:gd name="connsiteY3058" fmla="*/ 3405969 h 5664927"/>
                <a:gd name="connsiteX3059" fmla="*/ 2036724 w 4006679"/>
                <a:gd name="connsiteY3059" fmla="*/ 3416414 h 5664927"/>
                <a:gd name="connsiteX3060" fmla="*/ 2090440 w 4006679"/>
                <a:gd name="connsiteY3060" fmla="*/ 3429843 h 5664927"/>
                <a:gd name="connsiteX3061" fmla="*/ 2206824 w 4006679"/>
                <a:gd name="connsiteY3061" fmla="*/ 3431335 h 5664927"/>
                <a:gd name="connsiteX3062" fmla="*/ 2323208 w 4006679"/>
                <a:gd name="connsiteY3062" fmla="*/ 3394032 h 5664927"/>
                <a:gd name="connsiteX3063" fmla="*/ 2357527 w 4006679"/>
                <a:gd name="connsiteY3063" fmla="*/ 3373143 h 5664927"/>
                <a:gd name="connsiteX3064" fmla="*/ 2456006 w 4006679"/>
                <a:gd name="connsiteY3064" fmla="*/ 3267203 h 5664927"/>
                <a:gd name="connsiteX3065" fmla="*/ 2502261 w 4006679"/>
                <a:gd name="connsiteY3065" fmla="*/ 3176185 h 5664927"/>
                <a:gd name="connsiteX3066" fmla="*/ 2514198 w 4006679"/>
                <a:gd name="connsiteY3066" fmla="*/ 3022498 h 5664927"/>
                <a:gd name="connsiteX3067" fmla="*/ 2511214 w 4006679"/>
                <a:gd name="connsiteY3067" fmla="*/ 3010561 h 5664927"/>
                <a:gd name="connsiteX3068" fmla="*/ 1192192 w 4006679"/>
                <a:gd name="connsiteY3068" fmla="*/ 2900145 h 5664927"/>
                <a:gd name="connsiteX3069" fmla="*/ 1171303 w 4006679"/>
                <a:gd name="connsiteY3069" fmla="*/ 2900145 h 5664927"/>
                <a:gd name="connsiteX3070" fmla="*/ 1145937 w 4006679"/>
                <a:gd name="connsiteY3070" fmla="*/ 2910590 h 5664927"/>
                <a:gd name="connsiteX3071" fmla="*/ 1134000 w 4006679"/>
                <a:gd name="connsiteY3071" fmla="*/ 2918051 h 5664927"/>
                <a:gd name="connsiteX3072" fmla="*/ 1084761 w 4006679"/>
                <a:gd name="connsiteY3072" fmla="*/ 2997132 h 5664927"/>
                <a:gd name="connsiteX3073" fmla="*/ 1081777 w 4006679"/>
                <a:gd name="connsiteY3073" fmla="*/ 3031451 h 5664927"/>
                <a:gd name="connsiteX3074" fmla="*/ 1123556 w 4006679"/>
                <a:gd name="connsiteY3074" fmla="*/ 3064277 h 5664927"/>
                <a:gd name="connsiteX3075" fmla="*/ 1142953 w 4006679"/>
                <a:gd name="connsiteY3075" fmla="*/ 2979227 h 5664927"/>
                <a:gd name="connsiteX3076" fmla="*/ 1213082 w 4006679"/>
                <a:gd name="connsiteY3076" fmla="*/ 2932972 h 5664927"/>
                <a:gd name="connsiteX3077" fmla="*/ 1192192 w 4006679"/>
                <a:gd name="connsiteY3077" fmla="*/ 2900145 h 5664927"/>
                <a:gd name="connsiteX3078" fmla="*/ 1566711 w 4006679"/>
                <a:gd name="connsiteY3078" fmla="*/ 2925511 h 5664927"/>
                <a:gd name="connsiteX3079" fmla="*/ 1542837 w 4006679"/>
                <a:gd name="connsiteY3079" fmla="*/ 2944909 h 5664927"/>
                <a:gd name="connsiteX3080" fmla="*/ 1517471 w 4006679"/>
                <a:gd name="connsiteY3080" fmla="*/ 2968782 h 5664927"/>
                <a:gd name="connsiteX3081" fmla="*/ 1536869 w 4006679"/>
                <a:gd name="connsiteY3081" fmla="*/ 2985195 h 5664927"/>
                <a:gd name="connsiteX3082" fmla="*/ 1586108 w 4006679"/>
                <a:gd name="connsiteY3082" fmla="*/ 2967290 h 5664927"/>
                <a:gd name="connsiteX3083" fmla="*/ 1571187 w 4006679"/>
                <a:gd name="connsiteY3083" fmla="*/ 2928495 h 5664927"/>
                <a:gd name="connsiteX3084" fmla="*/ 1566711 w 4006679"/>
                <a:gd name="connsiteY3084" fmla="*/ 2925511 h 5664927"/>
                <a:gd name="connsiteX3085" fmla="*/ 1290532 w 4006679"/>
                <a:gd name="connsiteY3085" fmla="*/ 2897908 h 5664927"/>
                <a:gd name="connsiteX3086" fmla="*/ 1283211 w 4006679"/>
                <a:gd name="connsiteY3086" fmla="*/ 2901638 h 5664927"/>
                <a:gd name="connsiteX3087" fmla="*/ 1304100 w 4006679"/>
                <a:gd name="connsiteY3087" fmla="*/ 2938940 h 5664927"/>
                <a:gd name="connsiteX3088" fmla="*/ 1322006 w 4006679"/>
                <a:gd name="connsiteY3088" fmla="*/ 2931480 h 5664927"/>
                <a:gd name="connsiteX3089" fmla="*/ 1290532 w 4006679"/>
                <a:gd name="connsiteY3089" fmla="*/ 2897908 h 5664927"/>
                <a:gd name="connsiteX3090" fmla="*/ 1814400 w 4006679"/>
                <a:gd name="connsiteY3090" fmla="*/ 2937448 h 5664927"/>
                <a:gd name="connsiteX3091" fmla="*/ 1790527 w 4006679"/>
                <a:gd name="connsiteY3091" fmla="*/ 2958337 h 5664927"/>
                <a:gd name="connsiteX3092" fmla="*/ 1818877 w 4006679"/>
                <a:gd name="connsiteY3092" fmla="*/ 2998624 h 5664927"/>
                <a:gd name="connsiteX3093" fmla="*/ 1844242 w 4006679"/>
                <a:gd name="connsiteY3093" fmla="*/ 2977735 h 5664927"/>
                <a:gd name="connsiteX3094" fmla="*/ 1814400 w 4006679"/>
                <a:gd name="connsiteY3094" fmla="*/ 2937448 h 5664927"/>
                <a:gd name="connsiteX3095" fmla="*/ 698492 w 4006679"/>
                <a:gd name="connsiteY3095" fmla="*/ 2841580 h 5664927"/>
                <a:gd name="connsiteX3096" fmla="*/ 650558 w 4006679"/>
                <a:gd name="connsiteY3096" fmla="*/ 2862843 h 5664927"/>
                <a:gd name="connsiteX3097" fmla="*/ 623700 w 4006679"/>
                <a:gd name="connsiteY3097" fmla="*/ 2934464 h 5664927"/>
                <a:gd name="connsiteX3098" fmla="*/ 640113 w 4006679"/>
                <a:gd name="connsiteY3098" fmla="*/ 2977735 h 5664927"/>
                <a:gd name="connsiteX3099" fmla="*/ 687861 w 4006679"/>
                <a:gd name="connsiteY3099" fmla="*/ 3025482 h 5664927"/>
                <a:gd name="connsiteX3100" fmla="*/ 747545 w 4006679"/>
                <a:gd name="connsiteY3100" fmla="*/ 3086659 h 5664927"/>
                <a:gd name="connsiteX3101" fmla="*/ 763958 w 4006679"/>
                <a:gd name="connsiteY3101" fmla="*/ 3095611 h 5664927"/>
                <a:gd name="connsiteX3102" fmla="*/ 810213 w 4006679"/>
                <a:gd name="connsiteY3102" fmla="*/ 3079198 h 5664927"/>
                <a:gd name="connsiteX3103" fmla="*/ 849008 w 4006679"/>
                <a:gd name="connsiteY3103" fmla="*/ 2994148 h 5664927"/>
                <a:gd name="connsiteX3104" fmla="*/ 843040 w 4006679"/>
                <a:gd name="connsiteY3104" fmla="*/ 2955353 h 5664927"/>
                <a:gd name="connsiteX3105" fmla="*/ 801261 w 4006679"/>
                <a:gd name="connsiteY3105" fmla="*/ 2907606 h 5664927"/>
                <a:gd name="connsiteX3106" fmla="*/ 792308 w 4006679"/>
                <a:gd name="connsiteY3106" fmla="*/ 2903130 h 5664927"/>
                <a:gd name="connsiteX3107" fmla="*/ 749037 w 4006679"/>
                <a:gd name="connsiteY3107" fmla="*/ 2889701 h 5664927"/>
                <a:gd name="connsiteX3108" fmla="*/ 683384 w 4006679"/>
                <a:gd name="connsiteY3108" fmla="*/ 2938940 h 5664927"/>
                <a:gd name="connsiteX3109" fmla="*/ 681892 w 4006679"/>
                <a:gd name="connsiteY3109" fmla="*/ 2946401 h 5664927"/>
                <a:gd name="connsiteX3110" fmla="*/ 701290 w 4006679"/>
                <a:gd name="connsiteY3110" fmla="*/ 3007577 h 5664927"/>
                <a:gd name="connsiteX3111" fmla="*/ 755005 w 4006679"/>
                <a:gd name="connsiteY3111" fmla="*/ 3022498 h 5664927"/>
                <a:gd name="connsiteX3112" fmla="*/ 783356 w 4006679"/>
                <a:gd name="connsiteY3112" fmla="*/ 2968782 h 5664927"/>
                <a:gd name="connsiteX3113" fmla="*/ 753513 w 4006679"/>
                <a:gd name="connsiteY3113" fmla="*/ 2947893 h 5664927"/>
                <a:gd name="connsiteX3114" fmla="*/ 735608 w 4006679"/>
                <a:gd name="connsiteY3114" fmla="*/ 2973258 h 5664927"/>
                <a:gd name="connsiteX3115" fmla="*/ 753513 w 4006679"/>
                <a:gd name="connsiteY3115" fmla="*/ 2964306 h 5664927"/>
                <a:gd name="connsiteX3116" fmla="*/ 755005 w 4006679"/>
                <a:gd name="connsiteY3116" fmla="*/ 2986688 h 5664927"/>
                <a:gd name="connsiteX3117" fmla="*/ 743069 w 4006679"/>
                <a:gd name="connsiteY3117" fmla="*/ 2992656 h 5664927"/>
                <a:gd name="connsiteX3118" fmla="*/ 717703 w 4006679"/>
                <a:gd name="connsiteY3118" fmla="*/ 2967290 h 5664927"/>
                <a:gd name="connsiteX3119" fmla="*/ 737100 w 4006679"/>
                <a:gd name="connsiteY3119" fmla="*/ 2938940 h 5664927"/>
                <a:gd name="connsiteX3120" fmla="*/ 765450 w 4006679"/>
                <a:gd name="connsiteY3120" fmla="*/ 2938940 h 5664927"/>
                <a:gd name="connsiteX3121" fmla="*/ 792308 w 4006679"/>
                <a:gd name="connsiteY3121" fmla="*/ 2998624 h 5664927"/>
                <a:gd name="connsiteX3122" fmla="*/ 708750 w 4006679"/>
                <a:gd name="connsiteY3122" fmla="*/ 3034435 h 5664927"/>
                <a:gd name="connsiteX3123" fmla="*/ 666971 w 4006679"/>
                <a:gd name="connsiteY3123" fmla="*/ 2935956 h 5664927"/>
                <a:gd name="connsiteX3124" fmla="*/ 677416 w 4006679"/>
                <a:gd name="connsiteY3124" fmla="*/ 2916559 h 5664927"/>
                <a:gd name="connsiteX3125" fmla="*/ 734116 w 4006679"/>
                <a:gd name="connsiteY3125" fmla="*/ 2877764 h 5664927"/>
                <a:gd name="connsiteX3126" fmla="*/ 743069 w 4006679"/>
                <a:gd name="connsiteY3126" fmla="*/ 2871795 h 5664927"/>
                <a:gd name="connsiteX3127" fmla="*/ 698492 w 4006679"/>
                <a:gd name="connsiteY3127" fmla="*/ 2841580 h 5664927"/>
                <a:gd name="connsiteX3128" fmla="*/ 1672091 w 4006679"/>
                <a:gd name="connsiteY3128" fmla="*/ 2919729 h 5664927"/>
                <a:gd name="connsiteX3129" fmla="*/ 1642808 w 4006679"/>
                <a:gd name="connsiteY3129" fmla="*/ 2928495 h 5664927"/>
                <a:gd name="connsiteX3130" fmla="*/ 1671158 w 4006679"/>
                <a:gd name="connsiteY3130" fmla="*/ 3003101 h 5664927"/>
                <a:gd name="connsiteX3131" fmla="*/ 1689064 w 4006679"/>
                <a:gd name="connsiteY3131" fmla="*/ 2934464 h 5664927"/>
                <a:gd name="connsiteX3132" fmla="*/ 1672091 w 4006679"/>
                <a:gd name="connsiteY3132" fmla="*/ 2919729 h 5664927"/>
                <a:gd name="connsiteX3133" fmla="*/ 1016124 w 4006679"/>
                <a:gd name="connsiteY3133" fmla="*/ 2864335 h 5664927"/>
                <a:gd name="connsiteX3134" fmla="*/ 996727 w 4006679"/>
                <a:gd name="connsiteY3134" fmla="*/ 2898653 h 5664927"/>
                <a:gd name="connsiteX3135" fmla="*/ 1084761 w 4006679"/>
                <a:gd name="connsiteY3135" fmla="*/ 2943416 h 5664927"/>
                <a:gd name="connsiteX3136" fmla="*/ 1116095 w 4006679"/>
                <a:gd name="connsiteY3136" fmla="*/ 2907606 h 5664927"/>
                <a:gd name="connsiteX3137" fmla="*/ 1016124 w 4006679"/>
                <a:gd name="connsiteY3137" fmla="*/ 2864335 h 5664927"/>
                <a:gd name="connsiteX3138" fmla="*/ 2569406 w 4006679"/>
                <a:gd name="connsiteY3138" fmla="*/ 2989672 h 5664927"/>
                <a:gd name="connsiteX3139" fmla="*/ 2533595 w 4006679"/>
                <a:gd name="connsiteY3139" fmla="*/ 3028467 h 5664927"/>
                <a:gd name="connsiteX3140" fmla="*/ 2536580 w 4006679"/>
                <a:gd name="connsiteY3140" fmla="*/ 3043388 h 5664927"/>
                <a:gd name="connsiteX3141" fmla="*/ 2584327 w 4006679"/>
                <a:gd name="connsiteY3141" fmla="*/ 3016530 h 5664927"/>
                <a:gd name="connsiteX3142" fmla="*/ 2569406 w 4006679"/>
                <a:gd name="connsiteY3142" fmla="*/ 2989672 h 5664927"/>
                <a:gd name="connsiteX3143" fmla="*/ 2851414 w 4006679"/>
                <a:gd name="connsiteY3143" fmla="*/ 3010561 h 5664927"/>
                <a:gd name="connsiteX3144" fmla="*/ 2854398 w 4006679"/>
                <a:gd name="connsiteY3144" fmla="*/ 3043388 h 5664927"/>
                <a:gd name="connsiteX3145" fmla="*/ 2851414 w 4006679"/>
                <a:gd name="connsiteY3145" fmla="*/ 3010561 h 5664927"/>
                <a:gd name="connsiteX3146" fmla="*/ 2683926 w 4006679"/>
                <a:gd name="connsiteY3146" fmla="*/ 2993962 h 5664927"/>
                <a:gd name="connsiteX3147" fmla="*/ 2673853 w 4006679"/>
                <a:gd name="connsiteY3147" fmla="*/ 3003101 h 5664927"/>
                <a:gd name="connsiteX3148" fmla="*/ 2679822 w 4006679"/>
                <a:gd name="connsiteY3148" fmla="*/ 3035927 h 5664927"/>
                <a:gd name="connsiteX3149" fmla="*/ 2690267 w 4006679"/>
                <a:gd name="connsiteY3149" fmla="*/ 3041895 h 5664927"/>
                <a:gd name="connsiteX3150" fmla="*/ 2721601 w 4006679"/>
                <a:gd name="connsiteY3150" fmla="*/ 3025482 h 5664927"/>
                <a:gd name="connsiteX3151" fmla="*/ 2700711 w 4006679"/>
                <a:gd name="connsiteY3151" fmla="*/ 2997132 h 5664927"/>
                <a:gd name="connsiteX3152" fmla="*/ 2683926 w 4006679"/>
                <a:gd name="connsiteY3152" fmla="*/ 2993962 h 5664927"/>
                <a:gd name="connsiteX3153" fmla="*/ 1453311 w 4006679"/>
                <a:gd name="connsiteY3153" fmla="*/ 2891193 h 5664927"/>
                <a:gd name="connsiteX3154" fmla="*/ 1404071 w 4006679"/>
                <a:gd name="connsiteY3154" fmla="*/ 2932972 h 5664927"/>
                <a:gd name="connsiteX3155" fmla="*/ 1451819 w 4006679"/>
                <a:gd name="connsiteY3155" fmla="*/ 2935956 h 5664927"/>
                <a:gd name="connsiteX3156" fmla="*/ 1453311 w 4006679"/>
                <a:gd name="connsiteY3156" fmla="*/ 2891193 h 5664927"/>
                <a:gd name="connsiteX3157" fmla="*/ 1542837 w 4006679"/>
                <a:gd name="connsiteY3157" fmla="*/ 2892685 h 5664927"/>
                <a:gd name="connsiteX3158" fmla="*/ 1508519 w 4006679"/>
                <a:gd name="connsiteY3158" fmla="*/ 2924019 h 5664927"/>
                <a:gd name="connsiteX3159" fmla="*/ 1511503 w 4006679"/>
                <a:gd name="connsiteY3159" fmla="*/ 2952369 h 5664927"/>
                <a:gd name="connsiteX3160" fmla="*/ 1560742 w 4006679"/>
                <a:gd name="connsiteY3160" fmla="*/ 2912082 h 5664927"/>
                <a:gd name="connsiteX3161" fmla="*/ 1542837 w 4006679"/>
                <a:gd name="connsiteY3161" fmla="*/ 2892685 h 5664927"/>
                <a:gd name="connsiteX3162" fmla="*/ 3855601 w 4006679"/>
                <a:gd name="connsiteY3162" fmla="*/ 3080690 h 5664927"/>
                <a:gd name="connsiteX3163" fmla="*/ 3724296 w 4006679"/>
                <a:gd name="connsiteY3163" fmla="*/ 3073230 h 5664927"/>
                <a:gd name="connsiteX3164" fmla="*/ 3697438 w 4006679"/>
                <a:gd name="connsiteY3164" fmla="*/ 3104564 h 5664927"/>
                <a:gd name="connsiteX3165" fmla="*/ 3807854 w 4006679"/>
                <a:gd name="connsiteY3165" fmla="*/ 3100087 h 5664927"/>
                <a:gd name="connsiteX3166" fmla="*/ 3922746 w 4006679"/>
                <a:gd name="connsiteY3166" fmla="*/ 3106056 h 5664927"/>
                <a:gd name="connsiteX3167" fmla="*/ 3925730 w 4006679"/>
                <a:gd name="connsiteY3167" fmla="*/ 3098595 h 5664927"/>
                <a:gd name="connsiteX3168" fmla="*/ 3900364 w 4006679"/>
                <a:gd name="connsiteY3168" fmla="*/ 3086659 h 5664927"/>
                <a:gd name="connsiteX3169" fmla="*/ 3855601 w 4006679"/>
                <a:gd name="connsiteY3169" fmla="*/ 3080690 h 5664927"/>
                <a:gd name="connsiteX3170" fmla="*/ 1838461 w 4006679"/>
                <a:gd name="connsiteY3170" fmla="*/ 2914320 h 5664927"/>
                <a:gd name="connsiteX3171" fmla="*/ 1830814 w 4006679"/>
                <a:gd name="connsiteY3171" fmla="*/ 2918051 h 5664927"/>
                <a:gd name="connsiteX3172" fmla="*/ 1830814 w 4006679"/>
                <a:gd name="connsiteY3172" fmla="*/ 2932972 h 5664927"/>
                <a:gd name="connsiteX3173" fmla="*/ 1856179 w 4006679"/>
                <a:gd name="connsiteY3173" fmla="*/ 2965798 h 5664927"/>
                <a:gd name="connsiteX3174" fmla="*/ 1859164 w 4006679"/>
                <a:gd name="connsiteY3174" fmla="*/ 2928495 h 5664927"/>
                <a:gd name="connsiteX3175" fmla="*/ 1847227 w 4006679"/>
                <a:gd name="connsiteY3175" fmla="*/ 2919543 h 5664927"/>
                <a:gd name="connsiteX3176" fmla="*/ 1838461 w 4006679"/>
                <a:gd name="connsiteY3176" fmla="*/ 2914320 h 5664927"/>
                <a:gd name="connsiteX3177" fmla="*/ 1324990 w 4006679"/>
                <a:gd name="connsiteY3177" fmla="*/ 2870303 h 5664927"/>
                <a:gd name="connsiteX3178" fmla="*/ 1317529 w 4006679"/>
                <a:gd name="connsiteY3178" fmla="*/ 2900145 h 5664927"/>
                <a:gd name="connsiteX3179" fmla="*/ 1333942 w 4006679"/>
                <a:gd name="connsiteY3179" fmla="*/ 2919543 h 5664927"/>
                <a:gd name="connsiteX3180" fmla="*/ 1324990 w 4006679"/>
                <a:gd name="connsiteY3180" fmla="*/ 2870303 h 5664927"/>
                <a:gd name="connsiteX3181" fmla="*/ 2617899 w 4006679"/>
                <a:gd name="connsiteY3181" fmla="*/ 2969528 h 5664927"/>
                <a:gd name="connsiteX3182" fmla="*/ 2593280 w 4006679"/>
                <a:gd name="connsiteY3182" fmla="*/ 2985195 h 5664927"/>
                <a:gd name="connsiteX3183" fmla="*/ 2646995 w 4006679"/>
                <a:gd name="connsiteY3183" fmla="*/ 3021006 h 5664927"/>
                <a:gd name="connsiteX3184" fmla="*/ 2638043 w 4006679"/>
                <a:gd name="connsiteY3184" fmla="*/ 2971766 h 5664927"/>
                <a:gd name="connsiteX3185" fmla="*/ 2617899 w 4006679"/>
                <a:gd name="connsiteY3185" fmla="*/ 2969528 h 5664927"/>
                <a:gd name="connsiteX3186" fmla="*/ 1527916 w 4006679"/>
                <a:gd name="connsiteY3186" fmla="*/ 2876272 h 5664927"/>
                <a:gd name="connsiteX3187" fmla="*/ 1486137 w 4006679"/>
                <a:gd name="connsiteY3187" fmla="*/ 2894177 h 5664927"/>
                <a:gd name="connsiteX3188" fmla="*/ 1477185 w 4006679"/>
                <a:gd name="connsiteY3188" fmla="*/ 2907606 h 5664927"/>
                <a:gd name="connsiteX3189" fmla="*/ 1493598 w 4006679"/>
                <a:gd name="connsiteY3189" fmla="*/ 2912082 h 5664927"/>
                <a:gd name="connsiteX3190" fmla="*/ 1527916 w 4006679"/>
                <a:gd name="connsiteY3190" fmla="*/ 2876272 h 5664927"/>
                <a:gd name="connsiteX3191" fmla="*/ 2135203 w 4006679"/>
                <a:gd name="connsiteY3191" fmla="*/ 2916559 h 5664927"/>
                <a:gd name="connsiteX3192" fmla="*/ 2079995 w 4006679"/>
                <a:gd name="connsiteY3192" fmla="*/ 2921035 h 5664927"/>
                <a:gd name="connsiteX3193" fmla="*/ 2106853 w 4006679"/>
                <a:gd name="connsiteY3193" fmla="*/ 2953861 h 5664927"/>
                <a:gd name="connsiteX3194" fmla="*/ 2135203 w 4006679"/>
                <a:gd name="connsiteY3194" fmla="*/ 2916559 h 5664927"/>
                <a:gd name="connsiteX3195" fmla="*/ 1984501 w 4006679"/>
                <a:gd name="connsiteY3195" fmla="*/ 2897161 h 5664927"/>
                <a:gd name="connsiteX3196" fmla="*/ 1953166 w 4006679"/>
                <a:gd name="connsiteY3196" fmla="*/ 2953861 h 5664927"/>
                <a:gd name="connsiteX3197" fmla="*/ 1985992 w 4006679"/>
                <a:gd name="connsiteY3197" fmla="*/ 2973258 h 5664927"/>
                <a:gd name="connsiteX3198" fmla="*/ 2009866 w 4006679"/>
                <a:gd name="connsiteY3198" fmla="*/ 2968782 h 5664927"/>
                <a:gd name="connsiteX3199" fmla="*/ 2018819 w 4006679"/>
                <a:gd name="connsiteY3199" fmla="*/ 2935956 h 5664927"/>
                <a:gd name="connsiteX3200" fmla="*/ 1984501 w 4006679"/>
                <a:gd name="connsiteY3200" fmla="*/ 2897161 h 5664927"/>
                <a:gd name="connsiteX3201" fmla="*/ 1865132 w 4006679"/>
                <a:gd name="connsiteY3201" fmla="*/ 2883732 h 5664927"/>
                <a:gd name="connsiteX3202" fmla="*/ 1851703 w 4006679"/>
                <a:gd name="connsiteY3202" fmla="*/ 2886716 h 5664927"/>
                <a:gd name="connsiteX3203" fmla="*/ 1853195 w 4006679"/>
                <a:gd name="connsiteY3203" fmla="*/ 2900145 h 5664927"/>
                <a:gd name="connsiteX3204" fmla="*/ 1886021 w 4006679"/>
                <a:gd name="connsiteY3204" fmla="*/ 2929987 h 5664927"/>
                <a:gd name="connsiteX3205" fmla="*/ 1906911 w 4006679"/>
                <a:gd name="connsiteY3205" fmla="*/ 2906114 h 5664927"/>
                <a:gd name="connsiteX3206" fmla="*/ 1865132 w 4006679"/>
                <a:gd name="connsiteY3206" fmla="*/ 2883732 h 5664927"/>
                <a:gd name="connsiteX3207" fmla="*/ 1354832 w 4006679"/>
                <a:gd name="connsiteY3207" fmla="*/ 2838970 h 5664927"/>
                <a:gd name="connsiteX3208" fmla="*/ 1336927 w 4006679"/>
                <a:gd name="connsiteY3208" fmla="*/ 2861351 h 5664927"/>
                <a:gd name="connsiteX3209" fmla="*/ 1371245 w 4006679"/>
                <a:gd name="connsiteY3209" fmla="*/ 2892685 h 5664927"/>
                <a:gd name="connsiteX3210" fmla="*/ 1396611 w 4006679"/>
                <a:gd name="connsiteY3210" fmla="*/ 2861351 h 5664927"/>
                <a:gd name="connsiteX3211" fmla="*/ 1377213 w 4006679"/>
                <a:gd name="connsiteY3211" fmla="*/ 2847922 h 5664927"/>
                <a:gd name="connsiteX3212" fmla="*/ 1354832 w 4006679"/>
                <a:gd name="connsiteY3212" fmla="*/ 2838970 h 5664927"/>
                <a:gd name="connsiteX3213" fmla="*/ 3766820 w 4006679"/>
                <a:gd name="connsiteY3213" fmla="*/ 3033316 h 5664927"/>
                <a:gd name="connsiteX3214" fmla="*/ 3706391 w 4006679"/>
                <a:gd name="connsiteY3214" fmla="*/ 3035927 h 5664927"/>
                <a:gd name="connsiteX3215" fmla="*/ 3697438 w 4006679"/>
                <a:gd name="connsiteY3215" fmla="*/ 3059801 h 5664927"/>
                <a:gd name="connsiteX3216" fmla="*/ 3858585 w 4006679"/>
                <a:gd name="connsiteY3216" fmla="*/ 3065769 h 5664927"/>
                <a:gd name="connsiteX3217" fmla="*/ 3860077 w 4006679"/>
                <a:gd name="connsiteY3217" fmla="*/ 3058309 h 5664927"/>
                <a:gd name="connsiteX3218" fmla="*/ 3827251 w 4006679"/>
                <a:gd name="connsiteY3218" fmla="*/ 3041895 h 5664927"/>
                <a:gd name="connsiteX3219" fmla="*/ 3766820 w 4006679"/>
                <a:gd name="connsiteY3219" fmla="*/ 3033316 h 5664927"/>
                <a:gd name="connsiteX3220" fmla="*/ 1637400 w 4006679"/>
                <a:gd name="connsiteY3220" fmla="*/ 2841580 h 5664927"/>
                <a:gd name="connsiteX3221" fmla="*/ 1617442 w 4006679"/>
                <a:gd name="connsiteY3221" fmla="*/ 2847922 h 5664927"/>
                <a:gd name="connsiteX3222" fmla="*/ 1602521 w 4006679"/>
                <a:gd name="connsiteY3222" fmla="*/ 2858366 h 5664927"/>
                <a:gd name="connsiteX3223" fmla="*/ 1636840 w 4006679"/>
                <a:gd name="connsiteY3223" fmla="*/ 2915066 h 5664927"/>
                <a:gd name="connsiteX3224" fmla="*/ 1651761 w 4006679"/>
                <a:gd name="connsiteY3224" fmla="*/ 2855382 h 5664927"/>
                <a:gd name="connsiteX3225" fmla="*/ 1637400 w 4006679"/>
                <a:gd name="connsiteY3225" fmla="*/ 2841580 h 5664927"/>
                <a:gd name="connsiteX3226" fmla="*/ 2863351 w 4006679"/>
                <a:gd name="connsiteY3226" fmla="*/ 2940432 h 5664927"/>
                <a:gd name="connsiteX3227" fmla="*/ 2800682 w 4006679"/>
                <a:gd name="connsiteY3227" fmla="*/ 2940432 h 5664927"/>
                <a:gd name="connsiteX3228" fmla="*/ 2791730 w 4006679"/>
                <a:gd name="connsiteY3228" fmla="*/ 2980719 h 5664927"/>
                <a:gd name="connsiteX3229" fmla="*/ 2770840 w 4006679"/>
                <a:gd name="connsiteY3229" fmla="*/ 3015037 h 5664927"/>
                <a:gd name="connsiteX3230" fmla="*/ 2806651 w 4006679"/>
                <a:gd name="connsiteY3230" fmla="*/ 3037419 h 5664927"/>
                <a:gd name="connsiteX3231" fmla="*/ 2863351 w 4006679"/>
                <a:gd name="connsiteY3231" fmla="*/ 2940432 h 5664927"/>
                <a:gd name="connsiteX3232" fmla="*/ 2288780 w 4006679"/>
                <a:gd name="connsiteY3232" fmla="*/ 2891068 h 5664927"/>
                <a:gd name="connsiteX3233" fmla="*/ 2287981 w 4006679"/>
                <a:gd name="connsiteY3233" fmla="*/ 2891309 h 5664927"/>
                <a:gd name="connsiteX3234" fmla="*/ 2287616 w 4006679"/>
                <a:gd name="connsiteY3234" fmla="*/ 2891206 h 5664927"/>
                <a:gd name="connsiteX3235" fmla="*/ 1495090 w 4006679"/>
                <a:gd name="connsiteY3235" fmla="*/ 2822556 h 5664927"/>
                <a:gd name="connsiteX3236" fmla="*/ 1468232 w 4006679"/>
                <a:gd name="connsiteY3236" fmla="*/ 2862843 h 5664927"/>
                <a:gd name="connsiteX3237" fmla="*/ 1468232 w 4006679"/>
                <a:gd name="connsiteY3237" fmla="*/ 2876272 h 5664927"/>
                <a:gd name="connsiteX3238" fmla="*/ 1483153 w 4006679"/>
                <a:gd name="connsiteY3238" fmla="*/ 2882240 h 5664927"/>
                <a:gd name="connsiteX3239" fmla="*/ 1511503 w 4006679"/>
                <a:gd name="connsiteY3239" fmla="*/ 2861351 h 5664927"/>
                <a:gd name="connsiteX3240" fmla="*/ 1495090 w 4006679"/>
                <a:gd name="connsiteY3240" fmla="*/ 2822556 h 5664927"/>
                <a:gd name="connsiteX3241" fmla="*/ 2888716 w 4006679"/>
                <a:gd name="connsiteY3241" fmla="*/ 2935956 h 5664927"/>
                <a:gd name="connsiteX3242" fmla="*/ 2858874 w 4006679"/>
                <a:gd name="connsiteY3242" fmla="*/ 2988179 h 5664927"/>
                <a:gd name="connsiteX3243" fmla="*/ 2867827 w 4006679"/>
                <a:gd name="connsiteY3243" fmla="*/ 3003101 h 5664927"/>
                <a:gd name="connsiteX3244" fmla="*/ 2888716 w 4006679"/>
                <a:gd name="connsiteY3244" fmla="*/ 2935956 h 5664927"/>
                <a:gd name="connsiteX3245" fmla="*/ 3739217 w 4006679"/>
                <a:gd name="connsiteY3245" fmla="*/ 3001609 h 5664927"/>
                <a:gd name="connsiteX3246" fmla="*/ 3701913 w 4006679"/>
                <a:gd name="connsiteY3246" fmla="*/ 3009069 h 5664927"/>
                <a:gd name="connsiteX3247" fmla="*/ 3685501 w 4006679"/>
                <a:gd name="connsiteY3247" fmla="*/ 3013545 h 5664927"/>
                <a:gd name="connsiteX3248" fmla="*/ 3686993 w 4006679"/>
                <a:gd name="connsiteY3248" fmla="*/ 3021006 h 5664927"/>
                <a:gd name="connsiteX3249" fmla="*/ 3769059 w 4006679"/>
                <a:gd name="connsiteY3249" fmla="*/ 3018022 h 5664927"/>
                <a:gd name="connsiteX3250" fmla="*/ 3739217 w 4006679"/>
                <a:gd name="connsiteY3250" fmla="*/ 3001609 h 5664927"/>
                <a:gd name="connsiteX3251" fmla="*/ 2232190 w 4006679"/>
                <a:gd name="connsiteY3251" fmla="*/ 2876272 h 5664927"/>
                <a:gd name="connsiteX3252" fmla="*/ 2156093 w 4006679"/>
                <a:gd name="connsiteY3252" fmla="*/ 2912082 h 5664927"/>
                <a:gd name="connsiteX3253" fmla="*/ 2206824 w 4006679"/>
                <a:gd name="connsiteY3253" fmla="*/ 2935956 h 5664927"/>
                <a:gd name="connsiteX3254" fmla="*/ 2232190 w 4006679"/>
                <a:gd name="connsiteY3254" fmla="*/ 2876272 h 5664927"/>
                <a:gd name="connsiteX3255" fmla="*/ 1515979 w 4006679"/>
                <a:gd name="connsiteY3255" fmla="*/ 2815095 h 5664927"/>
                <a:gd name="connsiteX3256" fmla="*/ 1526424 w 4006679"/>
                <a:gd name="connsiteY3256" fmla="*/ 2838969 h 5664927"/>
                <a:gd name="connsiteX3257" fmla="*/ 1547314 w 4006679"/>
                <a:gd name="connsiteY3257" fmla="*/ 2874780 h 5664927"/>
                <a:gd name="connsiteX3258" fmla="*/ 1602521 w 4006679"/>
                <a:gd name="connsiteY3258" fmla="*/ 2956845 h 5664927"/>
                <a:gd name="connsiteX3259" fmla="*/ 1627887 w 4006679"/>
                <a:gd name="connsiteY3259" fmla="*/ 3140374 h 5664927"/>
                <a:gd name="connsiteX3260" fmla="*/ 1578648 w 4006679"/>
                <a:gd name="connsiteY3260" fmla="*/ 3279140 h 5664927"/>
                <a:gd name="connsiteX3261" fmla="*/ 1596553 w 4006679"/>
                <a:gd name="connsiteY3261" fmla="*/ 3292569 h 5664927"/>
                <a:gd name="connsiteX3262" fmla="*/ 1617442 w 4006679"/>
                <a:gd name="connsiteY3262" fmla="*/ 3256758 h 5664927"/>
                <a:gd name="connsiteX3263" fmla="*/ 1660714 w 4006679"/>
                <a:gd name="connsiteY3263" fmla="*/ 3115008 h 5664927"/>
                <a:gd name="connsiteX3264" fmla="*/ 1654745 w 4006679"/>
                <a:gd name="connsiteY3264" fmla="*/ 3006085 h 5664927"/>
                <a:gd name="connsiteX3265" fmla="*/ 1624903 w 4006679"/>
                <a:gd name="connsiteY3265" fmla="*/ 2927003 h 5664927"/>
                <a:gd name="connsiteX3266" fmla="*/ 1560742 w 4006679"/>
                <a:gd name="connsiteY3266" fmla="*/ 2837477 h 5664927"/>
                <a:gd name="connsiteX3267" fmla="*/ 1515979 w 4006679"/>
                <a:gd name="connsiteY3267" fmla="*/ 2815095 h 5664927"/>
                <a:gd name="connsiteX3268" fmla="*/ 1898518 w 4006679"/>
                <a:gd name="connsiteY3268" fmla="*/ 2845497 h 5664927"/>
                <a:gd name="connsiteX3269" fmla="*/ 1869608 w 4006679"/>
                <a:gd name="connsiteY3269" fmla="*/ 2844937 h 5664927"/>
                <a:gd name="connsiteX3270" fmla="*/ 1865132 w 4006679"/>
                <a:gd name="connsiteY3270" fmla="*/ 2862843 h 5664927"/>
                <a:gd name="connsiteX3271" fmla="*/ 1912879 w 4006679"/>
                <a:gd name="connsiteY3271" fmla="*/ 2891193 h 5664927"/>
                <a:gd name="connsiteX3272" fmla="*/ 1926308 w 4006679"/>
                <a:gd name="connsiteY3272" fmla="*/ 2858366 h 5664927"/>
                <a:gd name="connsiteX3273" fmla="*/ 1898518 w 4006679"/>
                <a:gd name="connsiteY3273" fmla="*/ 2845497 h 5664927"/>
                <a:gd name="connsiteX3274" fmla="*/ 1386166 w 4006679"/>
                <a:gd name="connsiteY3274" fmla="*/ 2798682 h 5664927"/>
                <a:gd name="connsiteX3275" fmla="*/ 1362292 w 4006679"/>
                <a:gd name="connsiteY3275" fmla="*/ 2824048 h 5664927"/>
                <a:gd name="connsiteX3276" fmla="*/ 1405564 w 4006679"/>
                <a:gd name="connsiteY3276" fmla="*/ 2847922 h 5664927"/>
                <a:gd name="connsiteX3277" fmla="*/ 1418992 w 4006679"/>
                <a:gd name="connsiteY3277" fmla="*/ 2815095 h 5664927"/>
                <a:gd name="connsiteX3278" fmla="*/ 1386166 w 4006679"/>
                <a:gd name="connsiteY3278" fmla="*/ 2798682 h 5664927"/>
                <a:gd name="connsiteX3279" fmla="*/ 3657151 w 4006679"/>
                <a:gd name="connsiteY3279" fmla="*/ 2967290 h 5664927"/>
                <a:gd name="connsiteX3280" fmla="*/ 3715343 w 4006679"/>
                <a:gd name="connsiteY3280" fmla="*/ 2989672 h 5664927"/>
                <a:gd name="connsiteX3281" fmla="*/ 3657151 w 4006679"/>
                <a:gd name="connsiteY3281" fmla="*/ 2967290 h 5664927"/>
                <a:gd name="connsiteX3282" fmla="*/ 1562235 w 4006679"/>
                <a:gd name="connsiteY3282" fmla="*/ 2780777 h 5664927"/>
                <a:gd name="connsiteX3283" fmla="*/ 1541345 w 4006679"/>
                <a:gd name="connsiteY3283" fmla="*/ 2801666 h 5664927"/>
                <a:gd name="connsiteX3284" fmla="*/ 1592077 w 4006679"/>
                <a:gd name="connsiteY3284" fmla="*/ 2843445 h 5664927"/>
                <a:gd name="connsiteX3285" fmla="*/ 1599537 w 4006679"/>
                <a:gd name="connsiteY3285" fmla="*/ 2804651 h 5664927"/>
                <a:gd name="connsiteX3286" fmla="*/ 1562235 w 4006679"/>
                <a:gd name="connsiteY3286" fmla="*/ 2780777 h 5664927"/>
                <a:gd name="connsiteX3287" fmla="*/ 1111619 w 4006679"/>
                <a:gd name="connsiteY3287" fmla="*/ 2743474 h 5664927"/>
                <a:gd name="connsiteX3288" fmla="*/ 1102666 w 4006679"/>
                <a:gd name="connsiteY3288" fmla="*/ 2758395 h 5664927"/>
                <a:gd name="connsiteX3289" fmla="*/ 1128032 w 4006679"/>
                <a:gd name="connsiteY3289" fmla="*/ 2770332 h 5664927"/>
                <a:gd name="connsiteX3290" fmla="*/ 1111619 w 4006679"/>
                <a:gd name="connsiteY3290" fmla="*/ 2743474 h 5664927"/>
                <a:gd name="connsiteX3291" fmla="*/ 1418992 w 4006679"/>
                <a:gd name="connsiteY3291" fmla="*/ 2761379 h 5664927"/>
                <a:gd name="connsiteX3292" fmla="*/ 1380198 w 4006679"/>
                <a:gd name="connsiteY3292" fmla="*/ 2759888 h 5664927"/>
                <a:gd name="connsiteX3293" fmla="*/ 1384674 w 4006679"/>
                <a:gd name="connsiteY3293" fmla="*/ 2779285 h 5664927"/>
                <a:gd name="connsiteX3294" fmla="*/ 1430929 w 4006679"/>
                <a:gd name="connsiteY3294" fmla="*/ 2795698 h 5664927"/>
                <a:gd name="connsiteX3295" fmla="*/ 1433914 w 4006679"/>
                <a:gd name="connsiteY3295" fmla="*/ 2782269 h 5664927"/>
                <a:gd name="connsiteX3296" fmla="*/ 1418992 w 4006679"/>
                <a:gd name="connsiteY3296" fmla="*/ 2761379 h 5664927"/>
                <a:gd name="connsiteX3297" fmla="*/ 1916797 w 4006679"/>
                <a:gd name="connsiteY3297" fmla="*/ 2801480 h 5664927"/>
                <a:gd name="connsiteX3298" fmla="*/ 1890498 w 4006679"/>
                <a:gd name="connsiteY3298" fmla="*/ 2801666 h 5664927"/>
                <a:gd name="connsiteX3299" fmla="*/ 1878561 w 4006679"/>
                <a:gd name="connsiteY3299" fmla="*/ 2815095 h 5664927"/>
                <a:gd name="connsiteX3300" fmla="*/ 1887514 w 4006679"/>
                <a:gd name="connsiteY3300" fmla="*/ 2830016 h 5664927"/>
                <a:gd name="connsiteX3301" fmla="*/ 1915864 w 4006679"/>
                <a:gd name="connsiteY3301" fmla="*/ 2838969 h 5664927"/>
                <a:gd name="connsiteX3302" fmla="*/ 1939737 w 4006679"/>
                <a:gd name="connsiteY3302" fmla="*/ 2827032 h 5664927"/>
                <a:gd name="connsiteX3303" fmla="*/ 1944214 w 4006679"/>
                <a:gd name="connsiteY3303" fmla="*/ 2809127 h 5664927"/>
                <a:gd name="connsiteX3304" fmla="*/ 1916797 w 4006679"/>
                <a:gd name="connsiteY3304" fmla="*/ 2801480 h 5664927"/>
                <a:gd name="connsiteX3305" fmla="*/ 3705458 w 4006679"/>
                <a:gd name="connsiteY3305" fmla="*/ 2946960 h 5664927"/>
                <a:gd name="connsiteX3306" fmla="*/ 3682517 w 4006679"/>
                <a:gd name="connsiteY3306" fmla="*/ 2949385 h 5664927"/>
                <a:gd name="connsiteX3307" fmla="*/ 3713851 w 4006679"/>
                <a:gd name="connsiteY3307" fmla="*/ 2965798 h 5664927"/>
                <a:gd name="connsiteX3308" fmla="*/ 3705458 w 4006679"/>
                <a:gd name="connsiteY3308" fmla="*/ 2946960 h 5664927"/>
                <a:gd name="connsiteX3309" fmla="*/ 1609982 w 4006679"/>
                <a:gd name="connsiteY3309" fmla="*/ 2743474 h 5664927"/>
                <a:gd name="connsiteX3310" fmla="*/ 1571187 w 4006679"/>
                <a:gd name="connsiteY3310" fmla="*/ 2758395 h 5664927"/>
                <a:gd name="connsiteX3311" fmla="*/ 1602521 w 4006679"/>
                <a:gd name="connsiteY3311" fmla="*/ 2782269 h 5664927"/>
                <a:gd name="connsiteX3312" fmla="*/ 1609982 w 4006679"/>
                <a:gd name="connsiteY3312" fmla="*/ 2743474 h 5664927"/>
                <a:gd name="connsiteX3313" fmla="*/ 1514487 w 4006679"/>
                <a:gd name="connsiteY3313" fmla="*/ 2730045 h 5664927"/>
                <a:gd name="connsiteX3314" fmla="*/ 1511503 w 4006679"/>
                <a:gd name="connsiteY3314" fmla="*/ 2804651 h 5664927"/>
                <a:gd name="connsiteX3315" fmla="*/ 1514487 w 4006679"/>
                <a:gd name="connsiteY3315" fmla="*/ 2730045 h 5664927"/>
                <a:gd name="connsiteX3316" fmla="*/ 2156093 w 4006679"/>
                <a:gd name="connsiteY3316" fmla="*/ 2779285 h 5664927"/>
                <a:gd name="connsiteX3317" fmla="*/ 2118790 w 4006679"/>
                <a:gd name="connsiteY3317" fmla="*/ 2844937 h 5664927"/>
                <a:gd name="connsiteX3318" fmla="*/ 2163553 w 4006679"/>
                <a:gd name="connsiteY3318" fmla="*/ 2833001 h 5664927"/>
                <a:gd name="connsiteX3319" fmla="*/ 2173998 w 4006679"/>
                <a:gd name="connsiteY3319" fmla="*/ 2818080 h 5664927"/>
                <a:gd name="connsiteX3320" fmla="*/ 2156093 w 4006679"/>
                <a:gd name="connsiteY3320" fmla="*/ 2779285 h 5664927"/>
                <a:gd name="connsiteX3321" fmla="*/ 1915677 w 4006679"/>
                <a:gd name="connsiteY3321" fmla="*/ 2758768 h 5664927"/>
                <a:gd name="connsiteX3322" fmla="*/ 1891990 w 4006679"/>
                <a:gd name="connsiteY3322" fmla="*/ 2762872 h 5664927"/>
                <a:gd name="connsiteX3323" fmla="*/ 1881545 w 4006679"/>
                <a:gd name="connsiteY3323" fmla="*/ 2776301 h 5664927"/>
                <a:gd name="connsiteX3324" fmla="*/ 1893482 w 4006679"/>
                <a:gd name="connsiteY3324" fmla="*/ 2788237 h 5664927"/>
                <a:gd name="connsiteX3325" fmla="*/ 1939737 w 4006679"/>
                <a:gd name="connsiteY3325" fmla="*/ 2791222 h 5664927"/>
                <a:gd name="connsiteX3326" fmla="*/ 1942722 w 4006679"/>
                <a:gd name="connsiteY3326" fmla="*/ 2761379 h 5664927"/>
                <a:gd name="connsiteX3327" fmla="*/ 1915677 w 4006679"/>
                <a:gd name="connsiteY3327" fmla="*/ 2758768 h 5664927"/>
                <a:gd name="connsiteX3328" fmla="*/ 3724296 w 4006679"/>
                <a:gd name="connsiteY3328" fmla="*/ 2904622 h 5664927"/>
                <a:gd name="connsiteX3329" fmla="*/ 3701914 w 4006679"/>
                <a:gd name="connsiteY3329" fmla="*/ 2929987 h 5664927"/>
                <a:gd name="connsiteX3330" fmla="*/ 3786964 w 4006679"/>
                <a:gd name="connsiteY3330" fmla="*/ 2995640 h 5664927"/>
                <a:gd name="connsiteX3331" fmla="*/ 3724296 w 4006679"/>
                <a:gd name="connsiteY3331" fmla="*/ 2904622 h 5664927"/>
                <a:gd name="connsiteX3332" fmla="*/ 1084761 w 4006679"/>
                <a:gd name="connsiteY3332" fmla="*/ 2686774 h 5664927"/>
                <a:gd name="connsiteX3333" fmla="*/ 1066856 w 4006679"/>
                <a:gd name="connsiteY3333" fmla="*/ 2724077 h 5664927"/>
                <a:gd name="connsiteX3334" fmla="*/ 1099682 w 4006679"/>
                <a:gd name="connsiteY3334" fmla="*/ 2804651 h 5664927"/>
                <a:gd name="connsiteX3335" fmla="*/ 1141461 w 4006679"/>
                <a:gd name="connsiteY3335" fmla="*/ 2804651 h 5664927"/>
                <a:gd name="connsiteX3336" fmla="*/ 1132508 w 4006679"/>
                <a:gd name="connsiteY3336" fmla="*/ 2783761 h 5664927"/>
                <a:gd name="connsiteX3337" fmla="*/ 1089237 w 4006679"/>
                <a:gd name="connsiteY3337" fmla="*/ 2765856 h 5664927"/>
                <a:gd name="connsiteX3338" fmla="*/ 1105650 w 4006679"/>
                <a:gd name="connsiteY3338" fmla="*/ 2728553 h 5664927"/>
                <a:gd name="connsiteX3339" fmla="*/ 1090729 w 4006679"/>
                <a:gd name="connsiteY3339" fmla="*/ 2692743 h 5664927"/>
                <a:gd name="connsiteX3340" fmla="*/ 1084761 w 4006679"/>
                <a:gd name="connsiteY3340" fmla="*/ 2686774 h 5664927"/>
                <a:gd name="connsiteX3341" fmla="*/ 1439882 w 4006679"/>
                <a:gd name="connsiteY3341" fmla="*/ 2712140 h 5664927"/>
                <a:gd name="connsiteX3342" fmla="*/ 1387658 w 4006679"/>
                <a:gd name="connsiteY3342" fmla="*/ 2721093 h 5664927"/>
                <a:gd name="connsiteX3343" fmla="*/ 1378706 w 4006679"/>
                <a:gd name="connsiteY3343" fmla="*/ 2733030 h 5664927"/>
                <a:gd name="connsiteX3344" fmla="*/ 1390642 w 4006679"/>
                <a:gd name="connsiteY3344" fmla="*/ 2743474 h 5664927"/>
                <a:gd name="connsiteX3345" fmla="*/ 1417500 w 4006679"/>
                <a:gd name="connsiteY3345" fmla="*/ 2744966 h 5664927"/>
                <a:gd name="connsiteX3346" fmla="*/ 1439882 w 4006679"/>
                <a:gd name="connsiteY3346" fmla="*/ 2712140 h 5664927"/>
                <a:gd name="connsiteX3347" fmla="*/ 2039895 w 4006679"/>
                <a:gd name="connsiteY3347" fmla="*/ 2747951 h 5664927"/>
                <a:gd name="connsiteX3348" fmla="*/ 2017327 w 4006679"/>
                <a:gd name="connsiteY3348" fmla="*/ 2749443 h 5664927"/>
                <a:gd name="connsiteX3349" fmla="*/ 2008374 w 4006679"/>
                <a:gd name="connsiteY3349" fmla="*/ 2822556 h 5664927"/>
                <a:gd name="connsiteX3350" fmla="*/ 1987485 w 4006679"/>
                <a:gd name="connsiteY3350" fmla="*/ 2891193 h 5664927"/>
                <a:gd name="connsiteX3351" fmla="*/ 2008374 w 4006679"/>
                <a:gd name="connsiteY3351" fmla="*/ 2903130 h 5664927"/>
                <a:gd name="connsiteX3352" fmla="*/ 2041201 w 4006679"/>
                <a:gd name="connsiteY3352" fmla="*/ 2897161 h 5664927"/>
                <a:gd name="connsiteX3353" fmla="*/ 2038216 w 4006679"/>
                <a:gd name="connsiteY3353" fmla="*/ 2850906 h 5664927"/>
                <a:gd name="connsiteX3354" fmla="*/ 2015835 w 4006679"/>
                <a:gd name="connsiteY3354" fmla="*/ 2833001 h 5664927"/>
                <a:gd name="connsiteX3355" fmla="*/ 2039708 w 4006679"/>
                <a:gd name="connsiteY3355" fmla="*/ 2824048 h 5664927"/>
                <a:gd name="connsiteX3356" fmla="*/ 2057614 w 4006679"/>
                <a:gd name="connsiteY3356" fmla="*/ 2810619 h 5664927"/>
                <a:gd name="connsiteX3357" fmla="*/ 2059106 w 4006679"/>
                <a:gd name="connsiteY3357" fmla="*/ 2759888 h 5664927"/>
                <a:gd name="connsiteX3358" fmla="*/ 2039895 w 4006679"/>
                <a:gd name="connsiteY3358" fmla="*/ 2747951 h 5664927"/>
                <a:gd name="connsiteX3359" fmla="*/ 2197872 w 4006679"/>
                <a:gd name="connsiteY3359" fmla="*/ 2753919 h 5664927"/>
                <a:gd name="connsiteX3360" fmla="*/ 2172506 w 4006679"/>
                <a:gd name="connsiteY3360" fmla="*/ 2770332 h 5664927"/>
                <a:gd name="connsiteX3361" fmla="*/ 2191903 w 4006679"/>
                <a:gd name="connsiteY3361" fmla="*/ 2819572 h 5664927"/>
                <a:gd name="connsiteX3362" fmla="*/ 2233682 w 4006679"/>
                <a:gd name="connsiteY3362" fmla="*/ 2791222 h 5664927"/>
                <a:gd name="connsiteX3363" fmla="*/ 2197872 w 4006679"/>
                <a:gd name="connsiteY3363" fmla="*/ 2753919 h 5664927"/>
                <a:gd name="connsiteX3364" fmla="*/ 1669666 w 4006679"/>
                <a:gd name="connsiteY3364" fmla="*/ 2706172 h 5664927"/>
                <a:gd name="connsiteX3365" fmla="*/ 1626395 w 4006679"/>
                <a:gd name="connsiteY3365" fmla="*/ 2737506 h 5664927"/>
                <a:gd name="connsiteX3366" fmla="*/ 1644300 w 4006679"/>
                <a:gd name="connsiteY3366" fmla="*/ 2764364 h 5664927"/>
                <a:gd name="connsiteX3367" fmla="*/ 1669666 w 4006679"/>
                <a:gd name="connsiteY3367" fmla="*/ 2706172 h 5664927"/>
                <a:gd name="connsiteX3368" fmla="*/ 1153398 w 4006679"/>
                <a:gd name="connsiteY3368" fmla="*/ 2661408 h 5664927"/>
                <a:gd name="connsiteX3369" fmla="*/ 1125048 w 4006679"/>
                <a:gd name="connsiteY3369" fmla="*/ 2676330 h 5664927"/>
                <a:gd name="connsiteX3370" fmla="*/ 1135492 w 4006679"/>
                <a:gd name="connsiteY3370" fmla="*/ 2701695 h 5664927"/>
                <a:gd name="connsiteX3371" fmla="*/ 1154890 w 4006679"/>
                <a:gd name="connsiteY3371" fmla="*/ 2713632 h 5664927"/>
                <a:gd name="connsiteX3372" fmla="*/ 1171303 w 4006679"/>
                <a:gd name="connsiteY3372" fmla="*/ 2697219 h 5664927"/>
                <a:gd name="connsiteX3373" fmla="*/ 1153398 w 4006679"/>
                <a:gd name="connsiteY3373" fmla="*/ 2661408 h 5664927"/>
                <a:gd name="connsiteX3374" fmla="*/ 3755630 w 4006679"/>
                <a:gd name="connsiteY3374" fmla="*/ 2873287 h 5664927"/>
                <a:gd name="connsiteX3375" fmla="*/ 3746677 w 4006679"/>
                <a:gd name="connsiteY3375" fmla="*/ 2912082 h 5664927"/>
                <a:gd name="connsiteX3376" fmla="*/ 3758614 w 4006679"/>
                <a:gd name="connsiteY3376" fmla="*/ 2931480 h 5664927"/>
                <a:gd name="connsiteX3377" fmla="*/ 3803377 w 4006679"/>
                <a:gd name="connsiteY3377" fmla="*/ 2991164 h 5664927"/>
                <a:gd name="connsiteX3378" fmla="*/ 3849632 w 4006679"/>
                <a:gd name="connsiteY3378" fmla="*/ 3023990 h 5664927"/>
                <a:gd name="connsiteX3379" fmla="*/ 3755630 w 4006679"/>
                <a:gd name="connsiteY3379" fmla="*/ 2873287 h 5664927"/>
                <a:gd name="connsiteX3380" fmla="*/ 2384385 w 4006679"/>
                <a:gd name="connsiteY3380" fmla="*/ 2750935 h 5664927"/>
                <a:gd name="connsiteX3381" fmla="*/ 2338130 w 4006679"/>
                <a:gd name="connsiteY3381" fmla="*/ 2804651 h 5664927"/>
                <a:gd name="connsiteX3382" fmla="*/ 2376924 w 4006679"/>
                <a:gd name="connsiteY3382" fmla="*/ 2801666 h 5664927"/>
                <a:gd name="connsiteX3383" fmla="*/ 2384385 w 4006679"/>
                <a:gd name="connsiteY3383" fmla="*/ 2750935 h 5664927"/>
                <a:gd name="connsiteX3384" fmla="*/ 3500895 w 4006679"/>
                <a:gd name="connsiteY3384" fmla="*/ 2835799 h 5664927"/>
                <a:gd name="connsiteX3385" fmla="*/ 3499733 w 4006679"/>
                <a:gd name="connsiteY3385" fmla="*/ 2835985 h 5664927"/>
                <a:gd name="connsiteX3386" fmla="*/ 3492256 w 4006679"/>
                <a:gd name="connsiteY3386" fmla="*/ 2835386 h 5664927"/>
                <a:gd name="connsiteX3387" fmla="*/ 1939737 w 4006679"/>
                <a:gd name="connsiteY3387" fmla="*/ 2707664 h 5664927"/>
                <a:gd name="connsiteX3388" fmla="*/ 1875577 w 4006679"/>
                <a:gd name="connsiteY3388" fmla="*/ 2719600 h 5664927"/>
                <a:gd name="connsiteX3389" fmla="*/ 1896466 w 4006679"/>
                <a:gd name="connsiteY3389" fmla="*/ 2747951 h 5664927"/>
                <a:gd name="connsiteX3390" fmla="*/ 1941229 w 4006679"/>
                <a:gd name="connsiteY3390" fmla="*/ 2744966 h 5664927"/>
                <a:gd name="connsiteX3391" fmla="*/ 1939737 w 4006679"/>
                <a:gd name="connsiteY3391" fmla="*/ 2707664 h 5664927"/>
                <a:gd name="connsiteX3392" fmla="*/ 1424961 w 4006679"/>
                <a:gd name="connsiteY3392" fmla="*/ 2659916 h 5664927"/>
                <a:gd name="connsiteX3393" fmla="*/ 1368261 w 4006679"/>
                <a:gd name="connsiteY3393" fmla="*/ 2679314 h 5664927"/>
                <a:gd name="connsiteX3394" fmla="*/ 1377213 w 4006679"/>
                <a:gd name="connsiteY3394" fmla="*/ 2706172 h 5664927"/>
                <a:gd name="connsiteX3395" fmla="*/ 1438390 w 4006679"/>
                <a:gd name="connsiteY3395" fmla="*/ 2698711 h 5664927"/>
                <a:gd name="connsiteX3396" fmla="*/ 1424961 w 4006679"/>
                <a:gd name="connsiteY3396" fmla="*/ 2659916 h 5664927"/>
                <a:gd name="connsiteX3397" fmla="*/ 3539422 w 4006679"/>
                <a:gd name="connsiteY3397" fmla="*/ 2829634 h 5664927"/>
                <a:gd name="connsiteX3398" fmla="*/ 3512604 w 4006679"/>
                <a:gd name="connsiteY3398" fmla="*/ 2836358 h 5664927"/>
                <a:gd name="connsiteX3399" fmla="*/ 3500895 w 4006679"/>
                <a:gd name="connsiteY3399" fmla="*/ 2835799 h 5664927"/>
                <a:gd name="connsiteX3400" fmla="*/ 2238159 w 4006679"/>
                <a:gd name="connsiteY3400" fmla="*/ 2716616 h 5664927"/>
                <a:gd name="connsiteX3401" fmla="*/ 2211301 w 4006679"/>
                <a:gd name="connsiteY3401" fmla="*/ 2746458 h 5664927"/>
                <a:gd name="connsiteX3402" fmla="*/ 2247111 w 4006679"/>
                <a:gd name="connsiteY3402" fmla="*/ 2779285 h 5664927"/>
                <a:gd name="connsiteX3403" fmla="*/ 2275461 w 4006679"/>
                <a:gd name="connsiteY3403" fmla="*/ 2743474 h 5664927"/>
                <a:gd name="connsiteX3404" fmla="*/ 2238159 w 4006679"/>
                <a:gd name="connsiteY3404" fmla="*/ 2716616 h 5664927"/>
                <a:gd name="connsiteX3405" fmla="*/ 3562638 w 4006679"/>
                <a:gd name="connsiteY3405" fmla="*/ 2823815 h 5664927"/>
                <a:gd name="connsiteX3406" fmla="*/ 3555688 w 4006679"/>
                <a:gd name="connsiteY3406" fmla="*/ 2827032 h 5664927"/>
                <a:gd name="connsiteX3407" fmla="*/ 3539422 w 4006679"/>
                <a:gd name="connsiteY3407" fmla="*/ 2829634 h 5664927"/>
                <a:gd name="connsiteX3408" fmla="*/ 1205621 w 4006679"/>
                <a:gd name="connsiteY3408" fmla="*/ 2624106 h 5664927"/>
                <a:gd name="connsiteX3409" fmla="*/ 1172795 w 4006679"/>
                <a:gd name="connsiteY3409" fmla="*/ 2650964 h 5664927"/>
                <a:gd name="connsiteX3410" fmla="*/ 1169811 w 4006679"/>
                <a:gd name="connsiteY3410" fmla="*/ 2655440 h 5664927"/>
                <a:gd name="connsiteX3411" fmla="*/ 1204129 w 4006679"/>
                <a:gd name="connsiteY3411" fmla="*/ 2682298 h 5664927"/>
                <a:gd name="connsiteX3412" fmla="*/ 1232479 w 4006679"/>
                <a:gd name="connsiteY3412" fmla="*/ 2673345 h 5664927"/>
                <a:gd name="connsiteX3413" fmla="*/ 1226511 w 4006679"/>
                <a:gd name="connsiteY3413" fmla="*/ 2644995 h 5664927"/>
                <a:gd name="connsiteX3414" fmla="*/ 1205621 w 4006679"/>
                <a:gd name="connsiteY3414" fmla="*/ 2624106 h 5664927"/>
                <a:gd name="connsiteX3415" fmla="*/ 3789948 w 4006679"/>
                <a:gd name="connsiteY3415" fmla="*/ 2825540 h 5664927"/>
                <a:gd name="connsiteX3416" fmla="*/ 3778011 w 4006679"/>
                <a:gd name="connsiteY3416" fmla="*/ 2882240 h 5664927"/>
                <a:gd name="connsiteX3417" fmla="*/ 3864553 w 4006679"/>
                <a:gd name="connsiteY3417" fmla="*/ 3019514 h 5664927"/>
                <a:gd name="connsiteX3418" fmla="*/ 3909317 w 4006679"/>
                <a:gd name="connsiteY3418" fmla="*/ 3065769 h 5664927"/>
                <a:gd name="connsiteX3419" fmla="*/ 3924238 w 4006679"/>
                <a:gd name="connsiteY3419" fmla="*/ 3071737 h 5664927"/>
                <a:gd name="connsiteX3420" fmla="*/ 3863062 w 4006679"/>
                <a:gd name="connsiteY3420" fmla="*/ 2943416 h 5664927"/>
                <a:gd name="connsiteX3421" fmla="*/ 3789948 w 4006679"/>
                <a:gd name="connsiteY3421" fmla="*/ 2825540 h 5664927"/>
                <a:gd name="connsiteX3422" fmla="*/ 1721890 w 4006679"/>
                <a:gd name="connsiteY3422" fmla="*/ 2640519 h 5664927"/>
                <a:gd name="connsiteX3423" fmla="*/ 1684587 w 4006679"/>
                <a:gd name="connsiteY3423" fmla="*/ 2697219 h 5664927"/>
                <a:gd name="connsiteX3424" fmla="*/ 1696524 w 4006679"/>
                <a:gd name="connsiteY3424" fmla="*/ 2713632 h 5664927"/>
                <a:gd name="connsiteX3425" fmla="*/ 1721890 w 4006679"/>
                <a:gd name="connsiteY3425" fmla="*/ 2640519 h 5664927"/>
                <a:gd name="connsiteX3426" fmla="*/ 1926308 w 4006679"/>
                <a:gd name="connsiteY3426" fmla="*/ 2656932 h 5664927"/>
                <a:gd name="connsiteX3427" fmla="*/ 1877069 w 4006679"/>
                <a:gd name="connsiteY3427" fmla="*/ 2664393 h 5664927"/>
                <a:gd name="connsiteX3428" fmla="*/ 1866624 w 4006679"/>
                <a:gd name="connsiteY3428" fmla="*/ 2677822 h 5664927"/>
                <a:gd name="connsiteX3429" fmla="*/ 1868116 w 4006679"/>
                <a:gd name="connsiteY3429" fmla="*/ 2703187 h 5664927"/>
                <a:gd name="connsiteX3430" fmla="*/ 1902435 w 4006679"/>
                <a:gd name="connsiteY3430" fmla="*/ 2703187 h 5664927"/>
                <a:gd name="connsiteX3431" fmla="*/ 1930785 w 4006679"/>
                <a:gd name="connsiteY3431" fmla="*/ 2662901 h 5664927"/>
                <a:gd name="connsiteX3432" fmla="*/ 1926308 w 4006679"/>
                <a:gd name="connsiteY3432" fmla="*/ 2656932 h 5664927"/>
                <a:gd name="connsiteX3433" fmla="*/ 1483153 w 4006679"/>
                <a:gd name="connsiteY3433" fmla="*/ 2619629 h 5664927"/>
                <a:gd name="connsiteX3434" fmla="*/ 1512995 w 4006679"/>
                <a:gd name="connsiteY3434" fmla="*/ 2707664 h 5664927"/>
                <a:gd name="connsiteX3435" fmla="*/ 1533885 w 4006679"/>
                <a:gd name="connsiteY3435" fmla="*/ 2658424 h 5664927"/>
                <a:gd name="connsiteX3436" fmla="*/ 1483153 w 4006679"/>
                <a:gd name="connsiteY3436" fmla="*/ 2619629 h 5664927"/>
                <a:gd name="connsiteX3437" fmla="*/ 2268001 w 4006679"/>
                <a:gd name="connsiteY3437" fmla="*/ 2682298 h 5664927"/>
                <a:gd name="connsiteX3438" fmla="*/ 2256064 w 4006679"/>
                <a:gd name="connsiteY3438" fmla="*/ 2698711 h 5664927"/>
                <a:gd name="connsiteX3439" fmla="*/ 2253080 w 4006679"/>
                <a:gd name="connsiteY3439" fmla="*/ 2709156 h 5664927"/>
                <a:gd name="connsiteX3440" fmla="*/ 2262032 w 4006679"/>
                <a:gd name="connsiteY3440" fmla="*/ 2718109 h 5664927"/>
                <a:gd name="connsiteX3441" fmla="*/ 2314256 w 4006679"/>
                <a:gd name="connsiteY3441" fmla="*/ 2706172 h 5664927"/>
                <a:gd name="connsiteX3442" fmla="*/ 2268001 w 4006679"/>
                <a:gd name="connsiteY3442" fmla="*/ 2682298 h 5664927"/>
                <a:gd name="connsiteX3443" fmla="*/ 1090729 w 4006679"/>
                <a:gd name="connsiteY3443" fmla="*/ 2582327 h 5664927"/>
                <a:gd name="connsiteX3444" fmla="*/ 1099682 w 4006679"/>
                <a:gd name="connsiteY3444" fmla="*/ 2621122 h 5664927"/>
                <a:gd name="connsiteX3445" fmla="*/ 1123556 w 4006679"/>
                <a:gd name="connsiteY3445" fmla="*/ 2612169 h 5664927"/>
                <a:gd name="connsiteX3446" fmla="*/ 1090729 w 4006679"/>
                <a:gd name="connsiteY3446" fmla="*/ 2582327 h 5664927"/>
                <a:gd name="connsiteX3447" fmla="*/ 1596553 w 4006679"/>
                <a:gd name="connsiteY3447" fmla="*/ 2622614 h 5664927"/>
                <a:gd name="connsiteX3448" fmla="*/ 1575663 w 4006679"/>
                <a:gd name="connsiteY3448" fmla="*/ 2621122 h 5664927"/>
                <a:gd name="connsiteX3449" fmla="*/ 1544329 w 4006679"/>
                <a:gd name="connsiteY3449" fmla="*/ 2634551 h 5664927"/>
                <a:gd name="connsiteX3450" fmla="*/ 1548806 w 4006679"/>
                <a:gd name="connsiteY3450" fmla="*/ 2697219 h 5664927"/>
                <a:gd name="connsiteX3451" fmla="*/ 1586108 w 4006679"/>
                <a:gd name="connsiteY3451" fmla="*/ 2697219 h 5664927"/>
                <a:gd name="connsiteX3452" fmla="*/ 1551790 w 4006679"/>
                <a:gd name="connsiteY3452" fmla="*/ 2643503 h 5664927"/>
                <a:gd name="connsiteX3453" fmla="*/ 1572679 w 4006679"/>
                <a:gd name="connsiteY3453" fmla="*/ 2647980 h 5664927"/>
                <a:gd name="connsiteX3454" fmla="*/ 1595061 w 4006679"/>
                <a:gd name="connsiteY3454" fmla="*/ 2680806 h 5664927"/>
                <a:gd name="connsiteX3455" fmla="*/ 1609982 w 4006679"/>
                <a:gd name="connsiteY3455" fmla="*/ 2685282 h 5664927"/>
                <a:gd name="connsiteX3456" fmla="*/ 1620427 w 4006679"/>
                <a:gd name="connsiteY3456" fmla="*/ 2670361 h 5664927"/>
                <a:gd name="connsiteX3457" fmla="*/ 1596553 w 4006679"/>
                <a:gd name="connsiteY3457" fmla="*/ 2622614 h 5664927"/>
                <a:gd name="connsiteX3458" fmla="*/ 1292164 w 4006679"/>
                <a:gd name="connsiteY3458" fmla="*/ 2597248 h 5664927"/>
                <a:gd name="connsiteX3459" fmla="*/ 1280227 w 4006679"/>
                <a:gd name="connsiteY3459" fmla="*/ 2636043 h 5664927"/>
                <a:gd name="connsiteX3460" fmla="*/ 1301116 w 4006679"/>
                <a:gd name="connsiteY3460" fmla="*/ 2703187 h 5664927"/>
                <a:gd name="connsiteX3461" fmla="*/ 1235463 w 4006679"/>
                <a:gd name="connsiteY3461" fmla="*/ 2855382 h 5664927"/>
                <a:gd name="connsiteX3462" fmla="*/ 1223527 w 4006679"/>
                <a:gd name="connsiteY3462" fmla="*/ 2861351 h 5664927"/>
                <a:gd name="connsiteX3463" fmla="*/ 1233971 w 4006679"/>
                <a:gd name="connsiteY3463" fmla="*/ 2879256 h 5664927"/>
                <a:gd name="connsiteX3464" fmla="*/ 1272766 w 4006679"/>
                <a:gd name="connsiteY3464" fmla="*/ 2888208 h 5664927"/>
                <a:gd name="connsiteX3465" fmla="*/ 1307085 w 4006679"/>
                <a:gd name="connsiteY3465" fmla="*/ 2864335 h 5664927"/>
                <a:gd name="connsiteX3466" fmla="*/ 1362292 w 4006679"/>
                <a:gd name="connsiteY3466" fmla="*/ 2768840 h 5664927"/>
                <a:gd name="connsiteX3467" fmla="*/ 1359308 w 4006679"/>
                <a:gd name="connsiteY3467" fmla="*/ 2719600 h 5664927"/>
                <a:gd name="connsiteX3468" fmla="*/ 1316037 w 4006679"/>
                <a:gd name="connsiteY3468" fmla="*/ 2612169 h 5664927"/>
                <a:gd name="connsiteX3469" fmla="*/ 1292164 w 4006679"/>
                <a:gd name="connsiteY3469" fmla="*/ 2597248 h 5664927"/>
                <a:gd name="connsiteX3470" fmla="*/ 1404071 w 4006679"/>
                <a:gd name="connsiteY3470" fmla="*/ 2604708 h 5664927"/>
                <a:gd name="connsiteX3471" fmla="*/ 1372737 w 4006679"/>
                <a:gd name="connsiteY3471" fmla="*/ 2619629 h 5664927"/>
                <a:gd name="connsiteX3472" fmla="*/ 1365277 w 4006679"/>
                <a:gd name="connsiteY3472" fmla="*/ 2659916 h 5664927"/>
                <a:gd name="connsiteX3473" fmla="*/ 1420485 w 4006679"/>
                <a:gd name="connsiteY3473" fmla="*/ 2642011 h 5664927"/>
                <a:gd name="connsiteX3474" fmla="*/ 1404071 w 4006679"/>
                <a:gd name="connsiteY3474" fmla="*/ 2604708 h 5664927"/>
                <a:gd name="connsiteX3475" fmla="*/ 1763669 w 4006679"/>
                <a:gd name="connsiteY3475" fmla="*/ 2630074 h 5664927"/>
                <a:gd name="connsiteX3476" fmla="*/ 1742779 w 4006679"/>
                <a:gd name="connsiteY3476" fmla="*/ 2643503 h 5664927"/>
                <a:gd name="connsiteX3477" fmla="*/ 1744271 w 4006679"/>
                <a:gd name="connsiteY3477" fmla="*/ 2697219 h 5664927"/>
                <a:gd name="connsiteX3478" fmla="*/ 1792019 w 4006679"/>
                <a:gd name="connsiteY3478" fmla="*/ 2780777 h 5664927"/>
                <a:gd name="connsiteX3479" fmla="*/ 1771129 w 4006679"/>
                <a:gd name="connsiteY3479" fmla="*/ 2870303 h 5664927"/>
                <a:gd name="connsiteX3480" fmla="*/ 1712937 w 4006679"/>
                <a:gd name="connsiteY3480" fmla="*/ 2913574 h 5664927"/>
                <a:gd name="connsiteX3481" fmla="*/ 1698016 w 4006679"/>
                <a:gd name="connsiteY3481" fmla="*/ 2916559 h 5664927"/>
                <a:gd name="connsiteX3482" fmla="*/ 1706969 w 4006679"/>
                <a:gd name="connsiteY3482" fmla="*/ 2946401 h 5664927"/>
                <a:gd name="connsiteX3483" fmla="*/ 1721890 w 4006679"/>
                <a:gd name="connsiteY3483" fmla="*/ 2955353 h 5664927"/>
                <a:gd name="connsiteX3484" fmla="*/ 1799479 w 4006679"/>
                <a:gd name="connsiteY3484" fmla="*/ 2915066 h 5664927"/>
                <a:gd name="connsiteX3485" fmla="*/ 1854687 w 4006679"/>
                <a:gd name="connsiteY3485" fmla="*/ 2762872 h 5664927"/>
                <a:gd name="connsiteX3486" fmla="*/ 1833798 w 4006679"/>
                <a:gd name="connsiteY3486" fmla="*/ 2659916 h 5664927"/>
                <a:gd name="connsiteX3487" fmla="*/ 1763669 w 4006679"/>
                <a:gd name="connsiteY3487" fmla="*/ 2630074 h 5664927"/>
                <a:gd name="connsiteX3488" fmla="*/ 2426164 w 4006679"/>
                <a:gd name="connsiteY3488" fmla="*/ 2673345 h 5664927"/>
                <a:gd name="connsiteX3489" fmla="*/ 2394830 w 4006679"/>
                <a:gd name="connsiteY3489" fmla="*/ 2736014 h 5664927"/>
                <a:gd name="connsiteX3490" fmla="*/ 2453022 w 4006679"/>
                <a:gd name="connsiteY3490" fmla="*/ 2731537 h 5664927"/>
                <a:gd name="connsiteX3491" fmla="*/ 2456006 w 4006679"/>
                <a:gd name="connsiteY3491" fmla="*/ 2710648 h 5664927"/>
                <a:gd name="connsiteX3492" fmla="*/ 2426164 w 4006679"/>
                <a:gd name="connsiteY3492" fmla="*/ 2673345 h 5664927"/>
                <a:gd name="connsiteX3493" fmla="*/ 1129524 w 4006679"/>
                <a:gd name="connsiteY3493" fmla="*/ 2565914 h 5664927"/>
                <a:gd name="connsiteX3494" fmla="*/ 1110127 w 4006679"/>
                <a:gd name="connsiteY3494" fmla="*/ 2573374 h 5664927"/>
                <a:gd name="connsiteX3495" fmla="*/ 1125048 w 4006679"/>
                <a:gd name="connsiteY3495" fmla="*/ 2591280 h 5664927"/>
                <a:gd name="connsiteX3496" fmla="*/ 1136985 w 4006679"/>
                <a:gd name="connsiteY3496" fmla="*/ 2612169 h 5664927"/>
                <a:gd name="connsiteX3497" fmla="*/ 1147429 w 4006679"/>
                <a:gd name="connsiteY3497" fmla="*/ 2591280 h 5664927"/>
                <a:gd name="connsiteX3498" fmla="*/ 1129524 w 4006679"/>
                <a:gd name="connsiteY3498" fmla="*/ 2565914 h 5664927"/>
                <a:gd name="connsiteX3499" fmla="*/ 1251877 w 4006679"/>
                <a:gd name="connsiteY3499" fmla="*/ 2573374 h 5664927"/>
                <a:gd name="connsiteX3500" fmla="*/ 1214574 w 4006679"/>
                <a:gd name="connsiteY3500" fmla="*/ 2615153 h 5664927"/>
                <a:gd name="connsiteX3501" fmla="*/ 1238448 w 4006679"/>
                <a:gd name="connsiteY3501" fmla="*/ 2634551 h 5664927"/>
                <a:gd name="connsiteX3502" fmla="*/ 1265306 w 4006679"/>
                <a:gd name="connsiteY3502" fmla="*/ 2631566 h 5664927"/>
                <a:gd name="connsiteX3503" fmla="*/ 1251877 w 4006679"/>
                <a:gd name="connsiteY3503" fmla="*/ 2573374 h 5664927"/>
                <a:gd name="connsiteX3504" fmla="*/ 1862148 w 4006679"/>
                <a:gd name="connsiteY3504" fmla="*/ 2622614 h 5664927"/>
                <a:gd name="connsiteX3505" fmla="*/ 1883037 w 4006679"/>
                <a:gd name="connsiteY3505" fmla="*/ 2649472 h 5664927"/>
                <a:gd name="connsiteX3506" fmla="*/ 1862148 w 4006679"/>
                <a:gd name="connsiteY3506" fmla="*/ 2622614 h 5664927"/>
                <a:gd name="connsiteX3507" fmla="*/ 2541056 w 4006679"/>
                <a:gd name="connsiteY3507" fmla="*/ 2668869 h 5664927"/>
                <a:gd name="connsiteX3508" fmla="*/ 2461974 w 4006679"/>
                <a:gd name="connsiteY3508" fmla="*/ 2683790 h 5664927"/>
                <a:gd name="connsiteX3509" fmla="*/ 2473911 w 4006679"/>
                <a:gd name="connsiteY3509" fmla="*/ 2709156 h 5664927"/>
                <a:gd name="connsiteX3510" fmla="*/ 2494801 w 4006679"/>
                <a:gd name="connsiteY3510" fmla="*/ 2697219 h 5664927"/>
                <a:gd name="connsiteX3511" fmla="*/ 2479880 w 4006679"/>
                <a:gd name="connsiteY3511" fmla="*/ 2683790 h 5664927"/>
                <a:gd name="connsiteX3512" fmla="*/ 2541056 w 4006679"/>
                <a:gd name="connsiteY3512" fmla="*/ 2668869 h 5664927"/>
                <a:gd name="connsiteX3513" fmla="*/ 1845735 w 4006679"/>
                <a:gd name="connsiteY3513" fmla="*/ 2609185 h 5664927"/>
                <a:gd name="connsiteX3514" fmla="*/ 1783066 w 4006679"/>
                <a:gd name="connsiteY3514" fmla="*/ 2612169 h 5664927"/>
                <a:gd name="connsiteX3515" fmla="*/ 1795003 w 4006679"/>
                <a:gd name="connsiteY3515" fmla="*/ 2640519 h 5664927"/>
                <a:gd name="connsiteX3516" fmla="*/ 1815893 w 4006679"/>
                <a:gd name="connsiteY3516" fmla="*/ 2652456 h 5664927"/>
                <a:gd name="connsiteX3517" fmla="*/ 1845735 w 4006679"/>
                <a:gd name="connsiteY3517" fmla="*/ 2609185 h 5664927"/>
                <a:gd name="connsiteX3518" fmla="*/ 2291874 w 4006679"/>
                <a:gd name="connsiteY3518" fmla="*/ 2644995 h 5664927"/>
                <a:gd name="connsiteX3519" fmla="*/ 2282922 w 4006679"/>
                <a:gd name="connsiteY3519" fmla="*/ 2667377 h 5664927"/>
                <a:gd name="connsiteX3520" fmla="*/ 2296351 w 4006679"/>
                <a:gd name="connsiteY3520" fmla="*/ 2677822 h 5664927"/>
                <a:gd name="connsiteX3521" fmla="*/ 2339622 w 4006679"/>
                <a:gd name="connsiteY3521" fmla="*/ 2658424 h 5664927"/>
                <a:gd name="connsiteX3522" fmla="*/ 2291874 w 4006679"/>
                <a:gd name="connsiteY3522" fmla="*/ 2644995 h 5664927"/>
                <a:gd name="connsiteX3523" fmla="*/ 1166827 w 4006679"/>
                <a:gd name="connsiteY3523" fmla="*/ 2543532 h 5664927"/>
                <a:gd name="connsiteX3524" fmla="*/ 1141461 w 4006679"/>
                <a:gd name="connsiteY3524" fmla="*/ 2553977 h 5664927"/>
                <a:gd name="connsiteX3525" fmla="*/ 1166827 w 4006679"/>
                <a:gd name="connsiteY3525" fmla="*/ 2585311 h 5664927"/>
                <a:gd name="connsiteX3526" fmla="*/ 1184732 w 4006679"/>
                <a:gd name="connsiteY3526" fmla="*/ 2561437 h 5664927"/>
                <a:gd name="connsiteX3527" fmla="*/ 1166827 w 4006679"/>
                <a:gd name="connsiteY3527" fmla="*/ 2543532 h 5664927"/>
                <a:gd name="connsiteX3528" fmla="*/ 1959135 w 4006679"/>
                <a:gd name="connsiteY3528" fmla="*/ 2606201 h 5664927"/>
                <a:gd name="connsiteX3529" fmla="*/ 1942722 w 4006679"/>
                <a:gd name="connsiteY3529" fmla="*/ 2649472 h 5664927"/>
                <a:gd name="connsiteX3530" fmla="*/ 1954658 w 4006679"/>
                <a:gd name="connsiteY3530" fmla="*/ 2738998 h 5664927"/>
                <a:gd name="connsiteX3531" fmla="*/ 1929293 w 4006679"/>
                <a:gd name="connsiteY3531" fmla="*/ 2897161 h 5664927"/>
                <a:gd name="connsiteX3532" fmla="*/ 1826337 w 4006679"/>
                <a:gd name="connsiteY3532" fmla="*/ 3016530 h 5664927"/>
                <a:gd name="connsiteX3533" fmla="*/ 1721890 w 4006679"/>
                <a:gd name="connsiteY3533" fmla="*/ 3058309 h 5664927"/>
                <a:gd name="connsiteX3534" fmla="*/ 1718906 w 4006679"/>
                <a:gd name="connsiteY3534" fmla="*/ 3092627 h 5664927"/>
                <a:gd name="connsiteX3535" fmla="*/ 1783066 w 4006679"/>
                <a:gd name="connsiteY3535" fmla="*/ 3071737 h 5664927"/>
                <a:gd name="connsiteX3536" fmla="*/ 1836782 w 4006679"/>
                <a:gd name="connsiteY3536" fmla="*/ 3044880 h 5664927"/>
                <a:gd name="connsiteX3537" fmla="*/ 1903927 w 4006679"/>
                <a:gd name="connsiteY3537" fmla="*/ 3001609 h 5664927"/>
                <a:gd name="connsiteX3538" fmla="*/ 1938245 w 4006679"/>
                <a:gd name="connsiteY3538" fmla="*/ 2949385 h 5664927"/>
                <a:gd name="connsiteX3539" fmla="*/ 1974056 w 4006679"/>
                <a:gd name="connsiteY3539" fmla="*/ 2886716 h 5664927"/>
                <a:gd name="connsiteX3540" fmla="*/ 2002406 w 4006679"/>
                <a:gd name="connsiteY3540" fmla="*/ 2750935 h 5664927"/>
                <a:gd name="connsiteX3541" fmla="*/ 1996437 w 4006679"/>
                <a:gd name="connsiteY3541" fmla="*/ 2646487 h 5664927"/>
                <a:gd name="connsiteX3542" fmla="*/ 1959135 w 4006679"/>
                <a:gd name="connsiteY3542" fmla="*/ 2606201 h 5664927"/>
                <a:gd name="connsiteX3543" fmla="*/ 1624903 w 4006679"/>
                <a:gd name="connsiteY3543" fmla="*/ 2567406 h 5664927"/>
                <a:gd name="connsiteX3544" fmla="*/ 1608490 w 4006679"/>
                <a:gd name="connsiteY3544" fmla="*/ 2592772 h 5664927"/>
                <a:gd name="connsiteX3545" fmla="*/ 1606998 w 4006679"/>
                <a:gd name="connsiteY3545" fmla="*/ 2606201 h 5664927"/>
                <a:gd name="connsiteX3546" fmla="*/ 1636840 w 4006679"/>
                <a:gd name="connsiteY3546" fmla="*/ 2656932 h 5664927"/>
                <a:gd name="connsiteX3547" fmla="*/ 1642808 w 4006679"/>
                <a:gd name="connsiteY3547" fmla="*/ 2633059 h 5664927"/>
                <a:gd name="connsiteX3548" fmla="*/ 1614458 w 4006679"/>
                <a:gd name="connsiteY3548" fmla="*/ 2600232 h 5664927"/>
                <a:gd name="connsiteX3549" fmla="*/ 1629379 w 4006679"/>
                <a:gd name="connsiteY3549" fmla="*/ 2595756 h 5664927"/>
                <a:gd name="connsiteX3550" fmla="*/ 1656237 w 4006679"/>
                <a:gd name="connsiteY3550" fmla="*/ 2625598 h 5664927"/>
                <a:gd name="connsiteX3551" fmla="*/ 1668174 w 4006679"/>
                <a:gd name="connsiteY3551" fmla="*/ 2595756 h 5664927"/>
                <a:gd name="connsiteX3552" fmla="*/ 1624903 w 4006679"/>
                <a:gd name="connsiteY3552" fmla="*/ 2567406 h 5664927"/>
                <a:gd name="connsiteX3553" fmla="*/ 2511214 w 4006679"/>
                <a:gd name="connsiteY3553" fmla="*/ 2631566 h 5664927"/>
                <a:gd name="connsiteX3554" fmla="*/ 2494801 w 4006679"/>
                <a:gd name="connsiteY3554" fmla="*/ 2647980 h 5664927"/>
                <a:gd name="connsiteX3555" fmla="*/ 2555977 w 4006679"/>
                <a:gd name="connsiteY3555" fmla="*/ 2656932 h 5664927"/>
                <a:gd name="connsiteX3556" fmla="*/ 2626106 w 4006679"/>
                <a:gd name="connsiteY3556" fmla="*/ 2647980 h 5664927"/>
                <a:gd name="connsiteX3557" fmla="*/ 2620137 w 4006679"/>
                <a:gd name="connsiteY3557" fmla="*/ 2642011 h 5664927"/>
                <a:gd name="connsiteX3558" fmla="*/ 2511214 w 4006679"/>
                <a:gd name="connsiteY3558" fmla="*/ 2631566 h 5664927"/>
                <a:gd name="connsiteX3559" fmla="*/ 1935261 w 4006679"/>
                <a:gd name="connsiteY3559" fmla="*/ 2582327 h 5664927"/>
                <a:gd name="connsiteX3560" fmla="*/ 1872593 w 4006679"/>
                <a:gd name="connsiteY3560" fmla="*/ 2604708 h 5664927"/>
                <a:gd name="connsiteX3561" fmla="*/ 1899451 w 4006679"/>
                <a:gd name="connsiteY3561" fmla="*/ 2637535 h 5664927"/>
                <a:gd name="connsiteX3562" fmla="*/ 1933769 w 4006679"/>
                <a:gd name="connsiteY3562" fmla="*/ 2625598 h 5664927"/>
                <a:gd name="connsiteX3563" fmla="*/ 1935261 w 4006679"/>
                <a:gd name="connsiteY3563" fmla="*/ 2582327 h 5664927"/>
                <a:gd name="connsiteX3564" fmla="*/ 1332450 w 4006679"/>
                <a:gd name="connsiteY3564" fmla="*/ 2527119 h 5664927"/>
                <a:gd name="connsiteX3565" fmla="*/ 1313053 w 4006679"/>
                <a:gd name="connsiteY3565" fmla="*/ 2583819 h 5664927"/>
                <a:gd name="connsiteX3566" fmla="*/ 1336927 w 4006679"/>
                <a:gd name="connsiteY3566" fmla="*/ 2610677 h 5664927"/>
                <a:gd name="connsiteX3567" fmla="*/ 1351848 w 4006679"/>
                <a:gd name="connsiteY3567" fmla="*/ 2618137 h 5664927"/>
                <a:gd name="connsiteX3568" fmla="*/ 1390642 w 4006679"/>
                <a:gd name="connsiteY3568" fmla="*/ 2594264 h 5664927"/>
                <a:gd name="connsiteX3569" fmla="*/ 1371245 w 4006679"/>
                <a:gd name="connsiteY3569" fmla="*/ 2562929 h 5664927"/>
                <a:gd name="connsiteX3570" fmla="*/ 1365277 w 4006679"/>
                <a:gd name="connsiteY3570" fmla="*/ 2561437 h 5664927"/>
                <a:gd name="connsiteX3571" fmla="*/ 1350356 w 4006679"/>
                <a:gd name="connsiteY3571" fmla="*/ 2577850 h 5664927"/>
                <a:gd name="connsiteX3572" fmla="*/ 1330958 w 4006679"/>
                <a:gd name="connsiteY3572" fmla="*/ 2582327 h 5664927"/>
                <a:gd name="connsiteX3573" fmla="*/ 1363785 w 4006679"/>
                <a:gd name="connsiteY3573" fmla="*/ 2546516 h 5664927"/>
                <a:gd name="connsiteX3574" fmla="*/ 1332450 w 4006679"/>
                <a:gd name="connsiteY3574" fmla="*/ 2527119 h 5664927"/>
                <a:gd name="connsiteX3575" fmla="*/ 1187716 w 4006679"/>
                <a:gd name="connsiteY3575" fmla="*/ 2513690 h 5664927"/>
                <a:gd name="connsiteX3576" fmla="*/ 1177271 w 4006679"/>
                <a:gd name="connsiteY3576" fmla="*/ 2530103 h 5664927"/>
                <a:gd name="connsiteX3577" fmla="*/ 1199653 w 4006679"/>
                <a:gd name="connsiteY3577" fmla="*/ 2553977 h 5664927"/>
                <a:gd name="connsiteX3578" fmla="*/ 1187716 w 4006679"/>
                <a:gd name="connsiteY3578" fmla="*/ 2513690 h 5664927"/>
                <a:gd name="connsiteX3579" fmla="*/ 1292164 w 4006679"/>
                <a:gd name="connsiteY3579" fmla="*/ 2519658 h 5664927"/>
                <a:gd name="connsiteX3580" fmla="*/ 1266798 w 4006679"/>
                <a:gd name="connsiteY3580" fmla="*/ 2555469 h 5664927"/>
                <a:gd name="connsiteX3581" fmla="*/ 1302608 w 4006679"/>
                <a:gd name="connsiteY3581" fmla="*/ 2571882 h 5664927"/>
                <a:gd name="connsiteX3582" fmla="*/ 1316037 w 4006679"/>
                <a:gd name="connsiteY3582" fmla="*/ 2553977 h 5664927"/>
                <a:gd name="connsiteX3583" fmla="*/ 1292164 w 4006679"/>
                <a:gd name="connsiteY3583" fmla="*/ 2519658 h 5664927"/>
                <a:gd name="connsiteX3584" fmla="*/ 1458160 w 4006679"/>
                <a:gd name="connsiteY3584" fmla="*/ 2527305 h 5664927"/>
                <a:gd name="connsiteX3585" fmla="*/ 1426453 w 4006679"/>
                <a:gd name="connsiteY3585" fmla="*/ 2528611 h 5664927"/>
                <a:gd name="connsiteX3586" fmla="*/ 1474200 w 4006679"/>
                <a:gd name="connsiteY3586" fmla="*/ 2600232 h 5664927"/>
                <a:gd name="connsiteX3587" fmla="*/ 1483153 w 4006679"/>
                <a:gd name="connsiteY3587" fmla="*/ 2549501 h 5664927"/>
                <a:gd name="connsiteX3588" fmla="*/ 1458160 w 4006679"/>
                <a:gd name="connsiteY3588" fmla="*/ 2527305 h 5664927"/>
                <a:gd name="connsiteX3589" fmla="*/ 2333653 w 4006679"/>
                <a:gd name="connsiteY3589" fmla="*/ 2595756 h 5664927"/>
                <a:gd name="connsiteX3590" fmla="*/ 2318732 w 4006679"/>
                <a:gd name="connsiteY3590" fmla="*/ 2595756 h 5664927"/>
                <a:gd name="connsiteX3591" fmla="*/ 2288890 w 4006679"/>
                <a:gd name="connsiteY3591" fmla="*/ 2624106 h 5664927"/>
                <a:gd name="connsiteX3592" fmla="*/ 2339622 w 4006679"/>
                <a:gd name="connsiteY3592" fmla="*/ 2639027 h 5664927"/>
                <a:gd name="connsiteX3593" fmla="*/ 2354543 w 4006679"/>
                <a:gd name="connsiteY3593" fmla="*/ 2628582 h 5664927"/>
                <a:gd name="connsiteX3594" fmla="*/ 2333653 w 4006679"/>
                <a:gd name="connsiteY3594" fmla="*/ 2595756 h 5664927"/>
                <a:gd name="connsiteX3595" fmla="*/ 1750240 w 4006679"/>
                <a:gd name="connsiteY3595" fmla="*/ 2548008 h 5664927"/>
                <a:gd name="connsiteX3596" fmla="*/ 1726366 w 4006679"/>
                <a:gd name="connsiteY3596" fmla="*/ 2625598 h 5664927"/>
                <a:gd name="connsiteX3597" fmla="*/ 1768145 w 4006679"/>
                <a:gd name="connsiteY3597" fmla="*/ 2604708 h 5664927"/>
                <a:gd name="connsiteX3598" fmla="*/ 1750240 w 4006679"/>
                <a:gd name="connsiteY3598" fmla="*/ 2548008 h 5664927"/>
                <a:gd name="connsiteX3599" fmla="*/ 2505991 w 4006679"/>
                <a:gd name="connsiteY3599" fmla="*/ 2603030 h 5664927"/>
                <a:gd name="connsiteX3600" fmla="*/ 2487340 w 4006679"/>
                <a:gd name="connsiteY3600" fmla="*/ 2613661 h 5664927"/>
                <a:gd name="connsiteX3601" fmla="*/ 2509722 w 4006679"/>
                <a:gd name="connsiteY3601" fmla="*/ 2619629 h 5664927"/>
                <a:gd name="connsiteX3602" fmla="*/ 2579851 w 4006679"/>
                <a:gd name="connsiteY3602" fmla="*/ 2624106 h 5664927"/>
                <a:gd name="connsiteX3603" fmla="*/ 2658932 w 4006679"/>
                <a:gd name="connsiteY3603" fmla="*/ 2637535 h 5664927"/>
                <a:gd name="connsiteX3604" fmla="*/ 2697727 w 4006679"/>
                <a:gd name="connsiteY3604" fmla="*/ 2634551 h 5664927"/>
                <a:gd name="connsiteX3605" fmla="*/ 2524643 w 4006679"/>
                <a:gd name="connsiteY3605" fmla="*/ 2604708 h 5664927"/>
                <a:gd name="connsiteX3606" fmla="*/ 2505991 w 4006679"/>
                <a:gd name="connsiteY3606" fmla="*/ 2603030 h 5664927"/>
                <a:gd name="connsiteX3607" fmla="*/ 2041201 w 4006679"/>
                <a:gd name="connsiteY3607" fmla="*/ 2564422 h 5664927"/>
                <a:gd name="connsiteX3608" fmla="*/ 2020311 w 4006679"/>
                <a:gd name="connsiteY3608" fmla="*/ 2604708 h 5664927"/>
                <a:gd name="connsiteX3609" fmla="*/ 2008374 w 4006679"/>
                <a:gd name="connsiteY3609" fmla="*/ 2640519 h 5664927"/>
                <a:gd name="connsiteX3610" fmla="*/ 2008374 w 4006679"/>
                <a:gd name="connsiteY3610" fmla="*/ 2667377 h 5664927"/>
                <a:gd name="connsiteX3611" fmla="*/ 2018819 w 4006679"/>
                <a:gd name="connsiteY3611" fmla="*/ 2733030 h 5664927"/>
                <a:gd name="connsiteX3612" fmla="*/ 2054629 w 4006679"/>
                <a:gd name="connsiteY3612" fmla="*/ 2725569 h 5664927"/>
                <a:gd name="connsiteX3613" fmla="*/ 2053137 w 4006679"/>
                <a:gd name="connsiteY3613" fmla="*/ 2679314 h 5664927"/>
                <a:gd name="connsiteX3614" fmla="*/ 2014343 w 4006679"/>
                <a:gd name="connsiteY3614" fmla="*/ 2650964 h 5664927"/>
                <a:gd name="connsiteX3615" fmla="*/ 2047169 w 4006679"/>
                <a:gd name="connsiteY3615" fmla="*/ 2622614 h 5664927"/>
                <a:gd name="connsiteX3616" fmla="*/ 2041201 w 4006679"/>
                <a:gd name="connsiteY3616" fmla="*/ 2564422 h 5664927"/>
                <a:gd name="connsiteX3617" fmla="*/ 1642808 w 4006679"/>
                <a:gd name="connsiteY3617" fmla="*/ 2531595 h 5664927"/>
                <a:gd name="connsiteX3618" fmla="*/ 1639824 w 4006679"/>
                <a:gd name="connsiteY3618" fmla="*/ 2555469 h 5664927"/>
                <a:gd name="connsiteX3619" fmla="*/ 1686079 w 4006679"/>
                <a:gd name="connsiteY3619" fmla="*/ 2588295 h 5664927"/>
                <a:gd name="connsiteX3620" fmla="*/ 1696524 w 4006679"/>
                <a:gd name="connsiteY3620" fmla="*/ 2546516 h 5664927"/>
                <a:gd name="connsiteX3621" fmla="*/ 1642808 w 4006679"/>
                <a:gd name="connsiteY3621" fmla="*/ 2531595 h 5664927"/>
                <a:gd name="connsiteX3622" fmla="*/ 2447053 w 4006679"/>
                <a:gd name="connsiteY3622" fmla="*/ 2595756 h 5664927"/>
                <a:gd name="connsiteX3623" fmla="*/ 2430640 w 4006679"/>
                <a:gd name="connsiteY3623" fmla="*/ 2658424 h 5664927"/>
                <a:gd name="connsiteX3624" fmla="*/ 2453022 w 4006679"/>
                <a:gd name="connsiteY3624" fmla="*/ 2667377 h 5664927"/>
                <a:gd name="connsiteX3625" fmla="*/ 2482864 w 4006679"/>
                <a:gd name="connsiteY3625" fmla="*/ 2643503 h 5664927"/>
                <a:gd name="connsiteX3626" fmla="*/ 2447053 w 4006679"/>
                <a:gd name="connsiteY3626" fmla="*/ 2595756 h 5664927"/>
                <a:gd name="connsiteX3627" fmla="*/ 1381690 w 4006679"/>
                <a:gd name="connsiteY3627" fmla="*/ 2501753 h 5664927"/>
                <a:gd name="connsiteX3628" fmla="*/ 1359308 w 4006679"/>
                <a:gd name="connsiteY3628" fmla="*/ 2525627 h 5664927"/>
                <a:gd name="connsiteX3629" fmla="*/ 1366769 w 4006679"/>
                <a:gd name="connsiteY3629" fmla="*/ 2534579 h 5664927"/>
                <a:gd name="connsiteX3630" fmla="*/ 1413024 w 4006679"/>
                <a:gd name="connsiteY3630" fmla="*/ 2586803 h 5664927"/>
                <a:gd name="connsiteX3631" fmla="*/ 1457787 w 4006679"/>
                <a:gd name="connsiteY3631" fmla="*/ 2710648 h 5664927"/>
                <a:gd name="connsiteX3632" fmla="*/ 1459279 w 4006679"/>
                <a:gd name="connsiteY3632" fmla="*/ 2733030 h 5664927"/>
                <a:gd name="connsiteX3633" fmla="*/ 1439882 w 4006679"/>
                <a:gd name="connsiteY3633" fmla="*/ 2821064 h 5664927"/>
                <a:gd name="connsiteX3634" fmla="*/ 1418992 w 4006679"/>
                <a:gd name="connsiteY3634" fmla="*/ 2859859 h 5664927"/>
                <a:gd name="connsiteX3635" fmla="*/ 1357816 w 4006679"/>
                <a:gd name="connsiteY3635" fmla="*/ 2925511 h 5664927"/>
                <a:gd name="connsiteX3636" fmla="*/ 1286195 w 4006679"/>
                <a:gd name="connsiteY3636" fmla="*/ 2961322 h 5664927"/>
                <a:gd name="connsiteX3637" fmla="*/ 1304100 w 4006679"/>
                <a:gd name="connsiteY3637" fmla="*/ 2982211 h 5664927"/>
                <a:gd name="connsiteX3638" fmla="*/ 1342895 w 4006679"/>
                <a:gd name="connsiteY3638" fmla="*/ 2959830 h 5664927"/>
                <a:gd name="connsiteX3639" fmla="*/ 1471216 w 4006679"/>
                <a:gd name="connsiteY3639" fmla="*/ 2827032 h 5664927"/>
                <a:gd name="connsiteX3640" fmla="*/ 1490613 w 4006679"/>
                <a:gd name="connsiteY3640" fmla="*/ 2689758 h 5664927"/>
                <a:gd name="connsiteX3641" fmla="*/ 1392135 w 4006679"/>
                <a:gd name="connsiteY3641" fmla="*/ 2509214 h 5664927"/>
                <a:gd name="connsiteX3642" fmla="*/ 1381690 w 4006679"/>
                <a:gd name="connsiteY3642" fmla="*/ 2501753 h 5664927"/>
                <a:gd name="connsiteX3643" fmla="*/ 2017327 w 4006679"/>
                <a:gd name="connsiteY3643" fmla="*/ 2543532 h 5664927"/>
                <a:gd name="connsiteX3644" fmla="*/ 1965103 w 4006679"/>
                <a:gd name="connsiteY3644" fmla="*/ 2570390 h 5664927"/>
                <a:gd name="connsiteX3645" fmla="*/ 1959135 w 4006679"/>
                <a:gd name="connsiteY3645" fmla="*/ 2585311 h 5664927"/>
                <a:gd name="connsiteX3646" fmla="*/ 2006882 w 4006679"/>
                <a:gd name="connsiteY3646" fmla="*/ 2601724 h 5664927"/>
                <a:gd name="connsiteX3647" fmla="*/ 2017327 w 4006679"/>
                <a:gd name="connsiteY3647" fmla="*/ 2543532 h 5664927"/>
                <a:gd name="connsiteX3648" fmla="*/ 1216066 w 4006679"/>
                <a:gd name="connsiteY3648" fmla="*/ 2477879 h 5664927"/>
                <a:gd name="connsiteX3649" fmla="*/ 1196669 w 4006679"/>
                <a:gd name="connsiteY3649" fmla="*/ 2498769 h 5664927"/>
                <a:gd name="connsiteX3650" fmla="*/ 1223527 w 4006679"/>
                <a:gd name="connsiteY3650" fmla="*/ 2522643 h 5664927"/>
                <a:gd name="connsiteX3651" fmla="*/ 1239940 w 4006679"/>
                <a:gd name="connsiteY3651" fmla="*/ 2489816 h 5664927"/>
                <a:gd name="connsiteX3652" fmla="*/ 1216066 w 4006679"/>
                <a:gd name="connsiteY3652" fmla="*/ 2477879 h 5664927"/>
                <a:gd name="connsiteX3653" fmla="*/ 2348574 w 4006679"/>
                <a:gd name="connsiteY3653" fmla="*/ 2549501 h 5664927"/>
                <a:gd name="connsiteX3654" fmla="*/ 2291874 w 4006679"/>
                <a:gd name="connsiteY3654" fmla="*/ 2555469 h 5664927"/>
                <a:gd name="connsiteX3655" fmla="*/ 2290382 w 4006679"/>
                <a:gd name="connsiteY3655" fmla="*/ 2580835 h 5664927"/>
                <a:gd name="connsiteX3656" fmla="*/ 2317240 w 4006679"/>
                <a:gd name="connsiteY3656" fmla="*/ 2583819 h 5664927"/>
                <a:gd name="connsiteX3657" fmla="*/ 2342606 w 4006679"/>
                <a:gd name="connsiteY3657" fmla="*/ 2586803 h 5664927"/>
                <a:gd name="connsiteX3658" fmla="*/ 2366479 w 4006679"/>
                <a:gd name="connsiteY3658" fmla="*/ 2573374 h 5664927"/>
                <a:gd name="connsiteX3659" fmla="*/ 2348574 w 4006679"/>
                <a:gd name="connsiteY3659" fmla="*/ 2549501 h 5664927"/>
                <a:gd name="connsiteX3660" fmla="*/ 2524643 w 4006679"/>
                <a:gd name="connsiteY3660" fmla="*/ 2561437 h 5664927"/>
                <a:gd name="connsiteX3661" fmla="*/ 2491816 w 4006679"/>
                <a:gd name="connsiteY3661" fmla="*/ 2585311 h 5664927"/>
                <a:gd name="connsiteX3662" fmla="*/ 2572390 w 4006679"/>
                <a:gd name="connsiteY3662" fmla="*/ 2595756 h 5664927"/>
                <a:gd name="connsiteX3663" fmla="*/ 2712648 w 4006679"/>
                <a:gd name="connsiteY3663" fmla="*/ 2627090 h 5664927"/>
                <a:gd name="connsiteX3664" fmla="*/ 2758903 w 4006679"/>
                <a:gd name="connsiteY3664" fmla="*/ 2624106 h 5664927"/>
                <a:gd name="connsiteX3665" fmla="*/ 2718616 w 4006679"/>
                <a:gd name="connsiteY3665" fmla="*/ 2604708 h 5664927"/>
                <a:gd name="connsiteX3666" fmla="*/ 2620137 w 4006679"/>
                <a:gd name="connsiteY3666" fmla="*/ 2576358 h 5664927"/>
                <a:gd name="connsiteX3667" fmla="*/ 2524643 w 4006679"/>
                <a:gd name="connsiteY3667" fmla="*/ 2561437 h 5664927"/>
                <a:gd name="connsiteX3668" fmla="*/ 1672650 w 4006679"/>
                <a:gd name="connsiteY3668" fmla="*/ 2483848 h 5664927"/>
                <a:gd name="connsiteX3669" fmla="*/ 1654745 w 4006679"/>
                <a:gd name="connsiteY3669" fmla="*/ 2483848 h 5664927"/>
                <a:gd name="connsiteX3670" fmla="*/ 1647285 w 4006679"/>
                <a:gd name="connsiteY3670" fmla="*/ 2515182 h 5664927"/>
                <a:gd name="connsiteX3671" fmla="*/ 1696524 w 4006679"/>
                <a:gd name="connsiteY3671" fmla="*/ 2533087 h 5664927"/>
                <a:gd name="connsiteX3672" fmla="*/ 1672650 w 4006679"/>
                <a:gd name="connsiteY3672" fmla="*/ 2483848 h 5664927"/>
                <a:gd name="connsiteX3673" fmla="*/ 1236956 w 4006679"/>
                <a:gd name="connsiteY3673" fmla="*/ 2440950 h 5664927"/>
                <a:gd name="connsiteX3674" fmla="*/ 1210098 w 4006679"/>
                <a:gd name="connsiteY3674" fmla="*/ 2448037 h 5664927"/>
                <a:gd name="connsiteX3675" fmla="*/ 1248892 w 4006679"/>
                <a:gd name="connsiteY3675" fmla="*/ 2473403 h 5664927"/>
                <a:gd name="connsiteX3676" fmla="*/ 1263813 w 4006679"/>
                <a:gd name="connsiteY3676" fmla="*/ 2445053 h 5664927"/>
                <a:gd name="connsiteX3677" fmla="*/ 1236956 w 4006679"/>
                <a:gd name="connsiteY3677" fmla="*/ 2440950 h 5664927"/>
                <a:gd name="connsiteX3678" fmla="*/ 1329466 w 4006679"/>
                <a:gd name="connsiteY3678" fmla="*/ 2446545 h 5664927"/>
                <a:gd name="connsiteX3679" fmla="*/ 1302608 w 4006679"/>
                <a:gd name="connsiteY3679" fmla="*/ 2501753 h 5664927"/>
                <a:gd name="connsiteX3680" fmla="*/ 1363785 w 4006679"/>
                <a:gd name="connsiteY3680" fmla="*/ 2503245 h 5664927"/>
                <a:gd name="connsiteX3681" fmla="*/ 1329466 w 4006679"/>
                <a:gd name="connsiteY3681" fmla="*/ 2446545 h 5664927"/>
                <a:gd name="connsiteX3682" fmla="*/ 2076079 w 4006679"/>
                <a:gd name="connsiteY3682" fmla="*/ 2504178 h 5664927"/>
                <a:gd name="connsiteX3683" fmla="*/ 2065074 w 4006679"/>
                <a:gd name="connsiteY3683" fmla="*/ 2507722 h 5664927"/>
                <a:gd name="connsiteX3684" fmla="*/ 2041201 w 4006679"/>
                <a:gd name="connsiteY3684" fmla="*/ 2525627 h 5664927"/>
                <a:gd name="connsiteX3685" fmla="*/ 2044185 w 4006679"/>
                <a:gd name="connsiteY3685" fmla="*/ 2552485 h 5664927"/>
                <a:gd name="connsiteX3686" fmla="*/ 2071043 w 4006679"/>
                <a:gd name="connsiteY3686" fmla="*/ 2558453 h 5664927"/>
                <a:gd name="connsiteX3687" fmla="*/ 2096408 w 4006679"/>
                <a:gd name="connsiteY3687" fmla="*/ 2530103 h 5664927"/>
                <a:gd name="connsiteX3688" fmla="*/ 2085964 w 4006679"/>
                <a:gd name="connsiteY3688" fmla="*/ 2510706 h 5664927"/>
                <a:gd name="connsiteX3689" fmla="*/ 2076079 w 4006679"/>
                <a:gd name="connsiteY3689" fmla="*/ 2504178 h 5664927"/>
                <a:gd name="connsiteX3690" fmla="*/ 1392880 w 4006679"/>
                <a:gd name="connsiteY3690" fmla="*/ 2438525 h 5664927"/>
                <a:gd name="connsiteX3691" fmla="*/ 1371245 w 4006679"/>
                <a:gd name="connsiteY3691" fmla="*/ 2449530 h 5664927"/>
                <a:gd name="connsiteX3692" fmla="*/ 1416008 w 4006679"/>
                <a:gd name="connsiteY3692" fmla="*/ 2515182 h 5664927"/>
                <a:gd name="connsiteX3693" fmla="*/ 1410040 w 4006679"/>
                <a:gd name="connsiteY3693" fmla="*/ 2446545 h 5664927"/>
                <a:gd name="connsiteX3694" fmla="*/ 1392880 w 4006679"/>
                <a:gd name="connsiteY3694" fmla="*/ 2438525 h 5664927"/>
                <a:gd name="connsiteX3695" fmla="*/ 1902435 w 4006679"/>
                <a:gd name="connsiteY3695" fmla="*/ 2476387 h 5664927"/>
                <a:gd name="connsiteX3696" fmla="*/ 1871100 w 4006679"/>
                <a:gd name="connsiteY3696" fmla="*/ 2489816 h 5664927"/>
                <a:gd name="connsiteX3697" fmla="*/ 1877069 w 4006679"/>
                <a:gd name="connsiteY3697" fmla="*/ 2506230 h 5664927"/>
                <a:gd name="connsiteX3698" fmla="*/ 1918848 w 4006679"/>
                <a:gd name="connsiteY3698" fmla="*/ 2522643 h 5664927"/>
                <a:gd name="connsiteX3699" fmla="*/ 1924816 w 4006679"/>
                <a:gd name="connsiteY3699" fmla="*/ 2518166 h 5664927"/>
                <a:gd name="connsiteX3700" fmla="*/ 1902435 w 4006679"/>
                <a:gd name="connsiteY3700" fmla="*/ 2476387 h 5664927"/>
                <a:gd name="connsiteX3701" fmla="*/ 2515318 w 4006679"/>
                <a:gd name="connsiteY3701" fmla="*/ 2522643 h 5664927"/>
                <a:gd name="connsiteX3702" fmla="*/ 2506738 w 4006679"/>
                <a:gd name="connsiteY3702" fmla="*/ 2530103 h 5664927"/>
                <a:gd name="connsiteX3703" fmla="*/ 2538072 w 4006679"/>
                <a:gd name="connsiteY3703" fmla="*/ 2546516 h 5664927"/>
                <a:gd name="connsiteX3704" fmla="*/ 2702203 w 4006679"/>
                <a:gd name="connsiteY3704" fmla="*/ 2586803 h 5664927"/>
                <a:gd name="connsiteX3705" fmla="*/ 2748459 w 4006679"/>
                <a:gd name="connsiteY3705" fmla="*/ 2603216 h 5664927"/>
                <a:gd name="connsiteX3706" fmla="*/ 2751443 w 4006679"/>
                <a:gd name="connsiteY3706" fmla="*/ 2597248 h 5664927"/>
                <a:gd name="connsiteX3707" fmla="*/ 2682806 w 4006679"/>
                <a:gd name="connsiteY3707" fmla="*/ 2550993 h 5664927"/>
                <a:gd name="connsiteX3708" fmla="*/ 2587311 w 4006679"/>
                <a:gd name="connsiteY3708" fmla="*/ 2533087 h 5664927"/>
                <a:gd name="connsiteX3709" fmla="*/ 2526135 w 4006679"/>
                <a:gd name="connsiteY3709" fmla="*/ 2524135 h 5664927"/>
                <a:gd name="connsiteX3710" fmla="*/ 2515318 w 4006679"/>
                <a:gd name="connsiteY3710" fmla="*/ 2522643 h 5664927"/>
                <a:gd name="connsiteX3711" fmla="*/ 2348201 w 4006679"/>
                <a:gd name="connsiteY3711" fmla="*/ 2494852 h 5664927"/>
                <a:gd name="connsiteX3712" fmla="*/ 2333653 w 4006679"/>
                <a:gd name="connsiteY3712" fmla="*/ 2497277 h 5664927"/>
                <a:gd name="connsiteX3713" fmla="*/ 2285906 w 4006679"/>
                <a:gd name="connsiteY3713" fmla="*/ 2518166 h 5664927"/>
                <a:gd name="connsiteX3714" fmla="*/ 2291874 w 4006679"/>
                <a:gd name="connsiteY3714" fmla="*/ 2543532 h 5664927"/>
                <a:gd name="connsiteX3715" fmla="*/ 2339622 w 4006679"/>
                <a:gd name="connsiteY3715" fmla="*/ 2543532 h 5664927"/>
                <a:gd name="connsiteX3716" fmla="*/ 2359019 w 4006679"/>
                <a:gd name="connsiteY3716" fmla="*/ 2518166 h 5664927"/>
                <a:gd name="connsiteX3717" fmla="*/ 2356035 w 4006679"/>
                <a:gd name="connsiteY3717" fmla="*/ 2509214 h 5664927"/>
                <a:gd name="connsiteX3718" fmla="*/ 2348201 w 4006679"/>
                <a:gd name="connsiteY3718" fmla="*/ 2494852 h 5664927"/>
                <a:gd name="connsiteX3719" fmla="*/ 1771129 w 4006679"/>
                <a:gd name="connsiteY3719" fmla="*/ 2442069 h 5664927"/>
                <a:gd name="connsiteX3720" fmla="*/ 1759192 w 4006679"/>
                <a:gd name="connsiteY3720" fmla="*/ 2531595 h 5664927"/>
                <a:gd name="connsiteX3721" fmla="*/ 1796495 w 4006679"/>
                <a:gd name="connsiteY3721" fmla="*/ 2507722 h 5664927"/>
                <a:gd name="connsiteX3722" fmla="*/ 1771129 w 4006679"/>
                <a:gd name="connsiteY3722" fmla="*/ 2442069 h 5664927"/>
                <a:gd name="connsiteX3723" fmla="*/ 1272766 w 4006679"/>
                <a:gd name="connsiteY3723" fmla="*/ 2400290 h 5664927"/>
                <a:gd name="connsiteX3724" fmla="*/ 1225019 w 4006679"/>
                <a:gd name="connsiteY3724" fmla="*/ 2404766 h 5664927"/>
                <a:gd name="connsiteX3725" fmla="*/ 1211590 w 4006679"/>
                <a:gd name="connsiteY3725" fmla="*/ 2421179 h 5664927"/>
                <a:gd name="connsiteX3726" fmla="*/ 1251877 w 4006679"/>
                <a:gd name="connsiteY3726" fmla="*/ 2427148 h 5664927"/>
                <a:gd name="connsiteX3727" fmla="*/ 1272766 w 4006679"/>
                <a:gd name="connsiteY3727" fmla="*/ 2400290 h 5664927"/>
                <a:gd name="connsiteX3728" fmla="*/ 1743525 w 4006679"/>
                <a:gd name="connsiteY3728" fmla="*/ 2432743 h 5664927"/>
                <a:gd name="connsiteX3729" fmla="*/ 1724874 w 4006679"/>
                <a:gd name="connsiteY3729" fmla="*/ 2436100 h 5664927"/>
                <a:gd name="connsiteX3730" fmla="*/ 1724874 w 4006679"/>
                <a:gd name="connsiteY3730" fmla="*/ 2462958 h 5664927"/>
                <a:gd name="connsiteX3731" fmla="*/ 1695032 w 4006679"/>
                <a:gd name="connsiteY3731" fmla="*/ 2600232 h 5664927"/>
                <a:gd name="connsiteX3732" fmla="*/ 1647285 w 4006679"/>
                <a:gd name="connsiteY3732" fmla="*/ 2676330 h 5664927"/>
                <a:gd name="connsiteX3733" fmla="*/ 1544329 w 4006679"/>
                <a:gd name="connsiteY3733" fmla="*/ 2712140 h 5664927"/>
                <a:gd name="connsiteX3734" fmla="*/ 1529408 w 4006679"/>
                <a:gd name="connsiteY3734" fmla="*/ 2716616 h 5664927"/>
                <a:gd name="connsiteX3735" fmla="*/ 1542837 w 4006679"/>
                <a:gd name="connsiteY3735" fmla="*/ 2731537 h 5664927"/>
                <a:gd name="connsiteX3736" fmla="*/ 1577156 w 4006679"/>
                <a:gd name="connsiteY3736" fmla="*/ 2743474 h 5664927"/>
                <a:gd name="connsiteX3737" fmla="*/ 1593569 w 4006679"/>
                <a:gd name="connsiteY3737" fmla="*/ 2737506 h 5664927"/>
                <a:gd name="connsiteX3738" fmla="*/ 1668174 w 4006679"/>
                <a:gd name="connsiteY3738" fmla="*/ 2688266 h 5664927"/>
                <a:gd name="connsiteX3739" fmla="*/ 1705477 w 4006679"/>
                <a:gd name="connsiteY3739" fmla="*/ 2636043 h 5664927"/>
                <a:gd name="connsiteX3740" fmla="*/ 1736811 w 4006679"/>
                <a:gd name="connsiteY3740" fmla="*/ 2545024 h 5664927"/>
                <a:gd name="connsiteX3741" fmla="*/ 1748748 w 4006679"/>
                <a:gd name="connsiteY3741" fmla="*/ 2449530 h 5664927"/>
                <a:gd name="connsiteX3742" fmla="*/ 1743525 w 4006679"/>
                <a:gd name="connsiteY3742" fmla="*/ 2432743 h 5664927"/>
                <a:gd name="connsiteX3743" fmla="*/ 1945706 w 4006679"/>
                <a:gd name="connsiteY3743" fmla="*/ 2445053 h 5664927"/>
                <a:gd name="connsiteX3744" fmla="*/ 1914372 w 4006679"/>
                <a:gd name="connsiteY3744" fmla="*/ 2465943 h 5664927"/>
                <a:gd name="connsiteX3745" fmla="*/ 1939737 w 4006679"/>
                <a:gd name="connsiteY3745" fmla="*/ 2513690 h 5664927"/>
                <a:gd name="connsiteX3746" fmla="*/ 1966595 w 4006679"/>
                <a:gd name="connsiteY3746" fmla="*/ 2494293 h 5664927"/>
                <a:gd name="connsiteX3747" fmla="*/ 1966595 w 4006679"/>
                <a:gd name="connsiteY3747" fmla="*/ 2465943 h 5664927"/>
                <a:gd name="connsiteX3748" fmla="*/ 1945706 w 4006679"/>
                <a:gd name="connsiteY3748" fmla="*/ 2445053 h 5664927"/>
                <a:gd name="connsiteX3749" fmla="*/ 1706969 w 4006679"/>
                <a:gd name="connsiteY3749" fmla="*/ 2421179 h 5664927"/>
                <a:gd name="connsiteX3750" fmla="*/ 1663698 w 4006679"/>
                <a:gd name="connsiteY3750" fmla="*/ 2427148 h 5664927"/>
                <a:gd name="connsiteX3751" fmla="*/ 1648777 w 4006679"/>
                <a:gd name="connsiteY3751" fmla="*/ 2449530 h 5664927"/>
                <a:gd name="connsiteX3752" fmla="*/ 1668174 w 4006679"/>
                <a:gd name="connsiteY3752" fmla="*/ 2473403 h 5664927"/>
                <a:gd name="connsiteX3753" fmla="*/ 1706969 w 4006679"/>
                <a:gd name="connsiteY3753" fmla="*/ 2476387 h 5664927"/>
                <a:gd name="connsiteX3754" fmla="*/ 1706969 w 4006679"/>
                <a:gd name="connsiteY3754" fmla="*/ 2421179 h 5664927"/>
                <a:gd name="connsiteX3755" fmla="*/ 2478387 w 4006679"/>
                <a:gd name="connsiteY3755" fmla="*/ 2479372 h 5664927"/>
                <a:gd name="connsiteX3756" fmla="*/ 2502261 w 4006679"/>
                <a:gd name="connsiteY3756" fmla="*/ 2507722 h 5664927"/>
                <a:gd name="connsiteX3757" fmla="*/ 2570898 w 4006679"/>
                <a:gd name="connsiteY3757" fmla="*/ 2521151 h 5664927"/>
                <a:gd name="connsiteX3758" fmla="*/ 2661916 w 4006679"/>
                <a:gd name="connsiteY3758" fmla="*/ 2534579 h 5664927"/>
                <a:gd name="connsiteX3759" fmla="*/ 2681314 w 4006679"/>
                <a:gd name="connsiteY3759" fmla="*/ 2536072 h 5664927"/>
                <a:gd name="connsiteX3760" fmla="*/ 2641027 w 4006679"/>
                <a:gd name="connsiteY3760" fmla="*/ 2498769 h 5664927"/>
                <a:gd name="connsiteX3761" fmla="*/ 2624614 w 4006679"/>
                <a:gd name="connsiteY3761" fmla="*/ 2492800 h 5664927"/>
                <a:gd name="connsiteX3762" fmla="*/ 2478387 w 4006679"/>
                <a:gd name="connsiteY3762" fmla="*/ 2479372 h 5664927"/>
                <a:gd name="connsiteX3763" fmla="*/ 1448834 w 4006679"/>
                <a:gd name="connsiteY3763" fmla="*/ 2388353 h 5664927"/>
                <a:gd name="connsiteX3764" fmla="*/ 1418992 w 4006679"/>
                <a:gd name="connsiteY3764" fmla="*/ 2388353 h 5664927"/>
                <a:gd name="connsiteX3765" fmla="*/ 1404071 w 4006679"/>
                <a:gd name="connsiteY3765" fmla="*/ 2398798 h 5664927"/>
                <a:gd name="connsiteX3766" fmla="*/ 1411532 w 4006679"/>
                <a:gd name="connsiteY3766" fmla="*/ 2422672 h 5664927"/>
                <a:gd name="connsiteX3767" fmla="*/ 1430929 w 4006679"/>
                <a:gd name="connsiteY3767" fmla="*/ 2424164 h 5664927"/>
                <a:gd name="connsiteX3768" fmla="*/ 1448834 w 4006679"/>
                <a:gd name="connsiteY3768" fmla="*/ 2388353 h 5664927"/>
                <a:gd name="connsiteX3769" fmla="*/ 2127743 w 4006679"/>
                <a:gd name="connsiteY3769" fmla="*/ 2440577 h 5664927"/>
                <a:gd name="connsiteX3770" fmla="*/ 2084472 w 4006679"/>
                <a:gd name="connsiteY3770" fmla="*/ 2486832 h 5664927"/>
                <a:gd name="connsiteX3771" fmla="*/ 2120282 w 4006679"/>
                <a:gd name="connsiteY3771" fmla="*/ 2507722 h 5664927"/>
                <a:gd name="connsiteX3772" fmla="*/ 2148632 w 4006679"/>
                <a:gd name="connsiteY3772" fmla="*/ 2479372 h 5664927"/>
                <a:gd name="connsiteX3773" fmla="*/ 2127743 w 4006679"/>
                <a:gd name="connsiteY3773" fmla="*/ 2440577 h 5664927"/>
                <a:gd name="connsiteX3774" fmla="*/ 1266798 w 4006679"/>
                <a:gd name="connsiteY3774" fmla="*/ 2362987 h 5664927"/>
                <a:gd name="connsiteX3775" fmla="*/ 1222034 w 4006679"/>
                <a:gd name="connsiteY3775" fmla="*/ 2380893 h 5664927"/>
                <a:gd name="connsiteX3776" fmla="*/ 1223527 w 4006679"/>
                <a:gd name="connsiteY3776" fmla="*/ 2388353 h 5664927"/>
                <a:gd name="connsiteX3777" fmla="*/ 1271274 w 4006679"/>
                <a:gd name="connsiteY3777" fmla="*/ 2383877 h 5664927"/>
                <a:gd name="connsiteX3778" fmla="*/ 1280227 w 4006679"/>
                <a:gd name="connsiteY3778" fmla="*/ 2370448 h 5664927"/>
                <a:gd name="connsiteX3779" fmla="*/ 1266798 w 4006679"/>
                <a:gd name="connsiteY3779" fmla="*/ 2362987 h 5664927"/>
                <a:gd name="connsiteX3780" fmla="*/ 1202637 w 4006679"/>
                <a:gd name="connsiteY3780" fmla="*/ 2357019 h 5664927"/>
                <a:gd name="connsiteX3781" fmla="*/ 1184732 w 4006679"/>
                <a:gd name="connsiteY3781" fmla="*/ 2361495 h 5664927"/>
                <a:gd name="connsiteX3782" fmla="*/ 1171303 w 4006679"/>
                <a:gd name="connsiteY3782" fmla="*/ 2380893 h 5664927"/>
                <a:gd name="connsiteX3783" fmla="*/ 1092221 w 4006679"/>
                <a:gd name="connsiteY3783" fmla="*/ 2519658 h 5664927"/>
                <a:gd name="connsiteX3784" fmla="*/ 1069840 w 4006679"/>
                <a:gd name="connsiteY3784" fmla="*/ 2530103 h 5664927"/>
                <a:gd name="connsiteX3785" fmla="*/ 1084761 w 4006679"/>
                <a:gd name="connsiteY3785" fmla="*/ 2568898 h 5664927"/>
                <a:gd name="connsiteX3786" fmla="*/ 1163842 w 4006679"/>
                <a:gd name="connsiteY3786" fmla="*/ 2515182 h 5664927"/>
                <a:gd name="connsiteX3787" fmla="*/ 1186224 w 4006679"/>
                <a:gd name="connsiteY3787" fmla="*/ 2474895 h 5664927"/>
                <a:gd name="connsiteX3788" fmla="*/ 1204129 w 4006679"/>
                <a:gd name="connsiteY3788" fmla="*/ 2374924 h 5664927"/>
                <a:gd name="connsiteX3789" fmla="*/ 1202637 w 4006679"/>
                <a:gd name="connsiteY3789" fmla="*/ 2357019 h 5664927"/>
                <a:gd name="connsiteX3790" fmla="*/ 1975548 w 4006679"/>
                <a:gd name="connsiteY3790" fmla="*/ 2418195 h 5664927"/>
                <a:gd name="connsiteX3791" fmla="*/ 1954658 w 4006679"/>
                <a:gd name="connsiteY3791" fmla="*/ 2436100 h 5664927"/>
                <a:gd name="connsiteX3792" fmla="*/ 1990469 w 4006679"/>
                <a:gd name="connsiteY3792" fmla="*/ 2473403 h 5664927"/>
                <a:gd name="connsiteX3793" fmla="*/ 2009866 w 4006679"/>
                <a:gd name="connsiteY3793" fmla="*/ 2448037 h 5664927"/>
                <a:gd name="connsiteX3794" fmla="*/ 1975548 w 4006679"/>
                <a:gd name="connsiteY3794" fmla="*/ 2418195 h 5664927"/>
                <a:gd name="connsiteX3795" fmla="*/ 2327685 w 4006679"/>
                <a:gd name="connsiteY3795" fmla="*/ 2442069 h 5664927"/>
                <a:gd name="connsiteX3796" fmla="*/ 2287398 w 4006679"/>
                <a:gd name="connsiteY3796" fmla="*/ 2470419 h 5664927"/>
                <a:gd name="connsiteX3797" fmla="*/ 2285906 w 4006679"/>
                <a:gd name="connsiteY3797" fmla="*/ 2503245 h 5664927"/>
                <a:gd name="connsiteX3798" fmla="*/ 2321716 w 4006679"/>
                <a:gd name="connsiteY3798" fmla="*/ 2488324 h 5664927"/>
                <a:gd name="connsiteX3799" fmla="*/ 2335145 w 4006679"/>
                <a:gd name="connsiteY3799" fmla="*/ 2451021 h 5664927"/>
                <a:gd name="connsiteX3800" fmla="*/ 2327685 w 4006679"/>
                <a:gd name="connsiteY3800" fmla="*/ 2442069 h 5664927"/>
                <a:gd name="connsiteX3801" fmla="*/ 1498074 w 4006679"/>
                <a:gd name="connsiteY3801" fmla="*/ 2373432 h 5664927"/>
                <a:gd name="connsiteX3802" fmla="*/ 1462264 w 4006679"/>
                <a:gd name="connsiteY3802" fmla="*/ 2383877 h 5664927"/>
                <a:gd name="connsiteX3803" fmla="*/ 1489122 w 4006679"/>
                <a:gd name="connsiteY3803" fmla="*/ 2416703 h 5664927"/>
                <a:gd name="connsiteX3804" fmla="*/ 1498074 w 4006679"/>
                <a:gd name="connsiteY3804" fmla="*/ 2373432 h 5664927"/>
                <a:gd name="connsiteX3805" fmla="*/ 1590585 w 4006679"/>
                <a:gd name="connsiteY3805" fmla="*/ 2377908 h 5664927"/>
                <a:gd name="connsiteX3806" fmla="*/ 1571187 w 4006679"/>
                <a:gd name="connsiteY3806" fmla="*/ 2410735 h 5664927"/>
                <a:gd name="connsiteX3807" fmla="*/ 1578648 w 4006679"/>
                <a:gd name="connsiteY3807" fmla="*/ 2424164 h 5664927"/>
                <a:gd name="connsiteX3808" fmla="*/ 1565219 w 4006679"/>
                <a:gd name="connsiteY3808" fmla="*/ 2548008 h 5664927"/>
                <a:gd name="connsiteX3809" fmla="*/ 1517471 w 4006679"/>
                <a:gd name="connsiteY3809" fmla="*/ 2573374 h 5664927"/>
                <a:gd name="connsiteX3810" fmla="*/ 1499566 w 4006679"/>
                <a:gd name="connsiteY3810" fmla="*/ 2600232 h 5664927"/>
                <a:gd name="connsiteX3811" fmla="*/ 1526424 w 4006679"/>
                <a:gd name="connsiteY3811" fmla="*/ 2618137 h 5664927"/>
                <a:gd name="connsiteX3812" fmla="*/ 1598045 w 4006679"/>
                <a:gd name="connsiteY3812" fmla="*/ 2577850 h 5664927"/>
                <a:gd name="connsiteX3813" fmla="*/ 1635348 w 4006679"/>
                <a:gd name="connsiteY3813" fmla="*/ 2464451 h 5664927"/>
                <a:gd name="connsiteX3814" fmla="*/ 1626395 w 4006679"/>
                <a:gd name="connsiteY3814" fmla="*/ 2395814 h 5664927"/>
                <a:gd name="connsiteX3815" fmla="*/ 1611474 w 4006679"/>
                <a:gd name="connsiteY3815" fmla="*/ 2380893 h 5664927"/>
                <a:gd name="connsiteX3816" fmla="*/ 1590585 w 4006679"/>
                <a:gd name="connsiteY3816" fmla="*/ 2377908 h 5664927"/>
                <a:gd name="connsiteX3817" fmla="*/ 2218761 w 4006679"/>
                <a:gd name="connsiteY3817" fmla="*/ 2425656 h 5664927"/>
                <a:gd name="connsiteX3818" fmla="*/ 2178474 w 4006679"/>
                <a:gd name="connsiteY3818" fmla="*/ 2462958 h 5664927"/>
                <a:gd name="connsiteX3819" fmla="*/ 2182951 w 4006679"/>
                <a:gd name="connsiteY3819" fmla="*/ 2471911 h 5664927"/>
                <a:gd name="connsiteX3820" fmla="*/ 2220253 w 4006679"/>
                <a:gd name="connsiteY3820" fmla="*/ 2586803 h 5664927"/>
                <a:gd name="connsiteX3821" fmla="*/ 2203840 w 4006679"/>
                <a:gd name="connsiteY3821" fmla="*/ 2649472 h 5664927"/>
                <a:gd name="connsiteX3822" fmla="*/ 2166537 w 4006679"/>
                <a:gd name="connsiteY3822" fmla="*/ 2716616 h 5664927"/>
                <a:gd name="connsiteX3823" fmla="*/ 2096408 w 4006679"/>
                <a:gd name="connsiteY3823" fmla="*/ 2755411 h 5664927"/>
                <a:gd name="connsiteX3824" fmla="*/ 2078503 w 4006679"/>
                <a:gd name="connsiteY3824" fmla="*/ 2758395 h 5664927"/>
                <a:gd name="connsiteX3825" fmla="*/ 2082979 w 4006679"/>
                <a:gd name="connsiteY3825" fmla="*/ 2782269 h 5664927"/>
                <a:gd name="connsiteX3826" fmla="*/ 2121774 w 4006679"/>
                <a:gd name="connsiteY3826" fmla="*/ 2777793 h 5664927"/>
                <a:gd name="connsiteX3827" fmla="*/ 2269493 w 4006679"/>
                <a:gd name="connsiteY3827" fmla="*/ 2630074 h 5664927"/>
                <a:gd name="connsiteX3828" fmla="*/ 2232190 w 4006679"/>
                <a:gd name="connsiteY3828" fmla="*/ 2437593 h 5664927"/>
                <a:gd name="connsiteX3829" fmla="*/ 2218761 w 4006679"/>
                <a:gd name="connsiteY3829" fmla="*/ 2425656 h 5664927"/>
                <a:gd name="connsiteX3830" fmla="*/ 1562234 w 4006679"/>
                <a:gd name="connsiteY3830" fmla="*/ 2357765 h 5664927"/>
                <a:gd name="connsiteX3831" fmla="*/ 1535377 w 4006679"/>
                <a:gd name="connsiteY3831" fmla="*/ 2364480 h 5664927"/>
                <a:gd name="connsiteX3832" fmla="*/ 1521948 w 4006679"/>
                <a:gd name="connsiteY3832" fmla="*/ 2377908 h 5664927"/>
                <a:gd name="connsiteX3833" fmla="*/ 1548806 w 4006679"/>
                <a:gd name="connsiteY3833" fmla="*/ 2404766 h 5664927"/>
                <a:gd name="connsiteX3834" fmla="*/ 1571187 w 4006679"/>
                <a:gd name="connsiteY3834" fmla="*/ 2380893 h 5664927"/>
                <a:gd name="connsiteX3835" fmla="*/ 1572679 w 4006679"/>
                <a:gd name="connsiteY3835" fmla="*/ 2373432 h 5664927"/>
                <a:gd name="connsiteX3836" fmla="*/ 1571187 w 4006679"/>
                <a:gd name="connsiteY3836" fmla="*/ 2364480 h 5664927"/>
                <a:gd name="connsiteX3837" fmla="*/ 1562234 w 4006679"/>
                <a:gd name="connsiteY3837" fmla="*/ 2357765 h 5664927"/>
                <a:gd name="connsiteX3838" fmla="*/ 1283211 w 4006679"/>
                <a:gd name="connsiteY3838" fmla="*/ 2331653 h 5664927"/>
                <a:gd name="connsiteX3839" fmla="*/ 1226511 w 4006679"/>
                <a:gd name="connsiteY3839" fmla="*/ 2362987 h 5664927"/>
                <a:gd name="connsiteX3840" fmla="*/ 1277242 w 4006679"/>
                <a:gd name="connsiteY3840" fmla="*/ 2348066 h 5664927"/>
                <a:gd name="connsiteX3841" fmla="*/ 1283211 w 4006679"/>
                <a:gd name="connsiteY3841" fmla="*/ 2331653 h 5664927"/>
                <a:gd name="connsiteX3842" fmla="*/ 1735132 w 4006679"/>
                <a:gd name="connsiteY3842" fmla="*/ 2363174 h 5664927"/>
                <a:gd name="connsiteX3843" fmla="*/ 1717413 w 4006679"/>
                <a:gd name="connsiteY3843" fmla="*/ 2364480 h 5664927"/>
                <a:gd name="connsiteX3844" fmla="*/ 1724874 w 4006679"/>
                <a:gd name="connsiteY3844" fmla="*/ 2401782 h 5664927"/>
                <a:gd name="connsiteX3845" fmla="*/ 1736811 w 4006679"/>
                <a:gd name="connsiteY3845" fmla="*/ 2412227 h 5664927"/>
                <a:gd name="connsiteX3846" fmla="*/ 1747256 w 4006679"/>
                <a:gd name="connsiteY3846" fmla="*/ 2407751 h 5664927"/>
                <a:gd name="connsiteX3847" fmla="*/ 1747256 w 4006679"/>
                <a:gd name="connsiteY3847" fmla="*/ 2371940 h 5664927"/>
                <a:gd name="connsiteX3848" fmla="*/ 1735132 w 4006679"/>
                <a:gd name="connsiteY3848" fmla="*/ 2363174 h 5664927"/>
                <a:gd name="connsiteX3849" fmla="*/ 2557469 w 4006679"/>
                <a:gd name="connsiteY3849" fmla="*/ 2428640 h 5664927"/>
                <a:gd name="connsiteX3850" fmla="*/ 2488832 w 4006679"/>
                <a:gd name="connsiteY3850" fmla="*/ 2428640 h 5664927"/>
                <a:gd name="connsiteX3851" fmla="*/ 2488832 w 4006679"/>
                <a:gd name="connsiteY3851" fmla="*/ 2465943 h 5664927"/>
                <a:gd name="connsiteX3852" fmla="*/ 2620137 w 4006679"/>
                <a:gd name="connsiteY3852" fmla="*/ 2474895 h 5664927"/>
                <a:gd name="connsiteX3853" fmla="*/ 2588803 w 4006679"/>
                <a:gd name="connsiteY3853" fmla="*/ 2443561 h 5664927"/>
                <a:gd name="connsiteX3854" fmla="*/ 2557469 w 4006679"/>
                <a:gd name="connsiteY3854" fmla="*/ 2428640 h 5664927"/>
                <a:gd name="connsiteX3855" fmla="*/ 3857093 w 4006679"/>
                <a:gd name="connsiteY3855" fmla="*/ 2534579 h 5664927"/>
                <a:gd name="connsiteX3856" fmla="*/ 3836203 w 4006679"/>
                <a:gd name="connsiteY3856" fmla="*/ 2553977 h 5664927"/>
                <a:gd name="connsiteX3857" fmla="*/ 3970493 w 4006679"/>
                <a:gd name="connsiteY3857" fmla="*/ 2594264 h 5664927"/>
                <a:gd name="connsiteX3858" fmla="*/ 3934682 w 4006679"/>
                <a:gd name="connsiteY3858" fmla="*/ 2553977 h 5664927"/>
                <a:gd name="connsiteX3859" fmla="*/ 3886935 w 4006679"/>
                <a:gd name="connsiteY3859" fmla="*/ 2539056 h 5664927"/>
                <a:gd name="connsiteX3860" fmla="*/ 3857093 w 4006679"/>
                <a:gd name="connsiteY3860" fmla="*/ 2534579 h 5664927"/>
                <a:gd name="connsiteX3861" fmla="*/ 1760685 w 4006679"/>
                <a:gd name="connsiteY3861" fmla="*/ 2354035 h 5664927"/>
                <a:gd name="connsiteX3862" fmla="*/ 1772622 w 4006679"/>
                <a:gd name="connsiteY3862" fmla="*/ 2389845 h 5664927"/>
                <a:gd name="connsiteX3863" fmla="*/ 1762177 w 4006679"/>
                <a:gd name="connsiteY3863" fmla="*/ 2431624 h 5664927"/>
                <a:gd name="connsiteX3864" fmla="*/ 1803956 w 4006679"/>
                <a:gd name="connsiteY3864" fmla="*/ 2385369 h 5664927"/>
                <a:gd name="connsiteX3865" fmla="*/ 1760685 w 4006679"/>
                <a:gd name="connsiteY3865" fmla="*/ 2354035 h 5664927"/>
                <a:gd name="connsiteX3866" fmla="*/ 2011358 w 4006679"/>
                <a:gd name="connsiteY3866" fmla="*/ 2370448 h 5664927"/>
                <a:gd name="connsiteX3867" fmla="*/ 1987485 w 4006679"/>
                <a:gd name="connsiteY3867" fmla="*/ 2403274 h 5664927"/>
                <a:gd name="connsiteX3868" fmla="*/ 2023295 w 4006679"/>
                <a:gd name="connsiteY3868" fmla="*/ 2436100 h 5664927"/>
                <a:gd name="connsiteX3869" fmla="*/ 2056122 w 4006679"/>
                <a:gd name="connsiteY3869" fmla="*/ 2406258 h 5664927"/>
                <a:gd name="connsiteX3870" fmla="*/ 2011358 w 4006679"/>
                <a:gd name="connsiteY3870" fmla="*/ 2370448 h 5664927"/>
                <a:gd name="connsiteX3871" fmla="*/ 2303811 w 4006679"/>
                <a:gd name="connsiteY3871" fmla="*/ 2392829 h 5664927"/>
                <a:gd name="connsiteX3872" fmla="*/ 2262032 w 4006679"/>
                <a:gd name="connsiteY3872" fmla="*/ 2459974 h 5664927"/>
                <a:gd name="connsiteX3873" fmla="*/ 2269493 w 4006679"/>
                <a:gd name="connsiteY3873" fmla="*/ 2465943 h 5664927"/>
                <a:gd name="connsiteX3874" fmla="*/ 2303811 w 4006679"/>
                <a:gd name="connsiteY3874" fmla="*/ 2443561 h 5664927"/>
                <a:gd name="connsiteX3875" fmla="*/ 2311272 w 4006679"/>
                <a:gd name="connsiteY3875" fmla="*/ 2395814 h 5664927"/>
                <a:gd name="connsiteX3876" fmla="*/ 2303811 w 4006679"/>
                <a:gd name="connsiteY3876" fmla="*/ 2392829 h 5664927"/>
                <a:gd name="connsiteX3877" fmla="*/ 1323498 w 4006679"/>
                <a:gd name="connsiteY3877" fmla="*/ 2312256 h 5664927"/>
                <a:gd name="connsiteX3878" fmla="*/ 1296640 w 4006679"/>
                <a:gd name="connsiteY3878" fmla="*/ 2342098 h 5664927"/>
                <a:gd name="connsiteX3879" fmla="*/ 1262321 w 4006679"/>
                <a:gd name="connsiteY3879" fmla="*/ 2492800 h 5664927"/>
                <a:gd name="connsiteX3880" fmla="*/ 1135492 w 4006679"/>
                <a:gd name="connsiteY3880" fmla="*/ 2622614 h 5664927"/>
                <a:gd name="connsiteX3881" fmla="*/ 1110127 w 4006679"/>
                <a:gd name="connsiteY3881" fmla="*/ 2637535 h 5664927"/>
                <a:gd name="connsiteX3882" fmla="*/ 1134000 w 4006679"/>
                <a:gd name="connsiteY3882" fmla="*/ 2653948 h 5664927"/>
                <a:gd name="connsiteX3883" fmla="*/ 1169811 w 4006679"/>
                <a:gd name="connsiteY3883" fmla="*/ 2633059 h 5664927"/>
                <a:gd name="connsiteX3884" fmla="*/ 1283211 w 4006679"/>
                <a:gd name="connsiteY3884" fmla="*/ 2501753 h 5664927"/>
                <a:gd name="connsiteX3885" fmla="*/ 1323498 w 4006679"/>
                <a:gd name="connsiteY3885" fmla="*/ 2312256 h 5664927"/>
                <a:gd name="connsiteX3886" fmla="*/ 2169522 w 4006679"/>
                <a:gd name="connsiteY3886" fmla="*/ 2380893 h 5664927"/>
                <a:gd name="connsiteX3887" fmla="*/ 2139679 w 4006679"/>
                <a:gd name="connsiteY3887" fmla="*/ 2428640 h 5664927"/>
                <a:gd name="connsiteX3888" fmla="*/ 2187427 w 4006679"/>
                <a:gd name="connsiteY3888" fmla="*/ 2439085 h 5664927"/>
                <a:gd name="connsiteX3889" fmla="*/ 2197872 w 4006679"/>
                <a:gd name="connsiteY3889" fmla="*/ 2416703 h 5664927"/>
                <a:gd name="connsiteX3890" fmla="*/ 2169522 w 4006679"/>
                <a:gd name="connsiteY3890" fmla="*/ 2380893 h 5664927"/>
                <a:gd name="connsiteX3891" fmla="*/ 2449105 w 4006679"/>
                <a:gd name="connsiteY3891" fmla="*/ 2394322 h 5664927"/>
                <a:gd name="connsiteX3892" fmla="*/ 2412735 w 4006679"/>
                <a:gd name="connsiteY3892" fmla="*/ 2394322 h 5664927"/>
                <a:gd name="connsiteX3893" fmla="*/ 2448545 w 4006679"/>
                <a:gd name="connsiteY3893" fmla="*/ 2573374 h 5664927"/>
                <a:gd name="connsiteX3894" fmla="*/ 2475403 w 4006679"/>
                <a:gd name="connsiteY3894" fmla="*/ 2571882 h 5664927"/>
                <a:gd name="connsiteX3895" fmla="*/ 2493308 w 4006679"/>
                <a:gd name="connsiteY3895" fmla="*/ 2548008 h 5664927"/>
                <a:gd name="connsiteX3896" fmla="*/ 2464959 w 4006679"/>
                <a:gd name="connsiteY3896" fmla="*/ 2500261 h 5664927"/>
                <a:gd name="connsiteX3897" fmla="*/ 2444069 w 4006679"/>
                <a:gd name="connsiteY3897" fmla="*/ 2485340 h 5664927"/>
                <a:gd name="connsiteX3898" fmla="*/ 2470927 w 4006679"/>
                <a:gd name="connsiteY3898" fmla="*/ 2421179 h 5664927"/>
                <a:gd name="connsiteX3899" fmla="*/ 2449105 w 4006679"/>
                <a:gd name="connsiteY3899" fmla="*/ 2394322 h 5664927"/>
                <a:gd name="connsiteX3900" fmla="*/ 1656237 w 4006679"/>
                <a:gd name="connsiteY3900" fmla="*/ 2327177 h 5664927"/>
                <a:gd name="connsiteX3901" fmla="*/ 1650269 w 4006679"/>
                <a:gd name="connsiteY3901" fmla="*/ 2415211 h 5664927"/>
                <a:gd name="connsiteX3902" fmla="*/ 1706969 w 4006679"/>
                <a:gd name="connsiteY3902" fmla="*/ 2400290 h 5664927"/>
                <a:gd name="connsiteX3903" fmla="*/ 1702492 w 4006679"/>
                <a:gd name="connsiteY3903" fmla="*/ 2365972 h 5664927"/>
                <a:gd name="connsiteX3904" fmla="*/ 1645793 w 4006679"/>
                <a:gd name="connsiteY3904" fmla="*/ 2380893 h 5664927"/>
                <a:gd name="connsiteX3905" fmla="*/ 1666682 w 4006679"/>
                <a:gd name="connsiteY3905" fmla="*/ 2368956 h 5664927"/>
                <a:gd name="connsiteX3906" fmla="*/ 1687571 w 4006679"/>
                <a:gd name="connsiteY3906" fmla="*/ 2357019 h 5664927"/>
                <a:gd name="connsiteX3907" fmla="*/ 1680111 w 4006679"/>
                <a:gd name="connsiteY3907" fmla="*/ 2331653 h 5664927"/>
                <a:gd name="connsiteX3908" fmla="*/ 1656237 w 4006679"/>
                <a:gd name="connsiteY3908" fmla="*/ 2327177 h 5664927"/>
                <a:gd name="connsiteX3909" fmla="*/ 1448834 w 4006679"/>
                <a:gd name="connsiteY3909" fmla="*/ 2307779 h 5664927"/>
                <a:gd name="connsiteX3910" fmla="*/ 1430929 w 4006679"/>
                <a:gd name="connsiteY3910" fmla="*/ 2330161 h 5664927"/>
                <a:gd name="connsiteX3911" fmla="*/ 1460771 w 4006679"/>
                <a:gd name="connsiteY3911" fmla="*/ 2321208 h 5664927"/>
                <a:gd name="connsiteX3912" fmla="*/ 1448834 w 4006679"/>
                <a:gd name="connsiteY3912" fmla="*/ 2307779 h 5664927"/>
                <a:gd name="connsiteX3913" fmla="*/ 1486324 w 4006679"/>
                <a:gd name="connsiteY3913" fmla="*/ 2308339 h 5664927"/>
                <a:gd name="connsiteX3914" fmla="*/ 1475692 w 4006679"/>
                <a:gd name="connsiteY3914" fmla="*/ 2310764 h 5664927"/>
                <a:gd name="connsiteX3915" fmla="*/ 1477185 w 4006679"/>
                <a:gd name="connsiteY3915" fmla="*/ 2331653 h 5664927"/>
                <a:gd name="connsiteX3916" fmla="*/ 1496582 w 4006679"/>
                <a:gd name="connsiteY3916" fmla="*/ 2328669 h 5664927"/>
                <a:gd name="connsiteX3917" fmla="*/ 1504043 w 4006679"/>
                <a:gd name="connsiteY3917" fmla="*/ 2316732 h 5664927"/>
                <a:gd name="connsiteX3918" fmla="*/ 1493598 w 4006679"/>
                <a:gd name="connsiteY3918" fmla="*/ 2309271 h 5664927"/>
                <a:gd name="connsiteX3919" fmla="*/ 1486324 w 4006679"/>
                <a:gd name="connsiteY3919" fmla="*/ 2308339 h 5664927"/>
                <a:gd name="connsiteX3920" fmla="*/ 1624903 w 4006679"/>
                <a:gd name="connsiteY3920" fmla="*/ 2316732 h 5664927"/>
                <a:gd name="connsiteX3921" fmla="*/ 1584616 w 4006679"/>
                <a:gd name="connsiteY3921" fmla="*/ 2346574 h 5664927"/>
                <a:gd name="connsiteX3922" fmla="*/ 1624903 w 4006679"/>
                <a:gd name="connsiteY3922" fmla="*/ 2358511 h 5664927"/>
                <a:gd name="connsiteX3923" fmla="*/ 1624903 w 4006679"/>
                <a:gd name="connsiteY3923" fmla="*/ 2316732 h 5664927"/>
                <a:gd name="connsiteX3924" fmla="*/ 2272477 w 4006679"/>
                <a:gd name="connsiteY3924" fmla="*/ 2361495 h 5664927"/>
                <a:gd name="connsiteX3925" fmla="*/ 2242635 w 4006679"/>
                <a:gd name="connsiteY3925" fmla="*/ 2406258 h 5664927"/>
                <a:gd name="connsiteX3926" fmla="*/ 2241143 w 4006679"/>
                <a:gd name="connsiteY3926" fmla="*/ 2379401 h 5664927"/>
                <a:gd name="connsiteX3927" fmla="*/ 2208316 w 4006679"/>
                <a:gd name="connsiteY3927" fmla="*/ 2389845 h 5664927"/>
                <a:gd name="connsiteX3928" fmla="*/ 2254572 w 4006679"/>
                <a:gd name="connsiteY3928" fmla="*/ 2430132 h 5664927"/>
                <a:gd name="connsiteX3929" fmla="*/ 2296351 w 4006679"/>
                <a:gd name="connsiteY3929" fmla="*/ 2379401 h 5664927"/>
                <a:gd name="connsiteX3930" fmla="*/ 2272477 w 4006679"/>
                <a:gd name="connsiteY3930" fmla="*/ 2361495 h 5664927"/>
                <a:gd name="connsiteX3931" fmla="*/ 1370779 w 4006679"/>
                <a:gd name="connsiteY3931" fmla="*/ 2284185 h 5664927"/>
                <a:gd name="connsiteX3932" fmla="*/ 1341403 w 4006679"/>
                <a:gd name="connsiteY3932" fmla="*/ 2315240 h 5664927"/>
                <a:gd name="connsiteX3933" fmla="*/ 1338419 w 4006679"/>
                <a:gd name="connsiteY3933" fmla="*/ 2428640 h 5664927"/>
                <a:gd name="connsiteX3934" fmla="*/ 1384674 w 4006679"/>
                <a:gd name="connsiteY3934" fmla="*/ 2415211 h 5664927"/>
                <a:gd name="connsiteX3935" fmla="*/ 1390642 w 4006679"/>
                <a:gd name="connsiteY3935" fmla="*/ 2382385 h 5664927"/>
                <a:gd name="connsiteX3936" fmla="*/ 1345879 w 4006679"/>
                <a:gd name="connsiteY3936" fmla="*/ 2354035 h 5664927"/>
                <a:gd name="connsiteX3937" fmla="*/ 1363785 w 4006679"/>
                <a:gd name="connsiteY3937" fmla="*/ 2346574 h 5664927"/>
                <a:gd name="connsiteX3938" fmla="*/ 1395119 w 4006679"/>
                <a:gd name="connsiteY3938" fmla="*/ 2306287 h 5664927"/>
                <a:gd name="connsiteX3939" fmla="*/ 1384674 w 4006679"/>
                <a:gd name="connsiteY3939" fmla="*/ 2288382 h 5664927"/>
                <a:gd name="connsiteX3940" fmla="*/ 1370779 w 4006679"/>
                <a:gd name="connsiteY3940" fmla="*/ 2284185 h 5664927"/>
                <a:gd name="connsiteX3941" fmla="*/ 1529408 w 4006679"/>
                <a:gd name="connsiteY3941" fmla="*/ 2294350 h 5664927"/>
                <a:gd name="connsiteX3942" fmla="*/ 1517471 w 4006679"/>
                <a:gd name="connsiteY3942" fmla="*/ 2306287 h 5664927"/>
                <a:gd name="connsiteX3943" fmla="*/ 1524932 w 4006679"/>
                <a:gd name="connsiteY3943" fmla="*/ 2319716 h 5664927"/>
                <a:gd name="connsiteX3944" fmla="*/ 1541345 w 4006679"/>
                <a:gd name="connsiteY3944" fmla="*/ 2307779 h 5664927"/>
                <a:gd name="connsiteX3945" fmla="*/ 1529408 w 4006679"/>
                <a:gd name="connsiteY3945" fmla="*/ 2294350 h 5664927"/>
                <a:gd name="connsiteX3946" fmla="*/ 2047169 w 4006679"/>
                <a:gd name="connsiteY3946" fmla="*/ 2336129 h 5664927"/>
                <a:gd name="connsiteX3947" fmla="*/ 2024787 w 4006679"/>
                <a:gd name="connsiteY3947" fmla="*/ 2358511 h 5664927"/>
                <a:gd name="connsiteX3948" fmla="*/ 2066566 w 4006679"/>
                <a:gd name="connsiteY3948" fmla="*/ 2391337 h 5664927"/>
                <a:gd name="connsiteX3949" fmla="*/ 2082979 w 4006679"/>
                <a:gd name="connsiteY3949" fmla="*/ 2354035 h 5664927"/>
                <a:gd name="connsiteX3950" fmla="*/ 2047169 w 4006679"/>
                <a:gd name="connsiteY3950" fmla="*/ 2336129 h 5664927"/>
                <a:gd name="connsiteX3951" fmla="*/ 3876490 w 4006679"/>
                <a:gd name="connsiteY3951" fmla="*/ 2471911 h 5664927"/>
                <a:gd name="connsiteX3952" fmla="*/ 3857093 w 4006679"/>
                <a:gd name="connsiteY3952" fmla="*/ 2518166 h 5664927"/>
                <a:gd name="connsiteX3953" fmla="*/ 3925730 w 4006679"/>
                <a:gd name="connsiteY3953" fmla="*/ 2539056 h 5664927"/>
                <a:gd name="connsiteX3954" fmla="*/ 3927222 w 4006679"/>
                <a:gd name="connsiteY3954" fmla="*/ 2534579 h 5664927"/>
                <a:gd name="connsiteX3955" fmla="*/ 3876490 w 4006679"/>
                <a:gd name="connsiteY3955" fmla="*/ 2471911 h 5664927"/>
                <a:gd name="connsiteX3956" fmla="*/ 1071332 w 4006679"/>
                <a:gd name="connsiteY3956" fmla="*/ 2234666 h 5664927"/>
                <a:gd name="connsiteX3957" fmla="*/ 1059395 w 4006679"/>
                <a:gd name="connsiteY3957" fmla="*/ 2286890 h 5664927"/>
                <a:gd name="connsiteX3958" fmla="*/ 1083269 w 4006679"/>
                <a:gd name="connsiteY3958" fmla="*/ 2298827 h 5664927"/>
                <a:gd name="connsiteX3959" fmla="*/ 1101174 w 4006679"/>
                <a:gd name="connsiteY3959" fmla="*/ 2294350 h 5664927"/>
                <a:gd name="connsiteX3960" fmla="*/ 1071332 w 4006679"/>
                <a:gd name="connsiteY3960" fmla="*/ 2234666 h 5664927"/>
                <a:gd name="connsiteX3961" fmla="*/ 1134000 w 4006679"/>
                <a:gd name="connsiteY3961" fmla="*/ 2239143 h 5664927"/>
                <a:gd name="connsiteX3962" fmla="*/ 1116095 w 4006679"/>
                <a:gd name="connsiteY3962" fmla="*/ 2277937 h 5664927"/>
                <a:gd name="connsiteX3963" fmla="*/ 1135492 w 4006679"/>
                <a:gd name="connsiteY3963" fmla="*/ 2288382 h 5664927"/>
                <a:gd name="connsiteX3964" fmla="*/ 1159366 w 4006679"/>
                <a:gd name="connsiteY3964" fmla="*/ 2257048 h 5664927"/>
                <a:gd name="connsiteX3965" fmla="*/ 1134000 w 4006679"/>
                <a:gd name="connsiteY3965" fmla="*/ 2239143 h 5664927"/>
                <a:gd name="connsiteX3966" fmla="*/ 1563727 w 4006679"/>
                <a:gd name="connsiteY3966" fmla="*/ 2267493 h 5664927"/>
                <a:gd name="connsiteX3967" fmla="*/ 1545821 w 4006679"/>
                <a:gd name="connsiteY3967" fmla="*/ 2283906 h 5664927"/>
                <a:gd name="connsiteX3968" fmla="*/ 1557758 w 4006679"/>
                <a:gd name="connsiteY3968" fmla="*/ 2301811 h 5664927"/>
                <a:gd name="connsiteX3969" fmla="*/ 1563727 w 4006679"/>
                <a:gd name="connsiteY3969" fmla="*/ 2267493 h 5664927"/>
                <a:gd name="connsiteX3970" fmla="*/ 2436609 w 4006679"/>
                <a:gd name="connsiteY3970" fmla="*/ 2334637 h 5664927"/>
                <a:gd name="connsiteX3971" fmla="*/ 2430640 w 4006679"/>
                <a:gd name="connsiteY3971" fmla="*/ 2373432 h 5664927"/>
                <a:gd name="connsiteX3972" fmla="*/ 2481372 w 4006679"/>
                <a:gd name="connsiteY3972" fmla="*/ 2410735 h 5664927"/>
                <a:gd name="connsiteX3973" fmla="*/ 2491816 w 4006679"/>
                <a:gd name="connsiteY3973" fmla="*/ 2416703 h 5664927"/>
                <a:gd name="connsiteX3974" fmla="*/ 2552993 w 4006679"/>
                <a:gd name="connsiteY3974" fmla="*/ 2418195 h 5664927"/>
                <a:gd name="connsiteX3975" fmla="*/ 2481372 w 4006679"/>
                <a:gd name="connsiteY3975" fmla="*/ 2383877 h 5664927"/>
                <a:gd name="connsiteX3976" fmla="*/ 2494801 w 4006679"/>
                <a:gd name="connsiteY3976" fmla="*/ 2362987 h 5664927"/>
                <a:gd name="connsiteX3977" fmla="*/ 2436609 w 4006679"/>
                <a:gd name="connsiteY3977" fmla="*/ 2334637 h 5664927"/>
                <a:gd name="connsiteX3978" fmla="*/ 1708461 w 4006679"/>
                <a:gd name="connsiteY3978" fmla="*/ 2270477 h 5664927"/>
                <a:gd name="connsiteX3979" fmla="*/ 1708461 w 4006679"/>
                <a:gd name="connsiteY3979" fmla="*/ 2298827 h 5664927"/>
                <a:gd name="connsiteX3980" fmla="*/ 1702492 w 4006679"/>
                <a:gd name="connsiteY3980" fmla="*/ 2322701 h 5664927"/>
                <a:gd name="connsiteX3981" fmla="*/ 1703985 w 4006679"/>
                <a:gd name="connsiteY3981" fmla="*/ 2331653 h 5664927"/>
                <a:gd name="connsiteX3982" fmla="*/ 1717413 w 4006679"/>
                <a:gd name="connsiteY3982" fmla="*/ 2348066 h 5664927"/>
                <a:gd name="connsiteX3983" fmla="*/ 1730843 w 4006679"/>
                <a:gd name="connsiteY3983" fmla="*/ 2334637 h 5664927"/>
                <a:gd name="connsiteX3984" fmla="*/ 1708461 w 4006679"/>
                <a:gd name="connsiteY3984" fmla="*/ 2270477 h 5664927"/>
                <a:gd name="connsiteX3985" fmla="*/ 1674143 w 4006679"/>
                <a:gd name="connsiteY3985" fmla="*/ 2260032 h 5664927"/>
                <a:gd name="connsiteX3986" fmla="*/ 1639824 w 4006679"/>
                <a:gd name="connsiteY3986" fmla="*/ 2298827 h 5664927"/>
                <a:gd name="connsiteX3987" fmla="*/ 1653253 w 4006679"/>
                <a:gd name="connsiteY3987" fmla="*/ 2310764 h 5664927"/>
                <a:gd name="connsiteX3988" fmla="*/ 1663698 w 4006679"/>
                <a:gd name="connsiteY3988" fmla="*/ 2316732 h 5664927"/>
                <a:gd name="connsiteX3989" fmla="*/ 1695032 w 4006679"/>
                <a:gd name="connsiteY3989" fmla="*/ 2295843 h 5664927"/>
                <a:gd name="connsiteX3990" fmla="*/ 1674143 w 4006679"/>
                <a:gd name="connsiteY3990" fmla="*/ 2260032 h 5664927"/>
                <a:gd name="connsiteX3991" fmla="*/ 1212709 w 4006679"/>
                <a:gd name="connsiteY3991" fmla="*/ 2221237 h 5664927"/>
                <a:gd name="connsiteX3992" fmla="*/ 1189208 w 4006679"/>
                <a:gd name="connsiteY3992" fmla="*/ 2219745 h 5664927"/>
                <a:gd name="connsiteX3993" fmla="*/ 1175779 w 4006679"/>
                <a:gd name="connsiteY3993" fmla="*/ 2246603 h 5664927"/>
                <a:gd name="connsiteX3994" fmla="*/ 1211590 w 4006679"/>
                <a:gd name="connsiteY3994" fmla="*/ 2268985 h 5664927"/>
                <a:gd name="connsiteX3995" fmla="*/ 1229495 w 4006679"/>
                <a:gd name="connsiteY3995" fmla="*/ 2236158 h 5664927"/>
                <a:gd name="connsiteX3996" fmla="*/ 1212709 w 4006679"/>
                <a:gd name="connsiteY3996" fmla="*/ 2221237 h 5664927"/>
                <a:gd name="connsiteX3997" fmla="*/ 2060598 w 4006679"/>
                <a:gd name="connsiteY3997" fmla="*/ 2286890 h 5664927"/>
                <a:gd name="connsiteX3998" fmla="*/ 2051645 w 4006679"/>
                <a:gd name="connsiteY3998" fmla="*/ 2310764 h 5664927"/>
                <a:gd name="connsiteX3999" fmla="*/ 2056122 w 4006679"/>
                <a:gd name="connsiteY3999" fmla="*/ 2324193 h 5664927"/>
                <a:gd name="connsiteX4000" fmla="*/ 2094916 w 4006679"/>
                <a:gd name="connsiteY4000" fmla="*/ 2346574 h 5664927"/>
                <a:gd name="connsiteX4001" fmla="*/ 2115806 w 4006679"/>
                <a:gd name="connsiteY4001" fmla="*/ 2307779 h 5664927"/>
                <a:gd name="connsiteX4002" fmla="*/ 2060598 w 4006679"/>
                <a:gd name="connsiteY4002" fmla="*/ 2286890 h 5664927"/>
                <a:gd name="connsiteX4003" fmla="*/ 2202348 w 4006679"/>
                <a:gd name="connsiteY4003" fmla="*/ 2297335 h 5664927"/>
                <a:gd name="connsiteX4004" fmla="*/ 2176982 w 4006679"/>
                <a:gd name="connsiteY4004" fmla="*/ 2361495 h 5664927"/>
                <a:gd name="connsiteX4005" fmla="*/ 2229206 w 4006679"/>
                <a:gd name="connsiteY4005" fmla="*/ 2371940 h 5664927"/>
                <a:gd name="connsiteX4006" fmla="*/ 2242635 w 4006679"/>
                <a:gd name="connsiteY4006" fmla="*/ 2324193 h 5664927"/>
                <a:gd name="connsiteX4007" fmla="*/ 2202348 w 4006679"/>
                <a:gd name="connsiteY4007" fmla="*/ 2297335 h 5664927"/>
                <a:gd name="connsiteX4008" fmla="*/ 1032537 w 4006679"/>
                <a:gd name="connsiteY4008" fmla="*/ 2198856 h 5664927"/>
                <a:gd name="connsiteX4009" fmla="*/ 1035521 w 4006679"/>
                <a:gd name="connsiteY4009" fmla="*/ 2252572 h 5664927"/>
                <a:gd name="connsiteX4010" fmla="*/ 1056411 w 4006679"/>
                <a:gd name="connsiteY4010" fmla="*/ 2213777 h 5664927"/>
                <a:gd name="connsiteX4011" fmla="*/ 1032537 w 4006679"/>
                <a:gd name="connsiteY4011" fmla="*/ 2198856 h 5664927"/>
                <a:gd name="connsiteX4012" fmla="*/ 1102666 w 4006679"/>
                <a:gd name="connsiteY4012" fmla="*/ 2198856 h 5664927"/>
                <a:gd name="connsiteX4013" fmla="*/ 1072824 w 4006679"/>
                <a:gd name="connsiteY4013" fmla="*/ 2207808 h 5664927"/>
                <a:gd name="connsiteX4014" fmla="*/ 1114603 w 4006679"/>
                <a:gd name="connsiteY4014" fmla="*/ 2233174 h 5664927"/>
                <a:gd name="connsiteX4015" fmla="*/ 1102666 w 4006679"/>
                <a:gd name="connsiteY4015" fmla="*/ 2198856 h 5664927"/>
                <a:gd name="connsiteX4016" fmla="*/ 1769637 w 4006679"/>
                <a:gd name="connsiteY4016" fmla="*/ 2252572 h 5664927"/>
                <a:gd name="connsiteX4017" fmla="*/ 1742779 w 4006679"/>
                <a:gd name="connsiteY4017" fmla="*/ 2277937 h 5664927"/>
                <a:gd name="connsiteX4018" fmla="*/ 1748748 w 4006679"/>
                <a:gd name="connsiteY4018" fmla="*/ 2303303 h 5664927"/>
                <a:gd name="connsiteX4019" fmla="*/ 1754716 w 4006679"/>
                <a:gd name="connsiteY4019" fmla="*/ 2331653 h 5664927"/>
                <a:gd name="connsiteX4020" fmla="*/ 1769637 w 4006679"/>
                <a:gd name="connsiteY4020" fmla="*/ 2252572 h 5664927"/>
                <a:gd name="connsiteX4021" fmla="*/ 1599537 w 4006679"/>
                <a:gd name="connsiteY4021" fmla="*/ 2230190 h 5664927"/>
                <a:gd name="connsiteX4022" fmla="*/ 1592077 w 4006679"/>
                <a:gd name="connsiteY4022" fmla="*/ 2276445 h 5664927"/>
                <a:gd name="connsiteX4023" fmla="*/ 1599537 w 4006679"/>
                <a:gd name="connsiteY4023" fmla="*/ 2230190 h 5664927"/>
                <a:gd name="connsiteX4024" fmla="*/ 2369464 w 4006679"/>
                <a:gd name="connsiteY4024" fmla="*/ 2291926 h 5664927"/>
                <a:gd name="connsiteX4025" fmla="*/ 2342606 w 4006679"/>
                <a:gd name="connsiteY4025" fmla="*/ 2300319 h 5664927"/>
                <a:gd name="connsiteX4026" fmla="*/ 2399306 w 4006679"/>
                <a:gd name="connsiteY4026" fmla="*/ 2376416 h 5664927"/>
                <a:gd name="connsiteX4027" fmla="*/ 2423179 w 4006679"/>
                <a:gd name="connsiteY4027" fmla="*/ 2345082 h 5664927"/>
                <a:gd name="connsiteX4028" fmla="*/ 2396322 w 4006679"/>
                <a:gd name="connsiteY4028" fmla="*/ 2300319 h 5664927"/>
                <a:gd name="connsiteX4029" fmla="*/ 2369464 w 4006679"/>
                <a:gd name="connsiteY4029" fmla="*/ 2291926 h 5664927"/>
                <a:gd name="connsiteX4030" fmla="*/ 2294859 w 4006679"/>
                <a:gd name="connsiteY4030" fmla="*/ 2282414 h 5664927"/>
                <a:gd name="connsiteX4031" fmla="*/ 2253080 w 4006679"/>
                <a:gd name="connsiteY4031" fmla="*/ 2307779 h 5664927"/>
                <a:gd name="connsiteX4032" fmla="*/ 2266508 w 4006679"/>
                <a:gd name="connsiteY4032" fmla="*/ 2321208 h 5664927"/>
                <a:gd name="connsiteX4033" fmla="*/ 2287398 w 4006679"/>
                <a:gd name="connsiteY4033" fmla="*/ 2343590 h 5664927"/>
                <a:gd name="connsiteX4034" fmla="*/ 2332161 w 4006679"/>
                <a:gd name="connsiteY4034" fmla="*/ 2404766 h 5664927"/>
                <a:gd name="connsiteX4035" fmla="*/ 2339622 w 4006679"/>
                <a:gd name="connsiteY4035" fmla="*/ 2418195 h 5664927"/>
                <a:gd name="connsiteX4036" fmla="*/ 2363495 w 4006679"/>
                <a:gd name="connsiteY4036" fmla="*/ 2477879 h 5664927"/>
                <a:gd name="connsiteX4037" fmla="*/ 2382893 w 4006679"/>
                <a:gd name="connsiteY4037" fmla="*/ 2559945 h 5664927"/>
                <a:gd name="connsiteX4038" fmla="*/ 2351558 w 4006679"/>
                <a:gd name="connsiteY4038" fmla="*/ 2679314 h 5664927"/>
                <a:gd name="connsiteX4039" fmla="*/ 2330669 w 4006679"/>
                <a:gd name="connsiteY4039" fmla="*/ 2718109 h 5664927"/>
                <a:gd name="connsiteX4040" fmla="*/ 2248603 w 4006679"/>
                <a:gd name="connsiteY4040" fmla="*/ 2804651 h 5664927"/>
                <a:gd name="connsiteX4041" fmla="*/ 2097900 w 4006679"/>
                <a:gd name="connsiteY4041" fmla="*/ 2867319 h 5664927"/>
                <a:gd name="connsiteX4042" fmla="*/ 2079995 w 4006679"/>
                <a:gd name="connsiteY4042" fmla="*/ 2867319 h 5664927"/>
                <a:gd name="connsiteX4043" fmla="*/ 2068058 w 4006679"/>
                <a:gd name="connsiteY4043" fmla="*/ 2852398 h 5664927"/>
                <a:gd name="connsiteX4044" fmla="*/ 2102377 w 4006679"/>
                <a:gd name="connsiteY4044" fmla="*/ 2801666 h 5664927"/>
                <a:gd name="connsiteX4045" fmla="*/ 2047169 w 4006679"/>
                <a:gd name="connsiteY4045" fmla="*/ 2840461 h 5664927"/>
                <a:gd name="connsiteX4046" fmla="*/ 2059106 w 4006679"/>
                <a:gd name="connsiteY4046" fmla="*/ 2903130 h 5664927"/>
                <a:gd name="connsiteX4047" fmla="*/ 2091932 w 4006679"/>
                <a:gd name="connsiteY4047" fmla="*/ 2903130 h 5664927"/>
                <a:gd name="connsiteX4048" fmla="*/ 2196380 w 4006679"/>
                <a:gd name="connsiteY4048" fmla="*/ 2873287 h 5664927"/>
                <a:gd name="connsiteX4049" fmla="*/ 2278445 w 4006679"/>
                <a:gd name="connsiteY4049" fmla="*/ 2825540 h 5664927"/>
                <a:gd name="connsiteX4050" fmla="*/ 2345590 w 4006679"/>
                <a:gd name="connsiteY4050" fmla="*/ 2773316 h 5664927"/>
                <a:gd name="connsiteX4051" fmla="*/ 2426164 w 4006679"/>
                <a:gd name="connsiteY4051" fmla="*/ 2612169 h 5664927"/>
                <a:gd name="connsiteX4052" fmla="*/ 2424672 w 4006679"/>
                <a:gd name="connsiteY4052" fmla="*/ 2528611 h 5664927"/>
                <a:gd name="connsiteX4053" fmla="*/ 2394830 w 4006679"/>
                <a:gd name="connsiteY4053" fmla="*/ 2407751 h 5664927"/>
                <a:gd name="connsiteX4054" fmla="*/ 2294859 w 4006679"/>
                <a:gd name="connsiteY4054" fmla="*/ 2282414 h 5664927"/>
                <a:gd name="connsiteX4055" fmla="*/ 1148921 w 4006679"/>
                <a:gd name="connsiteY4055" fmla="*/ 2186919 h 5664927"/>
                <a:gd name="connsiteX4056" fmla="*/ 1162350 w 4006679"/>
                <a:gd name="connsiteY4056" fmla="*/ 2240635 h 5664927"/>
                <a:gd name="connsiteX4057" fmla="*/ 1175779 w 4006679"/>
                <a:gd name="connsiteY4057" fmla="*/ 2210793 h 5664927"/>
                <a:gd name="connsiteX4058" fmla="*/ 1148921 w 4006679"/>
                <a:gd name="connsiteY4058" fmla="*/ 2186919 h 5664927"/>
                <a:gd name="connsiteX4059" fmla="*/ 1260829 w 4006679"/>
                <a:gd name="connsiteY4059" fmla="*/ 2194379 h 5664927"/>
                <a:gd name="connsiteX4060" fmla="*/ 1244416 w 4006679"/>
                <a:gd name="connsiteY4060" fmla="*/ 2224221 h 5664927"/>
                <a:gd name="connsiteX4061" fmla="*/ 1298132 w 4006679"/>
                <a:gd name="connsiteY4061" fmla="*/ 2203332 h 5664927"/>
                <a:gd name="connsiteX4062" fmla="*/ 1260829 w 4006679"/>
                <a:gd name="connsiteY4062" fmla="*/ 2194379 h 5664927"/>
                <a:gd name="connsiteX4063" fmla="*/ 3446764 w 4006679"/>
                <a:gd name="connsiteY4063" fmla="*/ 2357019 h 5664927"/>
                <a:gd name="connsiteX4064" fmla="*/ 3443780 w 4006679"/>
                <a:gd name="connsiteY4064" fmla="*/ 2361495 h 5664927"/>
                <a:gd name="connsiteX4065" fmla="*/ 3457209 w 4006679"/>
                <a:gd name="connsiteY4065" fmla="*/ 2373432 h 5664927"/>
                <a:gd name="connsiteX4066" fmla="*/ 3461685 w 4006679"/>
                <a:gd name="connsiteY4066" fmla="*/ 2368956 h 5664927"/>
                <a:gd name="connsiteX4067" fmla="*/ 3446764 w 4006679"/>
                <a:gd name="connsiteY4067" fmla="*/ 2357019 h 5664927"/>
                <a:gd name="connsiteX4068" fmla="*/ 1622479 w 4006679"/>
                <a:gd name="connsiteY4068" fmla="*/ 2206503 h 5664927"/>
                <a:gd name="connsiteX4069" fmla="*/ 1608490 w 4006679"/>
                <a:gd name="connsiteY4069" fmla="*/ 2213777 h 5664927"/>
                <a:gd name="connsiteX4070" fmla="*/ 1623411 w 4006679"/>
                <a:gd name="connsiteY4070" fmla="*/ 2239143 h 5664927"/>
                <a:gd name="connsiteX4071" fmla="*/ 1626395 w 4006679"/>
                <a:gd name="connsiteY4071" fmla="*/ 2239143 h 5664927"/>
                <a:gd name="connsiteX4072" fmla="*/ 1639824 w 4006679"/>
                <a:gd name="connsiteY4072" fmla="*/ 2209300 h 5664927"/>
                <a:gd name="connsiteX4073" fmla="*/ 1622479 w 4006679"/>
                <a:gd name="connsiteY4073" fmla="*/ 2206503 h 5664927"/>
                <a:gd name="connsiteX4074" fmla="*/ 1224063 w 4006679"/>
                <a:gd name="connsiteY4074" fmla="*/ 2173047 h 5664927"/>
                <a:gd name="connsiteX4075" fmla="*/ 1190700 w 4006679"/>
                <a:gd name="connsiteY4075" fmla="*/ 2198856 h 5664927"/>
                <a:gd name="connsiteX4076" fmla="*/ 1233971 w 4006679"/>
                <a:gd name="connsiteY4076" fmla="*/ 2210793 h 5664927"/>
                <a:gd name="connsiteX4077" fmla="*/ 1245908 w 4006679"/>
                <a:gd name="connsiteY4077" fmla="*/ 2179458 h 5664927"/>
                <a:gd name="connsiteX4078" fmla="*/ 1224063 w 4006679"/>
                <a:gd name="connsiteY4078" fmla="*/ 2173047 h 5664927"/>
                <a:gd name="connsiteX4079" fmla="*/ 1818877 w 4006679"/>
                <a:gd name="connsiteY4079" fmla="*/ 2207808 h 5664927"/>
                <a:gd name="connsiteX4080" fmla="*/ 1778590 w 4006679"/>
                <a:gd name="connsiteY4080" fmla="*/ 2209300 h 5664927"/>
                <a:gd name="connsiteX4081" fmla="*/ 1793511 w 4006679"/>
                <a:gd name="connsiteY4081" fmla="*/ 2251079 h 5664927"/>
                <a:gd name="connsiteX4082" fmla="*/ 1824845 w 4006679"/>
                <a:gd name="connsiteY4082" fmla="*/ 2260032 h 5664927"/>
                <a:gd name="connsiteX4083" fmla="*/ 1836782 w 4006679"/>
                <a:gd name="connsiteY4083" fmla="*/ 2236158 h 5664927"/>
                <a:gd name="connsiteX4084" fmla="*/ 1836782 w 4006679"/>
                <a:gd name="connsiteY4084" fmla="*/ 2225714 h 5664927"/>
                <a:gd name="connsiteX4085" fmla="*/ 1818877 w 4006679"/>
                <a:gd name="connsiteY4085" fmla="*/ 2207808 h 5664927"/>
                <a:gd name="connsiteX4086" fmla="*/ 1129524 w 4006679"/>
                <a:gd name="connsiteY4086" fmla="*/ 2151108 h 5664927"/>
                <a:gd name="connsiteX4087" fmla="*/ 1093713 w 4006679"/>
                <a:gd name="connsiteY4087" fmla="*/ 2151108 h 5664927"/>
                <a:gd name="connsiteX4088" fmla="*/ 1111619 w 4006679"/>
                <a:gd name="connsiteY4088" fmla="*/ 2191395 h 5664927"/>
                <a:gd name="connsiteX4089" fmla="*/ 1135492 w 4006679"/>
                <a:gd name="connsiteY4089" fmla="*/ 2176474 h 5664927"/>
                <a:gd name="connsiteX4090" fmla="*/ 1129524 w 4006679"/>
                <a:gd name="connsiteY4090" fmla="*/ 2151108 h 5664927"/>
                <a:gd name="connsiteX4091" fmla="*/ 1038506 w 4006679"/>
                <a:gd name="connsiteY4091" fmla="*/ 2140664 h 5664927"/>
                <a:gd name="connsiteX4092" fmla="*/ 1045966 w 4006679"/>
                <a:gd name="connsiteY4092" fmla="*/ 2180951 h 5664927"/>
                <a:gd name="connsiteX4093" fmla="*/ 1068348 w 4006679"/>
                <a:gd name="connsiteY4093" fmla="*/ 2191395 h 5664927"/>
                <a:gd name="connsiteX4094" fmla="*/ 1078792 w 4006679"/>
                <a:gd name="connsiteY4094" fmla="*/ 2171998 h 5664927"/>
                <a:gd name="connsiteX4095" fmla="*/ 1072824 w 4006679"/>
                <a:gd name="connsiteY4095" fmla="*/ 2146632 h 5664927"/>
                <a:gd name="connsiteX4096" fmla="*/ 1038506 w 4006679"/>
                <a:gd name="connsiteY4096" fmla="*/ 2140664 h 5664927"/>
                <a:gd name="connsiteX4097" fmla="*/ 3352761 w 4006679"/>
                <a:gd name="connsiteY4097" fmla="*/ 2328669 h 5664927"/>
                <a:gd name="connsiteX4098" fmla="*/ 3316951 w 4006679"/>
                <a:gd name="connsiteY4098" fmla="*/ 2339114 h 5664927"/>
                <a:gd name="connsiteX4099" fmla="*/ 3234885 w 4006679"/>
                <a:gd name="connsiteY4099" fmla="*/ 2379401 h 5664927"/>
                <a:gd name="connsiteX4100" fmla="*/ 3215488 w 4006679"/>
                <a:gd name="connsiteY4100" fmla="*/ 2395814 h 5664927"/>
                <a:gd name="connsiteX4101" fmla="*/ 3140882 w 4006679"/>
                <a:gd name="connsiteY4101" fmla="*/ 2503245 h 5664927"/>
                <a:gd name="connsiteX4102" fmla="*/ 3164756 w 4006679"/>
                <a:gd name="connsiteY4102" fmla="*/ 2539056 h 5664927"/>
                <a:gd name="connsiteX4103" fmla="*/ 3167740 w 4006679"/>
                <a:gd name="connsiteY4103" fmla="*/ 2536072 h 5664927"/>
                <a:gd name="connsiteX4104" fmla="*/ 3172216 w 4006679"/>
                <a:gd name="connsiteY4104" fmla="*/ 2516674 h 5664927"/>
                <a:gd name="connsiteX4105" fmla="*/ 3261743 w 4006679"/>
                <a:gd name="connsiteY4105" fmla="*/ 2394322 h 5664927"/>
                <a:gd name="connsiteX4106" fmla="*/ 3354254 w 4006679"/>
                <a:gd name="connsiteY4106" fmla="*/ 2360003 h 5664927"/>
                <a:gd name="connsiteX4107" fmla="*/ 3381111 w 4006679"/>
                <a:gd name="connsiteY4107" fmla="*/ 2351050 h 5664927"/>
                <a:gd name="connsiteX4108" fmla="*/ 3352761 w 4006679"/>
                <a:gd name="connsiteY4108" fmla="*/ 2328669 h 5664927"/>
                <a:gd name="connsiteX4109" fmla="*/ 3772043 w 4006679"/>
                <a:gd name="connsiteY4109" fmla="*/ 2357019 h 5664927"/>
                <a:gd name="connsiteX4110" fmla="*/ 3764583 w 4006679"/>
                <a:gd name="connsiteY4110" fmla="*/ 2389845 h 5664927"/>
                <a:gd name="connsiteX4111" fmla="*/ 3639246 w 4006679"/>
                <a:gd name="connsiteY4111" fmla="*/ 2454006 h 5664927"/>
                <a:gd name="connsiteX4112" fmla="*/ 3616864 w 4006679"/>
                <a:gd name="connsiteY4112" fmla="*/ 2449530 h 5664927"/>
                <a:gd name="connsiteX4113" fmla="*/ 3522861 w 4006679"/>
                <a:gd name="connsiteY4113" fmla="*/ 2416703 h 5664927"/>
                <a:gd name="connsiteX4114" fmla="*/ 3525845 w 4006679"/>
                <a:gd name="connsiteY4114" fmla="*/ 2422672 h 5664927"/>
                <a:gd name="connsiteX4115" fmla="*/ 3676548 w 4006679"/>
                <a:gd name="connsiteY4115" fmla="*/ 2539056 h 5664927"/>
                <a:gd name="connsiteX4116" fmla="*/ 3698930 w 4006679"/>
                <a:gd name="connsiteY4116" fmla="*/ 2546516 h 5664927"/>
                <a:gd name="connsiteX4117" fmla="*/ 3783980 w 4006679"/>
                <a:gd name="connsiteY4117" fmla="*/ 2494293 h 5664927"/>
                <a:gd name="connsiteX4118" fmla="*/ 3812330 w 4006679"/>
                <a:gd name="connsiteY4118" fmla="*/ 2416703 h 5664927"/>
                <a:gd name="connsiteX4119" fmla="*/ 3812330 w 4006679"/>
                <a:gd name="connsiteY4119" fmla="*/ 2401782 h 5664927"/>
                <a:gd name="connsiteX4120" fmla="*/ 3772043 w 4006679"/>
                <a:gd name="connsiteY4120" fmla="*/ 2357019 h 5664927"/>
                <a:gd name="connsiteX4121" fmla="*/ 1920340 w 4006679"/>
                <a:gd name="connsiteY4121" fmla="*/ 2195872 h 5664927"/>
                <a:gd name="connsiteX4122" fmla="*/ 1887514 w 4006679"/>
                <a:gd name="connsiteY4122" fmla="*/ 2204824 h 5664927"/>
                <a:gd name="connsiteX4123" fmla="*/ 1851703 w 4006679"/>
                <a:gd name="connsiteY4123" fmla="*/ 2210793 h 5664927"/>
                <a:gd name="connsiteX4124" fmla="*/ 1872593 w 4006679"/>
                <a:gd name="connsiteY4124" fmla="*/ 2249587 h 5664927"/>
                <a:gd name="connsiteX4125" fmla="*/ 1914372 w 4006679"/>
                <a:gd name="connsiteY4125" fmla="*/ 2255556 h 5664927"/>
                <a:gd name="connsiteX4126" fmla="*/ 1927800 w 4006679"/>
                <a:gd name="connsiteY4126" fmla="*/ 2224221 h 5664927"/>
                <a:gd name="connsiteX4127" fmla="*/ 1920340 w 4006679"/>
                <a:gd name="connsiteY4127" fmla="*/ 2195872 h 5664927"/>
                <a:gd name="connsiteX4128" fmla="*/ 1184732 w 4006679"/>
                <a:gd name="connsiteY4128" fmla="*/ 2134695 h 5664927"/>
                <a:gd name="connsiteX4129" fmla="*/ 1156382 w 4006679"/>
                <a:gd name="connsiteY4129" fmla="*/ 2142156 h 5664927"/>
                <a:gd name="connsiteX4130" fmla="*/ 1147429 w 4006679"/>
                <a:gd name="connsiteY4130" fmla="*/ 2161553 h 5664927"/>
                <a:gd name="connsiteX4131" fmla="*/ 1154890 w 4006679"/>
                <a:gd name="connsiteY4131" fmla="*/ 2174982 h 5664927"/>
                <a:gd name="connsiteX4132" fmla="*/ 1178764 w 4006679"/>
                <a:gd name="connsiteY4132" fmla="*/ 2183935 h 5664927"/>
                <a:gd name="connsiteX4133" fmla="*/ 1193685 w 4006679"/>
                <a:gd name="connsiteY4133" fmla="*/ 2158569 h 5664927"/>
                <a:gd name="connsiteX4134" fmla="*/ 1184732 w 4006679"/>
                <a:gd name="connsiteY4134" fmla="*/ 2134695 h 5664927"/>
                <a:gd name="connsiteX4135" fmla="*/ 1274258 w 4006679"/>
                <a:gd name="connsiteY4135" fmla="*/ 2140664 h 5664927"/>
                <a:gd name="connsiteX4136" fmla="*/ 1263813 w 4006679"/>
                <a:gd name="connsiteY4136" fmla="*/ 2171998 h 5664927"/>
                <a:gd name="connsiteX4137" fmla="*/ 1295148 w 4006679"/>
                <a:gd name="connsiteY4137" fmla="*/ 2186919 h 5664927"/>
                <a:gd name="connsiteX4138" fmla="*/ 1299624 w 4006679"/>
                <a:gd name="connsiteY4138" fmla="*/ 2143648 h 5664927"/>
                <a:gd name="connsiteX4139" fmla="*/ 1274258 w 4006679"/>
                <a:gd name="connsiteY4139" fmla="*/ 2140664 h 5664927"/>
                <a:gd name="connsiteX4140" fmla="*/ 2014343 w 4006679"/>
                <a:gd name="connsiteY4140" fmla="*/ 2194379 h 5664927"/>
                <a:gd name="connsiteX4141" fmla="*/ 1977040 w 4006679"/>
                <a:gd name="connsiteY4141" fmla="*/ 2248095 h 5664927"/>
                <a:gd name="connsiteX4142" fmla="*/ 1787543 w 4006679"/>
                <a:gd name="connsiteY4142" fmla="*/ 2436100 h 5664927"/>
                <a:gd name="connsiteX4143" fmla="*/ 1803956 w 4006679"/>
                <a:gd name="connsiteY4143" fmla="*/ 2467435 h 5664927"/>
                <a:gd name="connsiteX4144" fmla="*/ 1832306 w 4006679"/>
                <a:gd name="connsiteY4144" fmla="*/ 2480864 h 5664927"/>
                <a:gd name="connsiteX4145" fmla="*/ 1971071 w 4006679"/>
                <a:gd name="connsiteY4145" fmla="*/ 2398798 h 5664927"/>
                <a:gd name="connsiteX4146" fmla="*/ 2011358 w 4006679"/>
                <a:gd name="connsiteY4146" fmla="*/ 2349558 h 5664927"/>
                <a:gd name="connsiteX4147" fmla="*/ 2038216 w 4006679"/>
                <a:gd name="connsiteY4147" fmla="*/ 2295843 h 5664927"/>
                <a:gd name="connsiteX4148" fmla="*/ 2042693 w 4006679"/>
                <a:gd name="connsiteY4148" fmla="*/ 2216761 h 5664927"/>
                <a:gd name="connsiteX4149" fmla="*/ 2014343 w 4006679"/>
                <a:gd name="connsiteY4149" fmla="*/ 2194379 h 5664927"/>
                <a:gd name="connsiteX4150" fmla="*/ 3307066 w 4006679"/>
                <a:gd name="connsiteY4150" fmla="*/ 2299573 h 5664927"/>
                <a:gd name="connsiteX4151" fmla="*/ 3284124 w 4006679"/>
                <a:gd name="connsiteY4151" fmla="*/ 2301811 h 5664927"/>
                <a:gd name="connsiteX4152" fmla="*/ 3272188 w 4006679"/>
                <a:gd name="connsiteY4152" fmla="*/ 2303303 h 5664927"/>
                <a:gd name="connsiteX4153" fmla="*/ 3199074 w 4006679"/>
                <a:gd name="connsiteY4153" fmla="*/ 2331653 h 5664927"/>
                <a:gd name="connsiteX4154" fmla="*/ 3100596 w 4006679"/>
                <a:gd name="connsiteY4154" fmla="*/ 2473403 h 5664927"/>
                <a:gd name="connsiteX4155" fmla="*/ 3121485 w 4006679"/>
                <a:gd name="connsiteY4155" fmla="*/ 2513690 h 5664927"/>
                <a:gd name="connsiteX4156" fmla="*/ 3130438 w 4006679"/>
                <a:gd name="connsiteY4156" fmla="*/ 2497277 h 5664927"/>
                <a:gd name="connsiteX4157" fmla="*/ 3146851 w 4006679"/>
                <a:gd name="connsiteY4157" fmla="*/ 2455498 h 5664927"/>
                <a:gd name="connsiteX4158" fmla="*/ 3182661 w 4006679"/>
                <a:gd name="connsiteY4158" fmla="*/ 2404766 h 5664927"/>
                <a:gd name="connsiteX4159" fmla="*/ 3234885 w 4006679"/>
                <a:gd name="connsiteY4159" fmla="*/ 2361495 h 5664927"/>
                <a:gd name="connsiteX4160" fmla="*/ 3287109 w 4006679"/>
                <a:gd name="connsiteY4160" fmla="*/ 2333145 h 5664927"/>
                <a:gd name="connsiteX4161" fmla="*/ 3328888 w 4006679"/>
                <a:gd name="connsiteY4161" fmla="*/ 2315240 h 5664927"/>
                <a:gd name="connsiteX4162" fmla="*/ 3307066 w 4006679"/>
                <a:gd name="connsiteY4162" fmla="*/ 2299573 h 5664927"/>
                <a:gd name="connsiteX4163" fmla="*/ 2121774 w 4006679"/>
                <a:gd name="connsiteY4163" fmla="*/ 2198856 h 5664927"/>
                <a:gd name="connsiteX4164" fmla="*/ 2059106 w 4006679"/>
                <a:gd name="connsiteY4164" fmla="*/ 2213777 h 5664927"/>
                <a:gd name="connsiteX4165" fmla="*/ 2059106 w 4006679"/>
                <a:gd name="connsiteY4165" fmla="*/ 2237651 h 5664927"/>
                <a:gd name="connsiteX4166" fmla="*/ 2097900 w 4006679"/>
                <a:gd name="connsiteY4166" fmla="*/ 2291366 h 5664927"/>
                <a:gd name="connsiteX4167" fmla="*/ 2117298 w 4006679"/>
                <a:gd name="connsiteY4167" fmla="*/ 2295843 h 5664927"/>
                <a:gd name="connsiteX4168" fmla="*/ 2123266 w 4006679"/>
                <a:gd name="connsiteY4168" fmla="*/ 2270477 h 5664927"/>
                <a:gd name="connsiteX4169" fmla="*/ 2103869 w 4006679"/>
                <a:gd name="connsiteY4169" fmla="*/ 2246603 h 5664927"/>
                <a:gd name="connsiteX4170" fmla="*/ 2071043 w 4006679"/>
                <a:gd name="connsiteY4170" fmla="*/ 2249587 h 5664927"/>
                <a:gd name="connsiteX4171" fmla="*/ 2069550 w 4006679"/>
                <a:gd name="connsiteY4171" fmla="*/ 2233174 h 5664927"/>
                <a:gd name="connsiteX4172" fmla="*/ 2127743 w 4006679"/>
                <a:gd name="connsiteY4172" fmla="*/ 2233174 h 5664927"/>
                <a:gd name="connsiteX4173" fmla="*/ 2121774 w 4006679"/>
                <a:gd name="connsiteY4173" fmla="*/ 2198856 h 5664927"/>
                <a:gd name="connsiteX4174" fmla="*/ 1371245 w 4006679"/>
                <a:gd name="connsiteY4174" fmla="*/ 2136187 h 5664927"/>
                <a:gd name="connsiteX4175" fmla="*/ 1323498 w 4006679"/>
                <a:gd name="connsiteY4175" fmla="*/ 2142156 h 5664927"/>
                <a:gd name="connsiteX4176" fmla="*/ 1319021 w 4006679"/>
                <a:gd name="connsiteY4176" fmla="*/ 2185427 h 5664927"/>
                <a:gd name="connsiteX4177" fmla="*/ 1377213 w 4006679"/>
                <a:gd name="connsiteY4177" fmla="*/ 2169014 h 5664927"/>
                <a:gd name="connsiteX4178" fmla="*/ 1371245 w 4006679"/>
                <a:gd name="connsiteY4178" fmla="*/ 2136187 h 5664927"/>
                <a:gd name="connsiteX4179" fmla="*/ 2250095 w 4006679"/>
                <a:gd name="connsiteY4179" fmla="*/ 2207808 h 5664927"/>
                <a:gd name="connsiteX4180" fmla="*/ 2214285 w 4006679"/>
                <a:gd name="connsiteY4180" fmla="*/ 2207808 h 5664927"/>
                <a:gd name="connsiteX4181" fmla="*/ 2206824 w 4006679"/>
                <a:gd name="connsiteY4181" fmla="*/ 2277937 h 5664927"/>
                <a:gd name="connsiteX4182" fmla="*/ 2257556 w 4006679"/>
                <a:gd name="connsiteY4182" fmla="*/ 2285398 h 5664927"/>
                <a:gd name="connsiteX4183" fmla="*/ 2275461 w 4006679"/>
                <a:gd name="connsiteY4183" fmla="*/ 2270477 h 5664927"/>
                <a:gd name="connsiteX4184" fmla="*/ 2272477 w 4006679"/>
                <a:gd name="connsiteY4184" fmla="*/ 2233174 h 5664927"/>
                <a:gd name="connsiteX4185" fmla="*/ 2250095 w 4006679"/>
                <a:gd name="connsiteY4185" fmla="*/ 2207808 h 5664927"/>
                <a:gd name="connsiteX4186" fmla="*/ 1223527 w 4006679"/>
                <a:gd name="connsiteY4186" fmla="*/ 2119774 h 5664927"/>
                <a:gd name="connsiteX4187" fmla="*/ 1201145 w 4006679"/>
                <a:gd name="connsiteY4187" fmla="*/ 2128727 h 5664927"/>
                <a:gd name="connsiteX4188" fmla="*/ 1236956 w 4006679"/>
                <a:gd name="connsiteY4188" fmla="*/ 2161553 h 5664927"/>
                <a:gd name="connsiteX4189" fmla="*/ 1254861 w 4006679"/>
                <a:gd name="connsiteY4189" fmla="*/ 2142156 h 5664927"/>
                <a:gd name="connsiteX4190" fmla="*/ 1223527 w 4006679"/>
                <a:gd name="connsiteY4190" fmla="*/ 2119774 h 5664927"/>
                <a:gd name="connsiteX4191" fmla="*/ 1650082 w 4006679"/>
                <a:gd name="connsiteY4191" fmla="*/ 2152414 h 5664927"/>
                <a:gd name="connsiteX4192" fmla="*/ 1635348 w 4006679"/>
                <a:gd name="connsiteY4192" fmla="*/ 2164537 h 5664927"/>
                <a:gd name="connsiteX4193" fmla="*/ 1626395 w 4006679"/>
                <a:gd name="connsiteY4193" fmla="*/ 2186919 h 5664927"/>
                <a:gd name="connsiteX4194" fmla="*/ 1653253 w 4006679"/>
                <a:gd name="connsiteY4194" fmla="*/ 2201840 h 5664927"/>
                <a:gd name="connsiteX4195" fmla="*/ 1671158 w 4006679"/>
                <a:gd name="connsiteY4195" fmla="*/ 2171998 h 5664927"/>
                <a:gd name="connsiteX4196" fmla="*/ 1668174 w 4006679"/>
                <a:gd name="connsiteY4196" fmla="*/ 2157077 h 5664927"/>
                <a:gd name="connsiteX4197" fmla="*/ 1650082 w 4006679"/>
                <a:gd name="connsiteY4197" fmla="*/ 2152414 h 5664927"/>
                <a:gd name="connsiteX4198" fmla="*/ 2312577 w 4006679"/>
                <a:gd name="connsiteY4198" fmla="*/ 2205943 h 5664927"/>
                <a:gd name="connsiteX4199" fmla="*/ 2281429 w 4006679"/>
                <a:gd name="connsiteY4199" fmla="*/ 2204824 h 5664927"/>
                <a:gd name="connsiteX4200" fmla="*/ 2332161 w 4006679"/>
                <a:gd name="connsiteY4200" fmla="*/ 2288382 h 5664927"/>
                <a:gd name="connsiteX4201" fmla="*/ 2333653 w 4006679"/>
                <a:gd name="connsiteY4201" fmla="*/ 2222730 h 5664927"/>
                <a:gd name="connsiteX4202" fmla="*/ 2312577 w 4006679"/>
                <a:gd name="connsiteY4202" fmla="*/ 2205943 h 5664927"/>
                <a:gd name="connsiteX4203" fmla="*/ 3261743 w 4006679"/>
                <a:gd name="connsiteY4203" fmla="*/ 2268985 h 5664927"/>
                <a:gd name="connsiteX4204" fmla="*/ 3128945 w 4006679"/>
                <a:gd name="connsiteY4204" fmla="*/ 2339114 h 5664927"/>
                <a:gd name="connsiteX4205" fmla="*/ 3048372 w 4006679"/>
                <a:gd name="connsiteY4205" fmla="*/ 2462958 h 5664927"/>
                <a:gd name="connsiteX4206" fmla="*/ 3079706 w 4006679"/>
                <a:gd name="connsiteY4206" fmla="*/ 2486832 h 5664927"/>
                <a:gd name="connsiteX4207" fmla="*/ 3093135 w 4006679"/>
                <a:gd name="connsiteY4207" fmla="*/ 2452514 h 5664927"/>
                <a:gd name="connsiteX4208" fmla="*/ 3114024 w 4006679"/>
                <a:gd name="connsiteY4208" fmla="*/ 2409243 h 5664927"/>
                <a:gd name="connsiteX4209" fmla="*/ 3175201 w 4006679"/>
                <a:gd name="connsiteY4209" fmla="*/ 2330161 h 5664927"/>
                <a:gd name="connsiteX4210" fmla="*/ 3242346 w 4006679"/>
                <a:gd name="connsiteY4210" fmla="*/ 2289874 h 5664927"/>
                <a:gd name="connsiteX4211" fmla="*/ 3276664 w 4006679"/>
                <a:gd name="connsiteY4211" fmla="*/ 2280922 h 5664927"/>
                <a:gd name="connsiteX4212" fmla="*/ 3261743 w 4006679"/>
                <a:gd name="connsiteY4212" fmla="*/ 2268985 h 5664927"/>
                <a:gd name="connsiteX4213" fmla="*/ 1987485 w 4006679"/>
                <a:gd name="connsiteY4213" fmla="*/ 2164537 h 5664927"/>
                <a:gd name="connsiteX4214" fmla="*/ 1930785 w 4006679"/>
                <a:gd name="connsiteY4214" fmla="*/ 2192887 h 5664927"/>
                <a:gd name="connsiteX4215" fmla="*/ 1959135 w 4006679"/>
                <a:gd name="connsiteY4215" fmla="*/ 2228698 h 5664927"/>
                <a:gd name="connsiteX4216" fmla="*/ 1985992 w 4006679"/>
                <a:gd name="connsiteY4216" fmla="*/ 2230190 h 5664927"/>
                <a:gd name="connsiteX4217" fmla="*/ 2000914 w 4006679"/>
                <a:gd name="connsiteY4217" fmla="*/ 2209300 h 5664927"/>
                <a:gd name="connsiteX4218" fmla="*/ 1987485 w 4006679"/>
                <a:gd name="connsiteY4218" fmla="*/ 2164537 h 5664927"/>
                <a:gd name="connsiteX4219" fmla="*/ 1283211 w 4006679"/>
                <a:gd name="connsiteY4219" fmla="*/ 2086948 h 5664927"/>
                <a:gd name="connsiteX4220" fmla="*/ 1254861 w 4006679"/>
                <a:gd name="connsiteY4220" fmla="*/ 2109329 h 5664927"/>
                <a:gd name="connsiteX4221" fmla="*/ 1283211 w 4006679"/>
                <a:gd name="connsiteY4221" fmla="*/ 2124250 h 5664927"/>
                <a:gd name="connsiteX4222" fmla="*/ 1298132 w 4006679"/>
                <a:gd name="connsiteY4222" fmla="*/ 2106345 h 5664927"/>
                <a:gd name="connsiteX4223" fmla="*/ 1283211 w 4006679"/>
                <a:gd name="connsiteY4223" fmla="*/ 2086948 h 5664927"/>
                <a:gd name="connsiteX4224" fmla="*/ 2115806 w 4006679"/>
                <a:gd name="connsiteY4224" fmla="*/ 2154093 h 5664927"/>
                <a:gd name="connsiteX4225" fmla="*/ 2071043 w 4006679"/>
                <a:gd name="connsiteY4225" fmla="*/ 2192887 h 5664927"/>
                <a:gd name="connsiteX4226" fmla="*/ 2097900 w 4006679"/>
                <a:gd name="connsiteY4226" fmla="*/ 2186919 h 5664927"/>
                <a:gd name="connsiteX4227" fmla="*/ 2115806 w 4006679"/>
                <a:gd name="connsiteY4227" fmla="*/ 2154093 h 5664927"/>
                <a:gd name="connsiteX4228" fmla="*/ 3200007 w 4006679"/>
                <a:gd name="connsiteY4228" fmla="*/ 2242314 h 5664927"/>
                <a:gd name="connsiteX4229" fmla="*/ 3164756 w 4006679"/>
                <a:gd name="connsiteY4229" fmla="*/ 2243619 h 5664927"/>
                <a:gd name="connsiteX4230" fmla="*/ 3134914 w 4006679"/>
                <a:gd name="connsiteY4230" fmla="*/ 2261524 h 5664927"/>
                <a:gd name="connsiteX4231" fmla="*/ 3091643 w 4006679"/>
                <a:gd name="connsiteY4231" fmla="*/ 2289874 h 5664927"/>
                <a:gd name="connsiteX4232" fmla="*/ 3018530 w 4006679"/>
                <a:gd name="connsiteY4232" fmla="*/ 2377908 h 5664927"/>
                <a:gd name="connsiteX4233" fmla="*/ 2994656 w 4006679"/>
                <a:gd name="connsiteY4233" fmla="*/ 2424164 h 5664927"/>
                <a:gd name="connsiteX4234" fmla="*/ 3033451 w 4006679"/>
                <a:gd name="connsiteY4234" fmla="*/ 2454006 h 5664927"/>
                <a:gd name="connsiteX4235" fmla="*/ 3236377 w 4006679"/>
                <a:gd name="connsiteY4235" fmla="*/ 2255556 h 5664927"/>
                <a:gd name="connsiteX4236" fmla="*/ 3200007 w 4006679"/>
                <a:gd name="connsiteY4236" fmla="*/ 2242314 h 5664927"/>
                <a:gd name="connsiteX4237" fmla="*/ 1359308 w 4006679"/>
                <a:gd name="connsiteY4237" fmla="*/ 2086948 h 5664927"/>
                <a:gd name="connsiteX4238" fmla="*/ 1314545 w 4006679"/>
                <a:gd name="connsiteY4238" fmla="*/ 2100377 h 5664927"/>
                <a:gd name="connsiteX4239" fmla="*/ 1332450 w 4006679"/>
                <a:gd name="connsiteY4239" fmla="*/ 2131711 h 5664927"/>
                <a:gd name="connsiteX4240" fmla="*/ 1368261 w 4006679"/>
                <a:gd name="connsiteY4240" fmla="*/ 2124250 h 5664927"/>
                <a:gd name="connsiteX4241" fmla="*/ 1359308 w 4006679"/>
                <a:gd name="connsiteY4241" fmla="*/ 2086948 h 5664927"/>
                <a:gd name="connsiteX4242" fmla="*/ 1748748 w 4006679"/>
                <a:gd name="connsiteY4242" fmla="*/ 2116790 h 5664927"/>
                <a:gd name="connsiteX4243" fmla="*/ 1726366 w 4006679"/>
                <a:gd name="connsiteY4243" fmla="*/ 2183935 h 5664927"/>
                <a:gd name="connsiteX4244" fmla="*/ 1687571 w 4006679"/>
                <a:gd name="connsiteY4244" fmla="*/ 2248095 h 5664927"/>
                <a:gd name="connsiteX4245" fmla="*/ 1715922 w 4006679"/>
                <a:gd name="connsiteY4245" fmla="*/ 2261524 h 5664927"/>
                <a:gd name="connsiteX4246" fmla="*/ 1750240 w 4006679"/>
                <a:gd name="connsiteY4246" fmla="*/ 2254064 h 5664927"/>
                <a:gd name="connsiteX4247" fmla="*/ 1748748 w 4006679"/>
                <a:gd name="connsiteY4247" fmla="*/ 2215269 h 5664927"/>
                <a:gd name="connsiteX4248" fmla="*/ 1733827 w 4006679"/>
                <a:gd name="connsiteY4248" fmla="*/ 2195872 h 5664927"/>
                <a:gd name="connsiteX4249" fmla="*/ 1763669 w 4006679"/>
                <a:gd name="connsiteY4249" fmla="*/ 2186919 h 5664927"/>
                <a:gd name="connsiteX4250" fmla="*/ 1778590 w 4006679"/>
                <a:gd name="connsiteY4250" fmla="*/ 2140664 h 5664927"/>
                <a:gd name="connsiteX4251" fmla="*/ 1748748 w 4006679"/>
                <a:gd name="connsiteY4251" fmla="*/ 2116790 h 5664927"/>
                <a:gd name="connsiteX4252" fmla="*/ 1678619 w 4006679"/>
                <a:gd name="connsiteY4252" fmla="*/ 2103361 h 5664927"/>
                <a:gd name="connsiteX4253" fmla="*/ 1648777 w 4006679"/>
                <a:gd name="connsiteY4253" fmla="*/ 2103361 h 5664927"/>
                <a:gd name="connsiteX4254" fmla="*/ 1674143 w 4006679"/>
                <a:gd name="connsiteY4254" fmla="*/ 2137679 h 5664927"/>
                <a:gd name="connsiteX4255" fmla="*/ 1678619 w 4006679"/>
                <a:gd name="connsiteY4255" fmla="*/ 2103361 h 5664927"/>
                <a:gd name="connsiteX4256" fmla="*/ 3154684 w 4006679"/>
                <a:gd name="connsiteY4256" fmla="*/ 2214150 h 5664927"/>
                <a:gd name="connsiteX4257" fmla="*/ 3140882 w 4006679"/>
                <a:gd name="connsiteY4257" fmla="*/ 2216761 h 5664927"/>
                <a:gd name="connsiteX4258" fmla="*/ 3122977 w 4006679"/>
                <a:gd name="connsiteY4258" fmla="*/ 2222730 h 5664927"/>
                <a:gd name="connsiteX4259" fmla="*/ 3093135 w 4006679"/>
                <a:gd name="connsiteY4259" fmla="*/ 2233174 h 5664927"/>
                <a:gd name="connsiteX4260" fmla="*/ 2961830 w 4006679"/>
                <a:gd name="connsiteY4260" fmla="*/ 2367464 h 5664927"/>
                <a:gd name="connsiteX4261" fmla="*/ 2967798 w 4006679"/>
                <a:gd name="connsiteY4261" fmla="*/ 2401782 h 5664927"/>
                <a:gd name="connsiteX4262" fmla="*/ 2985703 w 4006679"/>
                <a:gd name="connsiteY4262" fmla="*/ 2415211 h 5664927"/>
                <a:gd name="connsiteX4263" fmla="*/ 3170724 w 4006679"/>
                <a:gd name="connsiteY4263" fmla="*/ 2222730 h 5664927"/>
                <a:gd name="connsiteX4264" fmla="*/ 3154684 w 4006679"/>
                <a:gd name="connsiteY4264" fmla="*/ 2214150 h 5664927"/>
                <a:gd name="connsiteX4265" fmla="*/ 2074027 w 4006679"/>
                <a:gd name="connsiteY4265" fmla="*/ 2125743 h 5664927"/>
                <a:gd name="connsiteX4266" fmla="*/ 2088948 w 4006679"/>
                <a:gd name="connsiteY4266" fmla="*/ 2149616 h 5664927"/>
                <a:gd name="connsiteX4267" fmla="*/ 2117298 w 4006679"/>
                <a:gd name="connsiteY4267" fmla="*/ 2137679 h 5664927"/>
                <a:gd name="connsiteX4268" fmla="*/ 2074027 w 4006679"/>
                <a:gd name="connsiteY4268" fmla="*/ 2125743 h 5664927"/>
                <a:gd name="connsiteX4269" fmla="*/ 2051645 w 4006679"/>
                <a:gd name="connsiteY4269" fmla="*/ 2113806 h 5664927"/>
                <a:gd name="connsiteX4270" fmla="*/ 2030756 w 4006679"/>
                <a:gd name="connsiteY4270" fmla="*/ 2133203 h 5664927"/>
                <a:gd name="connsiteX4271" fmla="*/ 2003898 w 4006679"/>
                <a:gd name="connsiteY4271" fmla="*/ 2152600 h 5664927"/>
                <a:gd name="connsiteX4272" fmla="*/ 2024787 w 4006679"/>
                <a:gd name="connsiteY4272" fmla="*/ 2176474 h 5664927"/>
                <a:gd name="connsiteX4273" fmla="*/ 2053137 w 4006679"/>
                <a:gd name="connsiteY4273" fmla="*/ 2182442 h 5664927"/>
                <a:gd name="connsiteX4274" fmla="*/ 2069550 w 4006679"/>
                <a:gd name="connsiteY4274" fmla="*/ 2155585 h 5664927"/>
                <a:gd name="connsiteX4275" fmla="*/ 2051645 w 4006679"/>
                <a:gd name="connsiteY4275" fmla="*/ 2113806 h 5664927"/>
                <a:gd name="connsiteX4276" fmla="*/ 1429437 w 4006679"/>
                <a:gd name="connsiteY4276" fmla="*/ 2061582 h 5664927"/>
                <a:gd name="connsiteX4277" fmla="*/ 1381690 w 4006679"/>
                <a:gd name="connsiteY4277" fmla="*/ 2083964 h 5664927"/>
                <a:gd name="connsiteX4278" fmla="*/ 1381690 w 4006679"/>
                <a:gd name="connsiteY4278" fmla="*/ 2103361 h 5664927"/>
                <a:gd name="connsiteX4279" fmla="*/ 1410040 w 4006679"/>
                <a:gd name="connsiteY4279" fmla="*/ 2115298 h 5664927"/>
                <a:gd name="connsiteX4280" fmla="*/ 1438390 w 4006679"/>
                <a:gd name="connsiteY4280" fmla="*/ 2077995 h 5664927"/>
                <a:gd name="connsiteX4281" fmla="*/ 1429437 w 4006679"/>
                <a:gd name="connsiteY4281" fmla="*/ 2061582 h 5664927"/>
                <a:gd name="connsiteX4282" fmla="*/ 2233402 w 4006679"/>
                <a:gd name="connsiteY4282" fmla="*/ 2118632 h 5664927"/>
                <a:gd name="connsiteX4283" fmla="*/ 2188919 w 4006679"/>
                <a:gd name="connsiteY4283" fmla="*/ 2127235 h 5664927"/>
                <a:gd name="connsiteX4284" fmla="*/ 2211301 w 4006679"/>
                <a:gd name="connsiteY4284" fmla="*/ 2192887 h 5664927"/>
                <a:gd name="connsiteX4285" fmla="*/ 2247111 w 4006679"/>
                <a:gd name="connsiteY4285" fmla="*/ 2179458 h 5664927"/>
                <a:gd name="connsiteX4286" fmla="*/ 2247111 w 4006679"/>
                <a:gd name="connsiteY4286" fmla="*/ 2127235 h 5664927"/>
                <a:gd name="connsiteX4287" fmla="*/ 2233402 w 4006679"/>
                <a:gd name="connsiteY4287" fmla="*/ 2118632 h 5664927"/>
                <a:gd name="connsiteX4288" fmla="*/ 2162061 w 4006679"/>
                <a:gd name="connsiteY4288" fmla="*/ 2107837 h 5664927"/>
                <a:gd name="connsiteX4289" fmla="*/ 2145648 w 4006679"/>
                <a:gd name="connsiteY4289" fmla="*/ 2131711 h 5664927"/>
                <a:gd name="connsiteX4290" fmla="*/ 2132219 w 4006679"/>
                <a:gd name="connsiteY4290" fmla="*/ 2173490 h 5664927"/>
                <a:gd name="connsiteX4291" fmla="*/ 2132219 w 4006679"/>
                <a:gd name="connsiteY4291" fmla="*/ 2307779 h 5664927"/>
                <a:gd name="connsiteX4292" fmla="*/ 2126251 w 4006679"/>
                <a:gd name="connsiteY4292" fmla="*/ 2318224 h 5664927"/>
                <a:gd name="connsiteX4293" fmla="*/ 2071043 w 4006679"/>
                <a:gd name="connsiteY4293" fmla="*/ 2406258 h 5664927"/>
                <a:gd name="connsiteX4294" fmla="*/ 2059106 w 4006679"/>
                <a:gd name="connsiteY4294" fmla="*/ 2422672 h 5664927"/>
                <a:gd name="connsiteX4295" fmla="*/ 2003898 w 4006679"/>
                <a:gd name="connsiteY4295" fmla="*/ 2476387 h 5664927"/>
                <a:gd name="connsiteX4296" fmla="*/ 1996437 w 4006679"/>
                <a:gd name="connsiteY4296" fmla="*/ 2485340 h 5664927"/>
                <a:gd name="connsiteX4297" fmla="*/ 1978532 w 4006679"/>
                <a:gd name="connsiteY4297" fmla="*/ 2501753 h 5664927"/>
                <a:gd name="connsiteX4298" fmla="*/ 1939737 w 4006679"/>
                <a:gd name="connsiteY4298" fmla="*/ 2536072 h 5664927"/>
                <a:gd name="connsiteX4299" fmla="*/ 1908403 w 4006679"/>
                <a:gd name="connsiteY4299" fmla="*/ 2542040 h 5664927"/>
                <a:gd name="connsiteX4300" fmla="*/ 1853195 w 4006679"/>
                <a:gd name="connsiteY4300" fmla="*/ 2553977 h 5664927"/>
                <a:gd name="connsiteX4301" fmla="*/ 1838274 w 4006679"/>
                <a:gd name="connsiteY4301" fmla="*/ 2556961 h 5664927"/>
                <a:gd name="connsiteX4302" fmla="*/ 1787543 w 4006679"/>
                <a:gd name="connsiteY4302" fmla="*/ 2558453 h 5664927"/>
                <a:gd name="connsiteX4303" fmla="*/ 1781574 w 4006679"/>
                <a:gd name="connsiteY4303" fmla="*/ 2550993 h 5664927"/>
                <a:gd name="connsiteX4304" fmla="*/ 1815893 w 4006679"/>
                <a:gd name="connsiteY4304" fmla="*/ 2543532 h 5664927"/>
                <a:gd name="connsiteX4305" fmla="*/ 1829321 w 4006679"/>
                <a:gd name="connsiteY4305" fmla="*/ 2506230 h 5664927"/>
                <a:gd name="connsiteX4306" fmla="*/ 1835290 w 4006679"/>
                <a:gd name="connsiteY4306" fmla="*/ 2540548 h 5664927"/>
                <a:gd name="connsiteX4307" fmla="*/ 1869608 w 4006679"/>
                <a:gd name="connsiteY4307" fmla="*/ 2540548 h 5664927"/>
                <a:gd name="connsiteX4308" fmla="*/ 1857672 w 4006679"/>
                <a:gd name="connsiteY4308" fmla="*/ 2486832 h 5664927"/>
                <a:gd name="connsiteX4309" fmla="*/ 1800971 w 4006679"/>
                <a:gd name="connsiteY4309" fmla="*/ 2522643 h 5664927"/>
                <a:gd name="connsiteX4310" fmla="*/ 1790527 w 4006679"/>
                <a:gd name="connsiteY4310" fmla="*/ 2533087 h 5664927"/>
                <a:gd name="connsiteX4311" fmla="*/ 1771129 w 4006679"/>
                <a:gd name="connsiteY4311" fmla="*/ 2545024 h 5664927"/>
                <a:gd name="connsiteX4312" fmla="*/ 1780082 w 4006679"/>
                <a:gd name="connsiteY4312" fmla="*/ 2583819 h 5664927"/>
                <a:gd name="connsiteX4313" fmla="*/ 1799479 w 4006679"/>
                <a:gd name="connsiteY4313" fmla="*/ 2598740 h 5664927"/>
                <a:gd name="connsiteX4314" fmla="*/ 1878561 w 4006679"/>
                <a:gd name="connsiteY4314" fmla="*/ 2588295 h 5664927"/>
                <a:gd name="connsiteX4315" fmla="*/ 2130727 w 4006679"/>
                <a:gd name="connsiteY4315" fmla="*/ 2407751 h 5664927"/>
                <a:gd name="connsiteX4316" fmla="*/ 2187427 w 4006679"/>
                <a:gd name="connsiteY4316" fmla="*/ 2263016 h 5664927"/>
                <a:gd name="connsiteX4317" fmla="*/ 2165045 w 4006679"/>
                <a:gd name="connsiteY4317" fmla="*/ 2118282 h 5664927"/>
                <a:gd name="connsiteX4318" fmla="*/ 2162061 w 4006679"/>
                <a:gd name="connsiteY4318" fmla="*/ 2107837 h 5664927"/>
                <a:gd name="connsiteX4319" fmla="*/ 3075790 w 4006679"/>
                <a:gd name="connsiteY4319" fmla="*/ 2181510 h 5664927"/>
                <a:gd name="connsiteX4320" fmla="*/ 3049864 w 4006679"/>
                <a:gd name="connsiteY4320" fmla="*/ 2186919 h 5664927"/>
                <a:gd name="connsiteX4321" fmla="*/ 2990180 w 4006679"/>
                <a:gd name="connsiteY4321" fmla="*/ 2231682 h 5664927"/>
                <a:gd name="connsiteX4322" fmla="*/ 2917067 w 4006679"/>
                <a:gd name="connsiteY4322" fmla="*/ 2318224 h 5664927"/>
                <a:gd name="connsiteX4323" fmla="*/ 2915574 w 4006679"/>
                <a:gd name="connsiteY4323" fmla="*/ 2349558 h 5664927"/>
                <a:gd name="connsiteX4324" fmla="*/ 2939448 w 4006679"/>
                <a:gd name="connsiteY4324" fmla="*/ 2376416 h 5664927"/>
                <a:gd name="connsiteX4325" fmla="*/ 2960338 w 4006679"/>
                <a:gd name="connsiteY4325" fmla="*/ 2345082 h 5664927"/>
                <a:gd name="connsiteX4326" fmla="*/ 3006593 w 4006679"/>
                <a:gd name="connsiteY4326" fmla="*/ 2286890 h 5664927"/>
                <a:gd name="connsiteX4327" fmla="*/ 3049864 w 4006679"/>
                <a:gd name="connsiteY4327" fmla="*/ 2249587 h 5664927"/>
                <a:gd name="connsiteX4328" fmla="*/ 3122977 w 4006679"/>
                <a:gd name="connsiteY4328" fmla="*/ 2204824 h 5664927"/>
                <a:gd name="connsiteX4329" fmla="*/ 3124469 w 4006679"/>
                <a:gd name="connsiteY4329" fmla="*/ 2200348 h 5664927"/>
                <a:gd name="connsiteX4330" fmla="*/ 3100596 w 4006679"/>
                <a:gd name="connsiteY4330" fmla="*/ 2188411 h 5664927"/>
                <a:gd name="connsiteX4331" fmla="*/ 3075790 w 4006679"/>
                <a:gd name="connsiteY4331" fmla="*/ 2181510 h 5664927"/>
                <a:gd name="connsiteX4332" fmla="*/ 1326482 w 4006679"/>
                <a:gd name="connsiteY4332" fmla="*/ 2037708 h 5664927"/>
                <a:gd name="connsiteX4333" fmla="*/ 1296640 w 4006679"/>
                <a:gd name="connsiteY4333" fmla="*/ 2076503 h 5664927"/>
                <a:gd name="connsiteX4334" fmla="*/ 1329466 w 4006679"/>
                <a:gd name="connsiteY4334" fmla="*/ 2085456 h 5664927"/>
                <a:gd name="connsiteX4335" fmla="*/ 1351848 w 4006679"/>
                <a:gd name="connsiteY4335" fmla="*/ 2070535 h 5664927"/>
                <a:gd name="connsiteX4336" fmla="*/ 1344387 w 4006679"/>
                <a:gd name="connsiteY4336" fmla="*/ 2049645 h 5664927"/>
                <a:gd name="connsiteX4337" fmla="*/ 1326482 w 4006679"/>
                <a:gd name="connsiteY4337" fmla="*/ 2037708 h 5664927"/>
                <a:gd name="connsiteX4338" fmla="*/ 1850211 w 4006679"/>
                <a:gd name="connsiteY4338" fmla="*/ 2069043 h 5664927"/>
                <a:gd name="connsiteX4339" fmla="*/ 1839766 w 4006679"/>
                <a:gd name="connsiteY4339" fmla="*/ 2076503 h 5664927"/>
                <a:gd name="connsiteX4340" fmla="*/ 1845735 w 4006679"/>
                <a:gd name="connsiteY4340" fmla="*/ 2125743 h 5664927"/>
                <a:gd name="connsiteX4341" fmla="*/ 1863640 w 4006679"/>
                <a:gd name="connsiteY4341" fmla="*/ 2128727 h 5664927"/>
                <a:gd name="connsiteX4342" fmla="*/ 1869608 w 4006679"/>
                <a:gd name="connsiteY4342" fmla="*/ 2115298 h 5664927"/>
                <a:gd name="connsiteX4343" fmla="*/ 1857672 w 4006679"/>
                <a:gd name="connsiteY4343" fmla="*/ 2077995 h 5664927"/>
                <a:gd name="connsiteX4344" fmla="*/ 1850211 w 4006679"/>
                <a:gd name="connsiteY4344" fmla="*/ 2069043 h 5664927"/>
                <a:gd name="connsiteX4345" fmla="*/ 1064058 w 4006679"/>
                <a:gd name="connsiteY4345" fmla="*/ 2004323 h 5664927"/>
                <a:gd name="connsiteX4346" fmla="*/ 1054919 w 4006679"/>
                <a:gd name="connsiteY4346" fmla="*/ 2016819 h 5664927"/>
                <a:gd name="connsiteX4347" fmla="*/ 1045966 w 4006679"/>
                <a:gd name="connsiteY4347" fmla="*/ 2066058 h 5664927"/>
                <a:gd name="connsiteX4348" fmla="*/ 1096698 w 4006679"/>
                <a:gd name="connsiteY4348" fmla="*/ 2072027 h 5664927"/>
                <a:gd name="connsiteX4349" fmla="*/ 1095206 w 4006679"/>
                <a:gd name="connsiteY4349" fmla="*/ 2030248 h 5664927"/>
                <a:gd name="connsiteX4350" fmla="*/ 1078792 w 4006679"/>
                <a:gd name="connsiteY4350" fmla="*/ 2006374 h 5664927"/>
                <a:gd name="connsiteX4351" fmla="*/ 1064058 w 4006679"/>
                <a:gd name="connsiteY4351" fmla="*/ 2004323 h 5664927"/>
                <a:gd name="connsiteX4352" fmla="*/ 1659408 w 4006679"/>
                <a:gd name="connsiteY4352" fmla="*/ 2049645 h 5664927"/>
                <a:gd name="connsiteX4353" fmla="*/ 1650269 w 4006679"/>
                <a:gd name="connsiteY4353" fmla="*/ 2057106 h 5664927"/>
                <a:gd name="connsiteX4354" fmla="*/ 1650269 w 4006679"/>
                <a:gd name="connsiteY4354" fmla="*/ 2082471 h 5664927"/>
                <a:gd name="connsiteX4355" fmla="*/ 1674143 w 4006679"/>
                <a:gd name="connsiteY4355" fmla="*/ 2091424 h 5664927"/>
                <a:gd name="connsiteX4356" fmla="*/ 1674143 w 4006679"/>
                <a:gd name="connsiteY4356" fmla="*/ 2051137 h 5664927"/>
                <a:gd name="connsiteX4357" fmla="*/ 1659408 w 4006679"/>
                <a:gd name="connsiteY4357" fmla="*/ 2049645 h 5664927"/>
                <a:gd name="connsiteX4358" fmla="*/ 3052848 w 4006679"/>
                <a:gd name="connsiteY4358" fmla="*/ 2161553 h 5664927"/>
                <a:gd name="connsiteX4359" fmla="*/ 3027482 w 4006679"/>
                <a:gd name="connsiteY4359" fmla="*/ 2167521 h 5664927"/>
                <a:gd name="connsiteX4360" fmla="*/ 2964814 w 4006679"/>
                <a:gd name="connsiteY4360" fmla="*/ 2191395 h 5664927"/>
                <a:gd name="connsiteX4361" fmla="*/ 2882748 w 4006679"/>
                <a:gd name="connsiteY4361" fmla="*/ 2286890 h 5664927"/>
                <a:gd name="connsiteX4362" fmla="*/ 2896177 w 4006679"/>
                <a:gd name="connsiteY4362" fmla="*/ 2325685 h 5664927"/>
                <a:gd name="connsiteX4363" fmla="*/ 2927511 w 4006679"/>
                <a:gd name="connsiteY4363" fmla="*/ 2277937 h 5664927"/>
                <a:gd name="connsiteX4364" fmla="*/ 2964814 w 4006679"/>
                <a:gd name="connsiteY4364" fmla="*/ 2237651 h 5664927"/>
                <a:gd name="connsiteX4365" fmla="*/ 3008085 w 4006679"/>
                <a:gd name="connsiteY4365" fmla="*/ 2198856 h 5664927"/>
                <a:gd name="connsiteX4366" fmla="*/ 3052848 w 4006679"/>
                <a:gd name="connsiteY4366" fmla="*/ 2161553 h 5664927"/>
                <a:gd name="connsiteX4367" fmla="*/ 1891804 w 4006679"/>
                <a:gd name="connsiteY4367" fmla="*/ 2059717 h 5664927"/>
                <a:gd name="connsiteX4368" fmla="*/ 1877069 w 4006679"/>
                <a:gd name="connsiteY4368" fmla="*/ 2066058 h 5664927"/>
                <a:gd name="connsiteX4369" fmla="*/ 1886021 w 4006679"/>
                <a:gd name="connsiteY4369" fmla="*/ 2124250 h 5664927"/>
                <a:gd name="connsiteX4370" fmla="*/ 1921832 w 4006679"/>
                <a:gd name="connsiteY4370" fmla="*/ 2112314 h 5664927"/>
                <a:gd name="connsiteX4371" fmla="*/ 1905419 w 4006679"/>
                <a:gd name="connsiteY4371" fmla="*/ 2064566 h 5664927"/>
                <a:gd name="connsiteX4372" fmla="*/ 1891804 w 4006679"/>
                <a:gd name="connsiteY4372" fmla="*/ 2059717 h 5664927"/>
                <a:gd name="connsiteX4373" fmla="*/ 1392135 w 4006679"/>
                <a:gd name="connsiteY4373" fmla="*/ 2015327 h 5664927"/>
                <a:gd name="connsiteX4374" fmla="*/ 1381690 w 4006679"/>
                <a:gd name="connsiteY4374" fmla="*/ 2030248 h 5664927"/>
                <a:gd name="connsiteX4375" fmla="*/ 1365277 w 4006679"/>
                <a:gd name="connsiteY4375" fmla="*/ 2043677 h 5664927"/>
                <a:gd name="connsiteX4376" fmla="*/ 1395119 w 4006679"/>
                <a:gd name="connsiteY4376" fmla="*/ 2072027 h 5664927"/>
                <a:gd name="connsiteX4377" fmla="*/ 1418992 w 4006679"/>
                <a:gd name="connsiteY4377" fmla="*/ 2049645 h 5664927"/>
                <a:gd name="connsiteX4378" fmla="*/ 1392135 w 4006679"/>
                <a:gd name="connsiteY4378" fmla="*/ 2015327 h 5664927"/>
                <a:gd name="connsiteX4379" fmla="*/ 2974886 w 4006679"/>
                <a:gd name="connsiteY4379" fmla="*/ 2142715 h 5664927"/>
                <a:gd name="connsiteX4380" fmla="*/ 2945416 w 4006679"/>
                <a:gd name="connsiteY4380" fmla="*/ 2155585 h 5664927"/>
                <a:gd name="connsiteX4381" fmla="*/ 2867827 w 4006679"/>
                <a:gd name="connsiteY4381" fmla="*/ 2221237 h 5664927"/>
                <a:gd name="connsiteX4382" fmla="*/ 2824556 w 4006679"/>
                <a:gd name="connsiteY4382" fmla="*/ 2271969 h 5664927"/>
                <a:gd name="connsiteX4383" fmla="*/ 2857382 w 4006679"/>
                <a:gd name="connsiteY4383" fmla="*/ 2297335 h 5664927"/>
                <a:gd name="connsiteX4384" fmla="*/ 2899161 w 4006679"/>
                <a:gd name="connsiteY4384" fmla="*/ 2234666 h 5664927"/>
                <a:gd name="connsiteX4385" fmla="*/ 2948401 w 4006679"/>
                <a:gd name="connsiteY4385" fmla="*/ 2185427 h 5664927"/>
                <a:gd name="connsiteX4386" fmla="*/ 3011069 w 4006679"/>
                <a:gd name="connsiteY4386" fmla="*/ 2146632 h 5664927"/>
                <a:gd name="connsiteX4387" fmla="*/ 2974886 w 4006679"/>
                <a:gd name="connsiteY4387" fmla="*/ 2142715 h 5664927"/>
                <a:gd name="connsiteX4388" fmla="*/ 1753224 w 4006679"/>
                <a:gd name="connsiteY4388" fmla="*/ 2036216 h 5664927"/>
                <a:gd name="connsiteX4389" fmla="*/ 1748748 w 4006679"/>
                <a:gd name="connsiteY4389" fmla="*/ 2109329 h 5664927"/>
                <a:gd name="connsiteX4390" fmla="*/ 1768145 w 4006679"/>
                <a:gd name="connsiteY4390" fmla="*/ 2113806 h 5664927"/>
                <a:gd name="connsiteX4391" fmla="*/ 1802464 w 4006679"/>
                <a:gd name="connsiteY4391" fmla="*/ 2072027 h 5664927"/>
                <a:gd name="connsiteX4392" fmla="*/ 1753224 w 4006679"/>
                <a:gd name="connsiteY4392" fmla="*/ 2036216 h 5664927"/>
                <a:gd name="connsiteX4393" fmla="*/ 1947198 w 4006679"/>
                <a:gd name="connsiteY4393" fmla="*/ 2045169 h 5664927"/>
                <a:gd name="connsiteX4394" fmla="*/ 1921832 w 4006679"/>
                <a:gd name="connsiteY4394" fmla="*/ 2055613 h 5664927"/>
                <a:gd name="connsiteX4395" fmla="*/ 1941229 w 4006679"/>
                <a:gd name="connsiteY4395" fmla="*/ 2109329 h 5664927"/>
                <a:gd name="connsiteX4396" fmla="*/ 1978532 w 4006679"/>
                <a:gd name="connsiteY4396" fmla="*/ 2082471 h 5664927"/>
                <a:gd name="connsiteX4397" fmla="*/ 1947198 w 4006679"/>
                <a:gd name="connsiteY4397" fmla="*/ 2045169 h 5664927"/>
                <a:gd name="connsiteX4398" fmla="*/ 1186224 w 4006679"/>
                <a:gd name="connsiteY4398" fmla="*/ 1981008 h 5664927"/>
                <a:gd name="connsiteX4399" fmla="*/ 1180256 w 4006679"/>
                <a:gd name="connsiteY4399" fmla="*/ 2009358 h 5664927"/>
                <a:gd name="connsiteX4400" fmla="*/ 1178764 w 4006679"/>
                <a:gd name="connsiteY4400" fmla="*/ 2039200 h 5664927"/>
                <a:gd name="connsiteX4401" fmla="*/ 1168319 w 4006679"/>
                <a:gd name="connsiteY4401" fmla="*/ 2054121 h 5664927"/>
                <a:gd name="connsiteX4402" fmla="*/ 1142953 w 4006679"/>
                <a:gd name="connsiteY4402" fmla="*/ 2004882 h 5664927"/>
                <a:gd name="connsiteX4403" fmla="*/ 1108634 w 4006679"/>
                <a:gd name="connsiteY4403" fmla="*/ 2075011 h 5664927"/>
                <a:gd name="connsiteX4404" fmla="*/ 1241432 w 4006679"/>
                <a:gd name="connsiteY4404" fmla="*/ 2004882 h 5664927"/>
                <a:gd name="connsiteX4405" fmla="*/ 1186224 w 4006679"/>
                <a:gd name="connsiteY4405" fmla="*/ 1981008 h 5664927"/>
                <a:gd name="connsiteX4406" fmla="*/ 2957353 w 4006679"/>
                <a:gd name="connsiteY4406" fmla="*/ 2124250 h 5664927"/>
                <a:gd name="connsiteX4407" fmla="*/ 2921543 w 4006679"/>
                <a:gd name="connsiteY4407" fmla="*/ 2130219 h 5664927"/>
                <a:gd name="connsiteX4408" fmla="*/ 2845445 w 4006679"/>
                <a:gd name="connsiteY4408" fmla="*/ 2182442 h 5664927"/>
                <a:gd name="connsiteX4409" fmla="*/ 2806651 w 4006679"/>
                <a:gd name="connsiteY4409" fmla="*/ 2245111 h 5664927"/>
                <a:gd name="connsiteX4410" fmla="*/ 2812619 w 4006679"/>
                <a:gd name="connsiteY4410" fmla="*/ 2260032 h 5664927"/>
                <a:gd name="connsiteX4411" fmla="*/ 2879764 w 4006679"/>
                <a:gd name="connsiteY4411" fmla="*/ 2189903 h 5664927"/>
                <a:gd name="connsiteX4412" fmla="*/ 2957353 w 4006679"/>
                <a:gd name="connsiteY4412" fmla="*/ 2124250 h 5664927"/>
                <a:gd name="connsiteX4413" fmla="*/ 2100885 w 4006679"/>
                <a:gd name="connsiteY4413" fmla="*/ 2052629 h 5664927"/>
                <a:gd name="connsiteX4414" fmla="*/ 2066566 w 4006679"/>
                <a:gd name="connsiteY4414" fmla="*/ 2095900 h 5664927"/>
                <a:gd name="connsiteX4415" fmla="*/ 2124758 w 4006679"/>
                <a:gd name="connsiteY4415" fmla="*/ 2125743 h 5664927"/>
                <a:gd name="connsiteX4416" fmla="*/ 2141172 w 4006679"/>
                <a:gd name="connsiteY4416" fmla="*/ 2107837 h 5664927"/>
                <a:gd name="connsiteX4417" fmla="*/ 2100885 w 4006679"/>
                <a:gd name="connsiteY4417" fmla="*/ 2052629 h 5664927"/>
                <a:gd name="connsiteX4418" fmla="*/ 1618935 w 4006679"/>
                <a:gd name="connsiteY4418" fmla="*/ 2010850 h 5664927"/>
                <a:gd name="connsiteX4419" fmla="*/ 1574171 w 4006679"/>
                <a:gd name="connsiteY4419" fmla="*/ 2054121 h 5664927"/>
                <a:gd name="connsiteX4420" fmla="*/ 1568203 w 4006679"/>
                <a:gd name="connsiteY4420" fmla="*/ 2086948 h 5664927"/>
                <a:gd name="connsiteX4421" fmla="*/ 1572679 w 4006679"/>
                <a:gd name="connsiteY4421" fmla="*/ 2106345 h 5664927"/>
                <a:gd name="connsiteX4422" fmla="*/ 1559250 w 4006679"/>
                <a:gd name="connsiteY4422" fmla="*/ 2177966 h 5664927"/>
                <a:gd name="connsiteX4423" fmla="*/ 1402579 w 4006679"/>
                <a:gd name="connsiteY4423" fmla="*/ 2251079 h 5664927"/>
                <a:gd name="connsiteX4424" fmla="*/ 1380198 w 4006679"/>
                <a:gd name="connsiteY4424" fmla="*/ 2267493 h 5664927"/>
                <a:gd name="connsiteX4425" fmla="*/ 1411532 w 4006679"/>
                <a:gd name="connsiteY4425" fmla="*/ 2292858 h 5664927"/>
                <a:gd name="connsiteX4426" fmla="*/ 1420485 w 4006679"/>
                <a:gd name="connsiteY4426" fmla="*/ 2295843 h 5664927"/>
                <a:gd name="connsiteX4427" fmla="*/ 1554774 w 4006679"/>
                <a:gd name="connsiteY4427" fmla="*/ 2254064 h 5664927"/>
                <a:gd name="connsiteX4428" fmla="*/ 1630872 w 4006679"/>
                <a:gd name="connsiteY4428" fmla="*/ 2070535 h 5664927"/>
                <a:gd name="connsiteX4429" fmla="*/ 1618935 w 4006679"/>
                <a:gd name="connsiteY4429" fmla="*/ 2010850 h 5664927"/>
                <a:gd name="connsiteX4430" fmla="*/ 1454803 w 4006679"/>
                <a:gd name="connsiteY4430" fmla="*/ 1997421 h 5664927"/>
                <a:gd name="connsiteX4431" fmla="*/ 1426453 w 4006679"/>
                <a:gd name="connsiteY4431" fmla="*/ 2021295 h 5664927"/>
                <a:gd name="connsiteX4432" fmla="*/ 1454803 w 4006679"/>
                <a:gd name="connsiteY4432" fmla="*/ 2040692 h 5664927"/>
                <a:gd name="connsiteX4433" fmla="*/ 1471216 w 4006679"/>
                <a:gd name="connsiteY4433" fmla="*/ 2028756 h 5664927"/>
                <a:gd name="connsiteX4434" fmla="*/ 1454803 w 4006679"/>
                <a:gd name="connsiteY4434" fmla="*/ 1997421 h 5664927"/>
                <a:gd name="connsiteX4435" fmla="*/ 1672650 w 4006679"/>
                <a:gd name="connsiteY4435" fmla="*/ 2010850 h 5664927"/>
                <a:gd name="connsiteX4436" fmla="*/ 1635348 w 4006679"/>
                <a:gd name="connsiteY4436" fmla="*/ 2030248 h 5664927"/>
                <a:gd name="connsiteX4437" fmla="*/ 1672650 w 4006679"/>
                <a:gd name="connsiteY4437" fmla="*/ 2036216 h 5664927"/>
                <a:gd name="connsiteX4438" fmla="*/ 1672650 w 4006679"/>
                <a:gd name="connsiteY4438" fmla="*/ 2010850 h 5664927"/>
                <a:gd name="connsiteX4439" fmla="*/ 2248603 w 4006679"/>
                <a:gd name="connsiteY4439" fmla="*/ 2057106 h 5664927"/>
                <a:gd name="connsiteX4440" fmla="*/ 2230698 w 4006679"/>
                <a:gd name="connsiteY4440" fmla="*/ 2107837 h 5664927"/>
                <a:gd name="connsiteX4441" fmla="*/ 2296351 w 4006679"/>
                <a:gd name="connsiteY4441" fmla="*/ 2094408 h 5664927"/>
                <a:gd name="connsiteX4442" fmla="*/ 2475403 w 4006679"/>
                <a:gd name="connsiteY4442" fmla="*/ 2163045 h 5664927"/>
                <a:gd name="connsiteX4443" fmla="*/ 2551501 w 4006679"/>
                <a:gd name="connsiteY4443" fmla="*/ 2212285 h 5664927"/>
                <a:gd name="connsiteX4444" fmla="*/ 2717124 w 4006679"/>
                <a:gd name="connsiteY4444" fmla="*/ 2345082 h 5664927"/>
                <a:gd name="connsiteX4445" fmla="*/ 2890209 w 4006679"/>
                <a:gd name="connsiteY4445" fmla="*/ 2497277 h 5664927"/>
                <a:gd name="connsiteX4446" fmla="*/ 3137898 w 4006679"/>
                <a:gd name="connsiteY4446" fmla="*/ 2685282 h 5664927"/>
                <a:gd name="connsiteX4447" fmla="*/ 3273680 w 4006679"/>
                <a:gd name="connsiteY4447" fmla="*/ 2770332 h 5664927"/>
                <a:gd name="connsiteX4448" fmla="*/ 3364698 w 4006679"/>
                <a:gd name="connsiteY4448" fmla="*/ 2813603 h 5664927"/>
                <a:gd name="connsiteX4449" fmla="*/ 3424382 w 4006679"/>
                <a:gd name="connsiteY4449" fmla="*/ 2830016 h 5664927"/>
                <a:gd name="connsiteX4450" fmla="*/ 3443780 w 4006679"/>
                <a:gd name="connsiteY4450" fmla="*/ 2831508 h 5664927"/>
                <a:gd name="connsiteX4451" fmla="*/ 3492256 w 4006679"/>
                <a:gd name="connsiteY4451" fmla="*/ 2835386 h 5664927"/>
                <a:gd name="connsiteX4452" fmla="*/ 3442288 w 4006679"/>
                <a:gd name="connsiteY4452" fmla="*/ 2833001 h 5664927"/>
                <a:gd name="connsiteX4453" fmla="*/ 3409461 w 4006679"/>
                <a:gd name="connsiteY4453" fmla="*/ 2830016 h 5664927"/>
                <a:gd name="connsiteX4454" fmla="*/ 3361714 w 4006679"/>
                <a:gd name="connsiteY4454" fmla="*/ 2818080 h 5664927"/>
                <a:gd name="connsiteX4455" fmla="*/ 3272188 w 4006679"/>
                <a:gd name="connsiteY4455" fmla="*/ 2776301 h 5664927"/>
                <a:gd name="connsiteX4456" fmla="*/ 3131930 w 4006679"/>
                <a:gd name="connsiteY4456" fmla="*/ 2695727 h 5664927"/>
                <a:gd name="connsiteX4457" fmla="*/ 3030466 w 4006679"/>
                <a:gd name="connsiteY4457" fmla="*/ 2622614 h 5664927"/>
                <a:gd name="connsiteX4458" fmla="*/ 2903637 w 4006679"/>
                <a:gd name="connsiteY4458" fmla="*/ 2525627 h 5664927"/>
                <a:gd name="connsiteX4459" fmla="*/ 2776808 w 4006679"/>
                <a:gd name="connsiteY4459" fmla="*/ 2416703 h 5664927"/>
                <a:gd name="connsiteX4460" fmla="*/ 2696235 w 4006679"/>
                <a:gd name="connsiteY4460" fmla="*/ 2354035 h 5664927"/>
                <a:gd name="connsiteX4461" fmla="*/ 2488832 w 4006679"/>
                <a:gd name="connsiteY4461" fmla="*/ 2188411 h 5664927"/>
                <a:gd name="connsiteX4462" fmla="*/ 2429148 w 4006679"/>
                <a:gd name="connsiteY4462" fmla="*/ 2152600 h 5664927"/>
                <a:gd name="connsiteX4463" fmla="*/ 2297843 w 4006679"/>
                <a:gd name="connsiteY4463" fmla="*/ 2113806 h 5664927"/>
                <a:gd name="connsiteX4464" fmla="*/ 2263524 w 4006679"/>
                <a:gd name="connsiteY4464" fmla="*/ 2107837 h 5664927"/>
                <a:gd name="connsiteX4465" fmla="*/ 2257556 w 4006679"/>
                <a:gd name="connsiteY4465" fmla="*/ 2188411 h 5664927"/>
                <a:gd name="connsiteX4466" fmla="*/ 2270985 w 4006679"/>
                <a:gd name="connsiteY4466" fmla="*/ 2188411 h 5664927"/>
                <a:gd name="connsiteX4467" fmla="*/ 2321716 w 4006679"/>
                <a:gd name="connsiteY4467" fmla="*/ 2188411 h 5664927"/>
                <a:gd name="connsiteX4468" fmla="*/ 2370956 w 4006679"/>
                <a:gd name="connsiteY4468" fmla="*/ 2204824 h 5664927"/>
                <a:gd name="connsiteX4469" fmla="*/ 2464959 w 4006679"/>
                <a:gd name="connsiteY4469" fmla="*/ 2236158 h 5664927"/>
                <a:gd name="connsiteX4470" fmla="*/ 2569406 w 4006679"/>
                <a:gd name="connsiteY4470" fmla="*/ 2313748 h 5664927"/>
                <a:gd name="connsiteX4471" fmla="*/ 2673853 w 4006679"/>
                <a:gd name="connsiteY4471" fmla="*/ 2406258 h 5664927"/>
                <a:gd name="connsiteX4472" fmla="*/ 2896177 w 4006679"/>
                <a:gd name="connsiteY4472" fmla="*/ 2622614 h 5664927"/>
                <a:gd name="connsiteX4473" fmla="*/ 2996148 w 4006679"/>
                <a:gd name="connsiteY4473" fmla="*/ 2692743 h 5664927"/>
                <a:gd name="connsiteX4474" fmla="*/ 3000624 w 4006679"/>
                <a:gd name="connsiteY4474" fmla="*/ 2700203 h 5664927"/>
                <a:gd name="connsiteX4475" fmla="*/ 2954369 w 4006679"/>
                <a:gd name="connsiteY4475" fmla="*/ 2701695 h 5664927"/>
                <a:gd name="connsiteX4476" fmla="*/ 2911098 w 4006679"/>
                <a:gd name="connsiteY4476" fmla="*/ 2695727 h 5664927"/>
                <a:gd name="connsiteX4477" fmla="*/ 2852906 w 4006679"/>
                <a:gd name="connsiteY4477" fmla="*/ 2694235 h 5664927"/>
                <a:gd name="connsiteX4478" fmla="*/ 2699219 w 4006679"/>
                <a:gd name="connsiteY4478" fmla="*/ 2706172 h 5664927"/>
                <a:gd name="connsiteX4479" fmla="*/ 2511214 w 4006679"/>
                <a:gd name="connsiteY4479" fmla="*/ 2773316 h 5664927"/>
                <a:gd name="connsiteX4480" fmla="*/ 2339622 w 4006679"/>
                <a:gd name="connsiteY4480" fmla="*/ 2841953 h 5664927"/>
                <a:gd name="connsiteX4481" fmla="*/ 2312764 w 4006679"/>
                <a:gd name="connsiteY4481" fmla="*/ 2888208 h 5664927"/>
                <a:gd name="connsiteX4482" fmla="*/ 2288780 w 4006679"/>
                <a:gd name="connsiteY4482" fmla="*/ 2891068 h 5664927"/>
                <a:gd name="connsiteX4483" fmla="*/ 2306236 w 4006679"/>
                <a:gd name="connsiteY4483" fmla="*/ 2885784 h 5664927"/>
                <a:gd name="connsiteX4484" fmla="*/ 2324701 w 4006679"/>
                <a:gd name="connsiteY4484" fmla="*/ 2844937 h 5664927"/>
                <a:gd name="connsiteX4485" fmla="*/ 2302319 w 4006679"/>
                <a:gd name="connsiteY4485" fmla="*/ 2828524 h 5664927"/>
                <a:gd name="connsiteX4486" fmla="*/ 2263524 w 4006679"/>
                <a:gd name="connsiteY4486" fmla="*/ 2856874 h 5664927"/>
                <a:gd name="connsiteX4487" fmla="*/ 2266508 w 4006679"/>
                <a:gd name="connsiteY4487" fmla="*/ 2885224 h 5664927"/>
                <a:gd name="connsiteX4488" fmla="*/ 2287616 w 4006679"/>
                <a:gd name="connsiteY4488" fmla="*/ 2891206 h 5664927"/>
                <a:gd name="connsiteX4489" fmla="*/ 2284600 w 4006679"/>
                <a:gd name="connsiteY4489" fmla="*/ 2891566 h 5664927"/>
                <a:gd name="connsiteX4490" fmla="*/ 2257556 w 4006679"/>
                <a:gd name="connsiteY4490" fmla="*/ 2883732 h 5664927"/>
                <a:gd name="connsiteX4491" fmla="*/ 2218761 w 4006679"/>
                <a:gd name="connsiteY4491" fmla="*/ 2935956 h 5664927"/>
                <a:gd name="connsiteX4492" fmla="*/ 2157585 w 4006679"/>
                <a:gd name="connsiteY4492" fmla="*/ 2924019 h 5664927"/>
                <a:gd name="connsiteX4493" fmla="*/ 2136695 w 4006679"/>
                <a:gd name="connsiteY4493" fmla="*/ 2949385 h 5664927"/>
                <a:gd name="connsiteX4494" fmla="*/ 2102377 w 4006679"/>
                <a:gd name="connsiteY4494" fmla="*/ 2959830 h 5664927"/>
                <a:gd name="connsiteX4495" fmla="*/ 2066566 w 4006679"/>
                <a:gd name="connsiteY4495" fmla="*/ 2931480 h 5664927"/>
                <a:gd name="connsiteX4496" fmla="*/ 2054629 w 4006679"/>
                <a:gd name="connsiteY4496" fmla="*/ 2903130 h 5664927"/>
                <a:gd name="connsiteX4497" fmla="*/ 2029264 w 4006679"/>
                <a:gd name="connsiteY4497" fmla="*/ 2918051 h 5664927"/>
                <a:gd name="connsiteX4498" fmla="*/ 2012850 w 4006679"/>
                <a:gd name="connsiteY4498" fmla="*/ 2988179 h 5664927"/>
                <a:gd name="connsiteX4499" fmla="*/ 2042693 w 4006679"/>
                <a:gd name="connsiteY4499" fmla="*/ 2994148 h 5664927"/>
                <a:gd name="connsiteX4500" fmla="*/ 2209808 w 4006679"/>
                <a:gd name="connsiteY4500" fmla="*/ 2973258 h 5664927"/>
                <a:gd name="connsiteX4501" fmla="*/ 2315748 w 4006679"/>
                <a:gd name="connsiteY4501" fmla="*/ 2927003 h 5664927"/>
                <a:gd name="connsiteX4502" fmla="*/ 2475403 w 4006679"/>
                <a:gd name="connsiteY4502" fmla="*/ 2855382 h 5664927"/>
                <a:gd name="connsiteX4503" fmla="*/ 2608201 w 4006679"/>
                <a:gd name="connsiteY4503" fmla="*/ 2803158 h 5664927"/>
                <a:gd name="connsiteX4504" fmla="*/ 2696235 w 4006679"/>
                <a:gd name="connsiteY4504" fmla="*/ 2785253 h 5664927"/>
                <a:gd name="connsiteX4505" fmla="*/ 2766364 w 4006679"/>
                <a:gd name="connsiteY4505" fmla="*/ 2777793 h 5664927"/>
                <a:gd name="connsiteX4506" fmla="*/ 2885732 w 4006679"/>
                <a:gd name="connsiteY4506" fmla="*/ 2764364 h 5664927"/>
                <a:gd name="connsiteX4507" fmla="*/ 2997640 w 4006679"/>
                <a:gd name="connsiteY4507" fmla="*/ 2770332 h 5664927"/>
                <a:gd name="connsiteX4508" fmla="*/ 3190122 w 4006679"/>
                <a:gd name="connsiteY4508" fmla="*/ 2804651 h 5664927"/>
                <a:gd name="connsiteX4509" fmla="*/ 3324411 w 4006679"/>
                <a:gd name="connsiteY4509" fmla="*/ 2865827 h 5664927"/>
                <a:gd name="connsiteX4510" fmla="*/ 3433335 w 4006679"/>
                <a:gd name="connsiteY4510" fmla="*/ 2952369 h 5664927"/>
                <a:gd name="connsiteX4511" fmla="*/ 3458701 w 4006679"/>
                <a:gd name="connsiteY4511" fmla="*/ 2986688 h 5664927"/>
                <a:gd name="connsiteX4512" fmla="*/ 3475114 w 4006679"/>
                <a:gd name="connsiteY4512" fmla="*/ 3125453 h 5664927"/>
                <a:gd name="connsiteX4513" fmla="*/ 3307998 w 4006679"/>
                <a:gd name="connsiteY4513" fmla="*/ 3316443 h 5664927"/>
                <a:gd name="connsiteX4514" fmla="*/ 3128945 w 4006679"/>
                <a:gd name="connsiteY4514" fmla="*/ 3311967 h 5664927"/>
                <a:gd name="connsiteX4515" fmla="*/ 3048372 w 4006679"/>
                <a:gd name="connsiteY4515" fmla="*/ 3267203 h 5664927"/>
                <a:gd name="connsiteX4516" fmla="*/ 2990180 w 4006679"/>
                <a:gd name="connsiteY4516" fmla="*/ 3186630 h 5664927"/>
                <a:gd name="connsiteX4517" fmla="*/ 2984211 w 4006679"/>
                <a:gd name="connsiteY4517" fmla="*/ 3167232 h 5664927"/>
                <a:gd name="connsiteX4518" fmla="*/ 2984211 w 4006679"/>
                <a:gd name="connsiteY4518" fmla="*/ 3094119 h 5664927"/>
                <a:gd name="connsiteX4519" fmla="*/ 3064785 w 4006679"/>
                <a:gd name="connsiteY4519" fmla="*/ 2973258 h 5664927"/>
                <a:gd name="connsiteX4520" fmla="*/ 3142374 w 4006679"/>
                <a:gd name="connsiteY4520" fmla="*/ 2938940 h 5664927"/>
                <a:gd name="connsiteX4521" fmla="*/ 3312475 w 4006679"/>
                <a:gd name="connsiteY4521" fmla="*/ 2968782 h 5664927"/>
                <a:gd name="connsiteX4522" fmla="*/ 3391556 w 4006679"/>
                <a:gd name="connsiteY4522" fmla="*/ 3092627 h 5664927"/>
                <a:gd name="connsiteX4523" fmla="*/ 3393048 w 4006679"/>
                <a:gd name="connsiteY4523" fmla="*/ 3137390 h 5664927"/>
                <a:gd name="connsiteX4524" fmla="*/ 3319935 w 4006679"/>
                <a:gd name="connsiteY4524" fmla="*/ 3223932 h 5664927"/>
                <a:gd name="connsiteX4525" fmla="*/ 3173709 w 4006679"/>
                <a:gd name="connsiteY4525" fmla="*/ 3237361 h 5664927"/>
                <a:gd name="connsiteX4526" fmla="*/ 3079706 w 4006679"/>
                <a:gd name="connsiteY4526" fmla="*/ 3112024 h 5664927"/>
                <a:gd name="connsiteX4527" fmla="*/ 3079706 w 4006679"/>
                <a:gd name="connsiteY4527" fmla="*/ 3104564 h 5664927"/>
                <a:gd name="connsiteX4528" fmla="*/ 3125961 w 4006679"/>
                <a:gd name="connsiteY4528" fmla="*/ 3035927 h 5664927"/>
                <a:gd name="connsiteX4529" fmla="*/ 3205043 w 4006679"/>
                <a:gd name="connsiteY4529" fmla="*/ 3022498 h 5664927"/>
                <a:gd name="connsiteX4530" fmla="*/ 3254282 w 4006679"/>
                <a:gd name="connsiteY4530" fmla="*/ 3035927 h 5664927"/>
                <a:gd name="connsiteX4531" fmla="*/ 3303522 w 4006679"/>
                <a:gd name="connsiteY4531" fmla="*/ 3100087 h 5664927"/>
                <a:gd name="connsiteX4532" fmla="*/ 3297553 w 4006679"/>
                <a:gd name="connsiteY4532" fmla="*/ 3144851 h 5664927"/>
                <a:gd name="connsiteX4533" fmla="*/ 3242346 w 4006679"/>
                <a:gd name="connsiteY4533" fmla="*/ 3180661 h 5664927"/>
                <a:gd name="connsiteX4534" fmla="*/ 3173709 w 4006679"/>
                <a:gd name="connsiteY4534" fmla="*/ 3170217 h 5664927"/>
                <a:gd name="connsiteX4535" fmla="*/ 3154311 w 4006679"/>
                <a:gd name="connsiteY4535" fmla="*/ 3128438 h 5664927"/>
                <a:gd name="connsiteX4536" fmla="*/ 3175201 w 4006679"/>
                <a:gd name="connsiteY4536" fmla="*/ 3097103 h 5664927"/>
                <a:gd name="connsiteX4537" fmla="*/ 3221456 w 4006679"/>
                <a:gd name="connsiteY4537" fmla="*/ 3100087 h 5664927"/>
                <a:gd name="connsiteX4538" fmla="*/ 3224439 w 4006679"/>
                <a:gd name="connsiteY4538" fmla="*/ 3110532 h 5664927"/>
                <a:gd name="connsiteX4539" fmla="*/ 3212503 w 4006679"/>
                <a:gd name="connsiteY4539" fmla="*/ 3115008 h 5664927"/>
                <a:gd name="connsiteX4540" fmla="*/ 3196090 w 4006679"/>
                <a:gd name="connsiteY4540" fmla="*/ 3109040 h 5664927"/>
                <a:gd name="connsiteX4541" fmla="*/ 3169232 w 4006679"/>
                <a:gd name="connsiteY4541" fmla="*/ 3129930 h 5664927"/>
                <a:gd name="connsiteX4542" fmla="*/ 3184152 w 4006679"/>
                <a:gd name="connsiteY4542" fmla="*/ 3159772 h 5664927"/>
                <a:gd name="connsiteX4543" fmla="*/ 3285617 w 4006679"/>
                <a:gd name="connsiteY4543" fmla="*/ 3132914 h 5664927"/>
                <a:gd name="connsiteX4544" fmla="*/ 3288601 w 4006679"/>
                <a:gd name="connsiteY4544" fmla="*/ 3110532 h 5664927"/>
                <a:gd name="connsiteX4545" fmla="*/ 3218472 w 4006679"/>
                <a:gd name="connsiteY4545" fmla="*/ 3035927 h 5664927"/>
                <a:gd name="connsiteX4546" fmla="*/ 3134914 w 4006679"/>
                <a:gd name="connsiteY4546" fmla="*/ 3041895 h 5664927"/>
                <a:gd name="connsiteX4547" fmla="*/ 3091643 w 4006679"/>
                <a:gd name="connsiteY4547" fmla="*/ 3086659 h 5664927"/>
                <a:gd name="connsiteX4548" fmla="*/ 3169232 w 4006679"/>
                <a:gd name="connsiteY4548" fmla="*/ 3222440 h 5664927"/>
                <a:gd name="connsiteX4549" fmla="*/ 3336348 w 4006679"/>
                <a:gd name="connsiteY4549" fmla="*/ 3189614 h 5664927"/>
                <a:gd name="connsiteX4550" fmla="*/ 3376635 w 4006679"/>
                <a:gd name="connsiteY4550" fmla="*/ 3103072 h 5664927"/>
                <a:gd name="connsiteX4551" fmla="*/ 3358730 w 4006679"/>
                <a:gd name="connsiteY4551" fmla="*/ 3038911 h 5664927"/>
                <a:gd name="connsiteX4552" fmla="*/ 3354254 w 4006679"/>
                <a:gd name="connsiteY4552" fmla="*/ 3029958 h 5664927"/>
                <a:gd name="connsiteX4553" fmla="*/ 3242346 w 4006679"/>
                <a:gd name="connsiteY4553" fmla="*/ 2950877 h 5664927"/>
                <a:gd name="connsiteX4554" fmla="*/ 3134914 w 4006679"/>
                <a:gd name="connsiteY4554" fmla="*/ 2949385 h 5664927"/>
                <a:gd name="connsiteX4555" fmla="*/ 3075230 w 4006679"/>
                <a:gd name="connsiteY4555" fmla="*/ 2974751 h 5664927"/>
                <a:gd name="connsiteX4556" fmla="*/ 3017038 w 4006679"/>
                <a:gd name="connsiteY4556" fmla="*/ 3022498 h 5664927"/>
                <a:gd name="connsiteX4557" fmla="*/ 3018530 w 4006679"/>
                <a:gd name="connsiteY4557" fmla="*/ 3197074 h 5664927"/>
                <a:gd name="connsiteX4558" fmla="*/ 3034943 w 4006679"/>
                <a:gd name="connsiteY4558" fmla="*/ 3222440 h 5664927"/>
                <a:gd name="connsiteX4559" fmla="*/ 3124469 w 4006679"/>
                <a:gd name="connsiteY4559" fmla="*/ 3292569 h 5664927"/>
                <a:gd name="connsiteX4560" fmla="*/ 3291585 w 4006679"/>
                <a:gd name="connsiteY4560" fmla="*/ 3301522 h 5664927"/>
                <a:gd name="connsiteX4561" fmla="*/ 3427367 w 4006679"/>
                <a:gd name="connsiteY4561" fmla="*/ 3204535 h 5664927"/>
                <a:gd name="connsiteX4562" fmla="*/ 3458701 w 4006679"/>
                <a:gd name="connsiteY4562" fmla="*/ 3022498 h 5664927"/>
                <a:gd name="connsiteX4563" fmla="*/ 3455717 w 4006679"/>
                <a:gd name="connsiteY4563" fmla="*/ 3010561 h 5664927"/>
                <a:gd name="connsiteX4564" fmla="*/ 3404985 w 4006679"/>
                <a:gd name="connsiteY4564" fmla="*/ 2937448 h 5664927"/>
                <a:gd name="connsiteX4565" fmla="*/ 3273680 w 4006679"/>
                <a:gd name="connsiteY4565" fmla="*/ 2847922 h 5664927"/>
                <a:gd name="connsiteX4566" fmla="*/ 3173709 w 4006679"/>
                <a:gd name="connsiteY4566" fmla="*/ 2809127 h 5664927"/>
                <a:gd name="connsiteX4567" fmla="*/ 3039419 w 4006679"/>
                <a:gd name="connsiteY4567" fmla="*/ 2780777 h 5664927"/>
                <a:gd name="connsiteX4568" fmla="*/ 2897669 w 4006679"/>
                <a:gd name="connsiteY4568" fmla="*/ 2771824 h 5664927"/>
                <a:gd name="connsiteX4569" fmla="*/ 2700711 w 4006679"/>
                <a:gd name="connsiteY4569" fmla="*/ 2788237 h 5664927"/>
                <a:gd name="connsiteX4570" fmla="*/ 2629090 w 4006679"/>
                <a:gd name="connsiteY4570" fmla="*/ 2801666 h 5664927"/>
                <a:gd name="connsiteX4571" fmla="*/ 2536580 w 4006679"/>
                <a:gd name="connsiteY4571" fmla="*/ 2838969 h 5664927"/>
                <a:gd name="connsiteX4572" fmla="*/ 2356035 w 4006679"/>
                <a:gd name="connsiteY4572" fmla="*/ 2915066 h 5664927"/>
                <a:gd name="connsiteX4573" fmla="*/ 2268001 w 4006679"/>
                <a:gd name="connsiteY4573" fmla="*/ 2958337 h 5664927"/>
                <a:gd name="connsiteX4574" fmla="*/ 2139679 w 4006679"/>
                <a:gd name="connsiteY4574" fmla="*/ 2994148 h 5664927"/>
                <a:gd name="connsiteX4575" fmla="*/ 2041201 w 4006679"/>
                <a:gd name="connsiteY4575" fmla="*/ 2997132 h 5664927"/>
                <a:gd name="connsiteX4576" fmla="*/ 1988977 w 4006679"/>
                <a:gd name="connsiteY4576" fmla="*/ 2992656 h 5664927"/>
                <a:gd name="connsiteX4577" fmla="*/ 1975548 w 4006679"/>
                <a:gd name="connsiteY4577" fmla="*/ 3034435 h 5664927"/>
                <a:gd name="connsiteX4578" fmla="*/ 2027771 w 4006679"/>
                <a:gd name="connsiteY4578" fmla="*/ 3040403 h 5664927"/>
                <a:gd name="connsiteX4579" fmla="*/ 2165045 w 4006679"/>
                <a:gd name="connsiteY4579" fmla="*/ 3037419 h 5664927"/>
                <a:gd name="connsiteX4580" fmla="*/ 2282922 w 4006679"/>
                <a:gd name="connsiteY4580" fmla="*/ 3007577 h 5664927"/>
                <a:gd name="connsiteX4581" fmla="*/ 2433624 w 4006679"/>
                <a:gd name="connsiteY4581" fmla="*/ 2946401 h 5664927"/>
                <a:gd name="connsiteX4582" fmla="*/ 2530611 w 4006679"/>
                <a:gd name="connsiteY4582" fmla="*/ 2906114 h 5664927"/>
                <a:gd name="connsiteX4583" fmla="*/ 2691759 w 4006679"/>
                <a:gd name="connsiteY4583" fmla="*/ 2853890 h 5664927"/>
                <a:gd name="connsiteX4584" fmla="*/ 2917067 w 4006679"/>
                <a:gd name="connsiteY4584" fmla="*/ 2830016 h 5664927"/>
                <a:gd name="connsiteX4585" fmla="*/ 3081198 w 4006679"/>
                <a:gd name="connsiteY4585" fmla="*/ 2847922 h 5664927"/>
                <a:gd name="connsiteX4586" fmla="*/ 3125961 w 4006679"/>
                <a:gd name="connsiteY4586" fmla="*/ 2870303 h 5664927"/>
                <a:gd name="connsiteX4587" fmla="*/ 3100596 w 4006679"/>
                <a:gd name="connsiteY4587" fmla="*/ 2886716 h 5664927"/>
                <a:gd name="connsiteX4588" fmla="*/ 2996148 w 4006679"/>
                <a:gd name="connsiteY4588" fmla="*/ 2943416 h 5664927"/>
                <a:gd name="connsiteX4589" fmla="*/ 2960338 w 4006679"/>
                <a:gd name="connsiteY4589" fmla="*/ 2986688 h 5664927"/>
                <a:gd name="connsiteX4590" fmla="*/ 2923035 w 4006679"/>
                <a:gd name="connsiteY4590" fmla="*/ 3129930 h 5664927"/>
                <a:gd name="connsiteX4591" fmla="*/ 2951385 w 4006679"/>
                <a:gd name="connsiteY4591" fmla="*/ 3261235 h 5664927"/>
                <a:gd name="connsiteX4592" fmla="*/ 3045387 w 4006679"/>
                <a:gd name="connsiteY4592" fmla="*/ 3340316 h 5664927"/>
                <a:gd name="connsiteX4593" fmla="*/ 3212503 w 4006679"/>
                <a:gd name="connsiteY4593" fmla="*/ 3377619 h 5664927"/>
                <a:gd name="connsiteX4594" fmla="*/ 3367682 w 4006679"/>
                <a:gd name="connsiteY4594" fmla="*/ 3353745 h 5664927"/>
                <a:gd name="connsiteX4595" fmla="*/ 3473622 w 4006679"/>
                <a:gd name="connsiteY4595" fmla="*/ 3310474 h 5664927"/>
                <a:gd name="connsiteX4596" fmla="*/ 3513909 w 4006679"/>
                <a:gd name="connsiteY4596" fmla="*/ 3273172 h 5664927"/>
                <a:gd name="connsiteX4597" fmla="*/ 3561656 w 4006679"/>
                <a:gd name="connsiteY4597" fmla="*/ 3040403 h 5664927"/>
                <a:gd name="connsiteX4598" fmla="*/ 3498987 w 4006679"/>
                <a:gd name="connsiteY4598" fmla="*/ 2927003 h 5664927"/>
                <a:gd name="connsiteX4599" fmla="*/ 3484066 w 4006679"/>
                <a:gd name="connsiteY4599" fmla="*/ 2910590 h 5664927"/>
                <a:gd name="connsiteX4600" fmla="*/ 3481082 w 4006679"/>
                <a:gd name="connsiteY4600" fmla="*/ 2895669 h 5664927"/>
                <a:gd name="connsiteX4601" fmla="*/ 3497496 w 4006679"/>
                <a:gd name="connsiteY4601" fmla="*/ 2889701 h 5664927"/>
                <a:gd name="connsiteX4602" fmla="*/ 3513908 w 4006679"/>
                <a:gd name="connsiteY4602" fmla="*/ 2895669 h 5664927"/>
                <a:gd name="connsiteX4603" fmla="*/ 3579562 w 4006679"/>
                <a:gd name="connsiteY4603" fmla="*/ 2897161 h 5664927"/>
                <a:gd name="connsiteX4604" fmla="*/ 3721312 w 4006679"/>
                <a:gd name="connsiteY4604" fmla="*/ 2767348 h 5664927"/>
                <a:gd name="connsiteX4605" fmla="*/ 3746677 w 4006679"/>
                <a:gd name="connsiteY4605" fmla="*/ 2646487 h 5664927"/>
                <a:gd name="connsiteX4606" fmla="*/ 3736233 w 4006679"/>
                <a:gd name="connsiteY4606" fmla="*/ 2609185 h 5664927"/>
                <a:gd name="connsiteX4607" fmla="*/ 3682517 w 4006679"/>
                <a:gd name="connsiteY4607" fmla="*/ 2565914 h 5664927"/>
                <a:gd name="connsiteX4608" fmla="*/ 3686993 w 4006679"/>
                <a:gd name="connsiteY4608" fmla="*/ 2622614 h 5664927"/>
                <a:gd name="connsiteX4609" fmla="*/ 3681025 w 4006679"/>
                <a:gd name="connsiteY4609" fmla="*/ 2713632 h 5664927"/>
                <a:gd name="connsiteX4610" fmla="*/ 3579562 w 4006679"/>
                <a:gd name="connsiteY4610" fmla="*/ 2819572 h 5664927"/>
                <a:gd name="connsiteX4611" fmla="*/ 3562638 w 4006679"/>
                <a:gd name="connsiteY4611" fmla="*/ 2823815 h 5664927"/>
                <a:gd name="connsiteX4612" fmla="*/ 3595975 w 4006679"/>
                <a:gd name="connsiteY4612" fmla="*/ 2808381 h 5664927"/>
                <a:gd name="connsiteX4613" fmla="*/ 3631785 w 4006679"/>
                <a:gd name="connsiteY4613" fmla="*/ 2780777 h 5664927"/>
                <a:gd name="connsiteX4614" fmla="*/ 3678040 w 4006679"/>
                <a:gd name="connsiteY4614" fmla="*/ 2712140 h 5664927"/>
                <a:gd name="connsiteX4615" fmla="*/ 3682517 w 4006679"/>
                <a:gd name="connsiteY4615" fmla="*/ 2685282 h 5664927"/>
                <a:gd name="connsiteX4616" fmla="*/ 3669088 w 4006679"/>
                <a:gd name="connsiteY4616" fmla="*/ 2571882 h 5664927"/>
                <a:gd name="connsiteX4617" fmla="*/ 3657151 w 4006679"/>
                <a:gd name="connsiteY4617" fmla="*/ 2553977 h 5664927"/>
                <a:gd name="connsiteX4618" fmla="*/ 3578069 w 4006679"/>
                <a:gd name="connsiteY4618" fmla="*/ 2488324 h 5664927"/>
                <a:gd name="connsiteX4619" fmla="*/ 3487051 w 4006679"/>
                <a:gd name="connsiteY4619" fmla="*/ 2459974 h 5664927"/>
                <a:gd name="connsiteX4620" fmla="*/ 3396032 w 4006679"/>
                <a:gd name="connsiteY4620" fmla="*/ 2494293 h 5664927"/>
                <a:gd name="connsiteX4621" fmla="*/ 3385588 w 4006679"/>
                <a:gd name="connsiteY4621" fmla="*/ 2500261 h 5664927"/>
                <a:gd name="connsiteX4622" fmla="*/ 3312475 w 4006679"/>
                <a:gd name="connsiteY4622" fmla="*/ 2597248 h 5664927"/>
                <a:gd name="connsiteX4623" fmla="*/ 3342317 w 4006679"/>
                <a:gd name="connsiteY4623" fmla="*/ 2677822 h 5664927"/>
                <a:gd name="connsiteX4624" fmla="*/ 3428859 w 4006679"/>
                <a:gd name="connsiteY4624" fmla="*/ 2731537 h 5664927"/>
                <a:gd name="connsiteX4625" fmla="*/ 3433335 w 4006679"/>
                <a:gd name="connsiteY4625" fmla="*/ 2738998 h 5664927"/>
                <a:gd name="connsiteX4626" fmla="*/ 3416922 w 4006679"/>
                <a:gd name="connsiteY4626" fmla="*/ 2736014 h 5664927"/>
                <a:gd name="connsiteX4627" fmla="*/ 3340824 w 4006679"/>
                <a:gd name="connsiteY4627" fmla="*/ 2692743 h 5664927"/>
                <a:gd name="connsiteX4628" fmla="*/ 3321427 w 4006679"/>
                <a:gd name="connsiteY4628" fmla="*/ 2524135 h 5664927"/>
                <a:gd name="connsiteX4629" fmla="*/ 3490034 w 4006679"/>
                <a:gd name="connsiteY4629" fmla="*/ 2440577 h 5664927"/>
                <a:gd name="connsiteX4630" fmla="*/ 3507940 w 4006679"/>
                <a:gd name="connsiteY4630" fmla="*/ 2436100 h 5664927"/>
                <a:gd name="connsiteX4631" fmla="*/ 3487051 w 4006679"/>
                <a:gd name="connsiteY4631" fmla="*/ 2424164 h 5664927"/>
                <a:gd name="connsiteX4632" fmla="*/ 3406477 w 4006679"/>
                <a:gd name="connsiteY4632" fmla="*/ 2428640 h 5664927"/>
                <a:gd name="connsiteX4633" fmla="*/ 3276664 w 4006679"/>
                <a:gd name="connsiteY4633" fmla="*/ 2500261 h 5664927"/>
                <a:gd name="connsiteX4634" fmla="*/ 3258759 w 4006679"/>
                <a:gd name="connsiteY4634" fmla="*/ 2524135 h 5664927"/>
                <a:gd name="connsiteX4635" fmla="*/ 3246822 w 4006679"/>
                <a:gd name="connsiteY4635" fmla="*/ 2634551 h 5664927"/>
                <a:gd name="connsiteX4636" fmla="*/ 3303522 w 4006679"/>
                <a:gd name="connsiteY4636" fmla="*/ 2727061 h 5664927"/>
                <a:gd name="connsiteX4637" fmla="*/ 3312474 w 4006679"/>
                <a:gd name="connsiteY4637" fmla="*/ 2738998 h 5664927"/>
                <a:gd name="connsiteX4638" fmla="*/ 3287109 w 4006679"/>
                <a:gd name="connsiteY4638" fmla="*/ 2737506 h 5664927"/>
                <a:gd name="connsiteX4639" fmla="*/ 3224440 w 4006679"/>
                <a:gd name="connsiteY4639" fmla="*/ 2697219 h 5664927"/>
                <a:gd name="connsiteX4640" fmla="*/ 3099103 w 4006679"/>
                <a:gd name="connsiteY4640" fmla="*/ 2606201 h 5664927"/>
                <a:gd name="connsiteX4641" fmla="*/ 2985703 w 4006679"/>
                <a:gd name="connsiteY4641" fmla="*/ 2524135 h 5664927"/>
                <a:gd name="connsiteX4642" fmla="*/ 2911098 w 4006679"/>
                <a:gd name="connsiteY4642" fmla="*/ 2461466 h 5664927"/>
                <a:gd name="connsiteX4643" fmla="*/ 2805159 w 4006679"/>
                <a:gd name="connsiteY4643" fmla="*/ 2355527 h 5664927"/>
                <a:gd name="connsiteX4644" fmla="*/ 2709664 w 4006679"/>
                <a:gd name="connsiteY4644" fmla="*/ 2274953 h 5664927"/>
                <a:gd name="connsiteX4645" fmla="*/ 2618645 w 4006679"/>
                <a:gd name="connsiteY4645" fmla="*/ 2204824 h 5664927"/>
                <a:gd name="connsiteX4646" fmla="*/ 2453022 w 4006679"/>
                <a:gd name="connsiteY4646" fmla="*/ 2115298 h 5664927"/>
                <a:gd name="connsiteX4647" fmla="*/ 2388861 w 4006679"/>
                <a:gd name="connsiteY4647" fmla="*/ 2088440 h 5664927"/>
                <a:gd name="connsiteX4648" fmla="*/ 2302319 w 4006679"/>
                <a:gd name="connsiteY4648" fmla="*/ 2066058 h 5664927"/>
                <a:gd name="connsiteX4649" fmla="*/ 2248603 w 4006679"/>
                <a:gd name="connsiteY4649" fmla="*/ 2057106 h 5664927"/>
                <a:gd name="connsiteX4650" fmla="*/ 3536290 w 4006679"/>
                <a:gd name="connsiteY4650" fmla="*/ 2160061 h 5664927"/>
                <a:gd name="connsiteX4651" fmla="*/ 3472130 w 4006679"/>
                <a:gd name="connsiteY4651" fmla="*/ 2166029 h 5664927"/>
                <a:gd name="connsiteX4652" fmla="*/ 3419906 w 4006679"/>
                <a:gd name="connsiteY4652" fmla="*/ 2258540 h 5664927"/>
                <a:gd name="connsiteX4653" fmla="*/ 3473622 w 4006679"/>
                <a:gd name="connsiteY4653" fmla="*/ 2364480 h 5664927"/>
                <a:gd name="connsiteX4654" fmla="*/ 3640738 w 4006679"/>
                <a:gd name="connsiteY4654" fmla="*/ 2440577 h 5664927"/>
                <a:gd name="connsiteX4655" fmla="*/ 3727280 w 4006679"/>
                <a:gd name="connsiteY4655" fmla="*/ 2419687 h 5664927"/>
                <a:gd name="connsiteX4656" fmla="*/ 3710867 w 4006679"/>
                <a:gd name="connsiteY4656" fmla="*/ 2295843 h 5664927"/>
                <a:gd name="connsiteX4657" fmla="*/ 3710867 w 4006679"/>
                <a:gd name="connsiteY4657" fmla="*/ 2306287 h 5664927"/>
                <a:gd name="connsiteX4658" fmla="*/ 3664611 w 4006679"/>
                <a:gd name="connsiteY4658" fmla="*/ 2373432 h 5664927"/>
                <a:gd name="connsiteX4659" fmla="*/ 3536290 w 4006679"/>
                <a:gd name="connsiteY4659" fmla="*/ 2365972 h 5664927"/>
                <a:gd name="connsiteX4660" fmla="*/ 3490035 w 4006679"/>
                <a:gd name="connsiteY4660" fmla="*/ 2285398 h 5664927"/>
                <a:gd name="connsiteX4661" fmla="*/ 3528830 w 4006679"/>
                <a:gd name="connsiteY4661" fmla="*/ 2236158 h 5664927"/>
                <a:gd name="connsiteX4662" fmla="*/ 3592990 w 4006679"/>
                <a:gd name="connsiteY4662" fmla="*/ 2233174 h 5664927"/>
                <a:gd name="connsiteX4663" fmla="*/ 3639246 w 4006679"/>
                <a:gd name="connsiteY4663" fmla="*/ 2251079 h 5664927"/>
                <a:gd name="connsiteX4664" fmla="*/ 3658643 w 4006679"/>
                <a:gd name="connsiteY4664" fmla="*/ 2304795 h 5664927"/>
                <a:gd name="connsiteX4665" fmla="*/ 3622833 w 4006679"/>
                <a:gd name="connsiteY4665" fmla="*/ 2337622 h 5664927"/>
                <a:gd name="connsiteX4666" fmla="*/ 3569117 w 4006679"/>
                <a:gd name="connsiteY4666" fmla="*/ 2325685 h 5664927"/>
                <a:gd name="connsiteX4667" fmla="*/ 3563148 w 4006679"/>
                <a:gd name="connsiteY4667" fmla="*/ 2268985 h 5664927"/>
                <a:gd name="connsiteX4668" fmla="*/ 3567624 w 4006679"/>
                <a:gd name="connsiteY4668" fmla="*/ 2286890 h 5664927"/>
                <a:gd name="connsiteX4669" fmla="*/ 3570609 w 4006679"/>
                <a:gd name="connsiteY4669" fmla="*/ 2319716 h 5664927"/>
                <a:gd name="connsiteX4670" fmla="*/ 3621340 w 4006679"/>
                <a:gd name="connsiteY4670" fmla="*/ 2330161 h 5664927"/>
                <a:gd name="connsiteX4671" fmla="*/ 3643722 w 4006679"/>
                <a:gd name="connsiteY4671" fmla="*/ 2298827 h 5664927"/>
                <a:gd name="connsiteX4672" fmla="*/ 3616864 w 4006679"/>
                <a:gd name="connsiteY4672" fmla="*/ 2257048 h 5664927"/>
                <a:gd name="connsiteX4673" fmla="*/ 3615372 w 4006679"/>
                <a:gd name="connsiteY4673" fmla="*/ 2255556 h 5664927"/>
                <a:gd name="connsiteX4674" fmla="*/ 3539275 w 4006679"/>
                <a:gd name="connsiteY4674" fmla="*/ 2248095 h 5664927"/>
                <a:gd name="connsiteX4675" fmla="*/ 3504956 w 4006679"/>
                <a:gd name="connsiteY4675" fmla="*/ 2279429 h 5664927"/>
                <a:gd name="connsiteX4676" fmla="*/ 3536290 w 4006679"/>
                <a:gd name="connsiteY4676" fmla="*/ 2355527 h 5664927"/>
                <a:gd name="connsiteX4677" fmla="*/ 3675056 w 4006679"/>
                <a:gd name="connsiteY4677" fmla="*/ 2358511 h 5664927"/>
                <a:gd name="connsiteX4678" fmla="*/ 3697438 w 4006679"/>
                <a:gd name="connsiteY4678" fmla="*/ 2312256 h 5664927"/>
                <a:gd name="connsiteX4679" fmla="*/ 3669088 w 4006679"/>
                <a:gd name="connsiteY4679" fmla="*/ 2251079 h 5664927"/>
                <a:gd name="connsiteX4680" fmla="*/ 3655659 w 4006679"/>
                <a:gd name="connsiteY4680" fmla="*/ 2236158 h 5664927"/>
                <a:gd name="connsiteX4681" fmla="*/ 3536290 w 4006679"/>
                <a:gd name="connsiteY4681" fmla="*/ 2160061 h 5664927"/>
                <a:gd name="connsiteX4682" fmla="*/ 1362479 w 4006679"/>
                <a:gd name="connsiteY4682" fmla="*/ 1981755 h 5664927"/>
                <a:gd name="connsiteX4683" fmla="*/ 1350356 w 4006679"/>
                <a:gd name="connsiteY4683" fmla="*/ 1989961 h 5664927"/>
                <a:gd name="connsiteX4684" fmla="*/ 1335435 w 4006679"/>
                <a:gd name="connsiteY4684" fmla="*/ 2018311 h 5664927"/>
                <a:gd name="connsiteX4685" fmla="*/ 1351848 w 4006679"/>
                <a:gd name="connsiteY4685" fmla="*/ 2028756 h 5664927"/>
                <a:gd name="connsiteX4686" fmla="*/ 1380198 w 4006679"/>
                <a:gd name="connsiteY4686" fmla="*/ 2015327 h 5664927"/>
                <a:gd name="connsiteX4687" fmla="*/ 1375721 w 4006679"/>
                <a:gd name="connsiteY4687" fmla="*/ 1986977 h 5664927"/>
                <a:gd name="connsiteX4688" fmla="*/ 1362479 w 4006679"/>
                <a:gd name="connsiteY4688" fmla="*/ 1981755 h 5664927"/>
                <a:gd name="connsiteX4689" fmla="*/ 2882749 w 4006679"/>
                <a:gd name="connsiteY4689" fmla="*/ 2094408 h 5664927"/>
                <a:gd name="connsiteX4690" fmla="*/ 2861859 w 4006679"/>
                <a:gd name="connsiteY4690" fmla="*/ 2107837 h 5664927"/>
                <a:gd name="connsiteX4691" fmla="*/ 2842461 w 4006679"/>
                <a:gd name="connsiteY4691" fmla="*/ 2115298 h 5664927"/>
                <a:gd name="connsiteX4692" fmla="*/ 2770840 w 4006679"/>
                <a:gd name="connsiteY4692" fmla="*/ 2191395 h 5664927"/>
                <a:gd name="connsiteX4693" fmla="*/ 2784269 w 4006679"/>
                <a:gd name="connsiteY4693" fmla="*/ 2240635 h 5664927"/>
                <a:gd name="connsiteX4694" fmla="*/ 2915574 w 4006679"/>
                <a:gd name="connsiteY4694" fmla="*/ 2112314 h 5664927"/>
                <a:gd name="connsiteX4695" fmla="*/ 2882749 w 4006679"/>
                <a:gd name="connsiteY4695" fmla="*/ 2094408 h 5664927"/>
                <a:gd name="connsiteX4696" fmla="*/ 1978532 w 4006679"/>
                <a:gd name="connsiteY4696" fmla="*/ 2015327 h 5664927"/>
                <a:gd name="connsiteX4697" fmla="*/ 1962119 w 4006679"/>
                <a:gd name="connsiteY4697" fmla="*/ 2034724 h 5664927"/>
                <a:gd name="connsiteX4698" fmla="*/ 1991961 w 4006679"/>
                <a:gd name="connsiteY4698" fmla="*/ 2076503 h 5664927"/>
                <a:gd name="connsiteX4699" fmla="*/ 2015835 w 4006679"/>
                <a:gd name="connsiteY4699" fmla="*/ 2054121 h 5664927"/>
                <a:gd name="connsiteX4700" fmla="*/ 1978532 w 4006679"/>
                <a:gd name="connsiteY4700" fmla="*/ 2015327 h 5664927"/>
                <a:gd name="connsiteX4701" fmla="*/ 1430929 w 4006679"/>
                <a:gd name="connsiteY4701" fmla="*/ 1969072 h 5664927"/>
                <a:gd name="connsiteX4702" fmla="*/ 1395119 w 4006679"/>
                <a:gd name="connsiteY4702" fmla="*/ 1981008 h 5664927"/>
                <a:gd name="connsiteX4703" fmla="*/ 1423469 w 4006679"/>
                <a:gd name="connsiteY4703" fmla="*/ 2006374 h 5664927"/>
                <a:gd name="connsiteX4704" fmla="*/ 1438390 w 4006679"/>
                <a:gd name="connsiteY4704" fmla="*/ 1992945 h 5664927"/>
                <a:gd name="connsiteX4705" fmla="*/ 1430929 w 4006679"/>
                <a:gd name="connsiteY4705" fmla="*/ 1969072 h 5664927"/>
                <a:gd name="connsiteX4706" fmla="*/ 2205892 w 4006679"/>
                <a:gd name="connsiteY4706" fmla="*/ 2030621 h 5664927"/>
                <a:gd name="connsiteX4707" fmla="*/ 2181458 w 4006679"/>
                <a:gd name="connsiteY4707" fmla="*/ 2031740 h 5664927"/>
                <a:gd name="connsiteX4708" fmla="*/ 2165045 w 4006679"/>
                <a:gd name="connsiteY4708" fmla="*/ 2073519 h 5664927"/>
                <a:gd name="connsiteX4709" fmla="*/ 2176982 w 4006679"/>
                <a:gd name="connsiteY4709" fmla="*/ 2103361 h 5664927"/>
                <a:gd name="connsiteX4710" fmla="*/ 2200856 w 4006679"/>
                <a:gd name="connsiteY4710" fmla="*/ 2107837 h 5664927"/>
                <a:gd name="connsiteX4711" fmla="*/ 2226222 w 4006679"/>
                <a:gd name="connsiteY4711" fmla="*/ 2077995 h 5664927"/>
                <a:gd name="connsiteX4712" fmla="*/ 2224729 w 4006679"/>
                <a:gd name="connsiteY4712" fmla="*/ 2040692 h 5664927"/>
                <a:gd name="connsiteX4713" fmla="*/ 2205892 w 4006679"/>
                <a:gd name="connsiteY4713" fmla="*/ 2030621 h 5664927"/>
                <a:gd name="connsiteX4714" fmla="*/ 2833695 w 4006679"/>
                <a:gd name="connsiteY4714" fmla="*/ 2080793 h 5664927"/>
                <a:gd name="connsiteX4715" fmla="*/ 2815603 w 4006679"/>
                <a:gd name="connsiteY4715" fmla="*/ 2088440 h 5664927"/>
                <a:gd name="connsiteX4716" fmla="*/ 2764872 w 4006679"/>
                <a:gd name="connsiteY4716" fmla="*/ 2128727 h 5664927"/>
                <a:gd name="connsiteX4717" fmla="*/ 2730553 w 4006679"/>
                <a:gd name="connsiteY4717" fmla="*/ 2174982 h 5664927"/>
                <a:gd name="connsiteX4718" fmla="*/ 2742490 w 4006679"/>
                <a:gd name="connsiteY4718" fmla="*/ 2204824 h 5664927"/>
                <a:gd name="connsiteX4719" fmla="*/ 2852906 w 4006679"/>
                <a:gd name="connsiteY4719" fmla="*/ 2085456 h 5664927"/>
                <a:gd name="connsiteX4720" fmla="*/ 2833695 w 4006679"/>
                <a:gd name="connsiteY4720" fmla="*/ 2080793 h 5664927"/>
                <a:gd name="connsiteX4721" fmla="*/ 1662206 w 4006679"/>
                <a:gd name="connsiteY4721" fmla="*/ 1979516 h 5664927"/>
                <a:gd name="connsiteX4722" fmla="*/ 1633856 w 4006679"/>
                <a:gd name="connsiteY4722" fmla="*/ 2007866 h 5664927"/>
                <a:gd name="connsiteX4723" fmla="*/ 1672650 w 4006679"/>
                <a:gd name="connsiteY4723" fmla="*/ 2000406 h 5664927"/>
                <a:gd name="connsiteX4724" fmla="*/ 1662206 w 4006679"/>
                <a:gd name="connsiteY4724" fmla="*/ 1979516 h 5664927"/>
                <a:gd name="connsiteX4725" fmla="*/ 2792849 w 4006679"/>
                <a:gd name="connsiteY4725" fmla="*/ 2064566 h 5664927"/>
                <a:gd name="connsiteX4726" fmla="*/ 2775317 w 4006679"/>
                <a:gd name="connsiteY4726" fmla="*/ 2069043 h 5664927"/>
                <a:gd name="connsiteX4727" fmla="*/ 2696235 w 4006679"/>
                <a:gd name="connsiteY4727" fmla="*/ 2128727 h 5664927"/>
                <a:gd name="connsiteX4728" fmla="*/ 2703695 w 4006679"/>
                <a:gd name="connsiteY4728" fmla="*/ 2180951 h 5664927"/>
                <a:gd name="connsiteX4729" fmla="*/ 2714140 w 4006679"/>
                <a:gd name="connsiteY4729" fmla="*/ 2186919 h 5664927"/>
                <a:gd name="connsiteX4730" fmla="*/ 2808143 w 4006679"/>
                <a:gd name="connsiteY4730" fmla="*/ 2073519 h 5664927"/>
                <a:gd name="connsiteX4731" fmla="*/ 2792849 w 4006679"/>
                <a:gd name="connsiteY4731" fmla="*/ 2064566 h 5664927"/>
                <a:gd name="connsiteX4732" fmla="*/ 1449954 w 4006679"/>
                <a:gd name="connsiteY4732" fmla="*/ 1949114 h 5664927"/>
                <a:gd name="connsiteX4733" fmla="*/ 1438390 w 4006679"/>
                <a:gd name="connsiteY4733" fmla="*/ 1952658 h 5664927"/>
                <a:gd name="connsiteX4734" fmla="*/ 1459279 w 4006679"/>
                <a:gd name="connsiteY4734" fmla="*/ 1978024 h 5664927"/>
                <a:gd name="connsiteX4735" fmla="*/ 1468232 w 4006679"/>
                <a:gd name="connsiteY4735" fmla="*/ 1951166 h 5664927"/>
                <a:gd name="connsiteX4736" fmla="*/ 1449954 w 4006679"/>
                <a:gd name="connsiteY4736" fmla="*/ 1949114 h 5664927"/>
                <a:gd name="connsiteX4737" fmla="*/ 1258405 w 4006679"/>
                <a:gd name="connsiteY4737" fmla="*/ 1930276 h 5664927"/>
                <a:gd name="connsiteX4738" fmla="*/ 1238448 w 4006679"/>
                <a:gd name="connsiteY4738" fmla="*/ 1931769 h 5664927"/>
                <a:gd name="connsiteX4739" fmla="*/ 1225019 w 4006679"/>
                <a:gd name="connsiteY4739" fmla="*/ 1949674 h 5664927"/>
                <a:gd name="connsiteX4740" fmla="*/ 1251877 w 4006679"/>
                <a:gd name="connsiteY4740" fmla="*/ 1988469 h 5664927"/>
                <a:gd name="connsiteX4741" fmla="*/ 1277242 w 4006679"/>
                <a:gd name="connsiteY4741" fmla="*/ 1937737 h 5664927"/>
                <a:gd name="connsiteX4742" fmla="*/ 1258405 w 4006679"/>
                <a:gd name="connsiteY4742" fmla="*/ 1930276 h 5664927"/>
                <a:gd name="connsiteX4743" fmla="*/ 2133711 w 4006679"/>
                <a:gd name="connsiteY4743" fmla="*/ 1998914 h 5664927"/>
                <a:gd name="connsiteX4744" fmla="*/ 2114314 w 4006679"/>
                <a:gd name="connsiteY4744" fmla="*/ 2037708 h 5664927"/>
                <a:gd name="connsiteX4745" fmla="*/ 2173998 w 4006679"/>
                <a:gd name="connsiteY4745" fmla="*/ 2051137 h 5664927"/>
                <a:gd name="connsiteX4746" fmla="*/ 2133711 w 4006679"/>
                <a:gd name="connsiteY4746" fmla="*/ 1998914 h 5664927"/>
                <a:gd name="connsiteX4747" fmla="*/ 2008374 w 4006679"/>
                <a:gd name="connsiteY4747" fmla="*/ 1985485 h 5664927"/>
                <a:gd name="connsiteX4748" fmla="*/ 1993453 w 4006679"/>
                <a:gd name="connsiteY4748" fmla="*/ 2004882 h 5664927"/>
                <a:gd name="connsiteX4749" fmla="*/ 2029264 w 4006679"/>
                <a:gd name="connsiteY4749" fmla="*/ 2046661 h 5664927"/>
                <a:gd name="connsiteX4750" fmla="*/ 2048661 w 4006679"/>
                <a:gd name="connsiteY4750" fmla="*/ 2025771 h 5664927"/>
                <a:gd name="connsiteX4751" fmla="*/ 2008374 w 4006679"/>
                <a:gd name="connsiteY4751" fmla="*/ 1985485 h 5664927"/>
                <a:gd name="connsiteX4752" fmla="*/ 3501413 w 4006679"/>
                <a:gd name="connsiteY4752" fmla="*/ 2099258 h 5664927"/>
                <a:gd name="connsiteX4753" fmla="*/ 3473622 w 4006679"/>
                <a:gd name="connsiteY4753" fmla="*/ 2098885 h 5664927"/>
                <a:gd name="connsiteX4754" fmla="*/ 3390064 w 4006679"/>
                <a:gd name="connsiteY4754" fmla="*/ 2143648 h 5664927"/>
                <a:gd name="connsiteX4755" fmla="*/ 3375143 w 4006679"/>
                <a:gd name="connsiteY4755" fmla="*/ 2261524 h 5664927"/>
                <a:gd name="connsiteX4756" fmla="*/ 3409461 w 4006679"/>
                <a:gd name="connsiteY4756" fmla="*/ 2319716 h 5664927"/>
                <a:gd name="connsiteX4757" fmla="*/ 3422890 w 4006679"/>
                <a:gd name="connsiteY4757" fmla="*/ 2333145 h 5664927"/>
                <a:gd name="connsiteX4758" fmla="*/ 3418414 w 4006679"/>
                <a:gd name="connsiteY4758" fmla="*/ 2309271 h 5664927"/>
                <a:gd name="connsiteX4759" fmla="*/ 3424382 w 4006679"/>
                <a:gd name="connsiteY4759" fmla="*/ 2200348 h 5664927"/>
                <a:gd name="connsiteX4760" fmla="*/ 3425874 w 4006679"/>
                <a:gd name="connsiteY4760" fmla="*/ 2195872 h 5664927"/>
                <a:gd name="connsiteX4761" fmla="*/ 3475114 w 4006679"/>
                <a:gd name="connsiteY4761" fmla="*/ 2152600 h 5664927"/>
                <a:gd name="connsiteX4762" fmla="*/ 3554196 w 4006679"/>
                <a:gd name="connsiteY4762" fmla="*/ 2149616 h 5664927"/>
                <a:gd name="connsiteX4763" fmla="*/ 3557180 w 4006679"/>
                <a:gd name="connsiteY4763" fmla="*/ 2145140 h 5664927"/>
                <a:gd name="connsiteX4764" fmla="*/ 3525846 w 4006679"/>
                <a:gd name="connsiteY4764" fmla="*/ 2115298 h 5664927"/>
                <a:gd name="connsiteX4765" fmla="*/ 3501413 w 4006679"/>
                <a:gd name="connsiteY4765" fmla="*/ 2099258 h 5664927"/>
                <a:gd name="connsiteX4766" fmla="*/ 1365277 w 4006679"/>
                <a:gd name="connsiteY4766" fmla="*/ 1924308 h 5664927"/>
                <a:gd name="connsiteX4767" fmla="*/ 1356324 w 4006679"/>
                <a:gd name="connsiteY4767" fmla="*/ 1963103 h 5664927"/>
                <a:gd name="connsiteX4768" fmla="*/ 1399595 w 4006679"/>
                <a:gd name="connsiteY4768" fmla="*/ 1961611 h 5664927"/>
                <a:gd name="connsiteX4769" fmla="*/ 1404071 w 4006679"/>
                <a:gd name="connsiteY4769" fmla="*/ 1940721 h 5664927"/>
                <a:gd name="connsiteX4770" fmla="*/ 1365277 w 4006679"/>
                <a:gd name="connsiteY4770" fmla="*/ 1924308 h 5664927"/>
                <a:gd name="connsiteX4771" fmla="*/ 2723093 w 4006679"/>
                <a:gd name="connsiteY4771" fmla="*/ 2034724 h 5664927"/>
                <a:gd name="connsiteX4772" fmla="*/ 2711156 w 4006679"/>
                <a:gd name="connsiteY4772" fmla="*/ 2051137 h 5664927"/>
                <a:gd name="connsiteX4773" fmla="*/ 2666393 w 4006679"/>
                <a:gd name="connsiteY4773" fmla="*/ 2080979 h 5664927"/>
                <a:gd name="connsiteX4774" fmla="*/ 2629090 w 4006679"/>
                <a:gd name="connsiteY4774" fmla="*/ 2134695 h 5664927"/>
                <a:gd name="connsiteX4775" fmla="*/ 2664901 w 4006679"/>
                <a:gd name="connsiteY4775" fmla="*/ 2158569 h 5664927"/>
                <a:gd name="connsiteX4776" fmla="*/ 2766364 w 4006679"/>
                <a:gd name="connsiteY4776" fmla="*/ 2054121 h 5664927"/>
                <a:gd name="connsiteX4777" fmla="*/ 2723093 w 4006679"/>
                <a:gd name="connsiteY4777" fmla="*/ 2034724 h 5664927"/>
                <a:gd name="connsiteX4778" fmla="*/ 1727858 w 4006679"/>
                <a:gd name="connsiteY4778" fmla="*/ 1949674 h 5664927"/>
                <a:gd name="connsiteX4779" fmla="*/ 1678619 w 4006679"/>
                <a:gd name="connsiteY4779" fmla="*/ 1970563 h 5664927"/>
                <a:gd name="connsiteX4780" fmla="*/ 1687571 w 4006679"/>
                <a:gd name="connsiteY4780" fmla="*/ 2009358 h 5664927"/>
                <a:gd name="connsiteX4781" fmla="*/ 1687571 w 4006679"/>
                <a:gd name="connsiteY4781" fmla="*/ 2139172 h 5664927"/>
                <a:gd name="connsiteX4782" fmla="*/ 1674143 w 4006679"/>
                <a:gd name="connsiteY4782" fmla="*/ 2191395 h 5664927"/>
                <a:gd name="connsiteX4783" fmla="*/ 1527916 w 4006679"/>
                <a:gd name="connsiteY4783" fmla="*/ 2333145 h 5664927"/>
                <a:gd name="connsiteX4784" fmla="*/ 1421977 w 4006679"/>
                <a:gd name="connsiteY4784" fmla="*/ 2351050 h 5664927"/>
                <a:gd name="connsiteX4785" fmla="*/ 1405564 w 4006679"/>
                <a:gd name="connsiteY4785" fmla="*/ 2339114 h 5664927"/>
                <a:gd name="connsiteX4786" fmla="*/ 1413024 w 4006679"/>
                <a:gd name="connsiteY4786" fmla="*/ 2310764 h 5664927"/>
                <a:gd name="connsiteX4787" fmla="*/ 1386166 w 4006679"/>
                <a:gd name="connsiteY4787" fmla="*/ 2354035 h 5664927"/>
                <a:gd name="connsiteX4788" fmla="*/ 1423469 w 4006679"/>
                <a:gd name="connsiteY4788" fmla="*/ 2371940 h 5664927"/>
                <a:gd name="connsiteX4789" fmla="*/ 1556266 w 4006679"/>
                <a:gd name="connsiteY4789" fmla="*/ 2340606 h 5664927"/>
                <a:gd name="connsiteX4790" fmla="*/ 1642808 w 4006679"/>
                <a:gd name="connsiteY4790" fmla="*/ 2273461 h 5664927"/>
                <a:gd name="connsiteX4791" fmla="*/ 1692048 w 4006679"/>
                <a:gd name="connsiteY4791" fmla="*/ 2213777 h 5664927"/>
                <a:gd name="connsiteX4792" fmla="*/ 1717413 w 4006679"/>
                <a:gd name="connsiteY4792" fmla="*/ 2171998 h 5664927"/>
                <a:gd name="connsiteX4793" fmla="*/ 1738303 w 4006679"/>
                <a:gd name="connsiteY4793" fmla="*/ 2070535 h 5664927"/>
                <a:gd name="connsiteX4794" fmla="*/ 1732335 w 4006679"/>
                <a:gd name="connsiteY4794" fmla="*/ 1955642 h 5664927"/>
                <a:gd name="connsiteX4795" fmla="*/ 1727858 w 4006679"/>
                <a:gd name="connsiteY4795" fmla="*/ 1949674 h 5664927"/>
                <a:gd name="connsiteX4796" fmla="*/ 2680008 w 4006679"/>
                <a:gd name="connsiteY4796" fmla="*/ 2027077 h 5664927"/>
                <a:gd name="connsiteX4797" fmla="*/ 2663409 w 4006679"/>
                <a:gd name="connsiteY4797" fmla="*/ 2030248 h 5664927"/>
                <a:gd name="connsiteX4798" fmla="*/ 2599248 w 4006679"/>
                <a:gd name="connsiteY4798" fmla="*/ 2083964 h 5664927"/>
                <a:gd name="connsiteX4799" fmla="*/ 2612677 w 4006679"/>
                <a:gd name="connsiteY4799" fmla="*/ 2124250 h 5664927"/>
                <a:gd name="connsiteX4800" fmla="*/ 2654456 w 4006679"/>
                <a:gd name="connsiteY4800" fmla="*/ 2076503 h 5664927"/>
                <a:gd name="connsiteX4801" fmla="*/ 2697727 w 4006679"/>
                <a:gd name="connsiteY4801" fmla="*/ 2031740 h 5664927"/>
                <a:gd name="connsiteX4802" fmla="*/ 2680008 w 4006679"/>
                <a:gd name="connsiteY4802" fmla="*/ 2027077 h 5664927"/>
                <a:gd name="connsiteX4803" fmla="*/ 2023295 w 4006679"/>
                <a:gd name="connsiteY4803" fmla="*/ 1972056 h 5664927"/>
                <a:gd name="connsiteX4804" fmla="*/ 2057614 w 4006679"/>
                <a:gd name="connsiteY4804" fmla="*/ 2006374 h 5664927"/>
                <a:gd name="connsiteX4805" fmla="*/ 2065074 w 4006679"/>
                <a:gd name="connsiteY4805" fmla="*/ 2004882 h 5664927"/>
                <a:gd name="connsiteX4806" fmla="*/ 2066566 w 4006679"/>
                <a:gd name="connsiteY4806" fmla="*/ 1986977 h 5664927"/>
                <a:gd name="connsiteX4807" fmla="*/ 2023295 w 4006679"/>
                <a:gd name="connsiteY4807" fmla="*/ 1972056 h 5664927"/>
                <a:gd name="connsiteX4808" fmla="*/ 1427199 w 4006679"/>
                <a:gd name="connsiteY4808" fmla="*/ 1921697 h 5664927"/>
                <a:gd name="connsiteX4809" fmla="*/ 1421977 w 4006679"/>
                <a:gd name="connsiteY4809" fmla="*/ 1921324 h 5664927"/>
                <a:gd name="connsiteX4810" fmla="*/ 1423469 w 4006679"/>
                <a:gd name="connsiteY4810" fmla="*/ 1937737 h 5664927"/>
                <a:gd name="connsiteX4811" fmla="*/ 1432421 w 4006679"/>
                <a:gd name="connsiteY4811" fmla="*/ 1924308 h 5664927"/>
                <a:gd name="connsiteX4812" fmla="*/ 1427199 w 4006679"/>
                <a:gd name="connsiteY4812" fmla="*/ 1921697 h 5664927"/>
                <a:gd name="connsiteX4813" fmla="*/ 1774114 w 4006679"/>
                <a:gd name="connsiteY4813" fmla="*/ 1945198 h 5664927"/>
                <a:gd name="connsiteX4814" fmla="*/ 1747256 w 4006679"/>
                <a:gd name="connsiteY4814" fmla="*/ 1964595 h 5664927"/>
                <a:gd name="connsiteX4815" fmla="*/ 1748748 w 4006679"/>
                <a:gd name="connsiteY4815" fmla="*/ 2021295 h 5664927"/>
                <a:gd name="connsiteX4816" fmla="*/ 1797987 w 4006679"/>
                <a:gd name="connsiteY4816" fmla="*/ 1998914 h 5664927"/>
                <a:gd name="connsiteX4817" fmla="*/ 1774114 w 4006679"/>
                <a:gd name="connsiteY4817" fmla="*/ 1945198 h 5664927"/>
                <a:gd name="connsiteX4818" fmla="*/ 1463196 w 4006679"/>
                <a:gd name="connsiteY4818" fmla="*/ 1916102 h 5664927"/>
                <a:gd name="connsiteX4819" fmla="*/ 1450327 w 4006679"/>
                <a:gd name="connsiteY4819" fmla="*/ 1922816 h 5664927"/>
                <a:gd name="connsiteX4820" fmla="*/ 1453311 w 4006679"/>
                <a:gd name="connsiteY4820" fmla="*/ 1931769 h 5664927"/>
                <a:gd name="connsiteX4821" fmla="*/ 1478677 w 4006679"/>
                <a:gd name="connsiteY4821" fmla="*/ 1922816 h 5664927"/>
                <a:gd name="connsiteX4822" fmla="*/ 1477185 w 4006679"/>
                <a:gd name="connsiteY4822" fmla="*/ 1918340 h 5664927"/>
                <a:gd name="connsiteX4823" fmla="*/ 1463196 w 4006679"/>
                <a:gd name="connsiteY4823" fmla="*/ 1916102 h 5664927"/>
                <a:gd name="connsiteX4824" fmla="*/ 280516 w 4006679"/>
                <a:gd name="connsiteY4824" fmla="*/ 1818369 h 5664927"/>
                <a:gd name="connsiteX4825" fmla="*/ 237245 w 4006679"/>
                <a:gd name="connsiteY4825" fmla="*/ 1842243 h 5664927"/>
                <a:gd name="connsiteX4826" fmla="*/ 234261 w 4006679"/>
                <a:gd name="connsiteY4826" fmla="*/ 1866116 h 5664927"/>
                <a:gd name="connsiteX4827" fmla="*/ 226800 w 4006679"/>
                <a:gd name="connsiteY4827" fmla="*/ 1942214 h 5664927"/>
                <a:gd name="connsiteX4828" fmla="*/ 223816 w 4006679"/>
                <a:gd name="connsiteY4828" fmla="*/ 2027264 h 5664927"/>
                <a:gd name="connsiteX4829" fmla="*/ 238737 w 4006679"/>
                <a:gd name="connsiteY4829" fmla="*/ 2195872 h 5664927"/>
                <a:gd name="connsiteX4830" fmla="*/ 262611 w 4006679"/>
                <a:gd name="connsiteY4830" fmla="*/ 2310764 h 5664927"/>
                <a:gd name="connsiteX4831" fmla="*/ 307374 w 4006679"/>
                <a:gd name="connsiteY4831" fmla="*/ 2492800 h 5664927"/>
                <a:gd name="connsiteX4832" fmla="*/ 340200 w 4006679"/>
                <a:gd name="connsiteY4832" fmla="*/ 2600232 h 5664927"/>
                <a:gd name="connsiteX4833" fmla="*/ 377503 w 4006679"/>
                <a:gd name="connsiteY4833" fmla="*/ 2679314 h 5664927"/>
                <a:gd name="connsiteX4834" fmla="*/ 444647 w 4006679"/>
                <a:gd name="connsiteY4834" fmla="*/ 2689758 h 5664927"/>
                <a:gd name="connsiteX4835" fmla="*/ 420774 w 4006679"/>
                <a:gd name="connsiteY4835" fmla="*/ 2640519 h 5664927"/>
                <a:gd name="connsiteX4836" fmla="*/ 359597 w 4006679"/>
                <a:gd name="connsiteY4836" fmla="*/ 2509214 h 5664927"/>
                <a:gd name="connsiteX4837" fmla="*/ 307374 w 4006679"/>
                <a:gd name="connsiteY4837" fmla="*/ 2310764 h 5664927"/>
                <a:gd name="connsiteX4838" fmla="*/ 295437 w 4006679"/>
                <a:gd name="connsiteY4838" fmla="*/ 2261524 h 5664927"/>
                <a:gd name="connsiteX4839" fmla="*/ 276040 w 4006679"/>
                <a:gd name="connsiteY4839" fmla="*/ 2173490 h 5664927"/>
                <a:gd name="connsiteX4840" fmla="*/ 276040 w 4006679"/>
                <a:gd name="connsiteY4840" fmla="*/ 2163045 h 5664927"/>
                <a:gd name="connsiteX4841" fmla="*/ 273055 w 4006679"/>
                <a:gd name="connsiteY4841" fmla="*/ 2018311 h 5664927"/>
                <a:gd name="connsiteX4842" fmla="*/ 274547 w 4006679"/>
                <a:gd name="connsiteY4842" fmla="*/ 1898942 h 5664927"/>
                <a:gd name="connsiteX4843" fmla="*/ 280516 w 4006679"/>
                <a:gd name="connsiteY4843" fmla="*/ 1818369 h 5664927"/>
                <a:gd name="connsiteX4844" fmla="*/ 2614169 w 4006679"/>
                <a:gd name="connsiteY4844" fmla="*/ 2004882 h 5664927"/>
                <a:gd name="connsiteX4845" fmla="*/ 2597756 w 4006679"/>
                <a:gd name="connsiteY4845" fmla="*/ 2004882 h 5664927"/>
                <a:gd name="connsiteX4846" fmla="*/ 2539564 w 4006679"/>
                <a:gd name="connsiteY4846" fmla="*/ 2061582 h 5664927"/>
                <a:gd name="connsiteX4847" fmla="*/ 2548517 w 4006679"/>
                <a:gd name="connsiteY4847" fmla="*/ 2089932 h 5664927"/>
                <a:gd name="connsiteX4848" fmla="*/ 2570898 w 4006679"/>
                <a:gd name="connsiteY4848" fmla="*/ 2100377 h 5664927"/>
                <a:gd name="connsiteX4849" fmla="*/ 2605216 w 4006679"/>
                <a:gd name="connsiteY4849" fmla="*/ 2055613 h 5664927"/>
                <a:gd name="connsiteX4850" fmla="*/ 2645503 w 4006679"/>
                <a:gd name="connsiteY4850" fmla="*/ 2015327 h 5664927"/>
                <a:gd name="connsiteX4851" fmla="*/ 2614169 w 4006679"/>
                <a:gd name="connsiteY4851" fmla="*/ 2004882 h 5664927"/>
                <a:gd name="connsiteX4852" fmla="*/ 2548470 w 4006679"/>
                <a:gd name="connsiteY4852" fmla="*/ 1989308 h 5664927"/>
                <a:gd name="connsiteX4853" fmla="*/ 2505245 w 4006679"/>
                <a:gd name="connsiteY4853" fmla="*/ 2015327 h 5664927"/>
                <a:gd name="connsiteX4854" fmla="*/ 2499277 w 4006679"/>
                <a:gd name="connsiteY4854" fmla="*/ 2022787 h 5664927"/>
                <a:gd name="connsiteX4855" fmla="*/ 2512706 w 4006679"/>
                <a:gd name="connsiteY4855" fmla="*/ 2070535 h 5664927"/>
                <a:gd name="connsiteX4856" fmla="*/ 2515690 w 4006679"/>
                <a:gd name="connsiteY4856" fmla="*/ 2070535 h 5664927"/>
                <a:gd name="connsiteX4857" fmla="*/ 2544040 w 4006679"/>
                <a:gd name="connsiteY4857" fmla="*/ 2034724 h 5664927"/>
                <a:gd name="connsiteX4858" fmla="*/ 2576866 w 4006679"/>
                <a:gd name="connsiteY4858" fmla="*/ 1998914 h 5664927"/>
                <a:gd name="connsiteX4859" fmla="*/ 2548470 w 4006679"/>
                <a:gd name="connsiteY4859" fmla="*/ 1989308 h 5664927"/>
                <a:gd name="connsiteX4860" fmla="*/ 1131576 w 4006679"/>
                <a:gd name="connsiteY4860" fmla="*/ 1861454 h 5664927"/>
                <a:gd name="connsiteX4861" fmla="*/ 1114603 w 4006679"/>
                <a:gd name="connsiteY4861" fmla="*/ 1860148 h 5664927"/>
                <a:gd name="connsiteX4862" fmla="*/ 1093713 w 4006679"/>
                <a:gd name="connsiteY4862" fmla="*/ 1875069 h 5664927"/>
                <a:gd name="connsiteX4863" fmla="*/ 1077300 w 4006679"/>
                <a:gd name="connsiteY4863" fmla="*/ 1927293 h 5664927"/>
                <a:gd name="connsiteX4864" fmla="*/ 1087745 w 4006679"/>
                <a:gd name="connsiteY4864" fmla="*/ 1946690 h 5664927"/>
                <a:gd name="connsiteX4865" fmla="*/ 1104158 w 4006679"/>
                <a:gd name="connsiteY4865" fmla="*/ 1949674 h 5664927"/>
                <a:gd name="connsiteX4866" fmla="*/ 1159366 w 4006679"/>
                <a:gd name="connsiteY4866" fmla="*/ 1919832 h 5664927"/>
                <a:gd name="connsiteX4867" fmla="*/ 1147429 w 4006679"/>
                <a:gd name="connsiteY4867" fmla="*/ 1866116 h 5664927"/>
                <a:gd name="connsiteX4868" fmla="*/ 1131576 w 4006679"/>
                <a:gd name="connsiteY4868" fmla="*/ 1861454 h 5664927"/>
                <a:gd name="connsiteX4869" fmla="*/ 2469435 w 4006679"/>
                <a:gd name="connsiteY4869" fmla="*/ 1970563 h 5664927"/>
                <a:gd name="connsiteX4870" fmla="*/ 2445561 w 4006679"/>
                <a:gd name="connsiteY4870" fmla="*/ 2039200 h 5664927"/>
                <a:gd name="connsiteX4871" fmla="*/ 2467943 w 4006679"/>
                <a:gd name="connsiteY4871" fmla="*/ 2049645 h 5664927"/>
                <a:gd name="connsiteX4872" fmla="*/ 2514198 w 4006679"/>
                <a:gd name="connsiteY4872" fmla="*/ 1981008 h 5664927"/>
                <a:gd name="connsiteX4873" fmla="*/ 2469435 w 4006679"/>
                <a:gd name="connsiteY4873" fmla="*/ 1970563 h 5664927"/>
                <a:gd name="connsiteX4874" fmla="*/ 2457498 w 4006679"/>
                <a:gd name="connsiteY4874" fmla="*/ 1966087 h 5664927"/>
                <a:gd name="connsiteX4875" fmla="*/ 2426164 w 4006679"/>
                <a:gd name="connsiteY4875" fmla="*/ 1973548 h 5664927"/>
                <a:gd name="connsiteX4876" fmla="*/ 2391845 w 4006679"/>
                <a:gd name="connsiteY4876" fmla="*/ 2019803 h 5664927"/>
                <a:gd name="connsiteX4877" fmla="*/ 2424672 w 4006679"/>
                <a:gd name="connsiteY4877" fmla="*/ 2034724 h 5664927"/>
                <a:gd name="connsiteX4878" fmla="*/ 2460482 w 4006679"/>
                <a:gd name="connsiteY4878" fmla="*/ 1972056 h 5664927"/>
                <a:gd name="connsiteX4879" fmla="*/ 2457498 w 4006679"/>
                <a:gd name="connsiteY4879" fmla="*/ 1966087 h 5664927"/>
                <a:gd name="connsiteX4880" fmla="*/ 1745764 w 4006679"/>
                <a:gd name="connsiteY4880" fmla="*/ 1906403 h 5664927"/>
                <a:gd name="connsiteX4881" fmla="*/ 1593569 w 4006679"/>
                <a:gd name="connsiteY4881" fmla="*/ 1910879 h 5664927"/>
                <a:gd name="connsiteX4882" fmla="*/ 1554774 w 4006679"/>
                <a:gd name="connsiteY4882" fmla="*/ 1916848 h 5664927"/>
                <a:gd name="connsiteX4883" fmla="*/ 1484645 w 4006679"/>
                <a:gd name="connsiteY4883" fmla="*/ 1946690 h 5664927"/>
                <a:gd name="connsiteX4884" fmla="*/ 1548806 w 4006679"/>
                <a:gd name="connsiteY4884" fmla="*/ 1948182 h 5664927"/>
                <a:gd name="connsiteX4885" fmla="*/ 1609982 w 4006679"/>
                <a:gd name="connsiteY4885" fmla="*/ 1949674 h 5664927"/>
                <a:gd name="connsiteX4886" fmla="*/ 1611474 w 4006679"/>
                <a:gd name="connsiteY4886" fmla="*/ 1955642 h 5664927"/>
                <a:gd name="connsiteX4887" fmla="*/ 1602521 w 4006679"/>
                <a:gd name="connsiteY4887" fmla="*/ 1966087 h 5664927"/>
                <a:gd name="connsiteX4888" fmla="*/ 1501058 w 4006679"/>
                <a:gd name="connsiteY4888" fmla="*/ 2072027 h 5664927"/>
                <a:gd name="connsiteX4889" fmla="*/ 1453311 w 4006679"/>
                <a:gd name="connsiteY4889" fmla="*/ 2133203 h 5664927"/>
                <a:gd name="connsiteX4890" fmla="*/ 1344387 w 4006679"/>
                <a:gd name="connsiteY4890" fmla="*/ 2224221 h 5664927"/>
                <a:gd name="connsiteX4891" fmla="*/ 1196669 w 4006679"/>
                <a:gd name="connsiteY4891" fmla="*/ 2300319 h 5664927"/>
                <a:gd name="connsiteX4892" fmla="*/ 1057903 w 4006679"/>
                <a:gd name="connsiteY4892" fmla="*/ 2327177 h 5664927"/>
                <a:gd name="connsiteX4893" fmla="*/ 1037013 w 4006679"/>
                <a:gd name="connsiteY4893" fmla="*/ 2328669 h 5664927"/>
                <a:gd name="connsiteX4894" fmla="*/ 1039998 w 4006679"/>
                <a:gd name="connsiteY4894" fmla="*/ 2357019 h 5664927"/>
                <a:gd name="connsiteX4895" fmla="*/ 1193685 w 4006679"/>
                <a:gd name="connsiteY4895" fmla="*/ 2343590 h 5664927"/>
                <a:gd name="connsiteX4896" fmla="*/ 1320514 w 4006679"/>
                <a:gd name="connsiteY4896" fmla="*/ 2289874 h 5664927"/>
                <a:gd name="connsiteX4897" fmla="*/ 1453311 w 4006679"/>
                <a:gd name="connsiteY4897" fmla="*/ 2176474 h 5664927"/>
                <a:gd name="connsiteX4898" fmla="*/ 1562235 w 4006679"/>
                <a:gd name="connsiteY4898" fmla="*/ 2045169 h 5664927"/>
                <a:gd name="connsiteX4899" fmla="*/ 1783066 w 4006679"/>
                <a:gd name="connsiteY4899" fmla="*/ 1918340 h 5664927"/>
                <a:gd name="connsiteX4900" fmla="*/ 1797987 w 4006679"/>
                <a:gd name="connsiteY4900" fmla="*/ 1910879 h 5664927"/>
                <a:gd name="connsiteX4901" fmla="*/ 1745764 w 4006679"/>
                <a:gd name="connsiteY4901" fmla="*/ 1906403 h 5664927"/>
                <a:gd name="connsiteX4902" fmla="*/ 1460026 w 4006679"/>
                <a:gd name="connsiteY4902" fmla="*/ 1882902 h 5664927"/>
                <a:gd name="connsiteX4903" fmla="*/ 1445850 w 4006679"/>
                <a:gd name="connsiteY4903" fmla="*/ 1891482 h 5664927"/>
                <a:gd name="connsiteX4904" fmla="*/ 1469724 w 4006679"/>
                <a:gd name="connsiteY4904" fmla="*/ 1894466 h 5664927"/>
                <a:gd name="connsiteX4905" fmla="*/ 1460026 w 4006679"/>
                <a:gd name="connsiteY4905" fmla="*/ 1882902 h 5664927"/>
                <a:gd name="connsiteX4906" fmla="*/ 2373567 w 4006679"/>
                <a:gd name="connsiteY4906" fmla="*/ 1955083 h 5664927"/>
                <a:gd name="connsiteX4907" fmla="*/ 2350066 w 4006679"/>
                <a:gd name="connsiteY4907" fmla="*/ 1976532 h 5664927"/>
                <a:gd name="connsiteX4908" fmla="*/ 2338130 w 4006679"/>
                <a:gd name="connsiteY4908" fmla="*/ 1998914 h 5664927"/>
                <a:gd name="connsiteX4909" fmla="*/ 2369464 w 4006679"/>
                <a:gd name="connsiteY4909" fmla="*/ 2010850 h 5664927"/>
                <a:gd name="connsiteX4910" fmla="*/ 2384385 w 4006679"/>
                <a:gd name="connsiteY4910" fmla="*/ 2006374 h 5664927"/>
                <a:gd name="connsiteX4911" fmla="*/ 2408258 w 4006679"/>
                <a:gd name="connsiteY4911" fmla="*/ 1966087 h 5664927"/>
                <a:gd name="connsiteX4912" fmla="*/ 2373567 w 4006679"/>
                <a:gd name="connsiteY4912" fmla="*/ 1955083 h 5664927"/>
                <a:gd name="connsiteX4913" fmla="*/ 353629 w 4006679"/>
                <a:gd name="connsiteY4913" fmla="*/ 1788527 h 5664927"/>
                <a:gd name="connsiteX4914" fmla="*/ 310358 w 4006679"/>
                <a:gd name="connsiteY4914" fmla="*/ 1804940 h 5664927"/>
                <a:gd name="connsiteX4915" fmla="*/ 298421 w 4006679"/>
                <a:gd name="connsiteY4915" fmla="*/ 1818369 h 5664927"/>
                <a:gd name="connsiteX4916" fmla="*/ 286484 w 4006679"/>
                <a:gd name="connsiteY4916" fmla="*/ 1927293 h 5664927"/>
                <a:gd name="connsiteX4917" fmla="*/ 286484 w 4006679"/>
                <a:gd name="connsiteY4917" fmla="*/ 2042185 h 5664927"/>
                <a:gd name="connsiteX4918" fmla="*/ 298421 w 4006679"/>
                <a:gd name="connsiteY4918" fmla="*/ 2210793 h 5664927"/>
                <a:gd name="connsiteX4919" fmla="*/ 338708 w 4006679"/>
                <a:gd name="connsiteY4919" fmla="*/ 2380893 h 5664927"/>
                <a:gd name="connsiteX4920" fmla="*/ 340200 w 4006679"/>
                <a:gd name="connsiteY4920" fmla="*/ 2391337 h 5664927"/>
                <a:gd name="connsiteX4921" fmla="*/ 392424 w 4006679"/>
                <a:gd name="connsiteY4921" fmla="*/ 2555469 h 5664927"/>
                <a:gd name="connsiteX4922" fmla="*/ 446140 w 4006679"/>
                <a:gd name="connsiteY4922" fmla="*/ 2659916 h 5664927"/>
                <a:gd name="connsiteX4923" fmla="*/ 492395 w 4006679"/>
                <a:gd name="connsiteY4923" fmla="*/ 2709156 h 5664927"/>
                <a:gd name="connsiteX4924" fmla="*/ 532682 w 4006679"/>
                <a:gd name="connsiteY4924" fmla="*/ 2765856 h 5664927"/>
                <a:gd name="connsiteX4925" fmla="*/ 526713 w 4006679"/>
                <a:gd name="connsiteY4925" fmla="*/ 2831508 h 5664927"/>
                <a:gd name="connsiteX4926" fmla="*/ 486426 w 4006679"/>
                <a:gd name="connsiteY4926" fmla="*/ 2880748 h 5664927"/>
                <a:gd name="connsiteX4927" fmla="*/ 386455 w 4006679"/>
                <a:gd name="connsiteY4927" fmla="*/ 2847922 h 5664927"/>
                <a:gd name="connsiteX4928" fmla="*/ 408837 w 4006679"/>
                <a:gd name="connsiteY4928" fmla="*/ 2740490 h 5664927"/>
                <a:gd name="connsiteX4929" fmla="*/ 464045 w 4006679"/>
                <a:gd name="connsiteY4929" fmla="*/ 2740490 h 5664927"/>
                <a:gd name="connsiteX4930" fmla="*/ 475982 w 4006679"/>
                <a:gd name="connsiteY4930" fmla="*/ 2783761 h 5664927"/>
                <a:gd name="connsiteX4931" fmla="*/ 443155 w 4006679"/>
                <a:gd name="connsiteY4931" fmla="*/ 2806143 h 5664927"/>
                <a:gd name="connsiteX4932" fmla="*/ 434203 w 4006679"/>
                <a:gd name="connsiteY4932" fmla="*/ 2771824 h 5664927"/>
                <a:gd name="connsiteX4933" fmla="*/ 449124 w 4006679"/>
                <a:gd name="connsiteY4933" fmla="*/ 2794206 h 5664927"/>
                <a:gd name="connsiteX4934" fmla="*/ 464045 w 4006679"/>
                <a:gd name="connsiteY4934" fmla="*/ 2764364 h 5664927"/>
                <a:gd name="connsiteX4935" fmla="*/ 444647 w 4006679"/>
                <a:gd name="connsiteY4935" fmla="*/ 2744966 h 5664927"/>
                <a:gd name="connsiteX4936" fmla="*/ 399884 w 4006679"/>
                <a:gd name="connsiteY4936" fmla="*/ 2764364 h 5664927"/>
                <a:gd name="connsiteX4937" fmla="*/ 413313 w 4006679"/>
                <a:gd name="connsiteY4937" fmla="*/ 2865827 h 5664927"/>
                <a:gd name="connsiteX4938" fmla="*/ 446140 w 4006679"/>
                <a:gd name="connsiteY4938" fmla="*/ 2880748 h 5664927"/>
                <a:gd name="connsiteX4939" fmla="*/ 514776 w 4006679"/>
                <a:gd name="connsiteY4939" fmla="*/ 2834493 h 5664927"/>
                <a:gd name="connsiteX4940" fmla="*/ 516269 w 4006679"/>
                <a:gd name="connsiteY4940" fmla="*/ 2750935 h 5664927"/>
                <a:gd name="connsiteX4941" fmla="*/ 502840 w 4006679"/>
                <a:gd name="connsiteY4941" fmla="*/ 2730045 h 5664927"/>
                <a:gd name="connsiteX4942" fmla="*/ 428234 w 4006679"/>
                <a:gd name="connsiteY4942" fmla="*/ 2707664 h 5664927"/>
                <a:gd name="connsiteX4943" fmla="*/ 352137 w 4006679"/>
                <a:gd name="connsiteY4943" fmla="*/ 2755411 h 5664927"/>
                <a:gd name="connsiteX4944" fmla="*/ 341692 w 4006679"/>
                <a:gd name="connsiteY4944" fmla="*/ 2876272 h 5664927"/>
                <a:gd name="connsiteX4945" fmla="*/ 355121 w 4006679"/>
                <a:gd name="connsiteY4945" fmla="*/ 2913574 h 5664927"/>
                <a:gd name="connsiteX4946" fmla="*/ 428234 w 4006679"/>
                <a:gd name="connsiteY4946" fmla="*/ 2991164 h 5664927"/>
                <a:gd name="connsiteX4947" fmla="*/ 467029 w 4006679"/>
                <a:gd name="connsiteY4947" fmla="*/ 3004593 h 5664927"/>
                <a:gd name="connsiteX4948" fmla="*/ 511792 w 4006679"/>
                <a:gd name="connsiteY4948" fmla="*/ 2997132 h 5664927"/>
                <a:gd name="connsiteX4949" fmla="*/ 572969 w 4006679"/>
                <a:gd name="connsiteY4949" fmla="*/ 2941924 h 5664927"/>
                <a:gd name="connsiteX4950" fmla="*/ 584905 w 4006679"/>
                <a:gd name="connsiteY4950" fmla="*/ 2849414 h 5664927"/>
                <a:gd name="connsiteX4951" fmla="*/ 519253 w 4006679"/>
                <a:gd name="connsiteY4951" fmla="*/ 2661408 h 5664927"/>
                <a:gd name="connsiteX4952" fmla="*/ 459569 w 4006679"/>
                <a:gd name="connsiteY4952" fmla="*/ 2568898 h 5664927"/>
                <a:gd name="connsiteX4953" fmla="*/ 371534 w 4006679"/>
                <a:gd name="connsiteY4953" fmla="*/ 2340606 h 5664927"/>
                <a:gd name="connsiteX4954" fmla="*/ 334232 w 4006679"/>
                <a:gd name="connsiteY4954" fmla="*/ 2033232 h 5664927"/>
                <a:gd name="connsiteX4955" fmla="*/ 335724 w 4006679"/>
                <a:gd name="connsiteY4955" fmla="*/ 1960119 h 5664927"/>
                <a:gd name="connsiteX4956" fmla="*/ 350645 w 4006679"/>
                <a:gd name="connsiteY4956" fmla="*/ 1822845 h 5664927"/>
                <a:gd name="connsiteX4957" fmla="*/ 353629 w 4006679"/>
                <a:gd name="connsiteY4957" fmla="*/ 1788527 h 5664927"/>
                <a:gd name="connsiteX4958" fmla="*/ 2321716 w 4006679"/>
                <a:gd name="connsiteY4958" fmla="*/ 1948182 h 5664927"/>
                <a:gd name="connsiteX4959" fmla="*/ 2294859 w 4006679"/>
                <a:gd name="connsiteY4959" fmla="*/ 1973548 h 5664927"/>
                <a:gd name="connsiteX4960" fmla="*/ 2315748 w 4006679"/>
                <a:gd name="connsiteY4960" fmla="*/ 1989961 h 5664927"/>
                <a:gd name="connsiteX4961" fmla="*/ 2330669 w 4006679"/>
                <a:gd name="connsiteY4961" fmla="*/ 1982500 h 5664927"/>
                <a:gd name="connsiteX4962" fmla="*/ 2345590 w 4006679"/>
                <a:gd name="connsiteY4962" fmla="*/ 1957135 h 5664927"/>
                <a:gd name="connsiteX4963" fmla="*/ 2321716 w 4006679"/>
                <a:gd name="connsiteY4963" fmla="*/ 1948182 h 5664927"/>
                <a:gd name="connsiteX4964" fmla="*/ 2296351 w 4006679"/>
                <a:gd name="connsiteY4964" fmla="*/ 1945198 h 5664927"/>
                <a:gd name="connsiteX4965" fmla="*/ 2268001 w 4006679"/>
                <a:gd name="connsiteY4965" fmla="*/ 1976532 h 5664927"/>
                <a:gd name="connsiteX4966" fmla="*/ 2296351 w 4006679"/>
                <a:gd name="connsiteY4966" fmla="*/ 1945198 h 5664927"/>
                <a:gd name="connsiteX4967" fmla="*/ 1993453 w 4006679"/>
                <a:gd name="connsiteY4967" fmla="*/ 1916848 h 5664927"/>
                <a:gd name="connsiteX4968" fmla="*/ 1953166 w 4006679"/>
                <a:gd name="connsiteY4968" fmla="*/ 1940721 h 5664927"/>
                <a:gd name="connsiteX4969" fmla="*/ 1917356 w 4006679"/>
                <a:gd name="connsiteY4969" fmla="*/ 1981008 h 5664927"/>
                <a:gd name="connsiteX4970" fmla="*/ 1827829 w 4006679"/>
                <a:gd name="connsiteY4970" fmla="*/ 2009358 h 5664927"/>
                <a:gd name="connsiteX4971" fmla="*/ 1781574 w 4006679"/>
                <a:gd name="connsiteY4971" fmla="*/ 2027264 h 5664927"/>
                <a:gd name="connsiteX4972" fmla="*/ 1802464 w 4006679"/>
                <a:gd name="connsiteY4972" fmla="*/ 2045169 h 5664927"/>
                <a:gd name="connsiteX4973" fmla="*/ 1836782 w 4006679"/>
                <a:gd name="connsiteY4973" fmla="*/ 2055613 h 5664927"/>
                <a:gd name="connsiteX4974" fmla="*/ 1859164 w 4006679"/>
                <a:gd name="connsiteY4974" fmla="*/ 2051137 h 5664927"/>
                <a:gd name="connsiteX4975" fmla="*/ 1971071 w 4006679"/>
                <a:gd name="connsiteY4975" fmla="*/ 1997421 h 5664927"/>
                <a:gd name="connsiteX4976" fmla="*/ 2009866 w 4006679"/>
                <a:gd name="connsiteY4976" fmla="*/ 1955642 h 5664927"/>
                <a:gd name="connsiteX4977" fmla="*/ 2027771 w 4006679"/>
                <a:gd name="connsiteY4977" fmla="*/ 1919832 h 5664927"/>
                <a:gd name="connsiteX4978" fmla="*/ 1993453 w 4006679"/>
                <a:gd name="connsiteY4978" fmla="*/ 1916848 h 5664927"/>
                <a:gd name="connsiteX4979" fmla="*/ 2215777 w 4006679"/>
                <a:gd name="connsiteY4979" fmla="*/ 1934753 h 5664927"/>
                <a:gd name="connsiteX4980" fmla="*/ 2218761 w 4006679"/>
                <a:gd name="connsiteY4980" fmla="*/ 1948182 h 5664927"/>
                <a:gd name="connsiteX4981" fmla="*/ 2223237 w 4006679"/>
                <a:gd name="connsiteY4981" fmla="*/ 1964595 h 5664927"/>
                <a:gd name="connsiteX4982" fmla="*/ 2244127 w 4006679"/>
                <a:gd name="connsiteY4982" fmla="*/ 1970563 h 5664927"/>
                <a:gd name="connsiteX4983" fmla="*/ 2269493 w 4006679"/>
                <a:gd name="connsiteY4983" fmla="*/ 1946690 h 5664927"/>
                <a:gd name="connsiteX4984" fmla="*/ 2268001 w 4006679"/>
                <a:gd name="connsiteY4984" fmla="*/ 1939229 h 5664927"/>
                <a:gd name="connsiteX4985" fmla="*/ 2215777 w 4006679"/>
                <a:gd name="connsiteY4985" fmla="*/ 1934753 h 5664927"/>
                <a:gd name="connsiteX4986" fmla="*/ 2134644 w 4006679"/>
                <a:gd name="connsiteY4986" fmla="*/ 1926360 h 5664927"/>
                <a:gd name="connsiteX4987" fmla="*/ 2121774 w 4006679"/>
                <a:gd name="connsiteY4987" fmla="*/ 1936245 h 5664927"/>
                <a:gd name="connsiteX4988" fmla="*/ 2103869 w 4006679"/>
                <a:gd name="connsiteY4988" fmla="*/ 1966087 h 5664927"/>
                <a:gd name="connsiteX4989" fmla="*/ 2060598 w 4006679"/>
                <a:gd name="connsiteY4989" fmla="*/ 2036216 h 5664927"/>
                <a:gd name="connsiteX4990" fmla="*/ 1942722 w 4006679"/>
                <a:gd name="connsiteY4990" fmla="*/ 2124250 h 5664927"/>
                <a:gd name="connsiteX4991" fmla="*/ 1812908 w 4006679"/>
                <a:gd name="connsiteY4991" fmla="*/ 2139172 h 5664927"/>
                <a:gd name="connsiteX4992" fmla="*/ 1824845 w 4006679"/>
                <a:gd name="connsiteY4992" fmla="*/ 2110822 h 5664927"/>
                <a:gd name="connsiteX4993" fmla="*/ 1817385 w 4006679"/>
                <a:gd name="connsiteY4993" fmla="*/ 2077995 h 5664927"/>
                <a:gd name="connsiteX4994" fmla="*/ 1784558 w 4006679"/>
                <a:gd name="connsiteY4994" fmla="*/ 2122758 h 5664927"/>
                <a:gd name="connsiteX4995" fmla="*/ 1793511 w 4006679"/>
                <a:gd name="connsiteY4995" fmla="*/ 2191395 h 5664927"/>
                <a:gd name="connsiteX4996" fmla="*/ 1817385 w 4006679"/>
                <a:gd name="connsiteY4996" fmla="*/ 2192887 h 5664927"/>
                <a:gd name="connsiteX4997" fmla="*/ 1887514 w 4006679"/>
                <a:gd name="connsiteY4997" fmla="*/ 2186919 h 5664927"/>
                <a:gd name="connsiteX4998" fmla="*/ 2036724 w 4006679"/>
                <a:gd name="connsiteY4998" fmla="*/ 2106345 h 5664927"/>
                <a:gd name="connsiteX4999" fmla="*/ 2138187 w 4006679"/>
                <a:gd name="connsiteY4999" fmla="*/ 1958627 h 5664927"/>
                <a:gd name="connsiteX5000" fmla="*/ 2153109 w 4006679"/>
                <a:gd name="connsiteY5000" fmla="*/ 1928784 h 5664927"/>
                <a:gd name="connsiteX5001" fmla="*/ 2134644 w 4006679"/>
                <a:gd name="connsiteY5001" fmla="*/ 1926360 h 5664927"/>
                <a:gd name="connsiteX5002" fmla="*/ 2187800 w 4006679"/>
                <a:gd name="connsiteY5002" fmla="*/ 1930649 h 5664927"/>
                <a:gd name="connsiteX5003" fmla="*/ 2169522 w 4006679"/>
                <a:gd name="connsiteY5003" fmla="*/ 1930277 h 5664927"/>
                <a:gd name="connsiteX5004" fmla="*/ 2142664 w 4006679"/>
                <a:gd name="connsiteY5004" fmla="*/ 1981008 h 5664927"/>
                <a:gd name="connsiteX5005" fmla="*/ 2166537 w 4006679"/>
                <a:gd name="connsiteY5005" fmla="*/ 1995929 h 5664927"/>
                <a:gd name="connsiteX5006" fmla="*/ 2211301 w 4006679"/>
                <a:gd name="connsiteY5006" fmla="*/ 1981008 h 5664927"/>
                <a:gd name="connsiteX5007" fmla="*/ 2199364 w 4006679"/>
                <a:gd name="connsiteY5007" fmla="*/ 1942214 h 5664927"/>
                <a:gd name="connsiteX5008" fmla="*/ 2187800 w 4006679"/>
                <a:gd name="connsiteY5008" fmla="*/ 1930649 h 5664927"/>
                <a:gd name="connsiteX5009" fmla="*/ 2078107 w 4006679"/>
                <a:gd name="connsiteY5009" fmla="*/ 1920112 h 5664927"/>
                <a:gd name="connsiteX5010" fmla="*/ 2039708 w 4006679"/>
                <a:gd name="connsiteY5010" fmla="*/ 1951166 h 5664927"/>
                <a:gd name="connsiteX5011" fmla="*/ 2081487 w 4006679"/>
                <a:gd name="connsiteY5011" fmla="*/ 1978024 h 5664927"/>
                <a:gd name="connsiteX5012" fmla="*/ 2088948 w 4006679"/>
                <a:gd name="connsiteY5012" fmla="*/ 1951166 h 5664927"/>
                <a:gd name="connsiteX5013" fmla="*/ 2059106 w 4006679"/>
                <a:gd name="connsiteY5013" fmla="*/ 1937737 h 5664927"/>
                <a:gd name="connsiteX5014" fmla="*/ 2108345 w 4006679"/>
                <a:gd name="connsiteY5014" fmla="*/ 1927293 h 5664927"/>
                <a:gd name="connsiteX5015" fmla="*/ 2078107 w 4006679"/>
                <a:gd name="connsiteY5015" fmla="*/ 1920112 h 5664927"/>
                <a:gd name="connsiteX5016" fmla="*/ 1271274 w 4006679"/>
                <a:gd name="connsiteY5016" fmla="*/ 1849703 h 5664927"/>
                <a:gd name="connsiteX5017" fmla="*/ 1232479 w 4006679"/>
                <a:gd name="connsiteY5017" fmla="*/ 1870592 h 5664927"/>
                <a:gd name="connsiteX5018" fmla="*/ 1232479 w 4006679"/>
                <a:gd name="connsiteY5018" fmla="*/ 1892974 h 5664927"/>
                <a:gd name="connsiteX5019" fmla="*/ 1280227 w 4006679"/>
                <a:gd name="connsiteY5019" fmla="*/ 1915356 h 5664927"/>
                <a:gd name="connsiteX5020" fmla="*/ 1271274 w 4006679"/>
                <a:gd name="connsiteY5020" fmla="*/ 1849703 h 5664927"/>
                <a:gd name="connsiteX5021" fmla="*/ 1360800 w 4006679"/>
                <a:gd name="connsiteY5021" fmla="*/ 1855671 h 5664927"/>
                <a:gd name="connsiteX5022" fmla="*/ 1357816 w 4006679"/>
                <a:gd name="connsiteY5022" fmla="*/ 1863132 h 5664927"/>
                <a:gd name="connsiteX5023" fmla="*/ 1360800 w 4006679"/>
                <a:gd name="connsiteY5023" fmla="*/ 1885514 h 5664927"/>
                <a:gd name="connsiteX5024" fmla="*/ 1377213 w 4006679"/>
                <a:gd name="connsiteY5024" fmla="*/ 1900435 h 5664927"/>
                <a:gd name="connsiteX5025" fmla="*/ 1401087 w 4006679"/>
                <a:gd name="connsiteY5025" fmla="*/ 1882529 h 5664927"/>
                <a:gd name="connsiteX5026" fmla="*/ 1390642 w 4006679"/>
                <a:gd name="connsiteY5026" fmla="*/ 1861640 h 5664927"/>
                <a:gd name="connsiteX5027" fmla="*/ 1360800 w 4006679"/>
                <a:gd name="connsiteY5027" fmla="*/ 1855671 h 5664927"/>
                <a:gd name="connsiteX5028" fmla="*/ 3388573 w 4006679"/>
                <a:gd name="connsiteY5028" fmla="*/ 2001712 h 5664927"/>
                <a:gd name="connsiteX5029" fmla="*/ 3370667 w 4006679"/>
                <a:gd name="connsiteY5029" fmla="*/ 2009358 h 5664927"/>
                <a:gd name="connsiteX5030" fmla="*/ 3282632 w 4006679"/>
                <a:gd name="connsiteY5030" fmla="*/ 2134695 h 5664927"/>
                <a:gd name="connsiteX5031" fmla="*/ 3275172 w 4006679"/>
                <a:gd name="connsiteY5031" fmla="*/ 2186919 h 5664927"/>
                <a:gd name="connsiteX5032" fmla="*/ 3278156 w 4006679"/>
                <a:gd name="connsiteY5032" fmla="*/ 2248095 h 5664927"/>
                <a:gd name="connsiteX5033" fmla="*/ 3297553 w 4006679"/>
                <a:gd name="connsiteY5033" fmla="*/ 2261524 h 5664927"/>
                <a:gd name="connsiteX5034" fmla="*/ 3291585 w 4006679"/>
                <a:gd name="connsiteY5034" fmla="*/ 2167521 h 5664927"/>
                <a:gd name="connsiteX5035" fmla="*/ 3351269 w 4006679"/>
                <a:gd name="connsiteY5035" fmla="*/ 2073519 h 5664927"/>
                <a:gd name="connsiteX5036" fmla="*/ 3412446 w 4006679"/>
                <a:gd name="connsiteY5036" fmla="*/ 2034724 h 5664927"/>
                <a:gd name="connsiteX5037" fmla="*/ 3421398 w 4006679"/>
                <a:gd name="connsiteY5037" fmla="*/ 2027264 h 5664927"/>
                <a:gd name="connsiteX5038" fmla="*/ 3406477 w 4006679"/>
                <a:gd name="connsiteY5038" fmla="*/ 2010850 h 5664927"/>
                <a:gd name="connsiteX5039" fmla="*/ 3388573 w 4006679"/>
                <a:gd name="connsiteY5039" fmla="*/ 2001712 h 5664927"/>
                <a:gd name="connsiteX5040" fmla="*/ 1413024 w 4006679"/>
                <a:gd name="connsiteY5040" fmla="*/ 1834969 h 5664927"/>
                <a:gd name="connsiteX5041" fmla="*/ 1404071 w 4006679"/>
                <a:gd name="connsiteY5041" fmla="*/ 1840750 h 5664927"/>
                <a:gd name="connsiteX5042" fmla="*/ 1416008 w 4006679"/>
                <a:gd name="connsiteY5042" fmla="*/ 1892974 h 5664927"/>
                <a:gd name="connsiteX5043" fmla="*/ 1442866 w 4006679"/>
                <a:gd name="connsiteY5043" fmla="*/ 1861640 h 5664927"/>
                <a:gd name="connsiteX5044" fmla="*/ 1426453 w 4006679"/>
                <a:gd name="connsiteY5044" fmla="*/ 1839258 h 5664927"/>
                <a:gd name="connsiteX5045" fmla="*/ 1413024 w 4006679"/>
                <a:gd name="connsiteY5045" fmla="*/ 1834969 h 5664927"/>
                <a:gd name="connsiteX5046" fmla="*/ 2248603 w 4006679"/>
                <a:gd name="connsiteY5046" fmla="*/ 1895958 h 5664927"/>
                <a:gd name="connsiteX5047" fmla="*/ 2241143 w 4006679"/>
                <a:gd name="connsiteY5047" fmla="*/ 1895958 h 5664927"/>
                <a:gd name="connsiteX5048" fmla="*/ 2250095 w 4006679"/>
                <a:gd name="connsiteY5048" fmla="*/ 1915356 h 5664927"/>
                <a:gd name="connsiteX5049" fmla="*/ 2248603 w 4006679"/>
                <a:gd name="connsiteY5049" fmla="*/ 1895958 h 5664927"/>
                <a:gd name="connsiteX5050" fmla="*/ 2284017 w 4006679"/>
                <a:gd name="connsiteY5050" fmla="*/ 1896727 h 5664927"/>
                <a:gd name="connsiteX5051" fmla="*/ 2266508 w 4006679"/>
                <a:gd name="connsiteY5051" fmla="*/ 1898942 h 5664927"/>
                <a:gd name="connsiteX5052" fmla="*/ 2299335 w 4006679"/>
                <a:gd name="connsiteY5052" fmla="*/ 1918340 h 5664927"/>
                <a:gd name="connsiteX5053" fmla="*/ 2284017 w 4006679"/>
                <a:gd name="connsiteY5053" fmla="*/ 1896727 h 5664927"/>
                <a:gd name="connsiteX5054" fmla="*/ 2317240 w 4006679"/>
                <a:gd name="connsiteY5054" fmla="*/ 1897450 h 5664927"/>
                <a:gd name="connsiteX5055" fmla="*/ 2344098 w 4006679"/>
                <a:gd name="connsiteY5055" fmla="*/ 1925800 h 5664927"/>
                <a:gd name="connsiteX5056" fmla="*/ 2341114 w 4006679"/>
                <a:gd name="connsiteY5056" fmla="*/ 1901927 h 5664927"/>
                <a:gd name="connsiteX5057" fmla="*/ 2317240 w 4006679"/>
                <a:gd name="connsiteY5057" fmla="*/ 1897450 h 5664927"/>
                <a:gd name="connsiteX5058" fmla="*/ 2376877 w 4006679"/>
                <a:gd name="connsiteY5058" fmla="*/ 1900924 h 5664927"/>
                <a:gd name="connsiteX5059" fmla="*/ 2362003 w 4006679"/>
                <a:gd name="connsiteY5059" fmla="*/ 1903419 h 5664927"/>
                <a:gd name="connsiteX5060" fmla="*/ 2387369 w 4006679"/>
                <a:gd name="connsiteY5060" fmla="*/ 1931769 h 5664927"/>
                <a:gd name="connsiteX5061" fmla="*/ 2376877 w 4006679"/>
                <a:gd name="connsiteY5061" fmla="*/ 1900924 h 5664927"/>
                <a:gd name="connsiteX5062" fmla="*/ 2430640 w 4006679"/>
                <a:gd name="connsiteY5062" fmla="*/ 1900435 h 5664927"/>
                <a:gd name="connsiteX5063" fmla="*/ 2402290 w 4006679"/>
                <a:gd name="connsiteY5063" fmla="*/ 1901927 h 5664927"/>
                <a:gd name="connsiteX5064" fmla="*/ 2438101 w 4006679"/>
                <a:gd name="connsiteY5064" fmla="*/ 1939229 h 5664927"/>
                <a:gd name="connsiteX5065" fmla="*/ 2430640 w 4006679"/>
                <a:gd name="connsiteY5065" fmla="*/ 1900435 h 5664927"/>
                <a:gd name="connsiteX5066" fmla="*/ 2082094 w 4006679"/>
                <a:gd name="connsiteY5066" fmla="*/ 1871035 h 5664927"/>
                <a:gd name="connsiteX5067" fmla="*/ 2059106 w 4006679"/>
                <a:gd name="connsiteY5067" fmla="*/ 1875069 h 5664927"/>
                <a:gd name="connsiteX5068" fmla="*/ 2120282 w 4006679"/>
                <a:gd name="connsiteY5068" fmla="*/ 1898942 h 5664927"/>
                <a:gd name="connsiteX5069" fmla="*/ 2082094 w 4006679"/>
                <a:gd name="connsiteY5069" fmla="*/ 1871035 h 5664927"/>
                <a:gd name="connsiteX5070" fmla="*/ 2494801 w 4006679"/>
                <a:gd name="connsiteY5070" fmla="*/ 1903419 h 5664927"/>
                <a:gd name="connsiteX5071" fmla="*/ 2481372 w 4006679"/>
                <a:gd name="connsiteY5071" fmla="*/ 1904911 h 5664927"/>
                <a:gd name="connsiteX5072" fmla="*/ 2466451 w 4006679"/>
                <a:gd name="connsiteY5072" fmla="*/ 1903419 h 5664927"/>
                <a:gd name="connsiteX5073" fmla="*/ 2450037 w 4006679"/>
                <a:gd name="connsiteY5073" fmla="*/ 1924308 h 5664927"/>
                <a:gd name="connsiteX5074" fmla="*/ 2494801 w 4006679"/>
                <a:gd name="connsiteY5074" fmla="*/ 1951166 h 5664927"/>
                <a:gd name="connsiteX5075" fmla="*/ 2494801 w 4006679"/>
                <a:gd name="connsiteY5075" fmla="*/ 1903419 h 5664927"/>
                <a:gd name="connsiteX5076" fmla="*/ 1456109 w 4006679"/>
                <a:gd name="connsiteY5076" fmla="*/ 1816131 h 5664927"/>
                <a:gd name="connsiteX5077" fmla="*/ 1430929 w 4006679"/>
                <a:gd name="connsiteY5077" fmla="*/ 1819861 h 5664927"/>
                <a:gd name="connsiteX5078" fmla="*/ 1465248 w 4006679"/>
                <a:gd name="connsiteY5078" fmla="*/ 1860148 h 5664927"/>
                <a:gd name="connsiteX5079" fmla="*/ 1480169 w 4006679"/>
                <a:gd name="connsiteY5079" fmla="*/ 1821353 h 5664927"/>
                <a:gd name="connsiteX5080" fmla="*/ 1456109 w 4006679"/>
                <a:gd name="connsiteY5080" fmla="*/ 1816131 h 5664927"/>
                <a:gd name="connsiteX5081" fmla="*/ 1371058 w 4006679"/>
                <a:gd name="connsiteY5081" fmla="*/ 1807551 h 5664927"/>
                <a:gd name="connsiteX5082" fmla="*/ 1339911 w 4006679"/>
                <a:gd name="connsiteY5082" fmla="*/ 1816877 h 5664927"/>
                <a:gd name="connsiteX5083" fmla="*/ 1351848 w 4006679"/>
                <a:gd name="connsiteY5083" fmla="*/ 1846719 h 5664927"/>
                <a:gd name="connsiteX5084" fmla="*/ 1396611 w 4006679"/>
                <a:gd name="connsiteY5084" fmla="*/ 1822845 h 5664927"/>
                <a:gd name="connsiteX5085" fmla="*/ 1371058 w 4006679"/>
                <a:gd name="connsiteY5085" fmla="*/ 1807551 h 5664927"/>
                <a:gd name="connsiteX5086" fmla="*/ 2529119 w 4006679"/>
                <a:gd name="connsiteY5086" fmla="*/ 1901927 h 5664927"/>
                <a:gd name="connsiteX5087" fmla="*/ 2508229 w 4006679"/>
                <a:gd name="connsiteY5087" fmla="*/ 1925800 h 5664927"/>
                <a:gd name="connsiteX5088" fmla="*/ 2515690 w 4006679"/>
                <a:gd name="connsiteY5088" fmla="*/ 1960119 h 5664927"/>
                <a:gd name="connsiteX5089" fmla="*/ 2548517 w 4006679"/>
                <a:gd name="connsiteY5089" fmla="*/ 1967579 h 5664927"/>
                <a:gd name="connsiteX5090" fmla="*/ 2545532 w 4006679"/>
                <a:gd name="connsiteY5090" fmla="*/ 1916848 h 5664927"/>
                <a:gd name="connsiteX5091" fmla="*/ 2529119 w 4006679"/>
                <a:gd name="connsiteY5091" fmla="*/ 1901927 h 5664927"/>
                <a:gd name="connsiteX5092" fmla="*/ 405853 w 4006679"/>
                <a:gd name="connsiteY5092" fmla="*/ 1724366 h 5664927"/>
                <a:gd name="connsiteX5093" fmla="*/ 368550 w 4006679"/>
                <a:gd name="connsiteY5093" fmla="*/ 1781066 h 5664927"/>
                <a:gd name="connsiteX5094" fmla="*/ 367058 w 4006679"/>
                <a:gd name="connsiteY5094" fmla="*/ 1788527 h 5664927"/>
                <a:gd name="connsiteX5095" fmla="*/ 349153 w 4006679"/>
                <a:gd name="connsiteY5095" fmla="*/ 1954150 h 5664927"/>
                <a:gd name="connsiteX5096" fmla="*/ 353629 w 4006679"/>
                <a:gd name="connsiteY5096" fmla="*/ 2164537 h 5664927"/>
                <a:gd name="connsiteX5097" fmla="*/ 386455 w 4006679"/>
                <a:gd name="connsiteY5097" fmla="*/ 2358511 h 5664927"/>
                <a:gd name="connsiteX5098" fmla="*/ 407345 w 4006679"/>
                <a:gd name="connsiteY5098" fmla="*/ 2425656 h 5664927"/>
                <a:gd name="connsiteX5099" fmla="*/ 465537 w 4006679"/>
                <a:gd name="connsiteY5099" fmla="*/ 2558453 h 5664927"/>
                <a:gd name="connsiteX5100" fmla="*/ 553571 w 4006679"/>
                <a:gd name="connsiteY5100" fmla="*/ 2704679 h 5664927"/>
                <a:gd name="connsiteX5101" fmla="*/ 592366 w 4006679"/>
                <a:gd name="connsiteY5101" fmla="*/ 2903130 h 5664927"/>
                <a:gd name="connsiteX5102" fmla="*/ 608779 w 4006679"/>
                <a:gd name="connsiteY5102" fmla="*/ 2931480 h 5664927"/>
                <a:gd name="connsiteX5103" fmla="*/ 701290 w 4006679"/>
                <a:gd name="connsiteY5103" fmla="*/ 2827032 h 5664927"/>
                <a:gd name="connsiteX5104" fmla="*/ 690845 w 4006679"/>
                <a:gd name="connsiteY5104" fmla="*/ 2813603 h 5664927"/>
                <a:gd name="connsiteX5105" fmla="*/ 622208 w 4006679"/>
                <a:gd name="connsiteY5105" fmla="*/ 2733030 h 5664927"/>
                <a:gd name="connsiteX5106" fmla="*/ 569984 w 4006679"/>
                <a:gd name="connsiteY5106" fmla="*/ 2656932 h 5664927"/>
                <a:gd name="connsiteX5107" fmla="*/ 483442 w 4006679"/>
                <a:gd name="connsiteY5107" fmla="*/ 2492800 h 5664927"/>
                <a:gd name="connsiteX5108" fmla="*/ 434203 w 4006679"/>
                <a:gd name="connsiteY5108" fmla="*/ 2370448 h 5664927"/>
                <a:gd name="connsiteX5109" fmla="*/ 399884 w 4006679"/>
                <a:gd name="connsiteY5109" fmla="*/ 2219745 h 5664927"/>
                <a:gd name="connsiteX5110" fmla="*/ 377503 w 4006679"/>
                <a:gd name="connsiteY5110" fmla="*/ 2036216 h 5664927"/>
                <a:gd name="connsiteX5111" fmla="*/ 374519 w 4006679"/>
                <a:gd name="connsiteY5111" fmla="*/ 1981008 h 5664927"/>
                <a:gd name="connsiteX5112" fmla="*/ 377503 w 4006679"/>
                <a:gd name="connsiteY5112" fmla="*/ 1878053 h 5664927"/>
                <a:gd name="connsiteX5113" fmla="*/ 390932 w 4006679"/>
                <a:gd name="connsiteY5113" fmla="*/ 1812400 h 5664927"/>
                <a:gd name="connsiteX5114" fmla="*/ 407345 w 4006679"/>
                <a:gd name="connsiteY5114" fmla="*/ 1731827 h 5664927"/>
                <a:gd name="connsiteX5115" fmla="*/ 405853 w 4006679"/>
                <a:gd name="connsiteY5115" fmla="*/ 1724366 h 5664927"/>
                <a:gd name="connsiteX5116" fmla="*/ 1760825 w 4006679"/>
                <a:gd name="connsiteY5116" fmla="*/ 1833430 h 5664927"/>
                <a:gd name="connsiteX5117" fmla="*/ 1747256 w 4006679"/>
                <a:gd name="connsiteY5117" fmla="*/ 1836274 h 5664927"/>
                <a:gd name="connsiteX5118" fmla="*/ 1742779 w 4006679"/>
                <a:gd name="connsiteY5118" fmla="*/ 1857164 h 5664927"/>
                <a:gd name="connsiteX5119" fmla="*/ 1781574 w 4006679"/>
                <a:gd name="connsiteY5119" fmla="*/ 1872085 h 5664927"/>
                <a:gd name="connsiteX5120" fmla="*/ 1796495 w 4006679"/>
                <a:gd name="connsiteY5120" fmla="*/ 1855671 h 5664927"/>
                <a:gd name="connsiteX5121" fmla="*/ 1760825 w 4006679"/>
                <a:gd name="connsiteY5121" fmla="*/ 1833430 h 5664927"/>
                <a:gd name="connsiteX5122" fmla="*/ 1411532 w 4006679"/>
                <a:gd name="connsiteY5122" fmla="*/ 1804940 h 5664927"/>
                <a:gd name="connsiteX5123" fmla="*/ 1408548 w 4006679"/>
                <a:gd name="connsiteY5123" fmla="*/ 1812400 h 5664927"/>
                <a:gd name="connsiteX5124" fmla="*/ 1413024 w 4006679"/>
                <a:gd name="connsiteY5124" fmla="*/ 1818369 h 5664927"/>
                <a:gd name="connsiteX5125" fmla="*/ 1418992 w 4006679"/>
                <a:gd name="connsiteY5125" fmla="*/ 1813892 h 5664927"/>
                <a:gd name="connsiteX5126" fmla="*/ 1411532 w 4006679"/>
                <a:gd name="connsiteY5126" fmla="*/ 1804940 h 5664927"/>
                <a:gd name="connsiteX5127" fmla="*/ 3332431 w 4006679"/>
                <a:gd name="connsiteY5127" fmla="*/ 1960865 h 5664927"/>
                <a:gd name="connsiteX5128" fmla="*/ 3313966 w 4006679"/>
                <a:gd name="connsiteY5128" fmla="*/ 1975040 h 5664927"/>
                <a:gd name="connsiteX5129" fmla="*/ 3243838 w 4006679"/>
                <a:gd name="connsiteY5129" fmla="*/ 2115298 h 5664927"/>
                <a:gd name="connsiteX5130" fmla="*/ 3242346 w 4006679"/>
                <a:gd name="connsiteY5130" fmla="*/ 2127235 h 5664927"/>
                <a:gd name="connsiteX5131" fmla="*/ 3242346 w 4006679"/>
                <a:gd name="connsiteY5131" fmla="*/ 2222730 h 5664927"/>
                <a:gd name="connsiteX5132" fmla="*/ 3263235 w 4006679"/>
                <a:gd name="connsiteY5132" fmla="*/ 2242127 h 5664927"/>
                <a:gd name="connsiteX5133" fmla="*/ 3282632 w 4006679"/>
                <a:gd name="connsiteY5133" fmla="*/ 2098885 h 5664927"/>
                <a:gd name="connsiteX5134" fmla="*/ 3378127 w 4006679"/>
                <a:gd name="connsiteY5134" fmla="*/ 1986977 h 5664927"/>
                <a:gd name="connsiteX5135" fmla="*/ 3354254 w 4006679"/>
                <a:gd name="connsiteY5135" fmla="*/ 1969072 h 5664927"/>
                <a:gd name="connsiteX5136" fmla="*/ 3332431 w 4006679"/>
                <a:gd name="connsiteY5136" fmla="*/ 1960865 h 5664927"/>
                <a:gd name="connsiteX5137" fmla="*/ 1647285 w 4006679"/>
                <a:gd name="connsiteY5137" fmla="*/ 1822659 h 5664927"/>
                <a:gd name="connsiteX5138" fmla="*/ 1620427 w 4006679"/>
                <a:gd name="connsiteY5138" fmla="*/ 1825829 h 5664927"/>
                <a:gd name="connsiteX5139" fmla="*/ 1651761 w 4006679"/>
                <a:gd name="connsiteY5139" fmla="*/ 1855671 h 5664927"/>
                <a:gd name="connsiteX5140" fmla="*/ 1635348 w 4006679"/>
                <a:gd name="connsiteY5140" fmla="*/ 1861640 h 5664927"/>
                <a:gd name="connsiteX5141" fmla="*/ 1568203 w 4006679"/>
                <a:gd name="connsiteY5141" fmla="*/ 1860148 h 5664927"/>
                <a:gd name="connsiteX5142" fmla="*/ 1501058 w 4006679"/>
                <a:gd name="connsiteY5142" fmla="*/ 1861640 h 5664927"/>
                <a:gd name="connsiteX5143" fmla="*/ 1475692 w 4006679"/>
                <a:gd name="connsiteY5143" fmla="*/ 1872085 h 5664927"/>
                <a:gd name="connsiteX5144" fmla="*/ 1505535 w 4006679"/>
                <a:gd name="connsiteY5144" fmla="*/ 1894466 h 5664927"/>
                <a:gd name="connsiteX5145" fmla="*/ 1571187 w 4006679"/>
                <a:gd name="connsiteY5145" fmla="*/ 1894466 h 5664927"/>
                <a:gd name="connsiteX5146" fmla="*/ 1748748 w 4006679"/>
                <a:gd name="connsiteY5146" fmla="*/ 1888498 h 5664927"/>
                <a:gd name="connsiteX5147" fmla="*/ 1756208 w 4006679"/>
                <a:gd name="connsiteY5147" fmla="*/ 1885514 h 5664927"/>
                <a:gd name="connsiteX5148" fmla="*/ 1669666 w 4006679"/>
                <a:gd name="connsiteY5148" fmla="*/ 1831798 h 5664927"/>
                <a:gd name="connsiteX5149" fmla="*/ 1647285 w 4006679"/>
                <a:gd name="connsiteY5149" fmla="*/ 1822659 h 5664927"/>
                <a:gd name="connsiteX5150" fmla="*/ 2587311 w 4006679"/>
                <a:gd name="connsiteY5150" fmla="*/ 1898942 h 5664927"/>
                <a:gd name="connsiteX5151" fmla="*/ 2563438 w 4006679"/>
                <a:gd name="connsiteY5151" fmla="*/ 1900435 h 5664927"/>
                <a:gd name="connsiteX5152" fmla="*/ 2600740 w 4006679"/>
                <a:gd name="connsiteY5152" fmla="*/ 1978024 h 5664927"/>
                <a:gd name="connsiteX5153" fmla="*/ 2591787 w 4006679"/>
                <a:gd name="connsiteY5153" fmla="*/ 1939229 h 5664927"/>
                <a:gd name="connsiteX5154" fmla="*/ 2587311 w 4006679"/>
                <a:gd name="connsiteY5154" fmla="*/ 1898942 h 5664927"/>
                <a:gd name="connsiteX5155" fmla="*/ 1213082 w 4006679"/>
                <a:gd name="connsiteY5155" fmla="*/ 1782558 h 5664927"/>
                <a:gd name="connsiteX5156" fmla="*/ 1198161 w 4006679"/>
                <a:gd name="connsiteY5156" fmla="*/ 1833290 h 5664927"/>
                <a:gd name="connsiteX5157" fmla="*/ 1263813 w 4006679"/>
                <a:gd name="connsiteY5157" fmla="*/ 1830306 h 5664927"/>
                <a:gd name="connsiteX5158" fmla="*/ 1213082 w 4006679"/>
                <a:gd name="connsiteY5158" fmla="*/ 1782558 h 5664927"/>
                <a:gd name="connsiteX5159" fmla="*/ 2191158 w 4006679"/>
                <a:gd name="connsiteY5159" fmla="*/ 1861080 h 5664927"/>
                <a:gd name="connsiteX5160" fmla="*/ 2175490 w 4006679"/>
                <a:gd name="connsiteY5160" fmla="*/ 1869100 h 5664927"/>
                <a:gd name="connsiteX5161" fmla="*/ 2185935 w 4006679"/>
                <a:gd name="connsiteY5161" fmla="*/ 1906403 h 5664927"/>
                <a:gd name="connsiteX5162" fmla="*/ 2212793 w 4006679"/>
                <a:gd name="connsiteY5162" fmla="*/ 1907895 h 5664927"/>
                <a:gd name="connsiteX5163" fmla="*/ 2224729 w 4006679"/>
                <a:gd name="connsiteY5163" fmla="*/ 1897450 h 5664927"/>
                <a:gd name="connsiteX5164" fmla="*/ 2206824 w 4006679"/>
                <a:gd name="connsiteY5164" fmla="*/ 1867608 h 5664927"/>
                <a:gd name="connsiteX5165" fmla="*/ 2191158 w 4006679"/>
                <a:gd name="connsiteY5165" fmla="*/ 1861080 h 5664927"/>
                <a:gd name="connsiteX5166" fmla="*/ 2071789 w 4006679"/>
                <a:gd name="connsiteY5166" fmla="*/ 1848025 h 5664927"/>
                <a:gd name="connsiteX5167" fmla="*/ 2051645 w 4006679"/>
                <a:gd name="connsiteY5167" fmla="*/ 1864624 h 5664927"/>
                <a:gd name="connsiteX5168" fmla="*/ 2096408 w 4006679"/>
                <a:gd name="connsiteY5168" fmla="*/ 1857164 h 5664927"/>
                <a:gd name="connsiteX5169" fmla="*/ 2071789 w 4006679"/>
                <a:gd name="connsiteY5169" fmla="*/ 1848025 h 5664927"/>
                <a:gd name="connsiteX5170" fmla="*/ 2639535 w 4006679"/>
                <a:gd name="connsiteY5170" fmla="*/ 1891482 h 5664927"/>
                <a:gd name="connsiteX5171" fmla="*/ 2603724 w 4006679"/>
                <a:gd name="connsiteY5171" fmla="*/ 1898942 h 5664927"/>
                <a:gd name="connsiteX5172" fmla="*/ 2617153 w 4006679"/>
                <a:gd name="connsiteY5172" fmla="*/ 1975040 h 5664927"/>
                <a:gd name="connsiteX5173" fmla="*/ 2657440 w 4006679"/>
                <a:gd name="connsiteY5173" fmla="*/ 1992945 h 5664927"/>
                <a:gd name="connsiteX5174" fmla="*/ 2639535 w 4006679"/>
                <a:gd name="connsiteY5174" fmla="*/ 1891482 h 5664927"/>
                <a:gd name="connsiteX5175" fmla="*/ 529698 w 4006679"/>
                <a:gd name="connsiteY5175" fmla="*/ 1718398 h 5664927"/>
                <a:gd name="connsiteX5176" fmla="*/ 478966 w 4006679"/>
                <a:gd name="connsiteY5176" fmla="*/ 1718398 h 5664927"/>
                <a:gd name="connsiteX5177" fmla="*/ 458076 w 4006679"/>
                <a:gd name="connsiteY5177" fmla="*/ 1843735 h 5664927"/>
                <a:gd name="connsiteX5178" fmla="*/ 449124 w 4006679"/>
                <a:gd name="connsiteY5178" fmla="*/ 2000406 h 5664927"/>
                <a:gd name="connsiteX5179" fmla="*/ 452108 w 4006679"/>
                <a:gd name="connsiteY5179" fmla="*/ 2022787 h 5664927"/>
                <a:gd name="connsiteX5180" fmla="*/ 477474 w 4006679"/>
                <a:gd name="connsiteY5180" fmla="*/ 2127235 h 5664927"/>
                <a:gd name="connsiteX5181" fmla="*/ 511792 w 4006679"/>
                <a:gd name="connsiteY5181" fmla="*/ 2285398 h 5664927"/>
                <a:gd name="connsiteX5182" fmla="*/ 532682 w 4006679"/>
                <a:gd name="connsiteY5182" fmla="*/ 2364480 h 5664927"/>
                <a:gd name="connsiteX5183" fmla="*/ 640113 w 4006679"/>
                <a:gd name="connsiteY5183" fmla="*/ 2592772 h 5664927"/>
                <a:gd name="connsiteX5184" fmla="*/ 737100 w 4006679"/>
                <a:gd name="connsiteY5184" fmla="*/ 2722585 h 5664927"/>
                <a:gd name="connsiteX5185" fmla="*/ 756498 w 4006679"/>
                <a:gd name="connsiteY5185" fmla="*/ 2737506 h 5664927"/>
                <a:gd name="connsiteX5186" fmla="*/ 766942 w 4006679"/>
                <a:gd name="connsiteY5186" fmla="*/ 2686774 h 5664927"/>
                <a:gd name="connsiteX5187" fmla="*/ 704274 w 4006679"/>
                <a:gd name="connsiteY5187" fmla="*/ 2612169 h 5664927"/>
                <a:gd name="connsiteX5188" fmla="*/ 650558 w 4006679"/>
                <a:gd name="connsiteY5188" fmla="*/ 2513690 h 5664927"/>
                <a:gd name="connsiteX5189" fmla="*/ 584905 w 4006679"/>
                <a:gd name="connsiteY5189" fmla="*/ 2336129 h 5664927"/>
                <a:gd name="connsiteX5190" fmla="*/ 547603 w 4006679"/>
                <a:gd name="connsiteY5190" fmla="*/ 2212285 h 5664927"/>
                <a:gd name="connsiteX5191" fmla="*/ 523729 w 4006679"/>
                <a:gd name="connsiteY5191" fmla="*/ 2121266 h 5664927"/>
                <a:gd name="connsiteX5192" fmla="*/ 501348 w 4006679"/>
                <a:gd name="connsiteY5192" fmla="*/ 1970563 h 5664927"/>
                <a:gd name="connsiteX5193" fmla="*/ 526713 w 4006679"/>
                <a:gd name="connsiteY5193" fmla="*/ 1764653 h 5664927"/>
                <a:gd name="connsiteX5194" fmla="*/ 529698 w 4006679"/>
                <a:gd name="connsiteY5194" fmla="*/ 1718398 h 5664927"/>
                <a:gd name="connsiteX5195" fmla="*/ 3272188 w 4006679"/>
                <a:gd name="connsiteY5195" fmla="*/ 1936245 h 5664927"/>
                <a:gd name="connsiteX5196" fmla="*/ 3249806 w 4006679"/>
                <a:gd name="connsiteY5196" fmla="*/ 1945198 h 5664927"/>
                <a:gd name="connsiteX5197" fmla="*/ 3225932 w 4006679"/>
                <a:gd name="connsiteY5197" fmla="*/ 1991453 h 5664927"/>
                <a:gd name="connsiteX5198" fmla="*/ 3203551 w 4006679"/>
                <a:gd name="connsiteY5198" fmla="*/ 2095900 h 5664927"/>
                <a:gd name="connsiteX5199" fmla="*/ 3205043 w 4006679"/>
                <a:gd name="connsiteY5199" fmla="*/ 2186919 h 5664927"/>
                <a:gd name="connsiteX5200" fmla="*/ 3200567 w 4006679"/>
                <a:gd name="connsiteY5200" fmla="*/ 2210793 h 5664927"/>
                <a:gd name="connsiteX5201" fmla="*/ 3222948 w 4006679"/>
                <a:gd name="connsiteY5201" fmla="*/ 2219745 h 5664927"/>
                <a:gd name="connsiteX5202" fmla="*/ 3227425 w 4006679"/>
                <a:gd name="connsiteY5202" fmla="*/ 2119774 h 5664927"/>
                <a:gd name="connsiteX5203" fmla="*/ 3299045 w 4006679"/>
                <a:gd name="connsiteY5203" fmla="*/ 1969072 h 5664927"/>
                <a:gd name="connsiteX5204" fmla="*/ 3313966 w 4006679"/>
                <a:gd name="connsiteY5204" fmla="*/ 1948182 h 5664927"/>
                <a:gd name="connsiteX5205" fmla="*/ 3272188 w 4006679"/>
                <a:gd name="connsiteY5205" fmla="*/ 1936245 h 5664927"/>
                <a:gd name="connsiteX5206" fmla="*/ 2687282 w 4006679"/>
                <a:gd name="connsiteY5206" fmla="*/ 1888498 h 5664927"/>
                <a:gd name="connsiteX5207" fmla="*/ 2655948 w 4006679"/>
                <a:gd name="connsiteY5207" fmla="*/ 1913863 h 5664927"/>
                <a:gd name="connsiteX5208" fmla="*/ 2655948 w 4006679"/>
                <a:gd name="connsiteY5208" fmla="*/ 1943706 h 5664927"/>
                <a:gd name="connsiteX5209" fmla="*/ 2687282 w 4006679"/>
                <a:gd name="connsiteY5209" fmla="*/ 2003390 h 5664927"/>
                <a:gd name="connsiteX5210" fmla="*/ 2703695 w 4006679"/>
                <a:gd name="connsiteY5210" fmla="*/ 2009358 h 5664927"/>
                <a:gd name="connsiteX5211" fmla="*/ 2687282 w 4006679"/>
                <a:gd name="connsiteY5211" fmla="*/ 1888498 h 5664927"/>
                <a:gd name="connsiteX5212" fmla="*/ 1726366 w 4006679"/>
                <a:gd name="connsiteY5212" fmla="*/ 1807924 h 5664927"/>
                <a:gd name="connsiteX5213" fmla="*/ 1684587 w 4006679"/>
                <a:gd name="connsiteY5213" fmla="*/ 1816877 h 5664927"/>
                <a:gd name="connsiteX5214" fmla="*/ 1681603 w 4006679"/>
                <a:gd name="connsiteY5214" fmla="*/ 1821353 h 5664927"/>
                <a:gd name="connsiteX5215" fmla="*/ 1723382 w 4006679"/>
                <a:gd name="connsiteY5215" fmla="*/ 1848211 h 5664927"/>
                <a:gd name="connsiteX5216" fmla="*/ 1726366 w 4006679"/>
                <a:gd name="connsiteY5216" fmla="*/ 1807924 h 5664927"/>
                <a:gd name="connsiteX5217" fmla="*/ 2720458 w 4006679"/>
                <a:gd name="connsiteY5217" fmla="*/ 1881597 h 5664927"/>
                <a:gd name="connsiteX5218" fmla="*/ 2702203 w 4006679"/>
                <a:gd name="connsiteY5218" fmla="*/ 1916848 h 5664927"/>
                <a:gd name="connsiteX5219" fmla="*/ 2717124 w 4006679"/>
                <a:gd name="connsiteY5219" fmla="*/ 1989961 h 5664927"/>
                <a:gd name="connsiteX5220" fmla="*/ 2749951 w 4006679"/>
                <a:gd name="connsiteY5220" fmla="*/ 2022787 h 5664927"/>
                <a:gd name="connsiteX5221" fmla="*/ 2738014 w 4006679"/>
                <a:gd name="connsiteY5221" fmla="*/ 1884021 h 5664927"/>
                <a:gd name="connsiteX5222" fmla="*/ 2720458 w 4006679"/>
                <a:gd name="connsiteY5222" fmla="*/ 1881597 h 5664927"/>
                <a:gd name="connsiteX5223" fmla="*/ 1150413 w 4006679"/>
                <a:gd name="connsiteY5223" fmla="*/ 1752716 h 5664927"/>
                <a:gd name="connsiteX5224" fmla="*/ 1138477 w 4006679"/>
                <a:gd name="connsiteY5224" fmla="*/ 1800464 h 5664927"/>
                <a:gd name="connsiteX5225" fmla="*/ 1162350 w 4006679"/>
                <a:gd name="connsiteY5225" fmla="*/ 1810908 h 5664927"/>
                <a:gd name="connsiteX5226" fmla="*/ 1195177 w 4006679"/>
                <a:gd name="connsiteY5226" fmla="*/ 1773606 h 5664927"/>
                <a:gd name="connsiteX5227" fmla="*/ 1150413 w 4006679"/>
                <a:gd name="connsiteY5227" fmla="*/ 1752716 h 5664927"/>
                <a:gd name="connsiteX5228" fmla="*/ 3198328 w 4006679"/>
                <a:gd name="connsiteY5228" fmla="*/ 1917034 h 5664927"/>
                <a:gd name="connsiteX5229" fmla="*/ 3187138 w 4006679"/>
                <a:gd name="connsiteY5229" fmla="*/ 1933261 h 5664927"/>
                <a:gd name="connsiteX5230" fmla="*/ 3161772 w 4006679"/>
                <a:gd name="connsiteY5230" fmla="*/ 2003390 h 5664927"/>
                <a:gd name="connsiteX5231" fmla="*/ 3149835 w 4006679"/>
                <a:gd name="connsiteY5231" fmla="*/ 2049645 h 5664927"/>
                <a:gd name="connsiteX5232" fmla="*/ 3163264 w 4006679"/>
                <a:gd name="connsiteY5232" fmla="*/ 2179458 h 5664927"/>
                <a:gd name="connsiteX5233" fmla="*/ 3187138 w 4006679"/>
                <a:gd name="connsiteY5233" fmla="*/ 2203332 h 5664927"/>
                <a:gd name="connsiteX5234" fmla="*/ 3237869 w 4006679"/>
                <a:gd name="connsiteY5234" fmla="*/ 1925800 h 5664927"/>
                <a:gd name="connsiteX5235" fmla="*/ 3218472 w 4006679"/>
                <a:gd name="connsiteY5235" fmla="*/ 1919832 h 5664927"/>
                <a:gd name="connsiteX5236" fmla="*/ 3198328 w 4006679"/>
                <a:gd name="connsiteY5236" fmla="*/ 1917034 h 5664927"/>
                <a:gd name="connsiteX5237" fmla="*/ 2791730 w 4006679"/>
                <a:gd name="connsiteY5237" fmla="*/ 1878053 h 5664927"/>
                <a:gd name="connsiteX5238" fmla="*/ 2757411 w 4006679"/>
                <a:gd name="connsiteY5238" fmla="*/ 1881037 h 5664927"/>
                <a:gd name="connsiteX5239" fmla="*/ 2763380 w 4006679"/>
                <a:gd name="connsiteY5239" fmla="*/ 2006374 h 5664927"/>
                <a:gd name="connsiteX5240" fmla="*/ 2817096 w 4006679"/>
                <a:gd name="connsiteY5240" fmla="*/ 2045169 h 5664927"/>
                <a:gd name="connsiteX5241" fmla="*/ 2805159 w 4006679"/>
                <a:gd name="connsiteY5241" fmla="*/ 1994437 h 5664927"/>
                <a:gd name="connsiteX5242" fmla="*/ 2793222 w 4006679"/>
                <a:gd name="connsiteY5242" fmla="*/ 1925800 h 5664927"/>
                <a:gd name="connsiteX5243" fmla="*/ 2791730 w 4006679"/>
                <a:gd name="connsiteY5243" fmla="*/ 1878053 h 5664927"/>
                <a:gd name="connsiteX5244" fmla="*/ 3155803 w 4006679"/>
                <a:gd name="connsiteY5244" fmla="*/ 1906403 h 5664927"/>
                <a:gd name="connsiteX5245" fmla="*/ 3133422 w 4006679"/>
                <a:gd name="connsiteY5245" fmla="*/ 1916848 h 5664927"/>
                <a:gd name="connsiteX5246" fmla="*/ 3103580 w 4006679"/>
                <a:gd name="connsiteY5246" fmla="*/ 2033232 h 5664927"/>
                <a:gd name="connsiteX5247" fmla="*/ 3133422 w 4006679"/>
                <a:gd name="connsiteY5247" fmla="*/ 2171998 h 5664927"/>
                <a:gd name="connsiteX5248" fmla="*/ 3142373 w 4006679"/>
                <a:gd name="connsiteY5248" fmla="*/ 2182442 h 5664927"/>
                <a:gd name="connsiteX5249" fmla="*/ 3148343 w 4006679"/>
                <a:gd name="connsiteY5249" fmla="*/ 2180951 h 5664927"/>
                <a:gd name="connsiteX5250" fmla="*/ 3140882 w 4006679"/>
                <a:gd name="connsiteY5250" fmla="*/ 2045169 h 5664927"/>
                <a:gd name="connsiteX5251" fmla="*/ 3179677 w 4006679"/>
                <a:gd name="connsiteY5251" fmla="*/ 1913863 h 5664927"/>
                <a:gd name="connsiteX5252" fmla="*/ 3155803 w 4006679"/>
                <a:gd name="connsiteY5252" fmla="*/ 1906403 h 5664927"/>
                <a:gd name="connsiteX5253" fmla="*/ 1789035 w 4006679"/>
                <a:gd name="connsiteY5253" fmla="*/ 1794495 h 5664927"/>
                <a:gd name="connsiteX5254" fmla="*/ 1754716 w 4006679"/>
                <a:gd name="connsiteY5254" fmla="*/ 1801956 h 5664927"/>
                <a:gd name="connsiteX5255" fmla="*/ 1751732 w 4006679"/>
                <a:gd name="connsiteY5255" fmla="*/ 1818369 h 5664927"/>
                <a:gd name="connsiteX5256" fmla="*/ 1783066 w 4006679"/>
                <a:gd name="connsiteY5256" fmla="*/ 1818369 h 5664927"/>
                <a:gd name="connsiteX5257" fmla="*/ 1795003 w 4006679"/>
                <a:gd name="connsiteY5257" fmla="*/ 1801956 h 5664927"/>
                <a:gd name="connsiteX5258" fmla="*/ 1789035 w 4006679"/>
                <a:gd name="connsiteY5258" fmla="*/ 1794495 h 5664927"/>
                <a:gd name="connsiteX5259" fmla="*/ 2836493 w 4006679"/>
                <a:gd name="connsiteY5259" fmla="*/ 1878053 h 5664927"/>
                <a:gd name="connsiteX5260" fmla="*/ 2809635 w 4006679"/>
                <a:gd name="connsiteY5260" fmla="*/ 1889990 h 5664927"/>
                <a:gd name="connsiteX5261" fmla="*/ 2818587 w 4006679"/>
                <a:gd name="connsiteY5261" fmla="*/ 1989961 h 5664927"/>
                <a:gd name="connsiteX5262" fmla="*/ 2823064 w 4006679"/>
                <a:gd name="connsiteY5262" fmla="*/ 2006374 h 5664927"/>
                <a:gd name="connsiteX5263" fmla="*/ 2837985 w 4006679"/>
                <a:gd name="connsiteY5263" fmla="*/ 2051137 h 5664927"/>
                <a:gd name="connsiteX5264" fmla="*/ 2854397 w 4006679"/>
                <a:gd name="connsiteY5264" fmla="*/ 2064566 h 5664927"/>
                <a:gd name="connsiteX5265" fmla="*/ 2836493 w 4006679"/>
                <a:gd name="connsiteY5265" fmla="*/ 1972056 h 5664927"/>
                <a:gd name="connsiteX5266" fmla="*/ 2836493 w 4006679"/>
                <a:gd name="connsiteY5266" fmla="*/ 1878053 h 5664927"/>
                <a:gd name="connsiteX5267" fmla="*/ 3104069 w 4006679"/>
                <a:gd name="connsiteY5267" fmla="*/ 1898779 h 5664927"/>
                <a:gd name="connsiteX5268" fmla="*/ 3081198 w 4006679"/>
                <a:gd name="connsiteY5268" fmla="*/ 1915356 h 5664927"/>
                <a:gd name="connsiteX5269" fmla="*/ 3052848 w 4006679"/>
                <a:gd name="connsiteY5269" fmla="*/ 2052629 h 5664927"/>
                <a:gd name="connsiteX5270" fmla="*/ 3058817 w 4006679"/>
                <a:gd name="connsiteY5270" fmla="*/ 2104853 h 5664927"/>
                <a:gd name="connsiteX5271" fmla="*/ 3109548 w 4006679"/>
                <a:gd name="connsiteY5271" fmla="*/ 2163045 h 5664927"/>
                <a:gd name="connsiteX5272" fmla="*/ 3103580 w 4006679"/>
                <a:gd name="connsiteY5272" fmla="*/ 2136187 h 5664927"/>
                <a:gd name="connsiteX5273" fmla="*/ 3094627 w 4006679"/>
                <a:gd name="connsiteY5273" fmla="*/ 2019803 h 5664927"/>
                <a:gd name="connsiteX5274" fmla="*/ 3117009 w 4006679"/>
                <a:gd name="connsiteY5274" fmla="*/ 1922816 h 5664927"/>
                <a:gd name="connsiteX5275" fmla="*/ 3119993 w 4006679"/>
                <a:gd name="connsiteY5275" fmla="*/ 1901927 h 5664927"/>
                <a:gd name="connsiteX5276" fmla="*/ 3104069 w 4006679"/>
                <a:gd name="connsiteY5276" fmla="*/ 1898779 h 5664927"/>
                <a:gd name="connsiteX5277" fmla="*/ 2041014 w 4006679"/>
                <a:gd name="connsiteY5277" fmla="*/ 1810349 h 5664927"/>
                <a:gd name="connsiteX5278" fmla="*/ 2030756 w 4006679"/>
                <a:gd name="connsiteY5278" fmla="*/ 1818369 h 5664927"/>
                <a:gd name="connsiteX5279" fmla="*/ 2026280 w 4006679"/>
                <a:gd name="connsiteY5279" fmla="*/ 1837766 h 5664927"/>
                <a:gd name="connsiteX5280" fmla="*/ 2048661 w 4006679"/>
                <a:gd name="connsiteY5280" fmla="*/ 1845227 h 5664927"/>
                <a:gd name="connsiteX5281" fmla="*/ 2074027 w 4006679"/>
                <a:gd name="connsiteY5281" fmla="*/ 1830306 h 5664927"/>
                <a:gd name="connsiteX5282" fmla="*/ 2054629 w 4006679"/>
                <a:gd name="connsiteY5282" fmla="*/ 1812400 h 5664927"/>
                <a:gd name="connsiteX5283" fmla="*/ 2041014 w 4006679"/>
                <a:gd name="connsiteY5283" fmla="*/ 1810349 h 5664927"/>
                <a:gd name="connsiteX5284" fmla="*/ 2870299 w 4006679"/>
                <a:gd name="connsiteY5284" fmla="*/ 1876095 h 5664927"/>
                <a:gd name="connsiteX5285" fmla="*/ 2851414 w 4006679"/>
                <a:gd name="connsiteY5285" fmla="*/ 1900435 h 5664927"/>
                <a:gd name="connsiteX5286" fmla="*/ 2870811 w 4006679"/>
                <a:gd name="connsiteY5286" fmla="*/ 2055613 h 5664927"/>
                <a:gd name="connsiteX5287" fmla="*/ 2896177 w 4006679"/>
                <a:gd name="connsiteY5287" fmla="*/ 2069043 h 5664927"/>
                <a:gd name="connsiteX5288" fmla="*/ 2888716 w 4006679"/>
                <a:gd name="connsiteY5288" fmla="*/ 2037708 h 5664927"/>
                <a:gd name="connsiteX5289" fmla="*/ 2887224 w 4006679"/>
                <a:gd name="connsiteY5289" fmla="*/ 1913863 h 5664927"/>
                <a:gd name="connsiteX5290" fmla="*/ 2887224 w 4006679"/>
                <a:gd name="connsiteY5290" fmla="*/ 1879545 h 5664927"/>
                <a:gd name="connsiteX5291" fmla="*/ 2870299 w 4006679"/>
                <a:gd name="connsiteY5291" fmla="*/ 1876095 h 5664927"/>
                <a:gd name="connsiteX5292" fmla="*/ 447632 w 4006679"/>
                <a:gd name="connsiteY5292" fmla="*/ 1678111 h 5664927"/>
                <a:gd name="connsiteX5293" fmla="*/ 434203 w 4006679"/>
                <a:gd name="connsiteY5293" fmla="*/ 1707953 h 5664927"/>
                <a:gd name="connsiteX5294" fmla="*/ 416297 w 4006679"/>
                <a:gd name="connsiteY5294" fmla="*/ 1742271 h 5664927"/>
                <a:gd name="connsiteX5295" fmla="*/ 404361 w 4006679"/>
                <a:gd name="connsiteY5295" fmla="*/ 1795987 h 5664927"/>
                <a:gd name="connsiteX5296" fmla="*/ 386455 w 4006679"/>
                <a:gd name="connsiteY5296" fmla="*/ 1901927 h 5664927"/>
                <a:gd name="connsiteX5297" fmla="*/ 387947 w 4006679"/>
                <a:gd name="connsiteY5297" fmla="*/ 2015327 h 5664927"/>
                <a:gd name="connsiteX5298" fmla="*/ 404361 w 4006679"/>
                <a:gd name="connsiteY5298" fmla="*/ 2179458 h 5664927"/>
                <a:gd name="connsiteX5299" fmla="*/ 407345 w 4006679"/>
                <a:gd name="connsiteY5299" fmla="*/ 2191395 h 5664927"/>
                <a:gd name="connsiteX5300" fmla="*/ 425250 w 4006679"/>
                <a:gd name="connsiteY5300" fmla="*/ 2271969 h 5664927"/>
                <a:gd name="connsiteX5301" fmla="*/ 468521 w 4006679"/>
                <a:gd name="connsiteY5301" fmla="*/ 2422672 h 5664927"/>
                <a:gd name="connsiteX5302" fmla="*/ 514776 w 4006679"/>
                <a:gd name="connsiteY5302" fmla="*/ 2516674 h 5664927"/>
                <a:gd name="connsiteX5303" fmla="*/ 583413 w 4006679"/>
                <a:gd name="connsiteY5303" fmla="*/ 2647980 h 5664927"/>
                <a:gd name="connsiteX5304" fmla="*/ 644590 w 4006679"/>
                <a:gd name="connsiteY5304" fmla="*/ 2736014 h 5664927"/>
                <a:gd name="connsiteX5305" fmla="*/ 746053 w 4006679"/>
                <a:gd name="connsiteY5305" fmla="*/ 2846429 h 5664927"/>
                <a:gd name="connsiteX5306" fmla="*/ 925106 w 4006679"/>
                <a:gd name="connsiteY5306" fmla="*/ 2913574 h 5664927"/>
                <a:gd name="connsiteX5307" fmla="*/ 1011648 w 4006679"/>
                <a:gd name="connsiteY5307" fmla="*/ 2852398 h 5664927"/>
                <a:gd name="connsiteX5308" fmla="*/ 990758 w 4006679"/>
                <a:gd name="connsiteY5308" fmla="*/ 2670361 h 5664927"/>
                <a:gd name="connsiteX5309" fmla="*/ 981805 w 4006679"/>
                <a:gd name="connsiteY5309" fmla="*/ 2661408 h 5664927"/>
                <a:gd name="connsiteX5310" fmla="*/ 902724 w 4006679"/>
                <a:gd name="connsiteY5310" fmla="*/ 2628582 h 5664927"/>
                <a:gd name="connsiteX5311" fmla="*/ 892279 w 4006679"/>
                <a:gd name="connsiteY5311" fmla="*/ 2630074 h 5664927"/>
                <a:gd name="connsiteX5312" fmla="*/ 814690 w 4006679"/>
                <a:gd name="connsiteY5312" fmla="*/ 2653948 h 5664927"/>
                <a:gd name="connsiteX5313" fmla="*/ 783356 w 4006679"/>
                <a:gd name="connsiteY5313" fmla="*/ 2688266 h 5664927"/>
                <a:gd name="connsiteX5314" fmla="*/ 825134 w 4006679"/>
                <a:gd name="connsiteY5314" fmla="*/ 2838969 h 5664927"/>
                <a:gd name="connsiteX5315" fmla="*/ 898248 w 4006679"/>
                <a:gd name="connsiteY5315" fmla="*/ 2847922 h 5664927"/>
                <a:gd name="connsiteX5316" fmla="*/ 938534 w 4006679"/>
                <a:gd name="connsiteY5316" fmla="*/ 2803158 h 5664927"/>
                <a:gd name="connsiteX5317" fmla="*/ 948979 w 4006679"/>
                <a:gd name="connsiteY5317" fmla="*/ 2741982 h 5664927"/>
                <a:gd name="connsiteX5318" fmla="*/ 890787 w 4006679"/>
                <a:gd name="connsiteY5318" fmla="*/ 2683790 h 5664927"/>
                <a:gd name="connsiteX5319" fmla="*/ 829611 w 4006679"/>
                <a:gd name="connsiteY5319" fmla="*/ 2753919 h 5664927"/>
                <a:gd name="connsiteX5320" fmla="*/ 840055 w 4006679"/>
                <a:gd name="connsiteY5320" fmla="*/ 2785253 h 5664927"/>
                <a:gd name="connsiteX5321" fmla="*/ 880342 w 4006679"/>
                <a:gd name="connsiteY5321" fmla="*/ 2809127 h 5664927"/>
                <a:gd name="connsiteX5322" fmla="*/ 902724 w 4006679"/>
                <a:gd name="connsiteY5322" fmla="*/ 2749443 h 5664927"/>
                <a:gd name="connsiteX5323" fmla="*/ 883327 w 4006679"/>
                <a:gd name="connsiteY5323" fmla="*/ 2740490 h 5664927"/>
                <a:gd name="connsiteX5324" fmla="*/ 872882 w 4006679"/>
                <a:gd name="connsiteY5324" fmla="*/ 2756903 h 5664927"/>
                <a:gd name="connsiteX5325" fmla="*/ 866913 w 4006679"/>
                <a:gd name="connsiteY5325" fmla="*/ 2774809 h 5664927"/>
                <a:gd name="connsiteX5326" fmla="*/ 857961 w 4006679"/>
                <a:gd name="connsiteY5326" fmla="*/ 2746458 h 5664927"/>
                <a:gd name="connsiteX5327" fmla="*/ 893771 w 4006679"/>
                <a:gd name="connsiteY5327" fmla="*/ 2730045 h 5664927"/>
                <a:gd name="connsiteX5328" fmla="*/ 913169 w 4006679"/>
                <a:gd name="connsiteY5328" fmla="*/ 2752427 h 5664927"/>
                <a:gd name="connsiteX5329" fmla="*/ 907200 w 4006679"/>
                <a:gd name="connsiteY5329" fmla="*/ 2795698 h 5664927"/>
                <a:gd name="connsiteX5330" fmla="*/ 857961 w 4006679"/>
                <a:gd name="connsiteY5330" fmla="*/ 2818080 h 5664927"/>
                <a:gd name="connsiteX5331" fmla="*/ 816182 w 4006679"/>
                <a:gd name="connsiteY5331" fmla="*/ 2731537 h 5664927"/>
                <a:gd name="connsiteX5332" fmla="*/ 860945 w 4006679"/>
                <a:gd name="connsiteY5332" fmla="*/ 2680806 h 5664927"/>
                <a:gd name="connsiteX5333" fmla="*/ 953455 w 4006679"/>
                <a:gd name="connsiteY5333" fmla="*/ 2716616 h 5664927"/>
                <a:gd name="connsiteX5334" fmla="*/ 941519 w 4006679"/>
                <a:gd name="connsiteY5334" fmla="*/ 2818080 h 5664927"/>
                <a:gd name="connsiteX5335" fmla="*/ 878850 w 4006679"/>
                <a:gd name="connsiteY5335" fmla="*/ 2867319 h 5664927"/>
                <a:gd name="connsiteX5336" fmla="*/ 828119 w 4006679"/>
                <a:gd name="connsiteY5336" fmla="*/ 2858366 h 5664927"/>
                <a:gd name="connsiteX5337" fmla="*/ 763958 w 4006679"/>
                <a:gd name="connsiteY5337" fmla="*/ 2768840 h 5664927"/>
                <a:gd name="connsiteX5338" fmla="*/ 757990 w 4006679"/>
                <a:gd name="connsiteY5338" fmla="*/ 2747951 h 5664927"/>
                <a:gd name="connsiteX5339" fmla="*/ 722179 w 4006679"/>
                <a:gd name="connsiteY5339" fmla="*/ 2730045 h 5664927"/>
                <a:gd name="connsiteX5340" fmla="*/ 634145 w 4006679"/>
                <a:gd name="connsiteY5340" fmla="*/ 2615153 h 5664927"/>
                <a:gd name="connsiteX5341" fmla="*/ 519253 w 4006679"/>
                <a:gd name="connsiteY5341" fmla="*/ 2367464 h 5664927"/>
                <a:gd name="connsiteX5342" fmla="*/ 472997 w 4006679"/>
                <a:gd name="connsiteY5342" fmla="*/ 2177966 h 5664927"/>
                <a:gd name="connsiteX5343" fmla="*/ 459569 w 4006679"/>
                <a:gd name="connsiteY5343" fmla="*/ 2116790 h 5664927"/>
                <a:gd name="connsiteX5344" fmla="*/ 435695 w 4006679"/>
                <a:gd name="connsiteY5344" fmla="*/ 1969072 h 5664927"/>
                <a:gd name="connsiteX5345" fmla="*/ 435695 w 4006679"/>
                <a:gd name="connsiteY5345" fmla="*/ 1964595 h 5664927"/>
                <a:gd name="connsiteX5346" fmla="*/ 444647 w 4006679"/>
                <a:gd name="connsiteY5346" fmla="*/ 1827321 h 5664927"/>
                <a:gd name="connsiteX5347" fmla="*/ 465537 w 4006679"/>
                <a:gd name="connsiteY5347" fmla="*/ 1710937 h 5664927"/>
                <a:gd name="connsiteX5348" fmla="*/ 447632 w 4006679"/>
                <a:gd name="connsiteY5348" fmla="*/ 1678111 h 5664927"/>
                <a:gd name="connsiteX5349" fmla="*/ 2930495 w 4006679"/>
                <a:gd name="connsiteY5349" fmla="*/ 1878053 h 5664927"/>
                <a:gd name="connsiteX5350" fmla="*/ 2902145 w 4006679"/>
                <a:gd name="connsiteY5350" fmla="*/ 1895958 h 5664927"/>
                <a:gd name="connsiteX5351" fmla="*/ 2894685 w 4006679"/>
                <a:gd name="connsiteY5351" fmla="*/ 1957135 h 5664927"/>
                <a:gd name="connsiteX5352" fmla="*/ 2909606 w 4006679"/>
                <a:gd name="connsiteY5352" fmla="*/ 2070535 h 5664927"/>
                <a:gd name="connsiteX5353" fmla="*/ 2939448 w 4006679"/>
                <a:gd name="connsiteY5353" fmla="*/ 2088440 h 5664927"/>
                <a:gd name="connsiteX5354" fmla="*/ 2930495 w 4006679"/>
                <a:gd name="connsiteY5354" fmla="*/ 1985485 h 5664927"/>
                <a:gd name="connsiteX5355" fmla="*/ 2943924 w 4006679"/>
                <a:gd name="connsiteY5355" fmla="*/ 1882529 h 5664927"/>
                <a:gd name="connsiteX5356" fmla="*/ 2930495 w 4006679"/>
                <a:gd name="connsiteY5356" fmla="*/ 1878053 h 5664927"/>
                <a:gd name="connsiteX5357" fmla="*/ 3025990 w 4006679"/>
                <a:gd name="connsiteY5357" fmla="*/ 1884021 h 5664927"/>
                <a:gd name="connsiteX5358" fmla="*/ 3012561 w 4006679"/>
                <a:gd name="connsiteY5358" fmla="*/ 1928784 h 5664927"/>
                <a:gd name="connsiteX5359" fmla="*/ 2999132 w 4006679"/>
                <a:gd name="connsiteY5359" fmla="*/ 2015327 h 5664927"/>
                <a:gd name="connsiteX5360" fmla="*/ 2999132 w 4006679"/>
                <a:gd name="connsiteY5360" fmla="*/ 2070535 h 5664927"/>
                <a:gd name="connsiteX5361" fmla="*/ 3046879 w 4006679"/>
                <a:gd name="connsiteY5361" fmla="*/ 2136187 h 5664927"/>
                <a:gd name="connsiteX5362" fmla="*/ 3040911 w 4006679"/>
                <a:gd name="connsiteY5362" fmla="*/ 2067550 h 5664927"/>
                <a:gd name="connsiteX5363" fmla="*/ 3058817 w 4006679"/>
                <a:gd name="connsiteY5363" fmla="*/ 1921324 h 5664927"/>
                <a:gd name="connsiteX5364" fmla="*/ 3070753 w 4006679"/>
                <a:gd name="connsiteY5364" fmla="*/ 1892974 h 5664927"/>
                <a:gd name="connsiteX5365" fmla="*/ 3025990 w 4006679"/>
                <a:gd name="connsiteY5365" fmla="*/ 1884021 h 5664927"/>
                <a:gd name="connsiteX5366" fmla="*/ 3008085 w 4006679"/>
                <a:gd name="connsiteY5366" fmla="*/ 1881037 h 5664927"/>
                <a:gd name="connsiteX5367" fmla="*/ 2975259 w 4006679"/>
                <a:gd name="connsiteY5367" fmla="*/ 1879545 h 5664927"/>
                <a:gd name="connsiteX5368" fmla="*/ 2958846 w 4006679"/>
                <a:gd name="connsiteY5368" fmla="*/ 1894466 h 5664927"/>
                <a:gd name="connsiteX5369" fmla="*/ 2946909 w 4006679"/>
                <a:gd name="connsiteY5369" fmla="*/ 1998914 h 5664927"/>
                <a:gd name="connsiteX5370" fmla="*/ 2957353 w 4006679"/>
                <a:gd name="connsiteY5370" fmla="*/ 2079487 h 5664927"/>
                <a:gd name="connsiteX5371" fmla="*/ 2993164 w 4006679"/>
                <a:gd name="connsiteY5371" fmla="*/ 2112314 h 5664927"/>
                <a:gd name="connsiteX5372" fmla="*/ 3008085 w 4006679"/>
                <a:gd name="connsiteY5372" fmla="*/ 1881037 h 5664927"/>
                <a:gd name="connsiteX5373" fmla="*/ 1169997 w 4006679"/>
                <a:gd name="connsiteY5373" fmla="*/ 1725672 h 5664927"/>
                <a:gd name="connsiteX5374" fmla="*/ 1160858 w 4006679"/>
                <a:gd name="connsiteY5374" fmla="*/ 1740779 h 5664927"/>
                <a:gd name="connsiteX5375" fmla="*/ 1213082 w 4006679"/>
                <a:gd name="connsiteY5375" fmla="*/ 1766145 h 5664927"/>
                <a:gd name="connsiteX5376" fmla="*/ 1296640 w 4006679"/>
                <a:gd name="connsiteY5376" fmla="*/ 1915356 h 5664927"/>
                <a:gd name="connsiteX5377" fmla="*/ 1071332 w 4006679"/>
                <a:gd name="connsiteY5377" fmla="*/ 2088440 h 5664927"/>
                <a:gd name="connsiteX5378" fmla="*/ 1047458 w 4006679"/>
                <a:gd name="connsiteY5378" fmla="*/ 2086948 h 5664927"/>
                <a:gd name="connsiteX5379" fmla="*/ 1042982 w 4006679"/>
                <a:gd name="connsiteY5379" fmla="*/ 2101869 h 5664927"/>
                <a:gd name="connsiteX5380" fmla="*/ 1057903 w 4006679"/>
                <a:gd name="connsiteY5380" fmla="*/ 2125743 h 5664927"/>
                <a:gd name="connsiteX5381" fmla="*/ 1089237 w 4006679"/>
                <a:gd name="connsiteY5381" fmla="*/ 2131711 h 5664927"/>
                <a:gd name="connsiteX5382" fmla="*/ 1284703 w 4006679"/>
                <a:gd name="connsiteY5382" fmla="*/ 2060090 h 5664927"/>
                <a:gd name="connsiteX5383" fmla="*/ 1339911 w 4006679"/>
                <a:gd name="connsiteY5383" fmla="*/ 1869100 h 5664927"/>
                <a:gd name="connsiteX5384" fmla="*/ 1274258 w 4006679"/>
                <a:gd name="connsiteY5384" fmla="*/ 1772113 h 5664927"/>
                <a:gd name="connsiteX5385" fmla="*/ 1184732 w 4006679"/>
                <a:gd name="connsiteY5385" fmla="*/ 1727350 h 5664927"/>
                <a:gd name="connsiteX5386" fmla="*/ 1169997 w 4006679"/>
                <a:gd name="connsiteY5386" fmla="*/ 1725672 h 5664927"/>
                <a:gd name="connsiteX5387" fmla="*/ 2021803 w 4006679"/>
                <a:gd name="connsiteY5387" fmla="*/ 1785542 h 5664927"/>
                <a:gd name="connsiteX5388" fmla="*/ 1990469 w 4006679"/>
                <a:gd name="connsiteY5388" fmla="*/ 1804940 h 5664927"/>
                <a:gd name="connsiteX5389" fmla="*/ 2014343 w 4006679"/>
                <a:gd name="connsiteY5389" fmla="*/ 1810908 h 5664927"/>
                <a:gd name="connsiteX5390" fmla="*/ 2033740 w 4006679"/>
                <a:gd name="connsiteY5390" fmla="*/ 1793003 h 5664927"/>
                <a:gd name="connsiteX5391" fmla="*/ 2021803 w 4006679"/>
                <a:gd name="connsiteY5391" fmla="*/ 1785542 h 5664927"/>
                <a:gd name="connsiteX5392" fmla="*/ 331247 w 4006679"/>
                <a:gd name="connsiteY5392" fmla="*/ 1645284 h 5664927"/>
                <a:gd name="connsiteX5393" fmla="*/ 320803 w 4006679"/>
                <a:gd name="connsiteY5393" fmla="*/ 1666174 h 5664927"/>
                <a:gd name="connsiteX5394" fmla="*/ 320803 w 4006679"/>
                <a:gd name="connsiteY5394" fmla="*/ 1679603 h 5664927"/>
                <a:gd name="connsiteX5395" fmla="*/ 381979 w 4006679"/>
                <a:gd name="connsiteY5395" fmla="*/ 1704969 h 5664927"/>
                <a:gd name="connsiteX5396" fmla="*/ 419282 w 4006679"/>
                <a:gd name="connsiteY5396" fmla="*/ 1707953 h 5664927"/>
                <a:gd name="connsiteX5397" fmla="*/ 432711 w 4006679"/>
                <a:gd name="connsiteY5397" fmla="*/ 1684079 h 5664927"/>
                <a:gd name="connsiteX5398" fmla="*/ 417790 w 4006679"/>
                <a:gd name="connsiteY5398" fmla="*/ 1673635 h 5664927"/>
                <a:gd name="connsiteX5399" fmla="*/ 376011 w 4006679"/>
                <a:gd name="connsiteY5399" fmla="*/ 1651253 h 5664927"/>
                <a:gd name="connsiteX5400" fmla="*/ 331247 w 4006679"/>
                <a:gd name="connsiteY5400" fmla="*/ 1645284 h 5664927"/>
                <a:gd name="connsiteX5401" fmla="*/ 1887327 w 4006679"/>
                <a:gd name="connsiteY5401" fmla="*/ 1768383 h 5664927"/>
                <a:gd name="connsiteX5402" fmla="*/ 1865132 w 4006679"/>
                <a:gd name="connsiteY5402" fmla="*/ 1772113 h 5664927"/>
                <a:gd name="connsiteX5403" fmla="*/ 1838274 w 4006679"/>
                <a:gd name="connsiteY5403" fmla="*/ 1778082 h 5664927"/>
                <a:gd name="connsiteX5404" fmla="*/ 1808432 w 4006679"/>
                <a:gd name="connsiteY5404" fmla="*/ 1788527 h 5664927"/>
                <a:gd name="connsiteX5405" fmla="*/ 1809924 w 4006679"/>
                <a:gd name="connsiteY5405" fmla="*/ 1793003 h 5664927"/>
                <a:gd name="connsiteX5406" fmla="*/ 1894974 w 4006679"/>
                <a:gd name="connsiteY5406" fmla="*/ 1821353 h 5664927"/>
                <a:gd name="connsiteX5407" fmla="*/ 1960627 w 4006679"/>
                <a:gd name="connsiteY5407" fmla="*/ 1878053 h 5664927"/>
                <a:gd name="connsiteX5408" fmla="*/ 1974056 w 4006679"/>
                <a:gd name="connsiteY5408" fmla="*/ 1891482 h 5664927"/>
                <a:gd name="connsiteX5409" fmla="*/ 2050153 w 4006679"/>
                <a:gd name="connsiteY5409" fmla="*/ 1892974 h 5664927"/>
                <a:gd name="connsiteX5410" fmla="*/ 1984501 w 4006679"/>
                <a:gd name="connsiteY5410" fmla="*/ 1825829 h 5664927"/>
                <a:gd name="connsiteX5411" fmla="*/ 1908403 w 4006679"/>
                <a:gd name="connsiteY5411" fmla="*/ 1778082 h 5664927"/>
                <a:gd name="connsiteX5412" fmla="*/ 1887327 w 4006679"/>
                <a:gd name="connsiteY5412" fmla="*/ 1768383 h 5664927"/>
                <a:gd name="connsiteX5413" fmla="*/ 561032 w 4006679"/>
                <a:gd name="connsiteY5413" fmla="*/ 1654237 h 5664927"/>
                <a:gd name="connsiteX5414" fmla="*/ 513284 w 4006679"/>
                <a:gd name="connsiteY5414" fmla="*/ 1657221 h 5664927"/>
                <a:gd name="connsiteX5415" fmla="*/ 478966 w 4006679"/>
                <a:gd name="connsiteY5415" fmla="*/ 1685571 h 5664927"/>
                <a:gd name="connsiteX5416" fmla="*/ 511792 w 4006679"/>
                <a:gd name="connsiteY5416" fmla="*/ 1706461 h 5664927"/>
                <a:gd name="connsiteX5417" fmla="*/ 558047 w 4006679"/>
                <a:gd name="connsiteY5417" fmla="*/ 1673635 h 5664927"/>
                <a:gd name="connsiteX5418" fmla="*/ 561032 w 4006679"/>
                <a:gd name="connsiteY5418" fmla="*/ 1654237 h 5664927"/>
                <a:gd name="connsiteX5419" fmla="*/ 2163553 w 4006679"/>
                <a:gd name="connsiteY5419" fmla="*/ 1782558 h 5664927"/>
                <a:gd name="connsiteX5420" fmla="*/ 2121774 w 4006679"/>
                <a:gd name="connsiteY5420" fmla="*/ 1797479 h 5664927"/>
                <a:gd name="connsiteX5421" fmla="*/ 2163553 w 4006679"/>
                <a:gd name="connsiteY5421" fmla="*/ 1849703 h 5664927"/>
                <a:gd name="connsiteX5422" fmla="*/ 2185935 w 4006679"/>
                <a:gd name="connsiteY5422" fmla="*/ 1819861 h 5664927"/>
                <a:gd name="connsiteX5423" fmla="*/ 2163553 w 4006679"/>
                <a:gd name="connsiteY5423" fmla="*/ 1782558 h 5664927"/>
                <a:gd name="connsiteX5424" fmla="*/ 1536682 w 4006679"/>
                <a:gd name="connsiteY5424" fmla="*/ 1731267 h 5664927"/>
                <a:gd name="connsiteX5425" fmla="*/ 1521948 w 4006679"/>
                <a:gd name="connsiteY5425" fmla="*/ 1737795 h 5664927"/>
                <a:gd name="connsiteX5426" fmla="*/ 1515979 w 4006679"/>
                <a:gd name="connsiteY5426" fmla="*/ 1764653 h 5664927"/>
                <a:gd name="connsiteX5427" fmla="*/ 1538361 w 4006679"/>
                <a:gd name="connsiteY5427" fmla="*/ 1769129 h 5664927"/>
                <a:gd name="connsiteX5428" fmla="*/ 1554774 w 4006679"/>
                <a:gd name="connsiteY5428" fmla="*/ 1734811 h 5664927"/>
                <a:gd name="connsiteX5429" fmla="*/ 1536682 w 4006679"/>
                <a:gd name="connsiteY5429" fmla="*/ 1731267 h 5664927"/>
                <a:gd name="connsiteX5430" fmla="*/ 1665190 w 4006679"/>
                <a:gd name="connsiteY5430" fmla="*/ 1740779 h 5664927"/>
                <a:gd name="connsiteX5431" fmla="*/ 1648777 w 4006679"/>
                <a:gd name="connsiteY5431" fmla="*/ 1763161 h 5664927"/>
                <a:gd name="connsiteX5432" fmla="*/ 1684587 w 4006679"/>
                <a:gd name="connsiteY5432" fmla="*/ 1760177 h 5664927"/>
                <a:gd name="connsiteX5433" fmla="*/ 1665190 w 4006679"/>
                <a:gd name="connsiteY5433" fmla="*/ 1740779 h 5664927"/>
                <a:gd name="connsiteX5434" fmla="*/ 1333942 w 4006679"/>
                <a:gd name="connsiteY5434" fmla="*/ 1696016 h 5664927"/>
                <a:gd name="connsiteX5435" fmla="*/ 1302608 w 4006679"/>
                <a:gd name="connsiteY5435" fmla="*/ 1703477 h 5664927"/>
                <a:gd name="connsiteX5436" fmla="*/ 1269782 w 4006679"/>
                <a:gd name="connsiteY5436" fmla="*/ 1707953 h 5664927"/>
                <a:gd name="connsiteX5437" fmla="*/ 1333942 w 4006679"/>
                <a:gd name="connsiteY5437" fmla="*/ 1731827 h 5664927"/>
                <a:gd name="connsiteX5438" fmla="*/ 1362292 w 4006679"/>
                <a:gd name="connsiteY5438" fmla="*/ 1715414 h 5664927"/>
                <a:gd name="connsiteX5439" fmla="*/ 1387658 w 4006679"/>
                <a:gd name="connsiteY5439" fmla="*/ 1704969 h 5664927"/>
                <a:gd name="connsiteX5440" fmla="*/ 1333942 w 4006679"/>
                <a:gd name="connsiteY5440" fmla="*/ 1696016 h 5664927"/>
                <a:gd name="connsiteX5441" fmla="*/ 1984501 w 4006679"/>
                <a:gd name="connsiteY5441" fmla="*/ 1743763 h 5664927"/>
                <a:gd name="connsiteX5442" fmla="*/ 1951674 w 4006679"/>
                <a:gd name="connsiteY5442" fmla="*/ 1787034 h 5664927"/>
                <a:gd name="connsiteX5443" fmla="*/ 2011358 w 4006679"/>
                <a:gd name="connsiteY5443" fmla="*/ 1767637 h 5664927"/>
                <a:gd name="connsiteX5444" fmla="*/ 1984501 w 4006679"/>
                <a:gd name="connsiteY5444" fmla="*/ 1743763 h 5664927"/>
                <a:gd name="connsiteX5445" fmla="*/ 814690 w 4006679"/>
                <a:gd name="connsiteY5445" fmla="*/ 1646777 h 5664927"/>
                <a:gd name="connsiteX5446" fmla="*/ 792308 w 4006679"/>
                <a:gd name="connsiteY5446" fmla="*/ 1718398 h 5664927"/>
                <a:gd name="connsiteX5447" fmla="*/ 766942 w 4006679"/>
                <a:gd name="connsiteY5447" fmla="*/ 1873577 h 5664927"/>
                <a:gd name="connsiteX5448" fmla="*/ 771419 w 4006679"/>
                <a:gd name="connsiteY5448" fmla="*/ 1988469 h 5664927"/>
                <a:gd name="connsiteX5449" fmla="*/ 796784 w 4006679"/>
                <a:gd name="connsiteY5449" fmla="*/ 2100377 h 5664927"/>
                <a:gd name="connsiteX5450" fmla="*/ 822150 w 4006679"/>
                <a:gd name="connsiteY5450" fmla="*/ 2203332 h 5664927"/>
                <a:gd name="connsiteX5451" fmla="*/ 868405 w 4006679"/>
                <a:gd name="connsiteY5451" fmla="*/ 2310764 h 5664927"/>
                <a:gd name="connsiteX5452" fmla="*/ 893771 w 4006679"/>
                <a:gd name="connsiteY5452" fmla="*/ 2354035 h 5664927"/>
                <a:gd name="connsiteX5453" fmla="*/ 999711 w 4006679"/>
                <a:gd name="connsiteY5453" fmla="*/ 2512198 h 5664927"/>
                <a:gd name="connsiteX5454" fmla="*/ 1022092 w 4006679"/>
                <a:gd name="connsiteY5454" fmla="*/ 2533087 h 5664927"/>
                <a:gd name="connsiteX5455" fmla="*/ 1026569 w 4006679"/>
                <a:gd name="connsiteY5455" fmla="*/ 2530103 h 5664927"/>
                <a:gd name="connsiteX5456" fmla="*/ 1007171 w 4006679"/>
                <a:gd name="connsiteY5456" fmla="*/ 2451021 h 5664927"/>
                <a:gd name="connsiteX5457" fmla="*/ 987774 w 4006679"/>
                <a:gd name="connsiteY5457" fmla="*/ 2406258 h 5664927"/>
                <a:gd name="connsiteX5458" fmla="*/ 904216 w 4006679"/>
                <a:gd name="connsiteY5458" fmla="*/ 2243619 h 5664927"/>
                <a:gd name="connsiteX5459" fmla="*/ 863929 w 4006679"/>
                <a:gd name="connsiteY5459" fmla="*/ 2115298 h 5664927"/>
                <a:gd name="connsiteX5460" fmla="*/ 835579 w 4006679"/>
                <a:gd name="connsiteY5460" fmla="*/ 1970563 h 5664927"/>
                <a:gd name="connsiteX5461" fmla="*/ 823642 w 4006679"/>
                <a:gd name="connsiteY5461" fmla="*/ 1901927 h 5664927"/>
                <a:gd name="connsiteX5462" fmla="*/ 844532 w 4006679"/>
                <a:gd name="connsiteY5462" fmla="*/ 1709445 h 5664927"/>
                <a:gd name="connsiteX5463" fmla="*/ 850500 w 4006679"/>
                <a:gd name="connsiteY5463" fmla="*/ 1688556 h 5664927"/>
                <a:gd name="connsiteX5464" fmla="*/ 814690 w 4006679"/>
                <a:gd name="connsiteY5464" fmla="*/ 1646777 h 5664927"/>
                <a:gd name="connsiteX5465" fmla="*/ 1247400 w 4006679"/>
                <a:gd name="connsiteY5465" fmla="*/ 1681095 h 5664927"/>
                <a:gd name="connsiteX5466" fmla="*/ 1222034 w 4006679"/>
                <a:gd name="connsiteY5466" fmla="*/ 1690048 h 5664927"/>
                <a:gd name="connsiteX5467" fmla="*/ 1254861 w 4006679"/>
                <a:gd name="connsiteY5467" fmla="*/ 1703477 h 5664927"/>
                <a:gd name="connsiteX5468" fmla="*/ 1247400 w 4006679"/>
                <a:gd name="connsiteY5468" fmla="*/ 1681095 h 5664927"/>
                <a:gd name="connsiteX5469" fmla="*/ 1963611 w 4006679"/>
                <a:gd name="connsiteY5469" fmla="*/ 1734811 h 5664927"/>
                <a:gd name="connsiteX5470" fmla="*/ 1911387 w 4006679"/>
                <a:gd name="connsiteY5470" fmla="*/ 1760177 h 5664927"/>
                <a:gd name="connsiteX5471" fmla="*/ 1938245 w 4006679"/>
                <a:gd name="connsiteY5471" fmla="*/ 1781066 h 5664927"/>
                <a:gd name="connsiteX5472" fmla="*/ 1963611 w 4006679"/>
                <a:gd name="connsiteY5472" fmla="*/ 1734811 h 5664927"/>
                <a:gd name="connsiteX5473" fmla="*/ 1068348 w 4006679"/>
                <a:gd name="connsiteY5473" fmla="*/ 1661698 h 5664927"/>
                <a:gd name="connsiteX5474" fmla="*/ 1059395 w 4006679"/>
                <a:gd name="connsiteY5474" fmla="*/ 1751224 h 5664927"/>
                <a:gd name="connsiteX5475" fmla="*/ 1086253 w 4006679"/>
                <a:gd name="connsiteY5475" fmla="*/ 1693032 h 5664927"/>
                <a:gd name="connsiteX5476" fmla="*/ 1068348 w 4006679"/>
                <a:gd name="connsiteY5476" fmla="*/ 1661698 h 5664927"/>
                <a:gd name="connsiteX5477" fmla="*/ 1809924 w 4006679"/>
                <a:gd name="connsiteY5477" fmla="*/ 1718398 h 5664927"/>
                <a:gd name="connsiteX5478" fmla="*/ 1797987 w 4006679"/>
                <a:gd name="connsiteY5478" fmla="*/ 1725858 h 5664927"/>
                <a:gd name="connsiteX5479" fmla="*/ 1800971 w 4006679"/>
                <a:gd name="connsiteY5479" fmla="*/ 1731827 h 5664927"/>
                <a:gd name="connsiteX5480" fmla="*/ 1812908 w 4006679"/>
                <a:gd name="connsiteY5480" fmla="*/ 1724366 h 5664927"/>
                <a:gd name="connsiteX5481" fmla="*/ 1809924 w 4006679"/>
                <a:gd name="connsiteY5481" fmla="*/ 1718398 h 5664927"/>
                <a:gd name="connsiteX5482" fmla="*/ 448564 w 4006679"/>
                <a:gd name="connsiteY5482" fmla="*/ 1602946 h 5664927"/>
                <a:gd name="connsiteX5483" fmla="*/ 434203 w 4006679"/>
                <a:gd name="connsiteY5483" fmla="*/ 1612458 h 5664927"/>
                <a:gd name="connsiteX5484" fmla="*/ 422266 w 4006679"/>
                <a:gd name="connsiteY5484" fmla="*/ 1648269 h 5664927"/>
                <a:gd name="connsiteX5485" fmla="*/ 413313 w 4006679"/>
                <a:gd name="connsiteY5485" fmla="*/ 1612458 h 5664927"/>
                <a:gd name="connsiteX5486" fmla="*/ 392424 w 4006679"/>
                <a:gd name="connsiteY5486" fmla="*/ 1655729 h 5664927"/>
                <a:gd name="connsiteX5487" fmla="*/ 416297 w 4006679"/>
                <a:gd name="connsiteY5487" fmla="*/ 1663190 h 5664927"/>
                <a:gd name="connsiteX5488" fmla="*/ 458076 w 4006679"/>
                <a:gd name="connsiteY5488" fmla="*/ 1669158 h 5664927"/>
                <a:gd name="connsiteX5489" fmla="*/ 501348 w 4006679"/>
                <a:gd name="connsiteY5489" fmla="*/ 1661698 h 5664927"/>
                <a:gd name="connsiteX5490" fmla="*/ 464045 w 4006679"/>
                <a:gd name="connsiteY5490" fmla="*/ 1612458 h 5664927"/>
                <a:gd name="connsiteX5491" fmla="*/ 448564 w 4006679"/>
                <a:gd name="connsiteY5491" fmla="*/ 1602946 h 5664927"/>
                <a:gd name="connsiteX5492" fmla="*/ 279024 w 4006679"/>
                <a:gd name="connsiteY5492" fmla="*/ 1588585 h 5664927"/>
                <a:gd name="connsiteX5493" fmla="*/ 256642 w 4006679"/>
                <a:gd name="connsiteY5493" fmla="*/ 1672142 h 5664927"/>
                <a:gd name="connsiteX5494" fmla="*/ 316326 w 4006679"/>
                <a:gd name="connsiteY5494" fmla="*/ 1627379 h 5664927"/>
                <a:gd name="connsiteX5495" fmla="*/ 308866 w 4006679"/>
                <a:gd name="connsiteY5495" fmla="*/ 1603506 h 5664927"/>
                <a:gd name="connsiteX5496" fmla="*/ 279024 w 4006679"/>
                <a:gd name="connsiteY5496" fmla="*/ 1588585 h 5664927"/>
                <a:gd name="connsiteX5497" fmla="*/ 1594502 w 4006679"/>
                <a:gd name="connsiteY5497" fmla="*/ 1694897 h 5664927"/>
                <a:gd name="connsiteX5498" fmla="*/ 1584616 w 4006679"/>
                <a:gd name="connsiteY5498" fmla="*/ 1718398 h 5664927"/>
                <a:gd name="connsiteX5499" fmla="*/ 1614458 w 4006679"/>
                <a:gd name="connsiteY5499" fmla="*/ 1742271 h 5664927"/>
                <a:gd name="connsiteX5500" fmla="*/ 1581632 w 4006679"/>
                <a:gd name="connsiteY5500" fmla="*/ 1727350 h 5664927"/>
                <a:gd name="connsiteX5501" fmla="*/ 1556266 w 4006679"/>
                <a:gd name="connsiteY5501" fmla="*/ 1764653 h 5664927"/>
                <a:gd name="connsiteX5502" fmla="*/ 1621919 w 4006679"/>
                <a:gd name="connsiteY5502" fmla="*/ 1764653 h 5664927"/>
                <a:gd name="connsiteX5503" fmla="*/ 1638332 w 4006679"/>
                <a:gd name="connsiteY5503" fmla="*/ 1718398 h 5664927"/>
                <a:gd name="connsiteX5504" fmla="*/ 1618935 w 4006679"/>
                <a:gd name="connsiteY5504" fmla="*/ 1700493 h 5664927"/>
                <a:gd name="connsiteX5505" fmla="*/ 1594502 w 4006679"/>
                <a:gd name="connsiteY5505" fmla="*/ 1694897 h 5664927"/>
                <a:gd name="connsiteX5506" fmla="*/ 264103 w 4006679"/>
                <a:gd name="connsiteY5506" fmla="*/ 1582616 h 5664927"/>
                <a:gd name="connsiteX5507" fmla="*/ 237245 w 4006679"/>
                <a:gd name="connsiteY5507" fmla="*/ 1594553 h 5664927"/>
                <a:gd name="connsiteX5508" fmla="*/ 211879 w 4006679"/>
                <a:gd name="connsiteY5508" fmla="*/ 1618427 h 5664927"/>
                <a:gd name="connsiteX5509" fmla="*/ 193974 w 4006679"/>
                <a:gd name="connsiteY5509" fmla="*/ 1699000 h 5664927"/>
                <a:gd name="connsiteX5510" fmla="*/ 170100 w 4006679"/>
                <a:gd name="connsiteY5510" fmla="*/ 1997421 h 5664927"/>
                <a:gd name="connsiteX5511" fmla="*/ 177561 w 4006679"/>
                <a:gd name="connsiteY5511" fmla="*/ 2212285 h 5664927"/>
                <a:gd name="connsiteX5512" fmla="*/ 195466 w 4006679"/>
                <a:gd name="connsiteY5512" fmla="*/ 2330161 h 5664927"/>
                <a:gd name="connsiteX5513" fmla="*/ 238737 w 4006679"/>
                <a:gd name="connsiteY5513" fmla="*/ 2512198 h 5664927"/>
                <a:gd name="connsiteX5514" fmla="*/ 290961 w 4006679"/>
                <a:gd name="connsiteY5514" fmla="*/ 2665885 h 5664927"/>
                <a:gd name="connsiteX5515" fmla="*/ 328263 w 4006679"/>
                <a:gd name="connsiteY5515" fmla="*/ 2750935 h 5664927"/>
                <a:gd name="connsiteX5516" fmla="*/ 308866 w 4006679"/>
                <a:gd name="connsiteY5516" fmla="*/ 2741982 h 5664927"/>
                <a:gd name="connsiteX5517" fmla="*/ 276040 w 4006679"/>
                <a:gd name="connsiteY5517" fmla="*/ 2661408 h 5664927"/>
                <a:gd name="connsiteX5518" fmla="*/ 214863 w 4006679"/>
                <a:gd name="connsiteY5518" fmla="*/ 2464451 h 5664927"/>
                <a:gd name="connsiteX5519" fmla="*/ 188005 w 4006679"/>
                <a:gd name="connsiteY5519" fmla="*/ 2348066 h 5664927"/>
                <a:gd name="connsiteX5520" fmla="*/ 167116 w 4006679"/>
                <a:gd name="connsiteY5520" fmla="*/ 2225714 h 5664927"/>
                <a:gd name="connsiteX5521" fmla="*/ 161147 w 4006679"/>
                <a:gd name="connsiteY5521" fmla="*/ 2088440 h 5664927"/>
                <a:gd name="connsiteX5522" fmla="*/ 156671 w 4006679"/>
                <a:gd name="connsiteY5522" fmla="*/ 2013835 h 5664927"/>
                <a:gd name="connsiteX5523" fmla="*/ 164132 w 4006679"/>
                <a:gd name="connsiteY5523" fmla="*/ 1898942 h 5664927"/>
                <a:gd name="connsiteX5524" fmla="*/ 185021 w 4006679"/>
                <a:gd name="connsiteY5524" fmla="*/ 1694524 h 5664927"/>
                <a:gd name="connsiteX5525" fmla="*/ 204418 w 4006679"/>
                <a:gd name="connsiteY5525" fmla="*/ 1603506 h 5664927"/>
                <a:gd name="connsiteX5526" fmla="*/ 156671 w 4006679"/>
                <a:gd name="connsiteY5526" fmla="*/ 1590077 h 5664927"/>
                <a:gd name="connsiteX5527" fmla="*/ 141750 w 4006679"/>
                <a:gd name="connsiteY5527" fmla="*/ 1655729 h 5664927"/>
                <a:gd name="connsiteX5528" fmla="*/ 128321 w 4006679"/>
                <a:gd name="connsiteY5528" fmla="*/ 1775098 h 5664927"/>
                <a:gd name="connsiteX5529" fmla="*/ 117876 w 4006679"/>
                <a:gd name="connsiteY5529" fmla="*/ 1894466 h 5664927"/>
                <a:gd name="connsiteX5530" fmla="*/ 114892 w 4006679"/>
                <a:gd name="connsiteY5530" fmla="*/ 2086948 h 5664927"/>
                <a:gd name="connsiteX5531" fmla="*/ 120861 w 4006679"/>
                <a:gd name="connsiteY5531" fmla="*/ 2246603 h 5664927"/>
                <a:gd name="connsiteX5532" fmla="*/ 138766 w 4006679"/>
                <a:gd name="connsiteY5532" fmla="*/ 2377908 h 5664927"/>
                <a:gd name="connsiteX5533" fmla="*/ 165624 w 4006679"/>
                <a:gd name="connsiteY5533" fmla="*/ 2519658 h 5664927"/>
                <a:gd name="connsiteX5534" fmla="*/ 235753 w 4006679"/>
                <a:gd name="connsiteY5534" fmla="*/ 2722585 h 5664927"/>
                <a:gd name="connsiteX5535" fmla="*/ 307374 w 4006679"/>
                <a:gd name="connsiteY5535" fmla="*/ 2882240 h 5664927"/>
                <a:gd name="connsiteX5536" fmla="*/ 367058 w 4006679"/>
                <a:gd name="connsiteY5536" fmla="*/ 2988179 h 5664927"/>
                <a:gd name="connsiteX5537" fmla="*/ 461061 w 4006679"/>
                <a:gd name="connsiteY5537" fmla="*/ 3140374 h 5664927"/>
                <a:gd name="connsiteX5538" fmla="*/ 559540 w 4006679"/>
                <a:gd name="connsiteY5538" fmla="*/ 3256758 h 5664927"/>
                <a:gd name="connsiteX5539" fmla="*/ 602811 w 4006679"/>
                <a:gd name="connsiteY5539" fmla="*/ 3298537 h 5664927"/>
                <a:gd name="connsiteX5540" fmla="*/ 611763 w 4006679"/>
                <a:gd name="connsiteY5540" fmla="*/ 3304506 h 5664927"/>
                <a:gd name="connsiteX5541" fmla="*/ 623700 w 4006679"/>
                <a:gd name="connsiteY5541" fmla="*/ 3226916 h 5664927"/>
                <a:gd name="connsiteX5542" fmla="*/ 578937 w 4006679"/>
                <a:gd name="connsiteY5542" fmla="*/ 3177677 h 5664927"/>
                <a:gd name="connsiteX5543" fmla="*/ 505824 w 4006679"/>
                <a:gd name="connsiteY5543" fmla="*/ 3073230 h 5664927"/>
                <a:gd name="connsiteX5544" fmla="*/ 467029 w 4006679"/>
                <a:gd name="connsiteY5544" fmla="*/ 3015037 h 5664927"/>
                <a:gd name="connsiteX5545" fmla="*/ 407345 w 4006679"/>
                <a:gd name="connsiteY5545" fmla="*/ 2991164 h 5664927"/>
                <a:gd name="connsiteX5546" fmla="*/ 353629 w 4006679"/>
                <a:gd name="connsiteY5546" fmla="*/ 2934464 h 5664927"/>
                <a:gd name="connsiteX5547" fmla="*/ 328263 w 4006679"/>
                <a:gd name="connsiteY5547" fmla="*/ 2879256 h 5664927"/>
                <a:gd name="connsiteX5548" fmla="*/ 317818 w 4006679"/>
                <a:gd name="connsiteY5548" fmla="*/ 2833001 h 5664927"/>
                <a:gd name="connsiteX5549" fmla="*/ 317818 w 4006679"/>
                <a:gd name="connsiteY5549" fmla="*/ 2810619 h 5664927"/>
                <a:gd name="connsiteX5550" fmla="*/ 361090 w 4006679"/>
                <a:gd name="connsiteY5550" fmla="*/ 2724077 h 5664927"/>
                <a:gd name="connsiteX5551" fmla="*/ 374519 w 4006679"/>
                <a:gd name="connsiteY5551" fmla="*/ 2707664 h 5664927"/>
                <a:gd name="connsiteX5552" fmla="*/ 362582 w 4006679"/>
                <a:gd name="connsiteY5552" fmla="*/ 2686774 h 5664927"/>
                <a:gd name="connsiteX5553" fmla="*/ 328263 w 4006679"/>
                <a:gd name="connsiteY5553" fmla="*/ 2607693 h 5664927"/>
                <a:gd name="connsiteX5554" fmla="*/ 320803 w 4006679"/>
                <a:gd name="connsiteY5554" fmla="*/ 2583819 h 5664927"/>
                <a:gd name="connsiteX5555" fmla="*/ 262611 w 4006679"/>
                <a:gd name="connsiteY5555" fmla="*/ 2377908 h 5664927"/>
                <a:gd name="connsiteX5556" fmla="*/ 241721 w 4006679"/>
                <a:gd name="connsiteY5556" fmla="*/ 2264508 h 5664927"/>
                <a:gd name="connsiteX5557" fmla="*/ 213371 w 4006679"/>
                <a:gd name="connsiteY5557" fmla="*/ 2051137 h 5664927"/>
                <a:gd name="connsiteX5558" fmla="*/ 225308 w 4006679"/>
                <a:gd name="connsiteY5558" fmla="*/ 1849703 h 5664927"/>
                <a:gd name="connsiteX5559" fmla="*/ 220832 w 4006679"/>
                <a:gd name="connsiteY5559" fmla="*/ 1810908 h 5664927"/>
                <a:gd name="connsiteX5560" fmla="*/ 220832 w 4006679"/>
                <a:gd name="connsiteY5560" fmla="*/ 1797479 h 5664927"/>
                <a:gd name="connsiteX5561" fmla="*/ 229784 w 4006679"/>
                <a:gd name="connsiteY5561" fmla="*/ 1761669 h 5664927"/>
                <a:gd name="connsiteX5562" fmla="*/ 250674 w 4006679"/>
                <a:gd name="connsiteY5562" fmla="*/ 1640808 h 5664927"/>
                <a:gd name="connsiteX5563" fmla="*/ 264103 w 4006679"/>
                <a:gd name="connsiteY5563" fmla="*/ 1582616 h 5664927"/>
                <a:gd name="connsiteX5564" fmla="*/ 2012850 w 4006679"/>
                <a:gd name="connsiteY5564" fmla="*/ 1709445 h 5664927"/>
                <a:gd name="connsiteX5565" fmla="*/ 1991961 w 4006679"/>
                <a:gd name="connsiteY5565" fmla="*/ 1725858 h 5664927"/>
                <a:gd name="connsiteX5566" fmla="*/ 1997929 w 4006679"/>
                <a:gd name="connsiteY5566" fmla="*/ 1722874 h 5664927"/>
                <a:gd name="connsiteX5567" fmla="*/ 2048661 w 4006679"/>
                <a:gd name="connsiteY5567" fmla="*/ 1784050 h 5664927"/>
                <a:gd name="connsiteX5568" fmla="*/ 2138187 w 4006679"/>
                <a:gd name="connsiteY5568" fmla="*/ 1892974 h 5664927"/>
                <a:gd name="connsiteX5569" fmla="*/ 2171014 w 4006679"/>
                <a:gd name="connsiteY5569" fmla="*/ 1903419 h 5664927"/>
                <a:gd name="connsiteX5570" fmla="*/ 2166537 w 4006679"/>
                <a:gd name="connsiteY5570" fmla="*/ 1884021 h 5664927"/>
                <a:gd name="connsiteX5571" fmla="*/ 2136695 w 4006679"/>
                <a:gd name="connsiteY5571" fmla="*/ 1837766 h 5664927"/>
                <a:gd name="connsiteX5572" fmla="*/ 2036724 w 4006679"/>
                <a:gd name="connsiteY5572" fmla="*/ 1727350 h 5664927"/>
                <a:gd name="connsiteX5573" fmla="*/ 2012850 w 4006679"/>
                <a:gd name="connsiteY5573" fmla="*/ 1709445 h 5664927"/>
                <a:gd name="connsiteX5574" fmla="*/ 135782 w 4006679"/>
                <a:gd name="connsiteY5574" fmla="*/ 1555758 h 5664927"/>
                <a:gd name="connsiteX5575" fmla="*/ 94003 w 4006679"/>
                <a:gd name="connsiteY5575" fmla="*/ 1575156 h 5664927"/>
                <a:gd name="connsiteX5576" fmla="*/ 82066 w 4006679"/>
                <a:gd name="connsiteY5576" fmla="*/ 1678111 h 5664927"/>
                <a:gd name="connsiteX5577" fmla="*/ 76097 w 4006679"/>
                <a:gd name="connsiteY5577" fmla="*/ 1782558 h 5664927"/>
                <a:gd name="connsiteX5578" fmla="*/ 79082 w 4006679"/>
                <a:gd name="connsiteY5578" fmla="*/ 1855671 h 5664927"/>
                <a:gd name="connsiteX5579" fmla="*/ 79082 w 4006679"/>
                <a:gd name="connsiteY5579" fmla="*/ 1878053 h 5664927"/>
                <a:gd name="connsiteX5580" fmla="*/ 77590 w 4006679"/>
                <a:gd name="connsiteY5580" fmla="*/ 1901927 h 5664927"/>
                <a:gd name="connsiteX5581" fmla="*/ 86542 w 4006679"/>
                <a:gd name="connsiteY5581" fmla="*/ 2046661 h 5664927"/>
                <a:gd name="connsiteX5582" fmla="*/ 96987 w 4006679"/>
                <a:gd name="connsiteY5582" fmla="*/ 2171998 h 5664927"/>
                <a:gd name="connsiteX5583" fmla="*/ 101463 w 4006679"/>
                <a:gd name="connsiteY5583" fmla="*/ 2170506 h 5664927"/>
                <a:gd name="connsiteX5584" fmla="*/ 102955 w 4006679"/>
                <a:gd name="connsiteY5584" fmla="*/ 2151108 h 5664927"/>
                <a:gd name="connsiteX5585" fmla="*/ 107432 w 4006679"/>
                <a:gd name="connsiteY5585" fmla="*/ 1910879 h 5664927"/>
                <a:gd name="connsiteX5586" fmla="*/ 108924 w 4006679"/>
                <a:gd name="connsiteY5586" fmla="*/ 1851195 h 5664927"/>
                <a:gd name="connsiteX5587" fmla="*/ 128321 w 4006679"/>
                <a:gd name="connsiteY5587" fmla="*/ 1685571 h 5664927"/>
                <a:gd name="connsiteX5588" fmla="*/ 141750 w 4006679"/>
                <a:gd name="connsiteY5588" fmla="*/ 1599029 h 5664927"/>
                <a:gd name="connsiteX5589" fmla="*/ 135782 w 4006679"/>
                <a:gd name="connsiteY5589" fmla="*/ 1555758 h 5664927"/>
                <a:gd name="connsiteX5590" fmla="*/ 1025077 w 4006679"/>
                <a:gd name="connsiteY5590" fmla="*/ 1622903 h 5664927"/>
                <a:gd name="connsiteX5591" fmla="*/ 1007171 w 4006679"/>
                <a:gd name="connsiteY5591" fmla="*/ 1924308 h 5664927"/>
                <a:gd name="connsiteX5592" fmla="*/ 1013140 w 4006679"/>
                <a:gd name="connsiteY5592" fmla="*/ 1912371 h 5664927"/>
                <a:gd name="connsiteX5593" fmla="*/ 1041490 w 4006679"/>
                <a:gd name="connsiteY5593" fmla="*/ 1810908 h 5664927"/>
                <a:gd name="connsiteX5594" fmla="*/ 1045966 w 4006679"/>
                <a:gd name="connsiteY5594" fmla="*/ 1772113 h 5664927"/>
                <a:gd name="connsiteX5595" fmla="*/ 1054919 w 4006679"/>
                <a:gd name="connsiteY5595" fmla="*/ 1658714 h 5664927"/>
                <a:gd name="connsiteX5596" fmla="*/ 1048950 w 4006679"/>
                <a:gd name="connsiteY5596" fmla="*/ 1639316 h 5664927"/>
                <a:gd name="connsiteX5597" fmla="*/ 1025077 w 4006679"/>
                <a:gd name="connsiteY5597" fmla="*/ 1622903 h 5664927"/>
                <a:gd name="connsiteX5598" fmla="*/ 1753224 w 4006679"/>
                <a:gd name="connsiteY5598" fmla="*/ 1678111 h 5664927"/>
                <a:gd name="connsiteX5599" fmla="*/ 1690556 w 4006679"/>
                <a:gd name="connsiteY5599" fmla="*/ 1724366 h 5664927"/>
                <a:gd name="connsiteX5600" fmla="*/ 1690556 w 4006679"/>
                <a:gd name="connsiteY5600" fmla="*/ 1734811 h 5664927"/>
                <a:gd name="connsiteX5601" fmla="*/ 1744271 w 4006679"/>
                <a:gd name="connsiteY5601" fmla="*/ 1710937 h 5664927"/>
                <a:gd name="connsiteX5602" fmla="*/ 1739795 w 4006679"/>
                <a:gd name="connsiteY5602" fmla="*/ 1739287 h 5664927"/>
                <a:gd name="connsiteX5603" fmla="*/ 1696524 w 4006679"/>
                <a:gd name="connsiteY5603" fmla="*/ 1749732 h 5664927"/>
                <a:gd name="connsiteX5604" fmla="*/ 1703985 w 4006679"/>
                <a:gd name="connsiteY5604" fmla="*/ 1755700 h 5664927"/>
                <a:gd name="connsiteX5605" fmla="*/ 1766653 w 4006679"/>
                <a:gd name="connsiteY5605" fmla="*/ 1739287 h 5664927"/>
                <a:gd name="connsiteX5606" fmla="*/ 1775606 w 4006679"/>
                <a:gd name="connsiteY5606" fmla="*/ 1709445 h 5664927"/>
                <a:gd name="connsiteX5607" fmla="*/ 1753224 w 4006679"/>
                <a:gd name="connsiteY5607" fmla="*/ 1678111 h 5664927"/>
                <a:gd name="connsiteX5608" fmla="*/ 526340 w 4006679"/>
                <a:gd name="connsiteY5608" fmla="*/ 1572544 h 5664927"/>
                <a:gd name="connsiteX5609" fmla="*/ 481950 w 4006679"/>
                <a:gd name="connsiteY5609" fmla="*/ 1578140 h 5664927"/>
                <a:gd name="connsiteX5610" fmla="*/ 513284 w 4006679"/>
                <a:gd name="connsiteY5610" fmla="*/ 1615442 h 5664927"/>
                <a:gd name="connsiteX5611" fmla="*/ 489411 w 4006679"/>
                <a:gd name="connsiteY5611" fmla="*/ 1622903 h 5664927"/>
                <a:gd name="connsiteX5612" fmla="*/ 549095 w 4006679"/>
                <a:gd name="connsiteY5612" fmla="*/ 1642300 h 5664927"/>
                <a:gd name="connsiteX5613" fmla="*/ 553571 w 4006679"/>
                <a:gd name="connsiteY5613" fmla="*/ 1636332 h 5664927"/>
                <a:gd name="connsiteX5614" fmla="*/ 540142 w 4006679"/>
                <a:gd name="connsiteY5614" fmla="*/ 1619919 h 5664927"/>
                <a:gd name="connsiteX5615" fmla="*/ 564016 w 4006679"/>
                <a:gd name="connsiteY5615" fmla="*/ 1578140 h 5664927"/>
                <a:gd name="connsiteX5616" fmla="*/ 526340 w 4006679"/>
                <a:gd name="connsiteY5616" fmla="*/ 1572544 h 5664927"/>
                <a:gd name="connsiteX5617" fmla="*/ 343184 w 4006679"/>
                <a:gd name="connsiteY5617" fmla="*/ 1557250 h 5664927"/>
                <a:gd name="connsiteX5618" fmla="*/ 331247 w 4006679"/>
                <a:gd name="connsiteY5618" fmla="*/ 1576648 h 5664927"/>
                <a:gd name="connsiteX5619" fmla="*/ 329755 w 4006679"/>
                <a:gd name="connsiteY5619" fmla="*/ 1603506 h 5664927"/>
                <a:gd name="connsiteX5620" fmla="*/ 335724 w 4006679"/>
                <a:gd name="connsiteY5620" fmla="*/ 1627379 h 5664927"/>
                <a:gd name="connsiteX5621" fmla="*/ 389440 w 4006679"/>
                <a:gd name="connsiteY5621" fmla="*/ 1628871 h 5664927"/>
                <a:gd name="connsiteX5622" fmla="*/ 411821 w 4006679"/>
                <a:gd name="connsiteY5622" fmla="*/ 1596045 h 5664927"/>
                <a:gd name="connsiteX5623" fmla="*/ 353629 w 4006679"/>
                <a:gd name="connsiteY5623" fmla="*/ 1599029 h 5664927"/>
                <a:gd name="connsiteX5624" fmla="*/ 381979 w 4006679"/>
                <a:gd name="connsiteY5624" fmla="*/ 1587092 h 5664927"/>
                <a:gd name="connsiteX5625" fmla="*/ 410329 w 4006679"/>
                <a:gd name="connsiteY5625" fmla="*/ 1578140 h 5664927"/>
                <a:gd name="connsiteX5626" fmla="*/ 396900 w 4006679"/>
                <a:gd name="connsiteY5626" fmla="*/ 1561727 h 5664927"/>
                <a:gd name="connsiteX5627" fmla="*/ 343184 w 4006679"/>
                <a:gd name="connsiteY5627" fmla="*/ 1557250 h 5664927"/>
                <a:gd name="connsiteX5628" fmla="*/ 2169522 w 4006679"/>
                <a:gd name="connsiteY5628" fmla="*/ 1703477 h 5664927"/>
                <a:gd name="connsiteX5629" fmla="*/ 2156093 w 4006679"/>
                <a:gd name="connsiteY5629" fmla="*/ 1767637 h 5664927"/>
                <a:gd name="connsiteX5630" fmla="*/ 2200856 w 4006679"/>
                <a:gd name="connsiteY5630" fmla="*/ 1751224 h 5664927"/>
                <a:gd name="connsiteX5631" fmla="*/ 2169522 w 4006679"/>
                <a:gd name="connsiteY5631" fmla="*/ 1703477 h 5664927"/>
                <a:gd name="connsiteX5632" fmla="*/ 2848989 w 4006679"/>
                <a:gd name="connsiteY5632" fmla="*/ 1753089 h 5664927"/>
                <a:gd name="connsiteX5633" fmla="*/ 2773824 w 4006679"/>
                <a:gd name="connsiteY5633" fmla="*/ 1754208 h 5664927"/>
                <a:gd name="connsiteX5634" fmla="*/ 2709664 w 4006679"/>
                <a:gd name="connsiteY5634" fmla="*/ 1763161 h 5664927"/>
                <a:gd name="connsiteX5635" fmla="*/ 2591787 w 4006679"/>
                <a:gd name="connsiteY5635" fmla="*/ 1779574 h 5664927"/>
                <a:gd name="connsiteX5636" fmla="*/ 2466451 w 4006679"/>
                <a:gd name="connsiteY5636" fmla="*/ 1801956 h 5664927"/>
                <a:gd name="connsiteX5637" fmla="*/ 2362003 w 4006679"/>
                <a:gd name="connsiteY5637" fmla="*/ 1815385 h 5664927"/>
                <a:gd name="connsiteX5638" fmla="*/ 2256064 w 4006679"/>
                <a:gd name="connsiteY5638" fmla="*/ 1815385 h 5664927"/>
                <a:gd name="connsiteX5639" fmla="*/ 2202348 w 4006679"/>
                <a:gd name="connsiteY5639" fmla="*/ 1804940 h 5664927"/>
                <a:gd name="connsiteX5640" fmla="*/ 2202348 w 4006679"/>
                <a:gd name="connsiteY5640" fmla="*/ 1842243 h 5664927"/>
                <a:gd name="connsiteX5641" fmla="*/ 2245619 w 4006679"/>
                <a:gd name="connsiteY5641" fmla="*/ 1842243 h 5664927"/>
                <a:gd name="connsiteX5642" fmla="*/ 2417211 w 4006679"/>
                <a:gd name="connsiteY5642" fmla="*/ 1851195 h 5664927"/>
                <a:gd name="connsiteX5643" fmla="*/ 2614169 w 4006679"/>
                <a:gd name="connsiteY5643" fmla="*/ 1831798 h 5664927"/>
                <a:gd name="connsiteX5644" fmla="*/ 2696235 w 4006679"/>
                <a:gd name="connsiteY5644" fmla="*/ 1818369 h 5664927"/>
                <a:gd name="connsiteX5645" fmla="*/ 2809635 w 4006679"/>
                <a:gd name="connsiteY5645" fmla="*/ 1804940 h 5664927"/>
                <a:gd name="connsiteX5646" fmla="*/ 2946909 w 4006679"/>
                <a:gd name="connsiteY5646" fmla="*/ 1801956 h 5664927"/>
                <a:gd name="connsiteX5647" fmla="*/ 3067769 w 4006679"/>
                <a:gd name="connsiteY5647" fmla="*/ 1818369 h 5664927"/>
                <a:gd name="connsiteX5648" fmla="*/ 3145359 w 4006679"/>
                <a:gd name="connsiteY5648" fmla="*/ 1834782 h 5664927"/>
                <a:gd name="connsiteX5649" fmla="*/ 3164756 w 4006679"/>
                <a:gd name="connsiteY5649" fmla="*/ 1840750 h 5664927"/>
                <a:gd name="connsiteX5650" fmla="*/ 3166248 w 4006679"/>
                <a:gd name="connsiteY5650" fmla="*/ 1834782 h 5664927"/>
                <a:gd name="connsiteX5651" fmla="*/ 3106564 w 4006679"/>
                <a:gd name="connsiteY5651" fmla="*/ 1804940 h 5664927"/>
                <a:gd name="connsiteX5652" fmla="*/ 2987195 w 4006679"/>
                <a:gd name="connsiteY5652" fmla="*/ 1770621 h 5664927"/>
                <a:gd name="connsiteX5653" fmla="*/ 2923035 w 4006679"/>
                <a:gd name="connsiteY5653" fmla="*/ 1763161 h 5664927"/>
                <a:gd name="connsiteX5654" fmla="*/ 2848989 w 4006679"/>
                <a:gd name="connsiteY5654" fmla="*/ 1753089 h 5664927"/>
                <a:gd name="connsiteX5655" fmla="*/ 258134 w 4006679"/>
                <a:gd name="connsiteY5655" fmla="*/ 1531885 h 5664927"/>
                <a:gd name="connsiteX5656" fmla="*/ 271563 w 4006679"/>
                <a:gd name="connsiteY5656" fmla="*/ 1563219 h 5664927"/>
                <a:gd name="connsiteX5657" fmla="*/ 283500 w 4006679"/>
                <a:gd name="connsiteY5657" fmla="*/ 1543821 h 5664927"/>
                <a:gd name="connsiteX5658" fmla="*/ 258134 w 4006679"/>
                <a:gd name="connsiteY5658" fmla="*/ 1531885 h 5664927"/>
                <a:gd name="connsiteX5659" fmla="*/ 2071043 w 4006679"/>
                <a:gd name="connsiteY5659" fmla="*/ 1678111 h 5664927"/>
                <a:gd name="connsiteX5660" fmla="*/ 2033740 w 4006679"/>
                <a:gd name="connsiteY5660" fmla="*/ 1700493 h 5664927"/>
                <a:gd name="connsiteX5661" fmla="*/ 2111330 w 4006679"/>
                <a:gd name="connsiteY5661" fmla="*/ 1787034 h 5664927"/>
                <a:gd name="connsiteX5662" fmla="*/ 2135203 w 4006679"/>
                <a:gd name="connsiteY5662" fmla="*/ 1745256 h 5664927"/>
                <a:gd name="connsiteX5663" fmla="*/ 2079995 w 4006679"/>
                <a:gd name="connsiteY5663" fmla="*/ 1734811 h 5664927"/>
                <a:gd name="connsiteX5664" fmla="*/ 2079995 w 4006679"/>
                <a:gd name="connsiteY5664" fmla="*/ 1722874 h 5664927"/>
                <a:gd name="connsiteX5665" fmla="*/ 2071043 w 4006679"/>
                <a:gd name="connsiteY5665" fmla="*/ 1678111 h 5664927"/>
                <a:gd name="connsiteX5666" fmla="*/ 1290671 w 4006679"/>
                <a:gd name="connsiteY5666" fmla="*/ 1612458 h 5664927"/>
                <a:gd name="connsiteX5667" fmla="*/ 1238448 w 4006679"/>
                <a:gd name="connsiteY5667" fmla="*/ 1624395 h 5664927"/>
                <a:gd name="connsiteX5668" fmla="*/ 1223527 w 4006679"/>
                <a:gd name="connsiteY5668" fmla="*/ 1640808 h 5664927"/>
                <a:gd name="connsiteX5669" fmla="*/ 1238448 w 4006679"/>
                <a:gd name="connsiteY5669" fmla="*/ 1661698 h 5664927"/>
                <a:gd name="connsiteX5670" fmla="*/ 1280227 w 4006679"/>
                <a:gd name="connsiteY5670" fmla="*/ 1684079 h 5664927"/>
                <a:gd name="connsiteX5671" fmla="*/ 1296640 w 4006679"/>
                <a:gd name="connsiteY5671" fmla="*/ 1690048 h 5664927"/>
                <a:gd name="connsiteX5672" fmla="*/ 1317529 w 4006679"/>
                <a:gd name="connsiteY5672" fmla="*/ 1670650 h 5664927"/>
                <a:gd name="connsiteX5673" fmla="*/ 1313053 w 4006679"/>
                <a:gd name="connsiteY5673" fmla="*/ 1633348 h 5664927"/>
                <a:gd name="connsiteX5674" fmla="*/ 1307085 w 4006679"/>
                <a:gd name="connsiteY5674" fmla="*/ 1624395 h 5664927"/>
                <a:gd name="connsiteX5675" fmla="*/ 1269782 w 4006679"/>
                <a:gd name="connsiteY5675" fmla="*/ 1652745 h 5664927"/>
                <a:gd name="connsiteX5676" fmla="*/ 1290671 w 4006679"/>
                <a:gd name="connsiteY5676" fmla="*/ 1612458 h 5664927"/>
                <a:gd name="connsiteX5677" fmla="*/ 108924 w 4006679"/>
                <a:gd name="connsiteY5677" fmla="*/ 1512487 h 5664927"/>
                <a:gd name="connsiteX5678" fmla="*/ 105940 w 4006679"/>
                <a:gd name="connsiteY5678" fmla="*/ 1555758 h 5664927"/>
                <a:gd name="connsiteX5679" fmla="*/ 108924 w 4006679"/>
                <a:gd name="connsiteY5679" fmla="*/ 1512487 h 5664927"/>
                <a:gd name="connsiteX5680" fmla="*/ 2258489 w 4006679"/>
                <a:gd name="connsiteY5680" fmla="*/ 1687064 h 5664927"/>
                <a:gd name="connsiteX5681" fmla="*/ 2223237 w 4006679"/>
                <a:gd name="connsiteY5681" fmla="*/ 1687063 h 5664927"/>
                <a:gd name="connsiteX5682" fmla="*/ 2202348 w 4006679"/>
                <a:gd name="connsiteY5682" fmla="*/ 1697508 h 5664927"/>
                <a:gd name="connsiteX5683" fmla="*/ 2250095 w 4006679"/>
                <a:gd name="connsiteY5683" fmla="*/ 1730335 h 5664927"/>
                <a:gd name="connsiteX5684" fmla="*/ 2269493 w 4006679"/>
                <a:gd name="connsiteY5684" fmla="*/ 1696016 h 5664927"/>
                <a:gd name="connsiteX5685" fmla="*/ 2258489 w 4006679"/>
                <a:gd name="connsiteY5685" fmla="*/ 1687064 h 5664927"/>
                <a:gd name="connsiteX5686" fmla="*/ 977329 w 4006679"/>
                <a:gd name="connsiteY5686" fmla="*/ 1581124 h 5664927"/>
                <a:gd name="connsiteX5687" fmla="*/ 956440 w 4006679"/>
                <a:gd name="connsiteY5687" fmla="*/ 1639316 h 5664927"/>
                <a:gd name="connsiteX5688" fmla="*/ 914661 w 4006679"/>
                <a:gd name="connsiteY5688" fmla="*/ 1888498 h 5664927"/>
                <a:gd name="connsiteX5689" fmla="*/ 931074 w 4006679"/>
                <a:gd name="connsiteY5689" fmla="*/ 2013835 h 5664927"/>
                <a:gd name="connsiteX5690" fmla="*/ 937042 w 4006679"/>
                <a:gd name="connsiteY5690" fmla="*/ 2058598 h 5664927"/>
                <a:gd name="connsiteX5691" fmla="*/ 945995 w 4006679"/>
                <a:gd name="connsiteY5691" fmla="*/ 2104853 h 5664927"/>
                <a:gd name="connsiteX5692" fmla="*/ 965392 w 4006679"/>
                <a:gd name="connsiteY5692" fmla="*/ 2152600 h 5664927"/>
                <a:gd name="connsiteX5693" fmla="*/ 972853 w 4006679"/>
                <a:gd name="connsiteY5693" fmla="*/ 2160061 h 5664927"/>
                <a:gd name="connsiteX5694" fmla="*/ 990758 w 4006679"/>
                <a:gd name="connsiteY5694" fmla="*/ 2001898 h 5664927"/>
                <a:gd name="connsiteX5695" fmla="*/ 989266 w 4006679"/>
                <a:gd name="connsiteY5695" fmla="*/ 1933261 h 5664927"/>
                <a:gd name="connsiteX5696" fmla="*/ 984790 w 4006679"/>
                <a:gd name="connsiteY5696" fmla="*/ 1830306 h 5664927"/>
                <a:gd name="connsiteX5697" fmla="*/ 1008663 w 4006679"/>
                <a:gd name="connsiteY5697" fmla="*/ 1627379 h 5664927"/>
                <a:gd name="connsiteX5698" fmla="*/ 1011648 w 4006679"/>
                <a:gd name="connsiteY5698" fmla="*/ 1607982 h 5664927"/>
                <a:gd name="connsiteX5699" fmla="*/ 977329 w 4006679"/>
                <a:gd name="connsiteY5699" fmla="*/ 1581124 h 5664927"/>
                <a:gd name="connsiteX5700" fmla="*/ 695321 w 4006679"/>
                <a:gd name="connsiteY5700" fmla="*/ 1555758 h 5664927"/>
                <a:gd name="connsiteX5701" fmla="*/ 658019 w 4006679"/>
                <a:gd name="connsiteY5701" fmla="*/ 1560234 h 5664927"/>
                <a:gd name="connsiteX5702" fmla="*/ 638621 w 4006679"/>
                <a:gd name="connsiteY5702" fmla="*/ 1578140 h 5664927"/>
                <a:gd name="connsiteX5703" fmla="*/ 617732 w 4006679"/>
                <a:gd name="connsiteY5703" fmla="*/ 1718398 h 5664927"/>
                <a:gd name="connsiteX5704" fmla="*/ 611763 w 4006679"/>
                <a:gd name="connsiteY5704" fmla="*/ 1812400 h 5664927"/>
                <a:gd name="connsiteX5705" fmla="*/ 605795 w 4006679"/>
                <a:gd name="connsiteY5705" fmla="*/ 1919832 h 5664927"/>
                <a:gd name="connsiteX5706" fmla="*/ 614748 w 4006679"/>
                <a:gd name="connsiteY5706" fmla="*/ 2039200 h 5664927"/>
                <a:gd name="connsiteX5707" fmla="*/ 646082 w 4006679"/>
                <a:gd name="connsiteY5707" fmla="*/ 2210793 h 5664927"/>
                <a:gd name="connsiteX5708" fmla="*/ 705766 w 4006679"/>
                <a:gd name="connsiteY5708" fmla="*/ 2394322 h 5664927"/>
                <a:gd name="connsiteX5709" fmla="*/ 747545 w 4006679"/>
                <a:gd name="connsiteY5709" fmla="*/ 2482356 h 5664927"/>
                <a:gd name="connsiteX5710" fmla="*/ 813198 w 4006679"/>
                <a:gd name="connsiteY5710" fmla="*/ 2585311 h 5664927"/>
                <a:gd name="connsiteX5711" fmla="*/ 890787 w 4006679"/>
                <a:gd name="connsiteY5711" fmla="*/ 2619629 h 5664927"/>
                <a:gd name="connsiteX5712" fmla="*/ 893771 w 4006679"/>
                <a:gd name="connsiteY5712" fmla="*/ 2615153 h 5664927"/>
                <a:gd name="connsiteX5713" fmla="*/ 877358 w 4006679"/>
                <a:gd name="connsiteY5713" fmla="*/ 2591280 h 5664927"/>
                <a:gd name="connsiteX5714" fmla="*/ 813198 w 4006679"/>
                <a:gd name="connsiteY5714" fmla="*/ 2509214 h 5664927"/>
                <a:gd name="connsiteX5715" fmla="*/ 757990 w 4006679"/>
                <a:gd name="connsiteY5715" fmla="*/ 2407751 h 5664927"/>
                <a:gd name="connsiteX5716" fmla="*/ 701290 w 4006679"/>
                <a:gd name="connsiteY5716" fmla="*/ 2237651 h 5664927"/>
                <a:gd name="connsiteX5717" fmla="*/ 663987 w 4006679"/>
                <a:gd name="connsiteY5717" fmla="*/ 2067550 h 5664927"/>
                <a:gd name="connsiteX5718" fmla="*/ 644590 w 4006679"/>
                <a:gd name="connsiteY5718" fmla="*/ 1946690 h 5664927"/>
                <a:gd name="connsiteX5719" fmla="*/ 640113 w 4006679"/>
                <a:gd name="connsiteY5719" fmla="*/ 1869100 h 5664927"/>
                <a:gd name="connsiteX5720" fmla="*/ 668463 w 4006679"/>
                <a:gd name="connsiteY5720" fmla="*/ 1669158 h 5664927"/>
                <a:gd name="connsiteX5721" fmla="*/ 695321 w 4006679"/>
                <a:gd name="connsiteY5721" fmla="*/ 1555758 h 5664927"/>
                <a:gd name="connsiteX5722" fmla="*/ 444647 w 4006679"/>
                <a:gd name="connsiteY5722" fmla="*/ 1534869 h 5664927"/>
                <a:gd name="connsiteX5723" fmla="*/ 438679 w 4006679"/>
                <a:gd name="connsiteY5723" fmla="*/ 1588585 h 5664927"/>
                <a:gd name="connsiteX5724" fmla="*/ 468521 w 4006679"/>
                <a:gd name="connsiteY5724" fmla="*/ 1542329 h 5664927"/>
                <a:gd name="connsiteX5725" fmla="*/ 444647 w 4006679"/>
                <a:gd name="connsiteY5725" fmla="*/ 1534869 h 5664927"/>
                <a:gd name="connsiteX5726" fmla="*/ 1693540 w 4006679"/>
                <a:gd name="connsiteY5726" fmla="*/ 1636332 h 5664927"/>
                <a:gd name="connsiteX5727" fmla="*/ 1623411 w 4006679"/>
                <a:gd name="connsiteY5727" fmla="*/ 1648269 h 5664927"/>
                <a:gd name="connsiteX5728" fmla="*/ 1614458 w 4006679"/>
                <a:gd name="connsiteY5728" fmla="*/ 1678111 h 5664927"/>
                <a:gd name="connsiteX5729" fmla="*/ 1657729 w 4006679"/>
                <a:gd name="connsiteY5729" fmla="*/ 1718398 h 5664927"/>
                <a:gd name="connsiteX5730" fmla="*/ 1674143 w 4006679"/>
                <a:gd name="connsiteY5730" fmla="*/ 1666174 h 5664927"/>
                <a:gd name="connsiteX5731" fmla="*/ 1671158 w 4006679"/>
                <a:gd name="connsiteY5731" fmla="*/ 1715414 h 5664927"/>
                <a:gd name="connsiteX5732" fmla="*/ 1724874 w 4006679"/>
                <a:gd name="connsiteY5732" fmla="*/ 1669158 h 5664927"/>
                <a:gd name="connsiteX5733" fmla="*/ 1693540 w 4006679"/>
                <a:gd name="connsiteY5733" fmla="*/ 1636332 h 5664927"/>
                <a:gd name="connsiteX5734" fmla="*/ 211879 w 4006679"/>
                <a:gd name="connsiteY5734" fmla="*/ 1513979 h 5664927"/>
                <a:gd name="connsiteX5735" fmla="*/ 208895 w 4006679"/>
                <a:gd name="connsiteY5735" fmla="*/ 1525916 h 5664927"/>
                <a:gd name="connsiteX5736" fmla="*/ 177561 w 4006679"/>
                <a:gd name="connsiteY5736" fmla="*/ 1548298 h 5664927"/>
                <a:gd name="connsiteX5737" fmla="*/ 152195 w 4006679"/>
                <a:gd name="connsiteY5737" fmla="*/ 1539345 h 5664927"/>
                <a:gd name="connsiteX5738" fmla="*/ 149211 w 4006679"/>
                <a:gd name="connsiteY5738" fmla="*/ 1557250 h 5664927"/>
                <a:gd name="connsiteX5739" fmla="*/ 168608 w 4006679"/>
                <a:gd name="connsiteY5739" fmla="*/ 1581124 h 5664927"/>
                <a:gd name="connsiteX5740" fmla="*/ 216355 w 4006679"/>
                <a:gd name="connsiteY5740" fmla="*/ 1575156 h 5664927"/>
                <a:gd name="connsiteX5741" fmla="*/ 252166 w 4006679"/>
                <a:gd name="connsiteY5741" fmla="*/ 1572171 h 5664927"/>
                <a:gd name="connsiteX5742" fmla="*/ 247690 w 4006679"/>
                <a:gd name="connsiteY5742" fmla="*/ 1542329 h 5664927"/>
                <a:gd name="connsiteX5743" fmla="*/ 211879 w 4006679"/>
                <a:gd name="connsiteY5743" fmla="*/ 1513979 h 5664927"/>
                <a:gd name="connsiteX5744" fmla="*/ 559540 w 4006679"/>
                <a:gd name="connsiteY5744" fmla="*/ 1537853 h 5664927"/>
                <a:gd name="connsiteX5745" fmla="*/ 544619 w 4006679"/>
                <a:gd name="connsiteY5745" fmla="*/ 1555758 h 5664927"/>
                <a:gd name="connsiteX5746" fmla="*/ 575953 w 4006679"/>
                <a:gd name="connsiteY5746" fmla="*/ 1599029 h 5664927"/>
                <a:gd name="connsiteX5747" fmla="*/ 601319 w 4006679"/>
                <a:gd name="connsiteY5747" fmla="*/ 1575156 h 5664927"/>
                <a:gd name="connsiteX5748" fmla="*/ 559540 w 4006679"/>
                <a:gd name="connsiteY5748" fmla="*/ 1537853 h 5664927"/>
                <a:gd name="connsiteX5749" fmla="*/ 2108345 w 4006679"/>
                <a:gd name="connsiteY5749" fmla="*/ 1657221 h 5664927"/>
                <a:gd name="connsiteX5750" fmla="*/ 2100885 w 4006679"/>
                <a:gd name="connsiteY5750" fmla="*/ 1679603 h 5664927"/>
                <a:gd name="connsiteX5751" fmla="*/ 2106853 w 4006679"/>
                <a:gd name="connsiteY5751" fmla="*/ 1669158 h 5664927"/>
                <a:gd name="connsiteX5752" fmla="*/ 2108345 w 4006679"/>
                <a:gd name="connsiteY5752" fmla="*/ 1657221 h 5664927"/>
                <a:gd name="connsiteX5753" fmla="*/ 1377213 w 4006679"/>
                <a:gd name="connsiteY5753" fmla="*/ 1597537 h 5664927"/>
                <a:gd name="connsiteX5754" fmla="*/ 1359308 w 4006679"/>
                <a:gd name="connsiteY5754" fmla="*/ 1604998 h 5664927"/>
                <a:gd name="connsiteX5755" fmla="*/ 1368261 w 4006679"/>
                <a:gd name="connsiteY5755" fmla="*/ 1621411 h 5664927"/>
                <a:gd name="connsiteX5756" fmla="*/ 1381690 w 4006679"/>
                <a:gd name="connsiteY5756" fmla="*/ 1636332 h 5664927"/>
                <a:gd name="connsiteX5757" fmla="*/ 1378706 w 4006679"/>
                <a:gd name="connsiteY5757" fmla="*/ 1640808 h 5664927"/>
                <a:gd name="connsiteX5758" fmla="*/ 1348863 w 4006679"/>
                <a:gd name="connsiteY5758" fmla="*/ 1625887 h 5664927"/>
                <a:gd name="connsiteX5759" fmla="*/ 1330958 w 4006679"/>
                <a:gd name="connsiteY5759" fmla="*/ 1639316 h 5664927"/>
                <a:gd name="connsiteX5760" fmla="*/ 1338419 w 4006679"/>
                <a:gd name="connsiteY5760" fmla="*/ 1667666 h 5664927"/>
                <a:gd name="connsiteX5761" fmla="*/ 1369753 w 4006679"/>
                <a:gd name="connsiteY5761" fmla="*/ 1693032 h 5664927"/>
                <a:gd name="connsiteX5762" fmla="*/ 1375721 w 4006679"/>
                <a:gd name="connsiteY5762" fmla="*/ 1685571 h 5664927"/>
                <a:gd name="connsiteX5763" fmla="*/ 1414516 w 4006679"/>
                <a:gd name="connsiteY5763" fmla="*/ 1642300 h 5664927"/>
                <a:gd name="connsiteX5764" fmla="*/ 1423469 w 4006679"/>
                <a:gd name="connsiteY5764" fmla="*/ 1633348 h 5664927"/>
                <a:gd name="connsiteX5765" fmla="*/ 1411532 w 4006679"/>
                <a:gd name="connsiteY5765" fmla="*/ 1603506 h 5664927"/>
                <a:gd name="connsiteX5766" fmla="*/ 1377213 w 4006679"/>
                <a:gd name="connsiteY5766" fmla="*/ 1597537 h 5664927"/>
                <a:gd name="connsiteX5767" fmla="*/ 726655 w 4006679"/>
                <a:gd name="connsiteY5767" fmla="*/ 1542329 h 5664927"/>
                <a:gd name="connsiteX5768" fmla="*/ 716211 w 4006679"/>
                <a:gd name="connsiteY5768" fmla="*/ 1554266 h 5664927"/>
                <a:gd name="connsiteX5769" fmla="*/ 702782 w 4006679"/>
                <a:gd name="connsiteY5769" fmla="*/ 1597537 h 5664927"/>
                <a:gd name="connsiteX5770" fmla="*/ 680400 w 4006679"/>
                <a:gd name="connsiteY5770" fmla="*/ 1694524 h 5664927"/>
                <a:gd name="connsiteX5771" fmla="*/ 656527 w 4006679"/>
                <a:gd name="connsiteY5771" fmla="*/ 1879545 h 5664927"/>
                <a:gd name="connsiteX5772" fmla="*/ 665479 w 4006679"/>
                <a:gd name="connsiteY5772" fmla="*/ 1966087 h 5664927"/>
                <a:gd name="connsiteX5773" fmla="*/ 696813 w 4006679"/>
                <a:gd name="connsiteY5773" fmla="*/ 2163045 h 5664927"/>
                <a:gd name="connsiteX5774" fmla="*/ 732624 w 4006679"/>
                <a:gd name="connsiteY5774" fmla="*/ 2300319 h 5664927"/>
                <a:gd name="connsiteX5775" fmla="*/ 825134 w 4006679"/>
                <a:gd name="connsiteY5775" fmla="*/ 2498769 h 5664927"/>
                <a:gd name="connsiteX5776" fmla="*/ 899740 w 4006679"/>
                <a:gd name="connsiteY5776" fmla="*/ 2595756 h 5664927"/>
                <a:gd name="connsiteX5777" fmla="*/ 945995 w 4006679"/>
                <a:gd name="connsiteY5777" fmla="*/ 2630074 h 5664927"/>
                <a:gd name="connsiteX5778" fmla="*/ 993742 w 4006679"/>
                <a:gd name="connsiteY5778" fmla="*/ 2664393 h 5664927"/>
                <a:gd name="connsiteX5779" fmla="*/ 1026569 w 4006679"/>
                <a:gd name="connsiteY5779" fmla="*/ 2752427 h 5664927"/>
                <a:gd name="connsiteX5780" fmla="*/ 1022092 w 4006679"/>
                <a:gd name="connsiteY5780" fmla="*/ 2850906 h 5664927"/>
                <a:gd name="connsiteX5781" fmla="*/ 1180256 w 4006679"/>
                <a:gd name="connsiteY5781" fmla="*/ 2882240 h 5664927"/>
                <a:gd name="connsiteX5782" fmla="*/ 1150413 w 4006679"/>
                <a:gd name="connsiteY5782" fmla="*/ 2831508 h 5664927"/>
                <a:gd name="connsiteX5783" fmla="*/ 1090729 w 4006679"/>
                <a:gd name="connsiteY5783" fmla="*/ 2816587 h 5664927"/>
                <a:gd name="connsiteX5784" fmla="*/ 1050442 w 4006679"/>
                <a:gd name="connsiteY5784" fmla="*/ 2768840 h 5664927"/>
                <a:gd name="connsiteX5785" fmla="*/ 1063871 w 4006679"/>
                <a:gd name="connsiteY5785" fmla="*/ 2697219 h 5664927"/>
                <a:gd name="connsiteX5786" fmla="*/ 1066856 w 4006679"/>
                <a:gd name="connsiteY5786" fmla="*/ 2639027 h 5664927"/>
                <a:gd name="connsiteX5787" fmla="*/ 1059395 w 4006679"/>
                <a:gd name="connsiteY5787" fmla="*/ 2618137 h 5664927"/>
                <a:gd name="connsiteX5788" fmla="*/ 1044474 w 4006679"/>
                <a:gd name="connsiteY5788" fmla="*/ 2592772 h 5664927"/>
                <a:gd name="connsiteX5789" fmla="*/ 971361 w 4006679"/>
                <a:gd name="connsiteY5789" fmla="*/ 2512198 h 5664927"/>
                <a:gd name="connsiteX5790" fmla="*/ 899740 w 4006679"/>
                <a:gd name="connsiteY5790" fmla="*/ 2404766 h 5664927"/>
                <a:gd name="connsiteX5791" fmla="*/ 823642 w 4006679"/>
                <a:gd name="connsiteY5791" fmla="*/ 2252572 h 5664927"/>
                <a:gd name="connsiteX5792" fmla="*/ 784848 w 4006679"/>
                <a:gd name="connsiteY5792" fmla="*/ 2134695 h 5664927"/>
                <a:gd name="connsiteX5793" fmla="*/ 759482 w 4006679"/>
                <a:gd name="connsiteY5793" fmla="*/ 2019803 h 5664927"/>
                <a:gd name="connsiteX5794" fmla="*/ 753513 w 4006679"/>
                <a:gd name="connsiteY5794" fmla="*/ 1981008 h 5664927"/>
                <a:gd name="connsiteX5795" fmla="*/ 749037 w 4006679"/>
                <a:gd name="connsiteY5795" fmla="*/ 1895958 h 5664927"/>
                <a:gd name="connsiteX5796" fmla="*/ 753513 w 4006679"/>
                <a:gd name="connsiteY5796" fmla="*/ 1851195 h 5664927"/>
                <a:gd name="connsiteX5797" fmla="*/ 766942 w 4006679"/>
                <a:gd name="connsiteY5797" fmla="*/ 1760177 h 5664927"/>
                <a:gd name="connsiteX5798" fmla="*/ 795292 w 4006679"/>
                <a:gd name="connsiteY5798" fmla="*/ 1648269 h 5664927"/>
                <a:gd name="connsiteX5799" fmla="*/ 793800 w 4006679"/>
                <a:gd name="connsiteY5799" fmla="*/ 1631856 h 5664927"/>
                <a:gd name="connsiteX5800" fmla="*/ 769927 w 4006679"/>
                <a:gd name="connsiteY5800" fmla="*/ 1607982 h 5664927"/>
                <a:gd name="connsiteX5801" fmla="*/ 762466 w 4006679"/>
                <a:gd name="connsiteY5801" fmla="*/ 1627379 h 5664927"/>
                <a:gd name="connsiteX5802" fmla="*/ 716211 w 4006679"/>
                <a:gd name="connsiteY5802" fmla="*/ 1884021 h 5664927"/>
                <a:gd name="connsiteX5803" fmla="*/ 719195 w 4006679"/>
                <a:gd name="connsiteY5803" fmla="*/ 1986977 h 5664927"/>
                <a:gd name="connsiteX5804" fmla="*/ 743069 w 4006679"/>
                <a:gd name="connsiteY5804" fmla="*/ 2098885 h 5664927"/>
                <a:gd name="connsiteX5805" fmla="*/ 775895 w 4006679"/>
                <a:gd name="connsiteY5805" fmla="*/ 2234666 h 5664927"/>
                <a:gd name="connsiteX5806" fmla="*/ 814690 w 4006679"/>
                <a:gd name="connsiteY5806" fmla="*/ 2337622 h 5664927"/>
                <a:gd name="connsiteX5807" fmla="*/ 851992 w 4006679"/>
                <a:gd name="connsiteY5807" fmla="*/ 2410735 h 5664927"/>
                <a:gd name="connsiteX5808" fmla="*/ 996727 w 4006679"/>
                <a:gd name="connsiteY5808" fmla="*/ 2613661 h 5664927"/>
                <a:gd name="connsiteX5809" fmla="*/ 1053427 w 4006679"/>
                <a:gd name="connsiteY5809" fmla="*/ 2665885 h 5664927"/>
                <a:gd name="connsiteX5810" fmla="*/ 1053427 w 4006679"/>
                <a:gd name="connsiteY5810" fmla="*/ 2689758 h 5664927"/>
                <a:gd name="connsiteX5811" fmla="*/ 931074 w 4006679"/>
                <a:gd name="connsiteY5811" fmla="*/ 2562929 h 5664927"/>
                <a:gd name="connsiteX5812" fmla="*/ 889295 w 4006679"/>
                <a:gd name="connsiteY5812" fmla="*/ 2507722 h 5664927"/>
                <a:gd name="connsiteX5813" fmla="*/ 835579 w 4006679"/>
                <a:gd name="connsiteY5813" fmla="*/ 2409243 h 5664927"/>
                <a:gd name="connsiteX5814" fmla="*/ 775895 w 4006679"/>
                <a:gd name="connsiteY5814" fmla="*/ 2271969 h 5664927"/>
                <a:gd name="connsiteX5815" fmla="*/ 725163 w 4006679"/>
                <a:gd name="connsiteY5815" fmla="*/ 2088440 h 5664927"/>
                <a:gd name="connsiteX5816" fmla="*/ 704274 w 4006679"/>
                <a:gd name="connsiteY5816" fmla="*/ 1930277 h 5664927"/>
                <a:gd name="connsiteX5817" fmla="*/ 713226 w 4006679"/>
                <a:gd name="connsiteY5817" fmla="*/ 1810908 h 5664927"/>
                <a:gd name="connsiteX5818" fmla="*/ 752021 w 4006679"/>
                <a:gd name="connsiteY5818" fmla="*/ 1622903 h 5664927"/>
                <a:gd name="connsiteX5819" fmla="*/ 726655 w 4006679"/>
                <a:gd name="connsiteY5819" fmla="*/ 1542329 h 5664927"/>
                <a:gd name="connsiteX5820" fmla="*/ 2336637 w 4006679"/>
                <a:gd name="connsiteY5820" fmla="*/ 1670650 h 5664927"/>
                <a:gd name="connsiteX5821" fmla="*/ 2290382 w 4006679"/>
                <a:gd name="connsiteY5821" fmla="*/ 1690048 h 5664927"/>
                <a:gd name="connsiteX5822" fmla="*/ 2314256 w 4006679"/>
                <a:gd name="connsiteY5822" fmla="*/ 1716906 h 5664927"/>
                <a:gd name="connsiteX5823" fmla="*/ 2345590 w 4006679"/>
                <a:gd name="connsiteY5823" fmla="*/ 1693032 h 5664927"/>
                <a:gd name="connsiteX5824" fmla="*/ 2336637 w 4006679"/>
                <a:gd name="connsiteY5824" fmla="*/ 1670650 h 5664927"/>
                <a:gd name="connsiteX5825" fmla="*/ 625192 w 4006679"/>
                <a:gd name="connsiteY5825" fmla="*/ 1524424 h 5664927"/>
                <a:gd name="connsiteX5826" fmla="*/ 580429 w 4006679"/>
                <a:gd name="connsiteY5826" fmla="*/ 1528900 h 5664927"/>
                <a:gd name="connsiteX5827" fmla="*/ 598334 w 4006679"/>
                <a:gd name="connsiteY5827" fmla="*/ 1545313 h 5664927"/>
                <a:gd name="connsiteX5828" fmla="*/ 601319 w 4006679"/>
                <a:gd name="connsiteY5828" fmla="*/ 1594553 h 5664927"/>
                <a:gd name="connsiteX5829" fmla="*/ 592366 w 4006679"/>
                <a:gd name="connsiteY5829" fmla="*/ 1603506 h 5664927"/>
                <a:gd name="connsiteX5830" fmla="*/ 577445 w 4006679"/>
                <a:gd name="connsiteY5830" fmla="*/ 1642300 h 5664927"/>
                <a:gd name="connsiteX5831" fmla="*/ 559540 w 4006679"/>
                <a:gd name="connsiteY5831" fmla="*/ 1693032 h 5664927"/>
                <a:gd name="connsiteX5832" fmla="*/ 543126 w 4006679"/>
                <a:gd name="connsiteY5832" fmla="*/ 1706461 h 5664927"/>
                <a:gd name="connsiteX5833" fmla="*/ 529698 w 4006679"/>
                <a:gd name="connsiteY5833" fmla="*/ 1787034 h 5664927"/>
                <a:gd name="connsiteX5834" fmla="*/ 525221 w 4006679"/>
                <a:gd name="connsiteY5834" fmla="*/ 1831798 h 5664927"/>
                <a:gd name="connsiteX5835" fmla="*/ 517761 w 4006679"/>
                <a:gd name="connsiteY5835" fmla="*/ 1954150 h 5664927"/>
                <a:gd name="connsiteX5836" fmla="*/ 528205 w 4006679"/>
                <a:gd name="connsiteY5836" fmla="*/ 2075011 h 5664927"/>
                <a:gd name="connsiteX5837" fmla="*/ 568492 w 4006679"/>
                <a:gd name="connsiteY5837" fmla="*/ 2225714 h 5664927"/>
                <a:gd name="connsiteX5838" fmla="*/ 610271 w 4006679"/>
                <a:gd name="connsiteY5838" fmla="*/ 2355527 h 5664927"/>
                <a:gd name="connsiteX5839" fmla="*/ 643098 w 4006679"/>
                <a:gd name="connsiteY5839" fmla="*/ 2442069 h 5664927"/>
                <a:gd name="connsiteX5840" fmla="*/ 677416 w 4006679"/>
                <a:gd name="connsiteY5840" fmla="*/ 2533087 h 5664927"/>
                <a:gd name="connsiteX5841" fmla="*/ 756498 w 4006679"/>
                <a:gd name="connsiteY5841" fmla="*/ 2647980 h 5664927"/>
                <a:gd name="connsiteX5842" fmla="*/ 775895 w 4006679"/>
                <a:gd name="connsiteY5842" fmla="*/ 2664393 h 5664927"/>
                <a:gd name="connsiteX5843" fmla="*/ 826626 w 4006679"/>
                <a:gd name="connsiteY5843" fmla="*/ 2631566 h 5664927"/>
                <a:gd name="connsiteX5844" fmla="*/ 822150 w 4006679"/>
                <a:gd name="connsiteY5844" fmla="*/ 2621122 h 5664927"/>
                <a:gd name="connsiteX5845" fmla="*/ 755005 w 4006679"/>
                <a:gd name="connsiteY5845" fmla="*/ 2524135 h 5664927"/>
                <a:gd name="connsiteX5846" fmla="*/ 707258 w 4006679"/>
                <a:gd name="connsiteY5846" fmla="*/ 2436100 h 5664927"/>
                <a:gd name="connsiteX5847" fmla="*/ 649066 w 4006679"/>
                <a:gd name="connsiteY5847" fmla="*/ 2268985 h 5664927"/>
                <a:gd name="connsiteX5848" fmla="*/ 602811 w 4006679"/>
                <a:gd name="connsiteY5848" fmla="*/ 2046661 h 5664927"/>
                <a:gd name="connsiteX5849" fmla="*/ 593858 w 4006679"/>
                <a:gd name="connsiteY5849" fmla="*/ 1879545 h 5664927"/>
                <a:gd name="connsiteX5850" fmla="*/ 619224 w 4006679"/>
                <a:gd name="connsiteY5850" fmla="*/ 1615442 h 5664927"/>
                <a:gd name="connsiteX5851" fmla="*/ 625192 w 4006679"/>
                <a:gd name="connsiteY5851" fmla="*/ 1524424 h 5664927"/>
                <a:gd name="connsiteX5852" fmla="*/ 1648777 w 4006679"/>
                <a:gd name="connsiteY5852" fmla="*/ 1606490 h 5664927"/>
                <a:gd name="connsiteX5853" fmla="*/ 1592077 w 4006679"/>
                <a:gd name="connsiteY5853" fmla="*/ 1630363 h 5664927"/>
                <a:gd name="connsiteX5854" fmla="*/ 1572679 w 4006679"/>
                <a:gd name="connsiteY5854" fmla="*/ 1642300 h 5664927"/>
                <a:gd name="connsiteX5855" fmla="*/ 1572679 w 4006679"/>
                <a:gd name="connsiteY5855" fmla="*/ 1685571 h 5664927"/>
                <a:gd name="connsiteX5856" fmla="*/ 1593569 w 4006679"/>
                <a:gd name="connsiteY5856" fmla="*/ 1675127 h 5664927"/>
                <a:gd name="connsiteX5857" fmla="*/ 1654745 w 4006679"/>
                <a:gd name="connsiteY5857" fmla="*/ 1628871 h 5664927"/>
                <a:gd name="connsiteX5858" fmla="*/ 1648777 w 4006679"/>
                <a:gd name="connsiteY5858" fmla="*/ 1606490 h 5664927"/>
                <a:gd name="connsiteX5859" fmla="*/ 1326482 w 4006679"/>
                <a:gd name="connsiteY5859" fmla="*/ 1576648 h 5664927"/>
                <a:gd name="connsiteX5860" fmla="*/ 1298132 w 4006679"/>
                <a:gd name="connsiteY5860" fmla="*/ 1596045 h 5664927"/>
                <a:gd name="connsiteX5861" fmla="*/ 1322006 w 4006679"/>
                <a:gd name="connsiteY5861" fmla="*/ 1610966 h 5664927"/>
                <a:gd name="connsiteX5862" fmla="*/ 1341403 w 4006679"/>
                <a:gd name="connsiteY5862" fmla="*/ 1597537 h 5664927"/>
                <a:gd name="connsiteX5863" fmla="*/ 1326482 w 4006679"/>
                <a:gd name="connsiteY5863" fmla="*/ 1576648 h 5664927"/>
                <a:gd name="connsiteX5864" fmla="*/ 2905130 w 4006679"/>
                <a:gd name="connsiteY5864" fmla="*/ 1703477 h 5664927"/>
                <a:gd name="connsiteX5865" fmla="*/ 2641027 w 4006679"/>
                <a:gd name="connsiteY5865" fmla="*/ 1724366 h 5664927"/>
                <a:gd name="connsiteX5866" fmla="*/ 2524643 w 4006679"/>
                <a:gd name="connsiteY5866" fmla="*/ 1736303 h 5664927"/>
                <a:gd name="connsiteX5867" fmla="*/ 2447053 w 4006679"/>
                <a:gd name="connsiteY5867" fmla="*/ 1746748 h 5664927"/>
                <a:gd name="connsiteX5868" fmla="*/ 2297843 w 4006679"/>
                <a:gd name="connsiteY5868" fmla="*/ 1746748 h 5664927"/>
                <a:gd name="connsiteX5869" fmla="*/ 2266508 w 4006679"/>
                <a:gd name="connsiteY5869" fmla="*/ 1740779 h 5664927"/>
                <a:gd name="connsiteX5870" fmla="*/ 2223237 w 4006679"/>
                <a:gd name="connsiteY5870" fmla="*/ 1749732 h 5664927"/>
                <a:gd name="connsiteX5871" fmla="*/ 2193395 w 4006679"/>
                <a:gd name="connsiteY5871" fmla="*/ 1787034 h 5664927"/>
                <a:gd name="connsiteX5872" fmla="*/ 2247111 w 4006679"/>
                <a:gd name="connsiteY5872" fmla="*/ 1804940 h 5664927"/>
                <a:gd name="connsiteX5873" fmla="*/ 2333653 w 4006679"/>
                <a:gd name="connsiteY5873" fmla="*/ 1812400 h 5664927"/>
                <a:gd name="connsiteX5874" fmla="*/ 2382893 w 4006679"/>
                <a:gd name="connsiteY5874" fmla="*/ 1804940 h 5664927"/>
                <a:gd name="connsiteX5875" fmla="*/ 2476895 w 4006679"/>
                <a:gd name="connsiteY5875" fmla="*/ 1793003 h 5664927"/>
                <a:gd name="connsiteX5876" fmla="*/ 2590295 w 4006679"/>
                <a:gd name="connsiteY5876" fmla="*/ 1772113 h 5664927"/>
                <a:gd name="connsiteX5877" fmla="*/ 2755919 w 4006679"/>
                <a:gd name="connsiteY5877" fmla="*/ 1746748 h 5664927"/>
                <a:gd name="connsiteX5878" fmla="*/ 2878272 w 4006679"/>
                <a:gd name="connsiteY5878" fmla="*/ 1745256 h 5664927"/>
                <a:gd name="connsiteX5879" fmla="*/ 2984211 w 4006679"/>
                <a:gd name="connsiteY5879" fmla="*/ 1758685 h 5664927"/>
                <a:gd name="connsiteX5880" fmla="*/ 3045387 w 4006679"/>
                <a:gd name="connsiteY5880" fmla="*/ 1767637 h 5664927"/>
                <a:gd name="connsiteX5881" fmla="*/ 3046880 w 4006679"/>
                <a:gd name="connsiteY5881" fmla="*/ 1764653 h 5664927"/>
                <a:gd name="connsiteX5882" fmla="*/ 3021514 w 4006679"/>
                <a:gd name="connsiteY5882" fmla="*/ 1746748 h 5664927"/>
                <a:gd name="connsiteX5883" fmla="*/ 2905130 w 4006679"/>
                <a:gd name="connsiteY5883" fmla="*/ 1703477 h 5664927"/>
                <a:gd name="connsiteX5884" fmla="*/ 931074 w 4006679"/>
                <a:gd name="connsiteY5884" fmla="*/ 1536361 h 5664927"/>
                <a:gd name="connsiteX5885" fmla="*/ 905708 w 4006679"/>
                <a:gd name="connsiteY5885" fmla="*/ 1588585 h 5664927"/>
                <a:gd name="connsiteX5886" fmla="*/ 863929 w 4006679"/>
                <a:gd name="connsiteY5886" fmla="*/ 1694524 h 5664927"/>
                <a:gd name="connsiteX5887" fmla="*/ 834087 w 4006679"/>
                <a:gd name="connsiteY5887" fmla="*/ 1843735 h 5664927"/>
                <a:gd name="connsiteX5888" fmla="*/ 849008 w 4006679"/>
                <a:gd name="connsiteY5888" fmla="*/ 1969072 h 5664927"/>
                <a:gd name="connsiteX5889" fmla="*/ 875866 w 4006679"/>
                <a:gd name="connsiteY5889" fmla="*/ 2116790 h 5664927"/>
                <a:gd name="connsiteX5890" fmla="*/ 953455 w 4006679"/>
                <a:gd name="connsiteY5890" fmla="*/ 2322701 h 5664927"/>
                <a:gd name="connsiteX5891" fmla="*/ 984790 w 4006679"/>
                <a:gd name="connsiteY5891" fmla="*/ 2368956 h 5664927"/>
                <a:gd name="connsiteX5892" fmla="*/ 990758 w 4006679"/>
                <a:gd name="connsiteY5892" fmla="*/ 2365972 h 5664927"/>
                <a:gd name="connsiteX5893" fmla="*/ 990758 w 4006679"/>
                <a:gd name="connsiteY5893" fmla="*/ 2357019 h 5664927"/>
                <a:gd name="connsiteX5894" fmla="*/ 978821 w 4006679"/>
                <a:gd name="connsiteY5894" fmla="*/ 2222730 h 5664927"/>
                <a:gd name="connsiteX5895" fmla="*/ 975837 w 4006679"/>
                <a:gd name="connsiteY5895" fmla="*/ 2210793 h 5664927"/>
                <a:gd name="connsiteX5896" fmla="*/ 953455 w 4006679"/>
                <a:gd name="connsiteY5896" fmla="*/ 2155585 h 5664927"/>
                <a:gd name="connsiteX5897" fmla="*/ 919137 w 4006679"/>
                <a:gd name="connsiteY5897" fmla="*/ 2033232 h 5664927"/>
                <a:gd name="connsiteX5898" fmla="*/ 913169 w 4006679"/>
                <a:gd name="connsiteY5898" fmla="*/ 1995929 h 5664927"/>
                <a:gd name="connsiteX5899" fmla="*/ 905708 w 4006679"/>
                <a:gd name="connsiteY5899" fmla="*/ 1819861 h 5664927"/>
                <a:gd name="connsiteX5900" fmla="*/ 962408 w 4006679"/>
                <a:gd name="connsiteY5900" fmla="*/ 1584108 h 5664927"/>
                <a:gd name="connsiteX5901" fmla="*/ 960916 w 4006679"/>
                <a:gd name="connsiteY5901" fmla="*/ 1566203 h 5664927"/>
                <a:gd name="connsiteX5902" fmla="*/ 931074 w 4006679"/>
                <a:gd name="connsiteY5902" fmla="*/ 1536361 h 5664927"/>
                <a:gd name="connsiteX5903" fmla="*/ 1713310 w 4006679"/>
                <a:gd name="connsiteY5903" fmla="*/ 1599402 h 5664927"/>
                <a:gd name="connsiteX5904" fmla="*/ 1692048 w 4006679"/>
                <a:gd name="connsiteY5904" fmla="*/ 1615442 h 5664927"/>
                <a:gd name="connsiteX5905" fmla="*/ 1736811 w 4006679"/>
                <a:gd name="connsiteY5905" fmla="*/ 1655729 h 5664927"/>
                <a:gd name="connsiteX5906" fmla="*/ 1745764 w 4006679"/>
                <a:gd name="connsiteY5906" fmla="*/ 1661698 h 5664927"/>
                <a:gd name="connsiteX5907" fmla="*/ 1781574 w 4006679"/>
                <a:gd name="connsiteY5907" fmla="*/ 1672142 h 5664927"/>
                <a:gd name="connsiteX5908" fmla="*/ 1792019 w 4006679"/>
                <a:gd name="connsiteY5908" fmla="*/ 1657221 h 5664927"/>
                <a:gd name="connsiteX5909" fmla="*/ 1732335 w 4006679"/>
                <a:gd name="connsiteY5909" fmla="*/ 1607982 h 5664927"/>
                <a:gd name="connsiteX5910" fmla="*/ 1713310 w 4006679"/>
                <a:gd name="connsiteY5910" fmla="*/ 1599402 h 5664927"/>
                <a:gd name="connsiteX5911" fmla="*/ 1196669 w 4006679"/>
                <a:gd name="connsiteY5911" fmla="*/ 1552774 h 5664927"/>
                <a:gd name="connsiteX5912" fmla="*/ 1153398 w 4006679"/>
                <a:gd name="connsiteY5912" fmla="*/ 1582616 h 5664927"/>
                <a:gd name="connsiteX5913" fmla="*/ 1192192 w 4006679"/>
                <a:gd name="connsiteY5913" fmla="*/ 1663190 h 5664927"/>
                <a:gd name="connsiteX5914" fmla="*/ 1216066 w 4006679"/>
                <a:gd name="connsiteY5914" fmla="*/ 1672142 h 5664927"/>
                <a:gd name="connsiteX5915" fmla="*/ 1216066 w 4006679"/>
                <a:gd name="connsiteY5915" fmla="*/ 1618427 h 5664927"/>
                <a:gd name="connsiteX5916" fmla="*/ 1196669 w 4006679"/>
                <a:gd name="connsiteY5916" fmla="*/ 1552774 h 5664927"/>
                <a:gd name="connsiteX5917" fmla="*/ 2182951 w 4006679"/>
                <a:gd name="connsiteY5917" fmla="*/ 1631856 h 5664927"/>
                <a:gd name="connsiteX5918" fmla="*/ 2175490 w 4006679"/>
                <a:gd name="connsiteY5918" fmla="*/ 1684079 h 5664927"/>
                <a:gd name="connsiteX5919" fmla="*/ 2218761 w 4006679"/>
                <a:gd name="connsiteY5919" fmla="*/ 1652745 h 5664927"/>
                <a:gd name="connsiteX5920" fmla="*/ 2182951 w 4006679"/>
                <a:gd name="connsiteY5920" fmla="*/ 1631856 h 5664927"/>
                <a:gd name="connsiteX5921" fmla="*/ 2489765 w 4006679"/>
                <a:gd name="connsiteY5921" fmla="*/ 1649388 h 5664927"/>
                <a:gd name="connsiteX5922" fmla="*/ 2463466 w 4006679"/>
                <a:gd name="connsiteY5922" fmla="*/ 1660205 h 5664927"/>
                <a:gd name="connsiteX5923" fmla="*/ 2512706 w 4006679"/>
                <a:gd name="connsiteY5923" fmla="*/ 1660205 h 5664927"/>
                <a:gd name="connsiteX5924" fmla="*/ 2512706 w 4006679"/>
                <a:gd name="connsiteY5924" fmla="*/ 1654237 h 5664927"/>
                <a:gd name="connsiteX5925" fmla="*/ 2489765 w 4006679"/>
                <a:gd name="connsiteY5925" fmla="*/ 1649388 h 5664927"/>
                <a:gd name="connsiteX5926" fmla="*/ 2397814 w 4006679"/>
                <a:gd name="connsiteY5926" fmla="*/ 1640808 h 5664927"/>
                <a:gd name="connsiteX5927" fmla="*/ 2354543 w 4006679"/>
                <a:gd name="connsiteY5927" fmla="*/ 1663190 h 5664927"/>
                <a:gd name="connsiteX5928" fmla="*/ 2415719 w 4006679"/>
                <a:gd name="connsiteY5928" fmla="*/ 1679603 h 5664927"/>
                <a:gd name="connsiteX5929" fmla="*/ 2420195 w 4006679"/>
                <a:gd name="connsiteY5929" fmla="*/ 1657221 h 5664927"/>
                <a:gd name="connsiteX5930" fmla="*/ 2397814 w 4006679"/>
                <a:gd name="connsiteY5930" fmla="*/ 1640808 h 5664927"/>
                <a:gd name="connsiteX5931" fmla="*/ 737100 w 4006679"/>
                <a:gd name="connsiteY5931" fmla="*/ 1500550 h 5664927"/>
                <a:gd name="connsiteX5932" fmla="*/ 687861 w 4006679"/>
                <a:gd name="connsiteY5932" fmla="*/ 1508011 h 5664927"/>
                <a:gd name="connsiteX5933" fmla="*/ 653542 w 4006679"/>
                <a:gd name="connsiteY5933" fmla="*/ 1524424 h 5664927"/>
                <a:gd name="connsiteX5934" fmla="*/ 640113 w 4006679"/>
                <a:gd name="connsiteY5934" fmla="*/ 1534869 h 5664927"/>
                <a:gd name="connsiteX5935" fmla="*/ 653542 w 4006679"/>
                <a:gd name="connsiteY5935" fmla="*/ 1545313 h 5664927"/>
                <a:gd name="connsiteX5936" fmla="*/ 731132 w 4006679"/>
                <a:gd name="connsiteY5936" fmla="*/ 1522932 h 5664927"/>
                <a:gd name="connsiteX5937" fmla="*/ 737100 w 4006679"/>
                <a:gd name="connsiteY5937" fmla="*/ 1500550 h 5664927"/>
                <a:gd name="connsiteX5938" fmla="*/ 893888 w 4006679"/>
                <a:gd name="connsiteY5938" fmla="*/ 1510879 h 5664927"/>
                <a:gd name="connsiteX5939" fmla="*/ 874374 w 4006679"/>
                <a:gd name="connsiteY5939" fmla="*/ 1530392 h 5664927"/>
                <a:gd name="connsiteX5940" fmla="*/ 866913 w 4006679"/>
                <a:gd name="connsiteY5940" fmla="*/ 1642300 h 5664927"/>
                <a:gd name="connsiteX5941" fmla="*/ 922121 w 4006679"/>
                <a:gd name="connsiteY5941" fmla="*/ 1522932 h 5664927"/>
                <a:gd name="connsiteX5942" fmla="*/ 919137 w 4006679"/>
                <a:gd name="connsiteY5942" fmla="*/ 1519948 h 5664927"/>
                <a:gd name="connsiteX5943" fmla="*/ 907200 w 4006679"/>
                <a:gd name="connsiteY5943" fmla="*/ 1515471 h 5664927"/>
                <a:gd name="connsiteX5944" fmla="*/ 893888 w 4006679"/>
                <a:gd name="connsiteY5944" fmla="*/ 1510879 h 5664927"/>
                <a:gd name="connsiteX5945" fmla="*/ 1465248 w 4006679"/>
                <a:gd name="connsiteY5945" fmla="*/ 1549790 h 5664927"/>
                <a:gd name="connsiteX5946" fmla="*/ 1436898 w 4006679"/>
                <a:gd name="connsiteY5946" fmla="*/ 1604998 h 5664927"/>
                <a:gd name="connsiteX5947" fmla="*/ 1418992 w 4006679"/>
                <a:gd name="connsiteY5947" fmla="*/ 1663190 h 5664927"/>
                <a:gd name="connsiteX5948" fmla="*/ 1435406 w 4006679"/>
                <a:gd name="connsiteY5948" fmla="*/ 1661698 h 5664927"/>
                <a:gd name="connsiteX5949" fmla="*/ 1447343 w 4006679"/>
                <a:gd name="connsiteY5949" fmla="*/ 1640808 h 5664927"/>
                <a:gd name="connsiteX5950" fmla="*/ 1469724 w 4006679"/>
                <a:gd name="connsiteY5950" fmla="*/ 1596045 h 5664927"/>
                <a:gd name="connsiteX5951" fmla="*/ 1475692 w 4006679"/>
                <a:gd name="connsiteY5951" fmla="*/ 1558742 h 5664927"/>
                <a:gd name="connsiteX5952" fmla="*/ 1465248 w 4006679"/>
                <a:gd name="connsiteY5952" fmla="*/ 1549790 h 5664927"/>
                <a:gd name="connsiteX5953" fmla="*/ 2162061 w 4006679"/>
                <a:gd name="connsiteY5953" fmla="*/ 1606490 h 5664927"/>
                <a:gd name="connsiteX5954" fmla="*/ 2127743 w 4006679"/>
                <a:gd name="connsiteY5954" fmla="*/ 1646777 h 5664927"/>
                <a:gd name="connsiteX5955" fmla="*/ 2103869 w 4006679"/>
                <a:gd name="connsiteY5955" fmla="*/ 1706461 h 5664927"/>
                <a:gd name="connsiteX5956" fmla="*/ 2139679 w 4006679"/>
                <a:gd name="connsiteY5956" fmla="*/ 1719890 h 5664927"/>
                <a:gd name="connsiteX5957" fmla="*/ 2162061 w 4006679"/>
                <a:gd name="connsiteY5957" fmla="*/ 1606490 h 5664927"/>
                <a:gd name="connsiteX5958" fmla="*/ 160588 w 4006679"/>
                <a:gd name="connsiteY5958" fmla="*/ 1443104 h 5664927"/>
                <a:gd name="connsiteX5959" fmla="*/ 131305 w 4006679"/>
                <a:gd name="connsiteY5959" fmla="*/ 1455787 h 5664927"/>
                <a:gd name="connsiteX5960" fmla="*/ 131305 w 4006679"/>
                <a:gd name="connsiteY5960" fmla="*/ 1512487 h 5664927"/>
                <a:gd name="connsiteX5961" fmla="*/ 180545 w 4006679"/>
                <a:gd name="connsiteY5961" fmla="*/ 1536361 h 5664927"/>
                <a:gd name="connsiteX5962" fmla="*/ 195466 w 4006679"/>
                <a:gd name="connsiteY5962" fmla="*/ 1525916 h 5664927"/>
                <a:gd name="connsiteX5963" fmla="*/ 190990 w 4006679"/>
                <a:gd name="connsiteY5963" fmla="*/ 1452803 h 5664927"/>
                <a:gd name="connsiteX5964" fmla="*/ 160588 w 4006679"/>
                <a:gd name="connsiteY5964" fmla="*/ 1443104 h 5664927"/>
                <a:gd name="connsiteX5965" fmla="*/ 477660 w 4006679"/>
                <a:gd name="connsiteY5965" fmla="*/ 1452617 h 5664927"/>
                <a:gd name="connsiteX5966" fmla="*/ 467029 w 4006679"/>
                <a:gd name="connsiteY5966" fmla="*/ 1466232 h 5664927"/>
                <a:gd name="connsiteX5967" fmla="*/ 459569 w 4006679"/>
                <a:gd name="connsiteY5967" fmla="*/ 1494582 h 5664927"/>
                <a:gd name="connsiteX5968" fmla="*/ 464045 w 4006679"/>
                <a:gd name="connsiteY5968" fmla="*/ 1513979 h 5664927"/>
                <a:gd name="connsiteX5969" fmla="*/ 486426 w 4006679"/>
                <a:gd name="connsiteY5969" fmla="*/ 1516963 h 5664927"/>
                <a:gd name="connsiteX5970" fmla="*/ 501348 w 4006679"/>
                <a:gd name="connsiteY5970" fmla="*/ 1513979 h 5664927"/>
                <a:gd name="connsiteX5971" fmla="*/ 489411 w 4006679"/>
                <a:gd name="connsiteY5971" fmla="*/ 1548298 h 5664927"/>
                <a:gd name="connsiteX5972" fmla="*/ 528205 w 4006679"/>
                <a:gd name="connsiteY5972" fmla="*/ 1549790 h 5664927"/>
                <a:gd name="connsiteX5973" fmla="*/ 550587 w 4006679"/>
                <a:gd name="connsiteY5973" fmla="*/ 1522932 h 5664927"/>
                <a:gd name="connsiteX5974" fmla="*/ 532682 w 4006679"/>
                <a:gd name="connsiteY5974" fmla="*/ 1494582 h 5664927"/>
                <a:gd name="connsiteX5975" fmla="*/ 508808 w 4006679"/>
                <a:gd name="connsiteY5975" fmla="*/ 1476677 h 5664927"/>
                <a:gd name="connsiteX5976" fmla="*/ 493887 w 4006679"/>
                <a:gd name="connsiteY5976" fmla="*/ 1460263 h 5664927"/>
                <a:gd name="connsiteX5977" fmla="*/ 477660 w 4006679"/>
                <a:gd name="connsiteY5977" fmla="*/ 1452617 h 5664927"/>
                <a:gd name="connsiteX5978" fmla="*/ 1266798 w 4006679"/>
                <a:gd name="connsiteY5978" fmla="*/ 1516963 h 5664927"/>
                <a:gd name="connsiteX5979" fmla="*/ 1204129 w 4006679"/>
                <a:gd name="connsiteY5979" fmla="*/ 1575156 h 5664927"/>
                <a:gd name="connsiteX5980" fmla="*/ 1208606 w 4006679"/>
                <a:gd name="connsiteY5980" fmla="*/ 1596045 h 5664927"/>
                <a:gd name="connsiteX5981" fmla="*/ 1274258 w 4006679"/>
                <a:gd name="connsiteY5981" fmla="*/ 1591569 h 5664927"/>
                <a:gd name="connsiteX5982" fmla="*/ 1299624 w 4006679"/>
                <a:gd name="connsiteY5982" fmla="*/ 1557250 h 5664927"/>
                <a:gd name="connsiteX5983" fmla="*/ 1266798 w 4006679"/>
                <a:gd name="connsiteY5983" fmla="*/ 1516963 h 5664927"/>
                <a:gd name="connsiteX5984" fmla="*/ 214863 w 4006679"/>
                <a:gd name="connsiteY5984" fmla="*/ 1430421 h 5664927"/>
                <a:gd name="connsiteX5985" fmla="*/ 207403 w 4006679"/>
                <a:gd name="connsiteY5985" fmla="*/ 1440866 h 5664927"/>
                <a:gd name="connsiteX5986" fmla="*/ 207403 w 4006679"/>
                <a:gd name="connsiteY5986" fmla="*/ 1473692 h 5664927"/>
                <a:gd name="connsiteX5987" fmla="*/ 238737 w 4006679"/>
                <a:gd name="connsiteY5987" fmla="*/ 1516963 h 5664927"/>
                <a:gd name="connsiteX5988" fmla="*/ 283500 w 4006679"/>
                <a:gd name="connsiteY5988" fmla="*/ 1497566 h 5664927"/>
                <a:gd name="connsiteX5989" fmla="*/ 274547 w 4006679"/>
                <a:gd name="connsiteY5989" fmla="*/ 1455787 h 5664927"/>
                <a:gd name="connsiteX5990" fmla="*/ 226800 w 4006679"/>
                <a:gd name="connsiteY5990" fmla="*/ 1434898 h 5664927"/>
                <a:gd name="connsiteX5991" fmla="*/ 214863 w 4006679"/>
                <a:gd name="connsiteY5991" fmla="*/ 1430421 h 5664927"/>
                <a:gd name="connsiteX5992" fmla="*/ 550587 w 4006679"/>
                <a:gd name="connsiteY5992" fmla="*/ 1451311 h 5664927"/>
                <a:gd name="connsiteX5993" fmla="*/ 528205 w 4006679"/>
                <a:gd name="connsiteY5993" fmla="*/ 1461756 h 5664927"/>
                <a:gd name="connsiteX5994" fmla="*/ 525221 w 4006679"/>
                <a:gd name="connsiteY5994" fmla="*/ 1478169 h 5664927"/>
                <a:gd name="connsiteX5995" fmla="*/ 538650 w 4006679"/>
                <a:gd name="connsiteY5995" fmla="*/ 1488613 h 5664927"/>
                <a:gd name="connsiteX5996" fmla="*/ 584905 w 4006679"/>
                <a:gd name="connsiteY5996" fmla="*/ 1515471 h 5664927"/>
                <a:gd name="connsiteX5997" fmla="*/ 614748 w 4006679"/>
                <a:gd name="connsiteY5997" fmla="*/ 1509503 h 5664927"/>
                <a:gd name="connsiteX5998" fmla="*/ 584905 w 4006679"/>
                <a:gd name="connsiteY5998" fmla="*/ 1470708 h 5664927"/>
                <a:gd name="connsiteX5999" fmla="*/ 577445 w 4006679"/>
                <a:gd name="connsiteY5999" fmla="*/ 1464740 h 5664927"/>
                <a:gd name="connsiteX6000" fmla="*/ 550587 w 4006679"/>
                <a:gd name="connsiteY6000" fmla="*/ 1451311 h 5664927"/>
                <a:gd name="connsiteX6001" fmla="*/ 432711 w 4006679"/>
                <a:gd name="connsiteY6001" fmla="*/ 1440866 h 5664927"/>
                <a:gd name="connsiteX6002" fmla="*/ 362582 w 4006679"/>
                <a:gd name="connsiteY6002" fmla="*/ 1512487 h 5664927"/>
                <a:gd name="connsiteX6003" fmla="*/ 378995 w 4006679"/>
                <a:gd name="connsiteY6003" fmla="*/ 1540837 h 5664927"/>
                <a:gd name="connsiteX6004" fmla="*/ 402869 w 4006679"/>
                <a:gd name="connsiteY6004" fmla="*/ 1551282 h 5664927"/>
                <a:gd name="connsiteX6005" fmla="*/ 407345 w 4006679"/>
                <a:gd name="connsiteY6005" fmla="*/ 1524424 h 5664927"/>
                <a:gd name="connsiteX6006" fmla="*/ 390932 w 4006679"/>
                <a:gd name="connsiteY6006" fmla="*/ 1496074 h 5664927"/>
                <a:gd name="connsiteX6007" fmla="*/ 396900 w 4006679"/>
                <a:gd name="connsiteY6007" fmla="*/ 1493090 h 5664927"/>
                <a:gd name="connsiteX6008" fmla="*/ 422266 w 4006679"/>
                <a:gd name="connsiteY6008" fmla="*/ 1522932 h 5664927"/>
                <a:gd name="connsiteX6009" fmla="*/ 432711 w 4006679"/>
                <a:gd name="connsiteY6009" fmla="*/ 1440866 h 5664927"/>
                <a:gd name="connsiteX6010" fmla="*/ 981805 w 4006679"/>
                <a:gd name="connsiteY6010" fmla="*/ 1485629 h 5664927"/>
                <a:gd name="connsiteX6011" fmla="*/ 953455 w 4006679"/>
                <a:gd name="connsiteY6011" fmla="*/ 1484137 h 5664927"/>
                <a:gd name="connsiteX6012" fmla="*/ 974345 w 4006679"/>
                <a:gd name="connsiteY6012" fmla="*/ 1513979 h 5664927"/>
                <a:gd name="connsiteX6013" fmla="*/ 981805 w 4006679"/>
                <a:gd name="connsiteY6013" fmla="*/ 1485629 h 5664927"/>
                <a:gd name="connsiteX6014" fmla="*/ 364074 w 4006679"/>
                <a:gd name="connsiteY6014" fmla="*/ 1431913 h 5664927"/>
                <a:gd name="connsiteX6015" fmla="*/ 356613 w 4006679"/>
                <a:gd name="connsiteY6015" fmla="*/ 1454295 h 5664927"/>
                <a:gd name="connsiteX6016" fmla="*/ 311850 w 4006679"/>
                <a:gd name="connsiteY6016" fmla="*/ 1530392 h 5664927"/>
                <a:gd name="connsiteX6017" fmla="*/ 296929 w 4006679"/>
                <a:gd name="connsiteY6017" fmla="*/ 1584108 h 5664927"/>
                <a:gd name="connsiteX6018" fmla="*/ 305882 w 4006679"/>
                <a:gd name="connsiteY6018" fmla="*/ 1591569 h 5664927"/>
                <a:gd name="connsiteX6019" fmla="*/ 314834 w 4006679"/>
                <a:gd name="connsiteY6019" fmla="*/ 1584108 h 5664927"/>
                <a:gd name="connsiteX6020" fmla="*/ 316326 w 4006679"/>
                <a:gd name="connsiteY6020" fmla="*/ 1575156 h 5664927"/>
                <a:gd name="connsiteX6021" fmla="*/ 335724 w 4006679"/>
                <a:gd name="connsiteY6021" fmla="*/ 1549790 h 5664927"/>
                <a:gd name="connsiteX6022" fmla="*/ 352137 w 4006679"/>
                <a:gd name="connsiteY6022" fmla="*/ 1545313 h 5664927"/>
                <a:gd name="connsiteX6023" fmla="*/ 387947 w 4006679"/>
                <a:gd name="connsiteY6023" fmla="*/ 1443850 h 5664927"/>
                <a:gd name="connsiteX6024" fmla="*/ 364074 w 4006679"/>
                <a:gd name="connsiteY6024" fmla="*/ 1431913 h 5664927"/>
                <a:gd name="connsiteX6025" fmla="*/ 2496293 w 4006679"/>
                <a:gd name="connsiteY6025" fmla="*/ 1602013 h 5664927"/>
                <a:gd name="connsiteX6026" fmla="*/ 2494801 w 4006679"/>
                <a:gd name="connsiteY6026" fmla="*/ 1625887 h 5664927"/>
                <a:gd name="connsiteX6027" fmla="*/ 2500769 w 4006679"/>
                <a:gd name="connsiteY6027" fmla="*/ 1636332 h 5664927"/>
                <a:gd name="connsiteX6028" fmla="*/ 2567914 w 4006679"/>
                <a:gd name="connsiteY6028" fmla="*/ 1655729 h 5664927"/>
                <a:gd name="connsiteX6029" fmla="*/ 2635058 w 4006679"/>
                <a:gd name="connsiteY6029" fmla="*/ 1655729 h 5664927"/>
                <a:gd name="connsiteX6030" fmla="*/ 2648488 w 4006679"/>
                <a:gd name="connsiteY6030" fmla="*/ 1652745 h 5664927"/>
                <a:gd name="connsiteX6031" fmla="*/ 2648488 w 4006679"/>
                <a:gd name="connsiteY6031" fmla="*/ 1646777 h 5664927"/>
                <a:gd name="connsiteX6032" fmla="*/ 2496293 w 4006679"/>
                <a:gd name="connsiteY6032" fmla="*/ 1602013 h 5664927"/>
                <a:gd name="connsiteX6033" fmla="*/ 335724 w 4006679"/>
                <a:gd name="connsiteY6033" fmla="*/ 1424453 h 5664927"/>
                <a:gd name="connsiteX6034" fmla="*/ 313342 w 4006679"/>
                <a:gd name="connsiteY6034" fmla="*/ 1428929 h 5664927"/>
                <a:gd name="connsiteX6035" fmla="*/ 287976 w 4006679"/>
                <a:gd name="connsiteY6035" fmla="*/ 1452803 h 5664927"/>
                <a:gd name="connsiteX6036" fmla="*/ 279024 w 4006679"/>
                <a:gd name="connsiteY6036" fmla="*/ 1524424 h 5664927"/>
                <a:gd name="connsiteX6037" fmla="*/ 310358 w 4006679"/>
                <a:gd name="connsiteY6037" fmla="*/ 1516963 h 5664927"/>
                <a:gd name="connsiteX6038" fmla="*/ 346169 w 4006679"/>
                <a:gd name="connsiteY6038" fmla="*/ 1445342 h 5664927"/>
                <a:gd name="connsiteX6039" fmla="*/ 335724 w 4006679"/>
                <a:gd name="connsiteY6039" fmla="*/ 1424453 h 5664927"/>
                <a:gd name="connsiteX6040" fmla="*/ 869898 w 4006679"/>
                <a:gd name="connsiteY6040" fmla="*/ 1463248 h 5664927"/>
                <a:gd name="connsiteX6041" fmla="*/ 874374 w 4006679"/>
                <a:gd name="connsiteY6041" fmla="*/ 1481153 h 5664927"/>
                <a:gd name="connsiteX6042" fmla="*/ 925106 w 4006679"/>
                <a:gd name="connsiteY6042" fmla="*/ 1503535 h 5664927"/>
                <a:gd name="connsiteX6043" fmla="*/ 869898 w 4006679"/>
                <a:gd name="connsiteY6043" fmla="*/ 1463248 h 5664927"/>
                <a:gd name="connsiteX6044" fmla="*/ 2285906 w 4006679"/>
                <a:gd name="connsiteY6044" fmla="*/ 1576648 h 5664927"/>
                <a:gd name="connsiteX6045" fmla="*/ 2269493 w 4006679"/>
                <a:gd name="connsiteY6045" fmla="*/ 1591569 h 5664927"/>
                <a:gd name="connsiteX6046" fmla="*/ 2269493 w 4006679"/>
                <a:gd name="connsiteY6046" fmla="*/ 1615442 h 5664927"/>
                <a:gd name="connsiteX6047" fmla="*/ 2242635 w 4006679"/>
                <a:gd name="connsiteY6047" fmla="*/ 1585600 h 5664927"/>
                <a:gd name="connsiteX6048" fmla="*/ 2220253 w 4006679"/>
                <a:gd name="connsiteY6048" fmla="*/ 1615442 h 5664927"/>
                <a:gd name="connsiteX6049" fmla="*/ 2269493 w 4006679"/>
                <a:gd name="connsiteY6049" fmla="*/ 1615442 h 5664927"/>
                <a:gd name="connsiteX6050" fmla="*/ 2300827 w 4006679"/>
                <a:gd name="connsiteY6050" fmla="*/ 1607982 h 5664927"/>
                <a:gd name="connsiteX6051" fmla="*/ 2285906 w 4006679"/>
                <a:gd name="connsiteY6051" fmla="*/ 1576648 h 5664927"/>
                <a:gd name="connsiteX6052" fmla="*/ 2461974 w 4006679"/>
                <a:gd name="connsiteY6052" fmla="*/ 1590077 h 5664927"/>
                <a:gd name="connsiteX6053" fmla="*/ 2420195 w 4006679"/>
                <a:gd name="connsiteY6053" fmla="*/ 1625887 h 5664927"/>
                <a:gd name="connsiteX6054" fmla="*/ 2454514 w 4006679"/>
                <a:gd name="connsiteY6054" fmla="*/ 1640808 h 5664927"/>
                <a:gd name="connsiteX6055" fmla="*/ 2478387 w 4006679"/>
                <a:gd name="connsiteY6055" fmla="*/ 1633348 h 5664927"/>
                <a:gd name="connsiteX6056" fmla="*/ 2476895 w 4006679"/>
                <a:gd name="connsiteY6056" fmla="*/ 1602013 h 5664927"/>
                <a:gd name="connsiteX6057" fmla="*/ 2461974 w 4006679"/>
                <a:gd name="connsiteY6057" fmla="*/ 1590077 h 5664927"/>
                <a:gd name="connsiteX6058" fmla="*/ 2212793 w 4006679"/>
                <a:gd name="connsiteY6058" fmla="*/ 1567695 h 5664927"/>
                <a:gd name="connsiteX6059" fmla="*/ 2181458 w 4006679"/>
                <a:gd name="connsiteY6059" fmla="*/ 1593061 h 5664927"/>
                <a:gd name="connsiteX6060" fmla="*/ 2184443 w 4006679"/>
                <a:gd name="connsiteY6060" fmla="*/ 1607982 h 5664927"/>
                <a:gd name="connsiteX6061" fmla="*/ 2200856 w 4006679"/>
                <a:gd name="connsiteY6061" fmla="*/ 1607982 h 5664927"/>
                <a:gd name="connsiteX6062" fmla="*/ 2217269 w 4006679"/>
                <a:gd name="connsiteY6062" fmla="*/ 1596045 h 5664927"/>
                <a:gd name="connsiteX6063" fmla="*/ 2203840 w 4006679"/>
                <a:gd name="connsiteY6063" fmla="*/ 1578140 h 5664927"/>
                <a:gd name="connsiteX6064" fmla="*/ 2212793 w 4006679"/>
                <a:gd name="connsiteY6064" fmla="*/ 1567695 h 5664927"/>
                <a:gd name="connsiteX6065" fmla="*/ 2112822 w 4006679"/>
                <a:gd name="connsiteY6065" fmla="*/ 1558742 h 5664927"/>
                <a:gd name="connsiteX6066" fmla="*/ 2090440 w 4006679"/>
                <a:gd name="connsiteY6066" fmla="*/ 1579632 h 5664927"/>
                <a:gd name="connsiteX6067" fmla="*/ 2112822 w 4006679"/>
                <a:gd name="connsiteY6067" fmla="*/ 1558742 h 5664927"/>
                <a:gd name="connsiteX6068" fmla="*/ 849195 w 4006679"/>
                <a:gd name="connsiteY6068" fmla="*/ 1446835 h 5664927"/>
                <a:gd name="connsiteX6069" fmla="*/ 837071 w 4006679"/>
                <a:gd name="connsiteY6069" fmla="*/ 1451311 h 5664927"/>
                <a:gd name="connsiteX6070" fmla="*/ 865421 w 4006679"/>
                <a:gd name="connsiteY6070" fmla="*/ 1506519 h 5664927"/>
                <a:gd name="connsiteX6071" fmla="*/ 869898 w 4006679"/>
                <a:gd name="connsiteY6071" fmla="*/ 1506519 h 5664927"/>
                <a:gd name="connsiteX6072" fmla="*/ 857961 w 4006679"/>
                <a:gd name="connsiteY6072" fmla="*/ 1451311 h 5664927"/>
                <a:gd name="connsiteX6073" fmla="*/ 849195 w 4006679"/>
                <a:gd name="connsiteY6073" fmla="*/ 1446835 h 5664927"/>
                <a:gd name="connsiteX6074" fmla="*/ 640114 w 4006679"/>
                <a:gd name="connsiteY6074" fmla="*/ 1427251 h 5664927"/>
                <a:gd name="connsiteX6075" fmla="*/ 620716 w 4006679"/>
                <a:gd name="connsiteY6075" fmla="*/ 1430421 h 5664927"/>
                <a:gd name="connsiteX6076" fmla="*/ 599826 w 4006679"/>
                <a:gd name="connsiteY6076" fmla="*/ 1470708 h 5664927"/>
                <a:gd name="connsiteX6077" fmla="*/ 602811 w 4006679"/>
                <a:gd name="connsiteY6077" fmla="*/ 1475184 h 5664927"/>
                <a:gd name="connsiteX6078" fmla="*/ 659511 w 4006679"/>
                <a:gd name="connsiteY6078" fmla="*/ 1509503 h 5664927"/>
                <a:gd name="connsiteX6079" fmla="*/ 678908 w 4006679"/>
                <a:gd name="connsiteY6079" fmla="*/ 1493090 h 5664927"/>
                <a:gd name="connsiteX6080" fmla="*/ 662495 w 4006679"/>
                <a:gd name="connsiteY6080" fmla="*/ 1434898 h 5664927"/>
                <a:gd name="connsiteX6081" fmla="*/ 659511 w 4006679"/>
                <a:gd name="connsiteY6081" fmla="*/ 1431913 h 5664927"/>
                <a:gd name="connsiteX6082" fmla="*/ 640114 w 4006679"/>
                <a:gd name="connsiteY6082" fmla="*/ 1427251 h 5664927"/>
                <a:gd name="connsiteX6083" fmla="*/ 2534901 w 4006679"/>
                <a:gd name="connsiteY6083" fmla="*/ 1580378 h 5664927"/>
                <a:gd name="connsiteX6084" fmla="*/ 2521659 w 4006679"/>
                <a:gd name="connsiteY6084" fmla="*/ 1591569 h 5664927"/>
                <a:gd name="connsiteX6085" fmla="*/ 2532103 w 4006679"/>
                <a:gd name="connsiteY6085" fmla="*/ 1599029 h 5664927"/>
                <a:gd name="connsiteX6086" fmla="*/ 2675345 w 4006679"/>
                <a:gd name="connsiteY6086" fmla="*/ 1645284 h 5664927"/>
                <a:gd name="connsiteX6087" fmla="*/ 2724585 w 4006679"/>
                <a:gd name="connsiteY6087" fmla="*/ 1637824 h 5664927"/>
                <a:gd name="connsiteX6088" fmla="*/ 2672361 w 4006679"/>
                <a:gd name="connsiteY6088" fmla="*/ 1618427 h 5664927"/>
                <a:gd name="connsiteX6089" fmla="*/ 2551501 w 4006679"/>
                <a:gd name="connsiteY6089" fmla="*/ 1582616 h 5664927"/>
                <a:gd name="connsiteX6090" fmla="*/ 2534901 w 4006679"/>
                <a:gd name="connsiteY6090" fmla="*/ 1580378 h 5664927"/>
                <a:gd name="connsiteX6091" fmla="*/ 132797 w 4006679"/>
                <a:gd name="connsiteY6091" fmla="*/ 1384166 h 5664927"/>
                <a:gd name="connsiteX6092" fmla="*/ 125337 w 4006679"/>
                <a:gd name="connsiteY6092" fmla="*/ 1431913 h 5664927"/>
                <a:gd name="connsiteX6093" fmla="*/ 152195 w 4006679"/>
                <a:gd name="connsiteY6093" fmla="*/ 1421469 h 5664927"/>
                <a:gd name="connsiteX6094" fmla="*/ 155179 w 4006679"/>
                <a:gd name="connsiteY6094" fmla="*/ 1387150 h 5664927"/>
                <a:gd name="connsiteX6095" fmla="*/ 132797 w 4006679"/>
                <a:gd name="connsiteY6095" fmla="*/ 1384166 h 5664927"/>
                <a:gd name="connsiteX6096" fmla="*/ 522237 w 4006679"/>
                <a:gd name="connsiteY6096" fmla="*/ 1415500 h 5664927"/>
                <a:gd name="connsiteX6097" fmla="*/ 540142 w 4006679"/>
                <a:gd name="connsiteY6097" fmla="*/ 1433405 h 5664927"/>
                <a:gd name="connsiteX6098" fmla="*/ 522237 w 4006679"/>
                <a:gd name="connsiteY6098" fmla="*/ 1415500 h 5664927"/>
                <a:gd name="connsiteX6099" fmla="*/ 1294029 w 4006679"/>
                <a:gd name="connsiteY6099" fmla="*/ 1477609 h 5664927"/>
                <a:gd name="connsiteX6100" fmla="*/ 1277242 w 4006679"/>
                <a:gd name="connsiteY6100" fmla="*/ 1494582 h 5664927"/>
                <a:gd name="connsiteX6101" fmla="*/ 1311561 w 4006679"/>
                <a:gd name="connsiteY6101" fmla="*/ 1548298 h 5664927"/>
                <a:gd name="connsiteX6102" fmla="*/ 1317529 w 4006679"/>
                <a:gd name="connsiteY6102" fmla="*/ 1546806 h 5664927"/>
                <a:gd name="connsiteX6103" fmla="*/ 1317529 w 4006679"/>
                <a:gd name="connsiteY6103" fmla="*/ 1490106 h 5664927"/>
                <a:gd name="connsiteX6104" fmla="*/ 1323498 w 4006679"/>
                <a:gd name="connsiteY6104" fmla="*/ 1490106 h 5664927"/>
                <a:gd name="connsiteX6105" fmla="*/ 1332450 w 4006679"/>
                <a:gd name="connsiteY6105" fmla="*/ 1528900 h 5664927"/>
                <a:gd name="connsiteX6106" fmla="*/ 1357816 w 4006679"/>
                <a:gd name="connsiteY6106" fmla="*/ 1494582 h 5664927"/>
                <a:gd name="connsiteX6107" fmla="*/ 1317529 w 4006679"/>
                <a:gd name="connsiteY6107" fmla="*/ 1479661 h 5664927"/>
                <a:gd name="connsiteX6108" fmla="*/ 1294029 w 4006679"/>
                <a:gd name="connsiteY6108" fmla="*/ 1477609 h 5664927"/>
                <a:gd name="connsiteX6109" fmla="*/ 183529 w 4006679"/>
                <a:gd name="connsiteY6109" fmla="*/ 1384166 h 5664927"/>
                <a:gd name="connsiteX6110" fmla="*/ 167116 w 4006679"/>
                <a:gd name="connsiteY6110" fmla="*/ 1403563 h 5664927"/>
                <a:gd name="connsiteX6111" fmla="*/ 183529 w 4006679"/>
                <a:gd name="connsiteY6111" fmla="*/ 1434898 h 5664927"/>
                <a:gd name="connsiteX6112" fmla="*/ 210387 w 4006679"/>
                <a:gd name="connsiteY6112" fmla="*/ 1411024 h 5664927"/>
                <a:gd name="connsiteX6113" fmla="*/ 183529 w 4006679"/>
                <a:gd name="connsiteY6113" fmla="*/ 1384166 h 5664927"/>
                <a:gd name="connsiteX6114" fmla="*/ 1394746 w 4006679"/>
                <a:gd name="connsiteY6114" fmla="*/ 1482645 h 5664927"/>
                <a:gd name="connsiteX6115" fmla="*/ 1380198 w 4006679"/>
                <a:gd name="connsiteY6115" fmla="*/ 1491598 h 5664927"/>
                <a:gd name="connsiteX6116" fmla="*/ 1336927 w 4006679"/>
                <a:gd name="connsiteY6116" fmla="*/ 1546806 h 5664927"/>
                <a:gd name="connsiteX6117" fmla="*/ 1338419 w 4006679"/>
                <a:gd name="connsiteY6117" fmla="*/ 1555758 h 5664927"/>
                <a:gd name="connsiteX6118" fmla="*/ 1387658 w 4006679"/>
                <a:gd name="connsiteY6118" fmla="*/ 1528900 h 5664927"/>
                <a:gd name="connsiteX6119" fmla="*/ 1354832 w 4006679"/>
                <a:gd name="connsiteY6119" fmla="*/ 1563219 h 5664927"/>
                <a:gd name="connsiteX6120" fmla="*/ 1384674 w 4006679"/>
                <a:gd name="connsiteY6120" fmla="*/ 1584108 h 5664927"/>
                <a:gd name="connsiteX6121" fmla="*/ 1418992 w 4006679"/>
                <a:gd name="connsiteY6121" fmla="*/ 1587092 h 5664927"/>
                <a:gd name="connsiteX6122" fmla="*/ 1445850 w 4006679"/>
                <a:gd name="connsiteY6122" fmla="*/ 1560234 h 5664927"/>
                <a:gd name="connsiteX6123" fmla="*/ 1407056 w 4006679"/>
                <a:gd name="connsiteY6123" fmla="*/ 1491598 h 5664927"/>
                <a:gd name="connsiteX6124" fmla="*/ 1394746 w 4006679"/>
                <a:gd name="connsiteY6124" fmla="*/ 1482645 h 5664927"/>
                <a:gd name="connsiteX6125" fmla="*/ 2329177 w 4006679"/>
                <a:gd name="connsiteY6125" fmla="*/ 1551282 h 5664927"/>
                <a:gd name="connsiteX6126" fmla="*/ 2302319 w 4006679"/>
                <a:gd name="connsiteY6126" fmla="*/ 1569187 h 5664927"/>
                <a:gd name="connsiteX6127" fmla="*/ 2320224 w 4006679"/>
                <a:gd name="connsiteY6127" fmla="*/ 1606490 h 5664927"/>
                <a:gd name="connsiteX6128" fmla="*/ 2354543 w 4006679"/>
                <a:gd name="connsiteY6128" fmla="*/ 1585600 h 5664927"/>
                <a:gd name="connsiteX6129" fmla="*/ 2329177 w 4006679"/>
                <a:gd name="connsiteY6129" fmla="*/ 1551282 h 5664927"/>
                <a:gd name="connsiteX6130" fmla="*/ 425250 w 4006679"/>
                <a:gd name="connsiteY6130" fmla="*/ 1394611 h 5664927"/>
                <a:gd name="connsiteX6131" fmla="*/ 408837 w 4006679"/>
                <a:gd name="connsiteY6131" fmla="*/ 1424453 h 5664927"/>
                <a:gd name="connsiteX6132" fmla="*/ 450616 w 4006679"/>
                <a:gd name="connsiteY6132" fmla="*/ 1446834 h 5664927"/>
                <a:gd name="connsiteX6133" fmla="*/ 499855 w 4006679"/>
                <a:gd name="connsiteY6133" fmla="*/ 1448327 h 5664927"/>
                <a:gd name="connsiteX6134" fmla="*/ 526713 w 4006679"/>
                <a:gd name="connsiteY6134" fmla="*/ 1445342 h 5664927"/>
                <a:gd name="connsiteX6135" fmla="*/ 481950 w 4006679"/>
                <a:gd name="connsiteY6135" fmla="*/ 1406548 h 5664927"/>
                <a:gd name="connsiteX6136" fmla="*/ 425250 w 4006679"/>
                <a:gd name="connsiteY6136" fmla="*/ 1394611 h 5664927"/>
                <a:gd name="connsiteX6137" fmla="*/ 1095206 w 4006679"/>
                <a:gd name="connsiteY6137" fmla="*/ 1448327 h 5664927"/>
                <a:gd name="connsiteX6138" fmla="*/ 996727 w 4006679"/>
                <a:gd name="connsiteY6138" fmla="*/ 1473692 h 5664927"/>
                <a:gd name="connsiteX6139" fmla="*/ 984790 w 4006679"/>
                <a:gd name="connsiteY6139" fmla="*/ 1508011 h 5664927"/>
                <a:gd name="connsiteX6140" fmla="*/ 989266 w 4006679"/>
                <a:gd name="connsiteY6140" fmla="*/ 1533377 h 5664927"/>
                <a:gd name="connsiteX6141" fmla="*/ 1035521 w 4006679"/>
                <a:gd name="connsiteY6141" fmla="*/ 1575156 h 5664927"/>
                <a:gd name="connsiteX6142" fmla="*/ 1087745 w 4006679"/>
                <a:gd name="connsiteY6142" fmla="*/ 1613950 h 5664927"/>
                <a:gd name="connsiteX6143" fmla="*/ 1163842 w 4006679"/>
                <a:gd name="connsiteY6143" fmla="*/ 1652745 h 5664927"/>
                <a:gd name="connsiteX6144" fmla="*/ 1147429 w 4006679"/>
                <a:gd name="connsiteY6144" fmla="*/ 1604998 h 5664927"/>
                <a:gd name="connsiteX6145" fmla="*/ 1165335 w 4006679"/>
                <a:gd name="connsiteY6145" fmla="*/ 1537853 h 5664927"/>
                <a:gd name="connsiteX6146" fmla="*/ 1095206 w 4006679"/>
                <a:gd name="connsiteY6146" fmla="*/ 1448327 h 5664927"/>
                <a:gd name="connsiteX6147" fmla="*/ 1972564 w 4006679"/>
                <a:gd name="connsiteY6147" fmla="*/ 1515471 h 5664927"/>
                <a:gd name="connsiteX6148" fmla="*/ 1957643 w 4006679"/>
                <a:gd name="connsiteY6148" fmla="*/ 1546806 h 5664927"/>
                <a:gd name="connsiteX6149" fmla="*/ 2003898 w 4006679"/>
                <a:gd name="connsiteY6149" fmla="*/ 1576648 h 5664927"/>
                <a:gd name="connsiteX6150" fmla="*/ 2065074 w 4006679"/>
                <a:gd name="connsiteY6150" fmla="*/ 1582616 h 5664927"/>
                <a:gd name="connsiteX6151" fmla="*/ 2074027 w 4006679"/>
                <a:gd name="connsiteY6151" fmla="*/ 1561727 h 5664927"/>
                <a:gd name="connsiteX6152" fmla="*/ 2029264 w 4006679"/>
                <a:gd name="connsiteY6152" fmla="*/ 1542329 h 5664927"/>
                <a:gd name="connsiteX6153" fmla="*/ 1972564 w 4006679"/>
                <a:gd name="connsiteY6153" fmla="*/ 1515471 h 5664927"/>
                <a:gd name="connsiteX6154" fmla="*/ 759809 w 4006679"/>
                <a:gd name="connsiteY6154" fmla="*/ 1414311 h 5664927"/>
                <a:gd name="connsiteX6155" fmla="*/ 741577 w 4006679"/>
                <a:gd name="connsiteY6155" fmla="*/ 1414008 h 5664927"/>
                <a:gd name="connsiteX6156" fmla="*/ 716211 w 4006679"/>
                <a:gd name="connsiteY6156" fmla="*/ 1411024 h 5664927"/>
                <a:gd name="connsiteX6157" fmla="*/ 698305 w 4006679"/>
                <a:gd name="connsiteY6157" fmla="*/ 1414008 h 5664927"/>
                <a:gd name="connsiteX6158" fmla="*/ 729640 w 4006679"/>
                <a:gd name="connsiteY6158" fmla="*/ 1445342 h 5664927"/>
                <a:gd name="connsiteX6159" fmla="*/ 726655 w 4006679"/>
                <a:gd name="connsiteY6159" fmla="*/ 1451311 h 5664927"/>
                <a:gd name="connsiteX6160" fmla="*/ 681892 w 4006679"/>
                <a:gd name="connsiteY6160" fmla="*/ 1428929 h 5664927"/>
                <a:gd name="connsiteX6161" fmla="*/ 695321 w 4006679"/>
                <a:gd name="connsiteY6161" fmla="*/ 1487121 h 5664927"/>
                <a:gd name="connsiteX6162" fmla="*/ 725163 w 4006679"/>
                <a:gd name="connsiteY6162" fmla="*/ 1488613 h 5664927"/>
                <a:gd name="connsiteX6163" fmla="*/ 780371 w 4006679"/>
                <a:gd name="connsiteY6163" fmla="*/ 1446834 h 5664927"/>
                <a:gd name="connsiteX6164" fmla="*/ 759809 w 4006679"/>
                <a:gd name="connsiteY6164" fmla="*/ 1414311 h 5664927"/>
                <a:gd name="connsiteX6165" fmla="*/ 1947198 w 4006679"/>
                <a:gd name="connsiteY6165" fmla="*/ 1497380 h 5664927"/>
                <a:gd name="connsiteX6166" fmla="*/ 1912879 w 4006679"/>
                <a:gd name="connsiteY6166" fmla="*/ 1499058 h 5664927"/>
                <a:gd name="connsiteX6167" fmla="*/ 1868116 w 4006679"/>
                <a:gd name="connsiteY6167" fmla="*/ 1706461 h 5664927"/>
                <a:gd name="connsiteX6168" fmla="*/ 2062090 w 4006679"/>
                <a:gd name="connsiteY6168" fmla="*/ 1600521 h 5664927"/>
                <a:gd name="connsiteX6169" fmla="*/ 2059106 w 4006679"/>
                <a:gd name="connsiteY6169" fmla="*/ 1597537 h 5664927"/>
                <a:gd name="connsiteX6170" fmla="*/ 1969579 w 4006679"/>
                <a:gd name="connsiteY6170" fmla="*/ 1567695 h 5664927"/>
                <a:gd name="connsiteX6171" fmla="*/ 1960627 w 4006679"/>
                <a:gd name="connsiteY6171" fmla="*/ 1563219 h 5664927"/>
                <a:gd name="connsiteX6172" fmla="*/ 1948690 w 4006679"/>
                <a:gd name="connsiteY6172" fmla="*/ 1531885 h 5664927"/>
                <a:gd name="connsiteX6173" fmla="*/ 1963611 w 4006679"/>
                <a:gd name="connsiteY6173" fmla="*/ 1503535 h 5664927"/>
                <a:gd name="connsiteX6174" fmla="*/ 1947198 w 4006679"/>
                <a:gd name="connsiteY6174" fmla="*/ 1497380 h 5664927"/>
                <a:gd name="connsiteX6175" fmla="*/ 2539564 w 4006679"/>
                <a:gd name="connsiteY6175" fmla="*/ 1540837 h 5664927"/>
                <a:gd name="connsiteX6176" fmla="*/ 2555977 w 4006679"/>
                <a:gd name="connsiteY6176" fmla="*/ 1570679 h 5664927"/>
                <a:gd name="connsiteX6177" fmla="*/ 2651472 w 4006679"/>
                <a:gd name="connsiteY6177" fmla="*/ 1602013 h 5664927"/>
                <a:gd name="connsiteX6178" fmla="*/ 2712648 w 4006679"/>
                <a:gd name="connsiteY6178" fmla="*/ 1622903 h 5664927"/>
                <a:gd name="connsiteX6179" fmla="*/ 2785761 w 4006679"/>
                <a:gd name="connsiteY6179" fmla="*/ 1630363 h 5664927"/>
                <a:gd name="connsiteX6180" fmla="*/ 2539564 w 4006679"/>
                <a:gd name="connsiteY6180" fmla="*/ 1540837 h 5664927"/>
                <a:gd name="connsiteX6181" fmla="*/ 1353340 w 4006679"/>
                <a:gd name="connsiteY6181" fmla="*/ 1442358 h 5664927"/>
                <a:gd name="connsiteX6182" fmla="*/ 1280227 w 4006679"/>
                <a:gd name="connsiteY6182" fmla="*/ 1452803 h 5664927"/>
                <a:gd name="connsiteX6183" fmla="*/ 1208606 w 4006679"/>
                <a:gd name="connsiteY6183" fmla="*/ 1484137 h 5664927"/>
                <a:gd name="connsiteX6184" fmla="*/ 1204129 w 4006679"/>
                <a:gd name="connsiteY6184" fmla="*/ 1505027 h 5664927"/>
                <a:gd name="connsiteX6185" fmla="*/ 1225019 w 4006679"/>
                <a:gd name="connsiteY6185" fmla="*/ 1513979 h 5664927"/>
                <a:gd name="connsiteX6186" fmla="*/ 1266798 w 4006679"/>
                <a:gd name="connsiteY6186" fmla="*/ 1479661 h 5664927"/>
                <a:gd name="connsiteX6187" fmla="*/ 1296640 w 4006679"/>
                <a:gd name="connsiteY6187" fmla="*/ 1458771 h 5664927"/>
                <a:gd name="connsiteX6188" fmla="*/ 1339911 w 4006679"/>
                <a:gd name="connsiteY6188" fmla="*/ 1463248 h 5664927"/>
                <a:gd name="connsiteX6189" fmla="*/ 1353340 w 4006679"/>
                <a:gd name="connsiteY6189" fmla="*/ 1442358 h 5664927"/>
                <a:gd name="connsiteX6190" fmla="*/ 1402579 w 4006679"/>
                <a:gd name="connsiteY6190" fmla="*/ 1443850 h 5664927"/>
                <a:gd name="connsiteX6191" fmla="*/ 1369753 w 4006679"/>
                <a:gd name="connsiteY6191" fmla="*/ 1443850 h 5664927"/>
                <a:gd name="connsiteX6192" fmla="*/ 1366769 w 4006679"/>
                <a:gd name="connsiteY6192" fmla="*/ 1481153 h 5664927"/>
                <a:gd name="connsiteX6193" fmla="*/ 1374229 w 4006679"/>
                <a:gd name="connsiteY6193" fmla="*/ 1475184 h 5664927"/>
                <a:gd name="connsiteX6194" fmla="*/ 1421977 w 4006679"/>
                <a:gd name="connsiteY6194" fmla="*/ 1484137 h 5664927"/>
                <a:gd name="connsiteX6195" fmla="*/ 1435406 w 4006679"/>
                <a:gd name="connsiteY6195" fmla="*/ 1503535 h 5664927"/>
                <a:gd name="connsiteX6196" fmla="*/ 1456295 w 4006679"/>
                <a:gd name="connsiteY6196" fmla="*/ 1475184 h 5664927"/>
                <a:gd name="connsiteX6197" fmla="*/ 1438390 w 4006679"/>
                <a:gd name="connsiteY6197" fmla="*/ 1461756 h 5664927"/>
                <a:gd name="connsiteX6198" fmla="*/ 1424961 w 4006679"/>
                <a:gd name="connsiteY6198" fmla="*/ 1451311 h 5664927"/>
                <a:gd name="connsiteX6199" fmla="*/ 1402579 w 4006679"/>
                <a:gd name="connsiteY6199" fmla="*/ 1443850 h 5664927"/>
                <a:gd name="connsiteX6200" fmla="*/ 2357527 w 4006679"/>
                <a:gd name="connsiteY6200" fmla="*/ 1519948 h 5664927"/>
                <a:gd name="connsiteX6201" fmla="*/ 2341114 w 4006679"/>
                <a:gd name="connsiteY6201" fmla="*/ 1539345 h 5664927"/>
                <a:gd name="connsiteX6202" fmla="*/ 2370956 w 4006679"/>
                <a:gd name="connsiteY6202" fmla="*/ 1575156 h 5664927"/>
                <a:gd name="connsiteX6203" fmla="*/ 2402290 w 4006679"/>
                <a:gd name="connsiteY6203" fmla="*/ 1548298 h 5664927"/>
                <a:gd name="connsiteX6204" fmla="*/ 2357527 w 4006679"/>
                <a:gd name="connsiteY6204" fmla="*/ 1519948 h 5664927"/>
                <a:gd name="connsiteX6205" fmla="*/ 792308 w 4006679"/>
                <a:gd name="connsiteY6205" fmla="*/ 1390135 h 5664927"/>
                <a:gd name="connsiteX6206" fmla="*/ 784848 w 4006679"/>
                <a:gd name="connsiteY6206" fmla="*/ 1408040 h 5664927"/>
                <a:gd name="connsiteX6207" fmla="*/ 790816 w 4006679"/>
                <a:gd name="connsiteY6207" fmla="*/ 1428929 h 5664927"/>
                <a:gd name="connsiteX6208" fmla="*/ 780371 w 4006679"/>
                <a:gd name="connsiteY6208" fmla="*/ 1461756 h 5664927"/>
                <a:gd name="connsiteX6209" fmla="*/ 766942 w 4006679"/>
                <a:gd name="connsiteY6209" fmla="*/ 1470708 h 5664927"/>
                <a:gd name="connsiteX6210" fmla="*/ 793800 w 4006679"/>
                <a:gd name="connsiteY6210" fmla="*/ 1487121 h 5664927"/>
                <a:gd name="connsiteX6211" fmla="*/ 808721 w 4006679"/>
                <a:gd name="connsiteY6211" fmla="*/ 1484137 h 5664927"/>
                <a:gd name="connsiteX6212" fmla="*/ 813198 w 4006679"/>
                <a:gd name="connsiteY6212" fmla="*/ 1455787 h 5664927"/>
                <a:gd name="connsiteX6213" fmla="*/ 792308 w 4006679"/>
                <a:gd name="connsiteY6213" fmla="*/ 1390135 h 5664927"/>
                <a:gd name="connsiteX6214" fmla="*/ 2498903 w 4006679"/>
                <a:gd name="connsiteY6214" fmla="*/ 1528154 h 5664927"/>
                <a:gd name="connsiteX6215" fmla="*/ 2485848 w 4006679"/>
                <a:gd name="connsiteY6215" fmla="*/ 1539345 h 5664927"/>
                <a:gd name="connsiteX6216" fmla="*/ 2473911 w 4006679"/>
                <a:gd name="connsiteY6216" fmla="*/ 1570679 h 5664927"/>
                <a:gd name="connsiteX6217" fmla="*/ 2497785 w 4006679"/>
                <a:gd name="connsiteY6217" fmla="*/ 1576648 h 5664927"/>
                <a:gd name="connsiteX6218" fmla="*/ 2521659 w 4006679"/>
                <a:gd name="connsiteY6218" fmla="*/ 1564711 h 5664927"/>
                <a:gd name="connsiteX6219" fmla="*/ 2514198 w 4006679"/>
                <a:gd name="connsiteY6219" fmla="*/ 1534869 h 5664927"/>
                <a:gd name="connsiteX6220" fmla="*/ 2498903 w 4006679"/>
                <a:gd name="connsiteY6220" fmla="*/ 1528154 h 5664927"/>
                <a:gd name="connsiteX6221" fmla="*/ 665479 w 4006679"/>
                <a:gd name="connsiteY6221" fmla="*/ 1372229 h 5664927"/>
                <a:gd name="connsiteX6222" fmla="*/ 631161 w 4006679"/>
                <a:gd name="connsiteY6222" fmla="*/ 1396103 h 5664927"/>
                <a:gd name="connsiteX6223" fmla="*/ 678908 w 4006679"/>
                <a:gd name="connsiteY6223" fmla="*/ 1412516 h 5664927"/>
                <a:gd name="connsiteX6224" fmla="*/ 687861 w 4006679"/>
                <a:gd name="connsiteY6224" fmla="*/ 1387150 h 5664927"/>
                <a:gd name="connsiteX6225" fmla="*/ 665479 w 4006679"/>
                <a:gd name="connsiteY6225" fmla="*/ 1372229 h 5664927"/>
                <a:gd name="connsiteX6226" fmla="*/ 2071043 w 4006679"/>
                <a:gd name="connsiteY6226" fmla="*/ 1485629 h 5664927"/>
                <a:gd name="connsiteX6227" fmla="*/ 2054629 w 4006679"/>
                <a:gd name="connsiteY6227" fmla="*/ 1502042 h 5664927"/>
                <a:gd name="connsiteX6228" fmla="*/ 2045677 w 4006679"/>
                <a:gd name="connsiteY6228" fmla="*/ 1543821 h 5664927"/>
                <a:gd name="connsiteX6229" fmla="*/ 2066566 w 4006679"/>
                <a:gd name="connsiteY6229" fmla="*/ 1551282 h 5664927"/>
                <a:gd name="connsiteX6230" fmla="*/ 2117298 w 4006679"/>
                <a:gd name="connsiteY6230" fmla="*/ 1545313 h 5664927"/>
                <a:gd name="connsiteX6231" fmla="*/ 2130727 w 4006679"/>
                <a:gd name="connsiteY6231" fmla="*/ 1522932 h 5664927"/>
                <a:gd name="connsiteX6232" fmla="*/ 2071043 w 4006679"/>
                <a:gd name="connsiteY6232" fmla="*/ 1485629 h 5664927"/>
                <a:gd name="connsiteX6233" fmla="*/ 575953 w 4006679"/>
                <a:gd name="connsiteY6233" fmla="*/ 1361784 h 5664927"/>
                <a:gd name="connsiteX6234" fmla="*/ 562524 w 4006679"/>
                <a:gd name="connsiteY6234" fmla="*/ 1364769 h 5664927"/>
                <a:gd name="connsiteX6235" fmla="*/ 550587 w 4006679"/>
                <a:gd name="connsiteY6235" fmla="*/ 1397595 h 5664927"/>
                <a:gd name="connsiteX6236" fmla="*/ 568492 w 4006679"/>
                <a:gd name="connsiteY6236" fmla="*/ 1443850 h 5664927"/>
                <a:gd name="connsiteX6237" fmla="*/ 589382 w 4006679"/>
                <a:gd name="connsiteY6237" fmla="*/ 1446834 h 5664927"/>
                <a:gd name="connsiteX6238" fmla="*/ 616240 w 4006679"/>
                <a:gd name="connsiteY6238" fmla="*/ 1412516 h 5664927"/>
                <a:gd name="connsiteX6239" fmla="*/ 613255 w 4006679"/>
                <a:gd name="connsiteY6239" fmla="*/ 1409532 h 5664927"/>
                <a:gd name="connsiteX6240" fmla="*/ 596842 w 4006679"/>
                <a:gd name="connsiteY6240" fmla="*/ 1418484 h 5664927"/>
                <a:gd name="connsiteX6241" fmla="*/ 593858 w 4006679"/>
                <a:gd name="connsiteY6241" fmla="*/ 1414008 h 5664927"/>
                <a:gd name="connsiteX6242" fmla="*/ 617732 w 4006679"/>
                <a:gd name="connsiteY6242" fmla="*/ 1390135 h 5664927"/>
                <a:gd name="connsiteX6243" fmla="*/ 575953 w 4006679"/>
                <a:gd name="connsiteY6243" fmla="*/ 1361784 h 5664927"/>
                <a:gd name="connsiteX6244" fmla="*/ 144734 w 4006679"/>
                <a:gd name="connsiteY6244" fmla="*/ 1325974 h 5664927"/>
                <a:gd name="connsiteX6245" fmla="*/ 137274 w 4006679"/>
                <a:gd name="connsiteY6245" fmla="*/ 1367753 h 5664927"/>
                <a:gd name="connsiteX6246" fmla="*/ 164132 w 4006679"/>
                <a:gd name="connsiteY6246" fmla="*/ 1375213 h 5664927"/>
                <a:gd name="connsiteX6247" fmla="*/ 144734 w 4006679"/>
                <a:gd name="connsiteY6247" fmla="*/ 1325974 h 5664927"/>
                <a:gd name="connsiteX6248" fmla="*/ 279210 w 4006679"/>
                <a:gd name="connsiteY6248" fmla="*/ 1336606 h 5664927"/>
                <a:gd name="connsiteX6249" fmla="*/ 268579 w 4006679"/>
                <a:gd name="connsiteY6249" fmla="*/ 1340895 h 5664927"/>
                <a:gd name="connsiteX6250" fmla="*/ 229784 w 4006679"/>
                <a:gd name="connsiteY6250" fmla="*/ 1375213 h 5664927"/>
                <a:gd name="connsiteX6251" fmla="*/ 220832 w 4006679"/>
                <a:gd name="connsiteY6251" fmla="*/ 1390135 h 5664927"/>
                <a:gd name="connsiteX6252" fmla="*/ 274547 w 4006679"/>
                <a:gd name="connsiteY6252" fmla="*/ 1394611 h 5664927"/>
                <a:gd name="connsiteX6253" fmla="*/ 220832 w 4006679"/>
                <a:gd name="connsiteY6253" fmla="*/ 1409532 h 5664927"/>
                <a:gd name="connsiteX6254" fmla="*/ 261118 w 4006679"/>
                <a:gd name="connsiteY6254" fmla="*/ 1434898 h 5664927"/>
                <a:gd name="connsiteX6255" fmla="*/ 302897 w 4006679"/>
                <a:gd name="connsiteY6255" fmla="*/ 1397595 h 5664927"/>
                <a:gd name="connsiteX6256" fmla="*/ 298421 w 4006679"/>
                <a:gd name="connsiteY6256" fmla="*/ 1355816 h 5664927"/>
                <a:gd name="connsiteX6257" fmla="*/ 290961 w 4006679"/>
                <a:gd name="connsiteY6257" fmla="*/ 1337911 h 5664927"/>
                <a:gd name="connsiteX6258" fmla="*/ 279210 w 4006679"/>
                <a:gd name="connsiteY6258" fmla="*/ 1336606 h 5664927"/>
                <a:gd name="connsiteX6259" fmla="*/ 2450411 w 4006679"/>
                <a:gd name="connsiteY6259" fmla="*/ 1513420 h 5664927"/>
                <a:gd name="connsiteX6260" fmla="*/ 2435116 w 4006679"/>
                <a:gd name="connsiteY6260" fmla="*/ 1531885 h 5664927"/>
                <a:gd name="connsiteX6261" fmla="*/ 2403782 w 4006679"/>
                <a:gd name="connsiteY6261" fmla="*/ 1569187 h 5664927"/>
                <a:gd name="connsiteX6262" fmla="*/ 2379909 w 4006679"/>
                <a:gd name="connsiteY6262" fmla="*/ 1587092 h 5664927"/>
                <a:gd name="connsiteX6263" fmla="*/ 2275461 w 4006679"/>
                <a:gd name="connsiteY6263" fmla="*/ 1628871 h 5664927"/>
                <a:gd name="connsiteX6264" fmla="*/ 2236666 w 4006679"/>
                <a:gd name="connsiteY6264" fmla="*/ 1634840 h 5664927"/>
                <a:gd name="connsiteX6265" fmla="*/ 2235174 w 4006679"/>
                <a:gd name="connsiteY6265" fmla="*/ 1640808 h 5664927"/>
                <a:gd name="connsiteX6266" fmla="*/ 2232190 w 4006679"/>
                <a:gd name="connsiteY6266" fmla="*/ 1669158 h 5664927"/>
                <a:gd name="connsiteX6267" fmla="*/ 2314256 w 4006679"/>
                <a:gd name="connsiteY6267" fmla="*/ 1664682 h 5664927"/>
                <a:gd name="connsiteX6268" fmla="*/ 2417211 w 4006679"/>
                <a:gd name="connsiteY6268" fmla="*/ 1609474 h 5664927"/>
                <a:gd name="connsiteX6269" fmla="*/ 2476895 w 4006679"/>
                <a:gd name="connsiteY6269" fmla="*/ 1522932 h 5664927"/>
                <a:gd name="connsiteX6270" fmla="*/ 2450411 w 4006679"/>
                <a:gd name="connsiteY6270" fmla="*/ 1513420 h 5664927"/>
                <a:gd name="connsiteX6271" fmla="*/ 1753784 w 4006679"/>
                <a:gd name="connsiteY6271" fmla="*/ 1453176 h 5664927"/>
                <a:gd name="connsiteX6272" fmla="*/ 1709953 w 4006679"/>
                <a:gd name="connsiteY6272" fmla="*/ 1458771 h 5664927"/>
                <a:gd name="connsiteX6273" fmla="*/ 1787543 w 4006679"/>
                <a:gd name="connsiteY6273" fmla="*/ 1484137 h 5664927"/>
                <a:gd name="connsiteX6274" fmla="*/ 1796495 w 4006679"/>
                <a:gd name="connsiteY6274" fmla="*/ 1463248 h 5664927"/>
                <a:gd name="connsiteX6275" fmla="*/ 1753784 w 4006679"/>
                <a:gd name="connsiteY6275" fmla="*/ 1453176 h 5664927"/>
                <a:gd name="connsiteX6276" fmla="*/ 1229495 w 4006679"/>
                <a:gd name="connsiteY6276" fmla="*/ 1409532 h 5664927"/>
                <a:gd name="connsiteX6277" fmla="*/ 1236956 w 4006679"/>
                <a:gd name="connsiteY6277" fmla="*/ 1446834 h 5664927"/>
                <a:gd name="connsiteX6278" fmla="*/ 1253369 w 4006679"/>
                <a:gd name="connsiteY6278" fmla="*/ 1425945 h 5664927"/>
                <a:gd name="connsiteX6279" fmla="*/ 1229495 w 4006679"/>
                <a:gd name="connsiteY6279" fmla="*/ 1409532 h 5664927"/>
                <a:gd name="connsiteX6280" fmla="*/ 2382893 w 4006679"/>
                <a:gd name="connsiteY6280" fmla="*/ 1494582 h 5664927"/>
                <a:gd name="connsiteX6281" fmla="*/ 2367972 w 4006679"/>
                <a:gd name="connsiteY6281" fmla="*/ 1502042 h 5664927"/>
                <a:gd name="connsiteX6282" fmla="*/ 2375432 w 4006679"/>
                <a:gd name="connsiteY6282" fmla="*/ 1515471 h 5664927"/>
                <a:gd name="connsiteX6283" fmla="*/ 2414227 w 4006679"/>
                <a:gd name="connsiteY6283" fmla="*/ 1534869 h 5664927"/>
                <a:gd name="connsiteX6284" fmla="*/ 2430640 w 4006679"/>
                <a:gd name="connsiteY6284" fmla="*/ 1508011 h 5664927"/>
                <a:gd name="connsiteX6285" fmla="*/ 2382893 w 4006679"/>
                <a:gd name="connsiteY6285" fmla="*/ 1494582 h 5664927"/>
                <a:gd name="connsiteX6286" fmla="*/ 2324701 w 4006679"/>
                <a:gd name="connsiteY6286" fmla="*/ 1481153 h 5664927"/>
                <a:gd name="connsiteX6287" fmla="*/ 2318732 w 4006679"/>
                <a:gd name="connsiteY6287" fmla="*/ 1487121 h 5664927"/>
                <a:gd name="connsiteX6288" fmla="*/ 2229206 w 4006679"/>
                <a:gd name="connsiteY6288" fmla="*/ 1539345 h 5664927"/>
                <a:gd name="connsiteX6289" fmla="*/ 2217269 w 4006679"/>
                <a:gd name="connsiteY6289" fmla="*/ 1548298 h 5664927"/>
                <a:gd name="connsiteX6290" fmla="*/ 2239650 w 4006679"/>
                <a:gd name="connsiteY6290" fmla="*/ 1566203 h 5664927"/>
                <a:gd name="connsiteX6291" fmla="*/ 2257556 w 4006679"/>
                <a:gd name="connsiteY6291" fmla="*/ 1569187 h 5664927"/>
                <a:gd name="connsiteX6292" fmla="*/ 2360511 w 4006679"/>
                <a:gd name="connsiteY6292" fmla="*/ 1487121 h 5664927"/>
                <a:gd name="connsiteX6293" fmla="*/ 2324701 w 4006679"/>
                <a:gd name="connsiteY6293" fmla="*/ 1481153 h 5664927"/>
                <a:gd name="connsiteX6294" fmla="*/ 981805 w 4006679"/>
                <a:gd name="connsiteY6294" fmla="*/ 1370737 h 5664927"/>
                <a:gd name="connsiteX6295" fmla="*/ 945995 w 4006679"/>
                <a:gd name="connsiteY6295" fmla="*/ 1390135 h 5664927"/>
                <a:gd name="connsiteX6296" fmla="*/ 940027 w 4006679"/>
                <a:gd name="connsiteY6296" fmla="*/ 1454295 h 5664927"/>
                <a:gd name="connsiteX6297" fmla="*/ 978821 w 4006679"/>
                <a:gd name="connsiteY6297" fmla="*/ 1463248 h 5664927"/>
                <a:gd name="connsiteX6298" fmla="*/ 1022092 w 4006679"/>
                <a:gd name="connsiteY6298" fmla="*/ 1448327 h 5664927"/>
                <a:gd name="connsiteX6299" fmla="*/ 1057903 w 4006679"/>
                <a:gd name="connsiteY6299" fmla="*/ 1425945 h 5664927"/>
                <a:gd name="connsiteX6300" fmla="*/ 1031045 w 4006679"/>
                <a:gd name="connsiteY6300" fmla="*/ 1391627 h 5664927"/>
                <a:gd name="connsiteX6301" fmla="*/ 998219 w 4006679"/>
                <a:gd name="connsiteY6301" fmla="*/ 1382674 h 5664927"/>
                <a:gd name="connsiteX6302" fmla="*/ 999711 w 4006679"/>
                <a:gd name="connsiteY6302" fmla="*/ 1403563 h 5664927"/>
                <a:gd name="connsiteX6303" fmla="*/ 993742 w 4006679"/>
                <a:gd name="connsiteY6303" fmla="*/ 1425945 h 5664927"/>
                <a:gd name="connsiteX6304" fmla="*/ 981805 w 4006679"/>
                <a:gd name="connsiteY6304" fmla="*/ 1370737 h 5664927"/>
                <a:gd name="connsiteX6305" fmla="*/ 1345879 w 4006679"/>
                <a:gd name="connsiteY6305" fmla="*/ 1397595 h 5664927"/>
                <a:gd name="connsiteX6306" fmla="*/ 1333942 w 4006679"/>
                <a:gd name="connsiteY6306" fmla="*/ 1406548 h 5664927"/>
                <a:gd name="connsiteX6307" fmla="*/ 1304100 w 4006679"/>
                <a:gd name="connsiteY6307" fmla="*/ 1415500 h 5664927"/>
                <a:gd name="connsiteX6308" fmla="*/ 1265306 w 4006679"/>
                <a:gd name="connsiteY6308" fmla="*/ 1419977 h 5664927"/>
                <a:gd name="connsiteX6309" fmla="*/ 1280227 w 4006679"/>
                <a:gd name="connsiteY6309" fmla="*/ 1439374 h 5664927"/>
                <a:gd name="connsiteX6310" fmla="*/ 1345879 w 4006679"/>
                <a:gd name="connsiteY6310" fmla="*/ 1428929 h 5664927"/>
                <a:gd name="connsiteX6311" fmla="*/ 1350356 w 4006679"/>
                <a:gd name="connsiteY6311" fmla="*/ 1400579 h 5664927"/>
                <a:gd name="connsiteX6312" fmla="*/ 1345879 w 4006679"/>
                <a:gd name="connsiteY6312" fmla="*/ 1397595 h 5664927"/>
                <a:gd name="connsiteX6313" fmla="*/ 913169 w 4006679"/>
                <a:gd name="connsiteY6313" fmla="*/ 1358800 h 5664927"/>
                <a:gd name="connsiteX6314" fmla="*/ 859453 w 4006679"/>
                <a:gd name="connsiteY6314" fmla="*/ 1378198 h 5664927"/>
                <a:gd name="connsiteX6315" fmla="*/ 846024 w 4006679"/>
                <a:gd name="connsiteY6315" fmla="*/ 1412516 h 5664927"/>
                <a:gd name="connsiteX6316" fmla="*/ 872882 w 4006679"/>
                <a:gd name="connsiteY6316" fmla="*/ 1437882 h 5664927"/>
                <a:gd name="connsiteX6317" fmla="*/ 886311 w 4006679"/>
                <a:gd name="connsiteY6317" fmla="*/ 1446834 h 5664927"/>
                <a:gd name="connsiteX6318" fmla="*/ 907200 w 4006679"/>
                <a:gd name="connsiteY6318" fmla="*/ 1457279 h 5664927"/>
                <a:gd name="connsiteX6319" fmla="*/ 922121 w 4006679"/>
                <a:gd name="connsiteY6319" fmla="*/ 1433405 h 5664927"/>
                <a:gd name="connsiteX6320" fmla="*/ 929582 w 4006679"/>
                <a:gd name="connsiteY6320" fmla="*/ 1390135 h 5664927"/>
                <a:gd name="connsiteX6321" fmla="*/ 925106 w 4006679"/>
                <a:gd name="connsiteY6321" fmla="*/ 1369245 h 5664927"/>
                <a:gd name="connsiteX6322" fmla="*/ 911677 w 4006679"/>
                <a:gd name="connsiteY6322" fmla="*/ 1385658 h 5664927"/>
                <a:gd name="connsiteX6323" fmla="*/ 893771 w 4006679"/>
                <a:gd name="connsiteY6323" fmla="*/ 1408040 h 5664927"/>
                <a:gd name="connsiteX6324" fmla="*/ 913169 w 4006679"/>
                <a:gd name="connsiteY6324" fmla="*/ 1358800 h 5664927"/>
                <a:gd name="connsiteX6325" fmla="*/ 1956150 w 4006679"/>
                <a:gd name="connsiteY6325" fmla="*/ 1439374 h 5664927"/>
                <a:gd name="connsiteX6326" fmla="*/ 1926308 w 4006679"/>
                <a:gd name="connsiteY6326" fmla="*/ 1463248 h 5664927"/>
                <a:gd name="connsiteX6327" fmla="*/ 1948690 w 4006679"/>
                <a:gd name="connsiteY6327" fmla="*/ 1481153 h 5664927"/>
                <a:gd name="connsiteX6328" fmla="*/ 1994945 w 4006679"/>
                <a:gd name="connsiteY6328" fmla="*/ 1519948 h 5664927"/>
                <a:gd name="connsiteX6329" fmla="*/ 2000914 w 4006679"/>
                <a:gd name="connsiteY6329" fmla="*/ 1527408 h 5664927"/>
                <a:gd name="connsiteX6330" fmla="*/ 2011358 w 4006679"/>
                <a:gd name="connsiteY6330" fmla="*/ 1531885 h 5664927"/>
                <a:gd name="connsiteX6331" fmla="*/ 2042693 w 4006679"/>
                <a:gd name="connsiteY6331" fmla="*/ 1484137 h 5664927"/>
                <a:gd name="connsiteX6332" fmla="*/ 2006882 w 4006679"/>
                <a:gd name="connsiteY6332" fmla="*/ 1469216 h 5664927"/>
                <a:gd name="connsiteX6333" fmla="*/ 1972564 w 4006679"/>
                <a:gd name="connsiteY6333" fmla="*/ 1479661 h 5664927"/>
                <a:gd name="connsiteX6334" fmla="*/ 2008374 w 4006679"/>
                <a:gd name="connsiteY6334" fmla="*/ 1455787 h 5664927"/>
                <a:gd name="connsiteX6335" fmla="*/ 2009866 w 4006679"/>
                <a:gd name="connsiteY6335" fmla="*/ 1449819 h 5664927"/>
                <a:gd name="connsiteX6336" fmla="*/ 1956150 w 4006679"/>
                <a:gd name="connsiteY6336" fmla="*/ 1439374 h 5664927"/>
                <a:gd name="connsiteX6337" fmla="*/ 2156093 w 4006679"/>
                <a:gd name="connsiteY6337" fmla="*/ 1452803 h 5664927"/>
                <a:gd name="connsiteX6338" fmla="*/ 2093424 w 4006679"/>
                <a:gd name="connsiteY6338" fmla="*/ 1463248 h 5664927"/>
                <a:gd name="connsiteX6339" fmla="*/ 2142664 w 4006679"/>
                <a:gd name="connsiteY6339" fmla="*/ 1497566 h 5664927"/>
                <a:gd name="connsiteX6340" fmla="*/ 2156093 w 4006679"/>
                <a:gd name="connsiteY6340" fmla="*/ 1452803 h 5664927"/>
                <a:gd name="connsiteX6341" fmla="*/ 2064702 w 4006679"/>
                <a:gd name="connsiteY6341" fmla="*/ 1441799 h 5664927"/>
                <a:gd name="connsiteX6342" fmla="*/ 2041201 w 4006679"/>
                <a:gd name="connsiteY6342" fmla="*/ 1446834 h 5664927"/>
                <a:gd name="connsiteX6343" fmla="*/ 2068058 w 4006679"/>
                <a:gd name="connsiteY6343" fmla="*/ 1472200 h 5664927"/>
                <a:gd name="connsiteX6344" fmla="*/ 2077011 w 4006679"/>
                <a:gd name="connsiteY6344" fmla="*/ 1451311 h 5664927"/>
                <a:gd name="connsiteX6345" fmla="*/ 2064702 w 4006679"/>
                <a:gd name="connsiteY6345" fmla="*/ 1441799 h 5664927"/>
                <a:gd name="connsiteX6346" fmla="*/ 789324 w 4006679"/>
                <a:gd name="connsiteY6346" fmla="*/ 1331942 h 5664927"/>
                <a:gd name="connsiteX6347" fmla="*/ 783356 w 4006679"/>
                <a:gd name="connsiteY6347" fmla="*/ 1333434 h 5664927"/>
                <a:gd name="connsiteX6348" fmla="*/ 790816 w 4006679"/>
                <a:gd name="connsiteY6348" fmla="*/ 1352832 h 5664927"/>
                <a:gd name="connsiteX6349" fmla="*/ 796784 w 4006679"/>
                <a:gd name="connsiteY6349" fmla="*/ 1351340 h 5664927"/>
                <a:gd name="connsiteX6350" fmla="*/ 789324 w 4006679"/>
                <a:gd name="connsiteY6350" fmla="*/ 1331942 h 5664927"/>
                <a:gd name="connsiteX6351" fmla="*/ 1101174 w 4006679"/>
                <a:gd name="connsiteY6351" fmla="*/ 1355816 h 5664927"/>
                <a:gd name="connsiteX6352" fmla="*/ 1057903 w 4006679"/>
                <a:gd name="connsiteY6352" fmla="*/ 1394611 h 5664927"/>
                <a:gd name="connsiteX6353" fmla="*/ 1059395 w 4006679"/>
                <a:gd name="connsiteY6353" fmla="*/ 1446834 h 5664927"/>
                <a:gd name="connsiteX6354" fmla="*/ 1010156 w 4006679"/>
                <a:gd name="connsiteY6354" fmla="*/ 1461756 h 5664927"/>
                <a:gd name="connsiteX6355" fmla="*/ 1062379 w 4006679"/>
                <a:gd name="connsiteY6355" fmla="*/ 1469216 h 5664927"/>
                <a:gd name="connsiteX6356" fmla="*/ 1114603 w 4006679"/>
                <a:gd name="connsiteY6356" fmla="*/ 1409532 h 5664927"/>
                <a:gd name="connsiteX6357" fmla="*/ 1132508 w 4006679"/>
                <a:gd name="connsiteY6357" fmla="*/ 1381182 h 5664927"/>
                <a:gd name="connsiteX6358" fmla="*/ 1134000 w 4006679"/>
                <a:gd name="connsiteY6358" fmla="*/ 1375213 h 5664927"/>
                <a:gd name="connsiteX6359" fmla="*/ 1101174 w 4006679"/>
                <a:gd name="connsiteY6359" fmla="*/ 1355816 h 5664927"/>
                <a:gd name="connsiteX6360" fmla="*/ 185581 w 4006679"/>
                <a:gd name="connsiteY6360" fmla="*/ 1272445 h 5664927"/>
                <a:gd name="connsiteX6361" fmla="*/ 168608 w 4006679"/>
                <a:gd name="connsiteY6361" fmla="*/ 1275242 h 5664927"/>
                <a:gd name="connsiteX6362" fmla="*/ 158163 w 4006679"/>
                <a:gd name="connsiteY6362" fmla="*/ 1308069 h 5664927"/>
                <a:gd name="connsiteX6363" fmla="*/ 177561 w 4006679"/>
                <a:gd name="connsiteY6363" fmla="*/ 1367753 h 5664927"/>
                <a:gd name="connsiteX6364" fmla="*/ 207403 w 4006679"/>
                <a:gd name="connsiteY6364" fmla="*/ 1311053 h 5664927"/>
                <a:gd name="connsiteX6365" fmla="*/ 204418 w 4006679"/>
                <a:gd name="connsiteY6365" fmla="*/ 1367753 h 5664927"/>
                <a:gd name="connsiteX6366" fmla="*/ 244705 w 4006679"/>
                <a:gd name="connsiteY6366" fmla="*/ 1337911 h 5664927"/>
                <a:gd name="connsiteX6367" fmla="*/ 253658 w 4006679"/>
                <a:gd name="connsiteY6367" fmla="*/ 1315529 h 5664927"/>
                <a:gd name="connsiteX6368" fmla="*/ 241721 w 4006679"/>
                <a:gd name="connsiteY6368" fmla="*/ 1299116 h 5664927"/>
                <a:gd name="connsiteX6369" fmla="*/ 201434 w 4006679"/>
                <a:gd name="connsiteY6369" fmla="*/ 1279719 h 5664927"/>
                <a:gd name="connsiteX6370" fmla="*/ 185581 w 4006679"/>
                <a:gd name="connsiteY6370" fmla="*/ 1272445 h 5664927"/>
                <a:gd name="connsiteX6371" fmla="*/ 828119 w 4006679"/>
                <a:gd name="connsiteY6371" fmla="*/ 1309561 h 5664927"/>
                <a:gd name="connsiteX6372" fmla="*/ 804245 w 4006679"/>
                <a:gd name="connsiteY6372" fmla="*/ 1345371 h 5664927"/>
                <a:gd name="connsiteX6373" fmla="*/ 804245 w 4006679"/>
                <a:gd name="connsiteY6373" fmla="*/ 1402071 h 5664927"/>
                <a:gd name="connsiteX6374" fmla="*/ 807229 w 4006679"/>
                <a:gd name="connsiteY6374" fmla="*/ 1424453 h 5664927"/>
                <a:gd name="connsiteX6375" fmla="*/ 825134 w 4006679"/>
                <a:gd name="connsiteY6375" fmla="*/ 1434898 h 5664927"/>
                <a:gd name="connsiteX6376" fmla="*/ 834087 w 4006679"/>
                <a:gd name="connsiteY6376" fmla="*/ 1419977 h 5664927"/>
                <a:gd name="connsiteX6377" fmla="*/ 840055 w 4006679"/>
                <a:gd name="connsiteY6377" fmla="*/ 1361784 h 5664927"/>
                <a:gd name="connsiteX6378" fmla="*/ 828119 w 4006679"/>
                <a:gd name="connsiteY6378" fmla="*/ 1309561 h 5664927"/>
                <a:gd name="connsiteX6379" fmla="*/ 741577 w 4006679"/>
                <a:gd name="connsiteY6379" fmla="*/ 1300608 h 5664927"/>
                <a:gd name="connsiteX6380" fmla="*/ 717703 w 4006679"/>
                <a:gd name="connsiteY6380" fmla="*/ 1315529 h 5664927"/>
                <a:gd name="connsiteX6381" fmla="*/ 690845 w 4006679"/>
                <a:gd name="connsiteY6381" fmla="*/ 1348356 h 5664927"/>
                <a:gd name="connsiteX6382" fmla="*/ 689353 w 4006679"/>
                <a:gd name="connsiteY6382" fmla="*/ 1354324 h 5664927"/>
                <a:gd name="connsiteX6383" fmla="*/ 704274 w 4006679"/>
                <a:gd name="connsiteY6383" fmla="*/ 1366261 h 5664927"/>
                <a:gd name="connsiteX6384" fmla="*/ 728148 w 4006679"/>
                <a:gd name="connsiteY6384" fmla="*/ 1343879 h 5664927"/>
                <a:gd name="connsiteX6385" fmla="*/ 711734 w 4006679"/>
                <a:gd name="connsiteY6385" fmla="*/ 1378198 h 5664927"/>
                <a:gd name="connsiteX6386" fmla="*/ 783356 w 4006679"/>
                <a:gd name="connsiteY6386" fmla="*/ 1376706 h 5664927"/>
                <a:gd name="connsiteX6387" fmla="*/ 763958 w 4006679"/>
                <a:gd name="connsiteY6387" fmla="*/ 1322990 h 5664927"/>
                <a:gd name="connsiteX6388" fmla="*/ 741577 w 4006679"/>
                <a:gd name="connsiteY6388" fmla="*/ 1300608 h 5664927"/>
                <a:gd name="connsiteX6389" fmla="*/ 2200856 w 4006679"/>
                <a:gd name="connsiteY6389" fmla="*/ 1416992 h 5664927"/>
                <a:gd name="connsiteX6390" fmla="*/ 2171014 w 4006679"/>
                <a:gd name="connsiteY6390" fmla="*/ 1446834 h 5664927"/>
                <a:gd name="connsiteX6391" fmla="*/ 2165045 w 4006679"/>
                <a:gd name="connsiteY6391" fmla="*/ 1463248 h 5664927"/>
                <a:gd name="connsiteX6392" fmla="*/ 2147140 w 4006679"/>
                <a:gd name="connsiteY6392" fmla="*/ 1505027 h 5664927"/>
                <a:gd name="connsiteX6393" fmla="*/ 2145648 w 4006679"/>
                <a:gd name="connsiteY6393" fmla="*/ 1524424 h 5664927"/>
                <a:gd name="connsiteX6394" fmla="*/ 2200856 w 4006679"/>
                <a:gd name="connsiteY6394" fmla="*/ 1416992 h 5664927"/>
                <a:gd name="connsiteX6395" fmla="*/ 964273 w 4006679"/>
                <a:gd name="connsiteY6395" fmla="*/ 1313291 h 5664927"/>
                <a:gd name="connsiteX6396" fmla="*/ 953455 w 4006679"/>
                <a:gd name="connsiteY6396" fmla="*/ 1314037 h 5664927"/>
                <a:gd name="connsiteX6397" fmla="*/ 929582 w 4006679"/>
                <a:gd name="connsiteY6397" fmla="*/ 1324482 h 5664927"/>
                <a:gd name="connsiteX6398" fmla="*/ 931074 w 4006679"/>
                <a:gd name="connsiteY6398" fmla="*/ 1342387 h 5664927"/>
                <a:gd name="connsiteX6399" fmla="*/ 947487 w 4006679"/>
                <a:gd name="connsiteY6399" fmla="*/ 1361784 h 5664927"/>
                <a:gd name="connsiteX6400" fmla="*/ 968377 w 4006679"/>
                <a:gd name="connsiteY6400" fmla="*/ 1348356 h 5664927"/>
                <a:gd name="connsiteX6401" fmla="*/ 975837 w 4006679"/>
                <a:gd name="connsiteY6401" fmla="*/ 1337911 h 5664927"/>
                <a:gd name="connsiteX6402" fmla="*/ 972853 w 4006679"/>
                <a:gd name="connsiteY6402" fmla="*/ 1317021 h 5664927"/>
                <a:gd name="connsiteX6403" fmla="*/ 964273 w 4006679"/>
                <a:gd name="connsiteY6403" fmla="*/ 1313291 h 5664927"/>
                <a:gd name="connsiteX6404" fmla="*/ 276785 w 4006679"/>
                <a:gd name="connsiteY6404" fmla="*/ 1256778 h 5664927"/>
                <a:gd name="connsiteX6405" fmla="*/ 261118 w 4006679"/>
                <a:gd name="connsiteY6405" fmla="*/ 1255845 h 5664927"/>
                <a:gd name="connsiteX6406" fmla="*/ 243213 w 4006679"/>
                <a:gd name="connsiteY6406" fmla="*/ 1276734 h 5664927"/>
                <a:gd name="connsiteX6407" fmla="*/ 276040 w 4006679"/>
                <a:gd name="connsiteY6407" fmla="*/ 1320005 h 5664927"/>
                <a:gd name="connsiteX6408" fmla="*/ 311850 w 4006679"/>
                <a:gd name="connsiteY6408" fmla="*/ 1384166 h 5664927"/>
                <a:gd name="connsiteX6409" fmla="*/ 331247 w 4006679"/>
                <a:gd name="connsiteY6409" fmla="*/ 1339403 h 5664927"/>
                <a:gd name="connsiteX6410" fmla="*/ 287976 w 4006679"/>
                <a:gd name="connsiteY6410" fmla="*/ 1267782 h 5664927"/>
                <a:gd name="connsiteX6411" fmla="*/ 276785 w 4006679"/>
                <a:gd name="connsiteY6411" fmla="*/ 1256778 h 5664927"/>
                <a:gd name="connsiteX6412" fmla="*/ 1635348 w 4006679"/>
                <a:gd name="connsiteY6412" fmla="*/ 1348356 h 5664927"/>
                <a:gd name="connsiteX6413" fmla="*/ 1639824 w 4006679"/>
                <a:gd name="connsiteY6413" fmla="*/ 1385658 h 5664927"/>
                <a:gd name="connsiteX6414" fmla="*/ 1654745 w 4006679"/>
                <a:gd name="connsiteY6414" fmla="*/ 1412516 h 5664927"/>
                <a:gd name="connsiteX6415" fmla="*/ 1678619 w 4006679"/>
                <a:gd name="connsiteY6415" fmla="*/ 1396103 h 5664927"/>
                <a:gd name="connsiteX6416" fmla="*/ 1668174 w 4006679"/>
                <a:gd name="connsiteY6416" fmla="*/ 1361784 h 5664927"/>
                <a:gd name="connsiteX6417" fmla="*/ 1635348 w 4006679"/>
                <a:gd name="connsiteY6417" fmla="*/ 1348356 h 5664927"/>
                <a:gd name="connsiteX6418" fmla="*/ 1799479 w 4006679"/>
                <a:gd name="connsiteY6418" fmla="*/ 1360292 h 5664927"/>
                <a:gd name="connsiteX6419" fmla="*/ 1789035 w 4006679"/>
                <a:gd name="connsiteY6419" fmla="*/ 1397595 h 5664927"/>
                <a:gd name="connsiteX6420" fmla="*/ 1778590 w 4006679"/>
                <a:gd name="connsiteY6420" fmla="*/ 1367753 h 5664927"/>
                <a:gd name="connsiteX6421" fmla="*/ 1760685 w 4006679"/>
                <a:gd name="connsiteY6421" fmla="*/ 1396103 h 5664927"/>
                <a:gd name="connsiteX6422" fmla="*/ 1763669 w 4006679"/>
                <a:gd name="connsiteY6422" fmla="*/ 1424453 h 5664927"/>
                <a:gd name="connsiteX6423" fmla="*/ 1783066 w 4006679"/>
                <a:gd name="connsiteY6423" fmla="*/ 1445342 h 5664927"/>
                <a:gd name="connsiteX6424" fmla="*/ 1806940 w 4006679"/>
                <a:gd name="connsiteY6424" fmla="*/ 1433405 h 5664927"/>
                <a:gd name="connsiteX6425" fmla="*/ 1833798 w 4006679"/>
                <a:gd name="connsiteY6425" fmla="*/ 1421469 h 5664927"/>
                <a:gd name="connsiteX6426" fmla="*/ 1856179 w 4006679"/>
                <a:gd name="connsiteY6426" fmla="*/ 1411024 h 5664927"/>
                <a:gd name="connsiteX6427" fmla="*/ 1845735 w 4006679"/>
                <a:gd name="connsiteY6427" fmla="*/ 1385658 h 5664927"/>
                <a:gd name="connsiteX6428" fmla="*/ 1799479 w 4006679"/>
                <a:gd name="connsiteY6428" fmla="*/ 1360292 h 5664927"/>
                <a:gd name="connsiteX6429" fmla="*/ 196795 w 4006679"/>
                <a:gd name="connsiteY6429" fmla="*/ 1225281 h 5664927"/>
                <a:gd name="connsiteX6430" fmla="*/ 179053 w 4006679"/>
                <a:gd name="connsiteY6430" fmla="*/ 1224511 h 5664927"/>
                <a:gd name="connsiteX6431" fmla="*/ 165624 w 4006679"/>
                <a:gd name="connsiteY6431" fmla="*/ 1257337 h 5664927"/>
                <a:gd name="connsiteX6432" fmla="*/ 183529 w 4006679"/>
                <a:gd name="connsiteY6432" fmla="*/ 1257337 h 5664927"/>
                <a:gd name="connsiteX6433" fmla="*/ 199942 w 4006679"/>
                <a:gd name="connsiteY6433" fmla="*/ 1260321 h 5664927"/>
                <a:gd name="connsiteX6434" fmla="*/ 196795 w 4006679"/>
                <a:gd name="connsiteY6434" fmla="*/ 1225281 h 5664927"/>
                <a:gd name="connsiteX6435" fmla="*/ 1732335 w 4006679"/>
                <a:gd name="connsiteY6435" fmla="*/ 1348356 h 5664927"/>
                <a:gd name="connsiteX6436" fmla="*/ 1692048 w 4006679"/>
                <a:gd name="connsiteY6436" fmla="*/ 1364769 h 5664927"/>
                <a:gd name="connsiteX6437" fmla="*/ 1687571 w 4006679"/>
                <a:gd name="connsiteY6437" fmla="*/ 1375213 h 5664927"/>
                <a:gd name="connsiteX6438" fmla="*/ 1703985 w 4006679"/>
                <a:gd name="connsiteY6438" fmla="*/ 1431913 h 5664927"/>
                <a:gd name="connsiteX6439" fmla="*/ 1727858 w 4006679"/>
                <a:gd name="connsiteY6439" fmla="*/ 1442358 h 5664927"/>
                <a:gd name="connsiteX6440" fmla="*/ 1747256 w 4006679"/>
                <a:gd name="connsiteY6440" fmla="*/ 1427437 h 5664927"/>
                <a:gd name="connsiteX6441" fmla="*/ 1745764 w 4006679"/>
                <a:gd name="connsiteY6441" fmla="*/ 1366261 h 5664927"/>
                <a:gd name="connsiteX6442" fmla="*/ 1732335 w 4006679"/>
                <a:gd name="connsiteY6442" fmla="*/ 1348356 h 5664927"/>
                <a:gd name="connsiteX6443" fmla="*/ 1336927 w 4006679"/>
                <a:gd name="connsiteY6443" fmla="*/ 1315529 h 5664927"/>
                <a:gd name="connsiteX6444" fmla="*/ 1362292 w 4006679"/>
                <a:gd name="connsiteY6444" fmla="*/ 1358800 h 5664927"/>
                <a:gd name="connsiteX6445" fmla="*/ 1324990 w 4006679"/>
                <a:gd name="connsiteY6445" fmla="*/ 1337911 h 5664927"/>
                <a:gd name="connsiteX6446" fmla="*/ 1316037 w 4006679"/>
                <a:gd name="connsiteY6446" fmla="*/ 1364769 h 5664927"/>
                <a:gd name="connsiteX6447" fmla="*/ 1311561 w 4006679"/>
                <a:gd name="connsiteY6447" fmla="*/ 1363277 h 5664927"/>
                <a:gd name="connsiteX6448" fmla="*/ 1311561 w 4006679"/>
                <a:gd name="connsiteY6448" fmla="*/ 1330450 h 5664927"/>
                <a:gd name="connsiteX6449" fmla="*/ 1293656 w 4006679"/>
                <a:gd name="connsiteY6449" fmla="*/ 1343879 h 5664927"/>
                <a:gd name="connsiteX6450" fmla="*/ 1296640 w 4006679"/>
                <a:gd name="connsiteY6450" fmla="*/ 1388642 h 5664927"/>
                <a:gd name="connsiteX6451" fmla="*/ 1326482 w 4006679"/>
                <a:gd name="connsiteY6451" fmla="*/ 1397595 h 5664927"/>
                <a:gd name="connsiteX6452" fmla="*/ 1369753 w 4006679"/>
                <a:gd name="connsiteY6452" fmla="*/ 1378198 h 5664927"/>
                <a:gd name="connsiteX6453" fmla="*/ 1380198 w 4006679"/>
                <a:gd name="connsiteY6453" fmla="*/ 1375213 h 5664927"/>
                <a:gd name="connsiteX6454" fmla="*/ 1386166 w 4006679"/>
                <a:gd name="connsiteY6454" fmla="*/ 1346863 h 5664927"/>
                <a:gd name="connsiteX6455" fmla="*/ 1336927 w 4006679"/>
                <a:gd name="connsiteY6455" fmla="*/ 1315529 h 5664927"/>
                <a:gd name="connsiteX6456" fmla="*/ 574461 w 4006679"/>
                <a:gd name="connsiteY6456" fmla="*/ 1252861 h 5664927"/>
                <a:gd name="connsiteX6457" fmla="*/ 513284 w 4006679"/>
                <a:gd name="connsiteY6457" fmla="*/ 1373721 h 5664927"/>
                <a:gd name="connsiteX6458" fmla="*/ 538650 w 4006679"/>
                <a:gd name="connsiteY6458" fmla="*/ 1403563 h 5664927"/>
                <a:gd name="connsiteX6459" fmla="*/ 568492 w 4006679"/>
                <a:gd name="connsiteY6459" fmla="*/ 1342387 h 5664927"/>
                <a:gd name="connsiteX6460" fmla="*/ 565508 w 4006679"/>
                <a:gd name="connsiteY6460" fmla="*/ 1328958 h 5664927"/>
                <a:gd name="connsiteX6461" fmla="*/ 583413 w 4006679"/>
                <a:gd name="connsiteY6461" fmla="*/ 1285687 h 5664927"/>
                <a:gd name="connsiteX6462" fmla="*/ 587890 w 4006679"/>
                <a:gd name="connsiteY6462" fmla="*/ 1269274 h 5664927"/>
                <a:gd name="connsiteX6463" fmla="*/ 574461 w 4006679"/>
                <a:gd name="connsiteY6463" fmla="*/ 1252861 h 5664927"/>
                <a:gd name="connsiteX6464" fmla="*/ 1240896 w 4006679"/>
                <a:gd name="connsiteY6464" fmla="*/ 1305831 h 5664927"/>
                <a:gd name="connsiteX6465" fmla="*/ 1193685 w 4006679"/>
                <a:gd name="connsiteY6465" fmla="*/ 1339403 h 5664927"/>
                <a:gd name="connsiteX6466" fmla="*/ 1199653 w 4006679"/>
                <a:gd name="connsiteY6466" fmla="*/ 1343879 h 5664927"/>
                <a:gd name="connsiteX6467" fmla="*/ 1235463 w 4006679"/>
                <a:gd name="connsiteY6467" fmla="*/ 1384166 h 5664927"/>
                <a:gd name="connsiteX6468" fmla="*/ 1247400 w 4006679"/>
                <a:gd name="connsiteY6468" fmla="*/ 1394611 h 5664927"/>
                <a:gd name="connsiteX6469" fmla="*/ 1277242 w 4006679"/>
                <a:gd name="connsiteY6469" fmla="*/ 1400579 h 5664927"/>
                <a:gd name="connsiteX6470" fmla="*/ 1275750 w 4006679"/>
                <a:gd name="connsiteY6470" fmla="*/ 1328958 h 5664927"/>
                <a:gd name="connsiteX6471" fmla="*/ 1232479 w 4006679"/>
                <a:gd name="connsiteY6471" fmla="*/ 1352832 h 5664927"/>
                <a:gd name="connsiteX6472" fmla="*/ 1262321 w 4006679"/>
                <a:gd name="connsiteY6472" fmla="*/ 1312545 h 5664927"/>
                <a:gd name="connsiteX6473" fmla="*/ 1240896 w 4006679"/>
                <a:gd name="connsiteY6473" fmla="*/ 1305831 h 5664927"/>
                <a:gd name="connsiteX6474" fmla="*/ 658019 w 4006679"/>
                <a:gd name="connsiteY6474" fmla="*/ 1257337 h 5664927"/>
                <a:gd name="connsiteX6475" fmla="*/ 617732 w 4006679"/>
                <a:gd name="connsiteY6475" fmla="*/ 1276734 h 5664927"/>
                <a:gd name="connsiteX6476" fmla="*/ 586398 w 4006679"/>
                <a:gd name="connsiteY6476" fmla="*/ 1300608 h 5664927"/>
                <a:gd name="connsiteX6477" fmla="*/ 577445 w 4006679"/>
                <a:gd name="connsiteY6477" fmla="*/ 1327466 h 5664927"/>
                <a:gd name="connsiteX6478" fmla="*/ 614748 w 4006679"/>
                <a:gd name="connsiteY6478" fmla="*/ 1354324 h 5664927"/>
                <a:gd name="connsiteX6479" fmla="*/ 608779 w 4006679"/>
                <a:gd name="connsiteY6479" fmla="*/ 1322990 h 5664927"/>
                <a:gd name="connsiteX6480" fmla="*/ 635637 w 4006679"/>
                <a:gd name="connsiteY6480" fmla="*/ 1361784 h 5664927"/>
                <a:gd name="connsiteX6481" fmla="*/ 644590 w 4006679"/>
                <a:gd name="connsiteY6481" fmla="*/ 1337911 h 5664927"/>
                <a:gd name="connsiteX6482" fmla="*/ 655034 w 4006679"/>
                <a:gd name="connsiteY6482" fmla="*/ 1291655 h 5664927"/>
                <a:gd name="connsiteX6483" fmla="*/ 662495 w 4006679"/>
                <a:gd name="connsiteY6483" fmla="*/ 1346863 h 5664927"/>
                <a:gd name="connsiteX6484" fmla="*/ 658019 w 4006679"/>
                <a:gd name="connsiteY6484" fmla="*/ 1257337 h 5664927"/>
                <a:gd name="connsiteX6485" fmla="*/ 1426453 w 4006679"/>
                <a:gd name="connsiteY6485" fmla="*/ 1315529 h 5664927"/>
                <a:gd name="connsiteX6486" fmla="*/ 1401087 w 4006679"/>
                <a:gd name="connsiteY6486" fmla="*/ 1339403 h 5664927"/>
                <a:gd name="connsiteX6487" fmla="*/ 1390642 w 4006679"/>
                <a:gd name="connsiteY6487" fmla="*/ 1387150 h 5664927"/>
                <a:gd name="connsiteX6488" fmla="*/ 1407056 w 4006679"/>
                <a:gd name="connsiteY6488" fmla="*/ 1399087 h 5664927"/>
                <a:gd name="connsiteX6489" fmla="*/ 1430929 w 4006679"/>
                <a:gd name="connsiteY6489" fmla="*/ 1385658 h 5664927"/>
                <a:gd name="connsiteX6490" fmla="*/ 1426453 w 4006679"/>
                <a:gd name="connsiteY6490" fmla="*/ 1315529 h 5664927"/>
                <a:gd name="connsiteX6491" fmla="*/ 2117485 w 4006679"/>
                <a:gd name="connsiteY6491" fmla="*/ 1368686 h 5664927"/>
                <a:gd name="connsiteX6492" fmla="*/ 2102377 w 4006679"/>
                <a:gd name="connsiteY6492" fmla="*/ 1382674 h 5664927"/>
                <a:gd name="connsiteX6493" fmla="*/ 2087456 w 4006679"/>
                <a:gd name="connsiteY6493" fmla="*/ 1412516 h 5664927"/>
                <a:gd name="connsiteX6494" fmla="*/ 2139679 w 4006679"/>
                <a:gd name="connsiteY6494" fmla="*/ 1396103 h 5664927"/>
                <a:gd name="connsiteX6495" fmla="*/ 2088948 w 4006679"/>
                <a:gd name="connsiteY6495" fmla="*/ 1434898 h 5664927"/>
                <a:gd name="connsiteX6496" fmla="*/ 2179966 w 4006679"/>
                <a:gd name="connsiteY6496" fmla="*/ 1422961 h 5664927"/>
                <a:gd name="connsiteX6497" fmla="*/ 2138187 w 4006679"/>
                <a:gd name="connsiteY6497" fmla="*/ 1373721 h 5664927"/>
                <a:gd name="connsiteX6498" fmla="*/ 2117485 w 4006679"/>
                <a:gd name="connsiteY6498" fmla="*/ 1368686 h 5664927"/>
                <a:gd name="connsiteX6499" fmla="*/ 1908403 w 4006679"/>
                <a:gd name="connsiteY6499" fmla="*/ 1351340 h 5664927"/>
                <a:gd name="connsiteX6500" fmla="*/ 1894974 w 4006679"/>
                <a:gd name="connsiteY6500" fmla="*/ 1357308 h 5664927"/>
                <a:gd name="connsiteX6501" fmla="*/ 1868116 w 4006679"/>
                <a:gd name="connsiteY6501" fmla="*/ 1387150 h 5664927"/>
                <a:gd name="connsiteX6502" fmla="*/ 1869608 w 4006679"/>
                <a:gd name="connsiteY6502" fmla="*/ 1397595 h 5664927"/>
                <a:gd name="connsiteX6503" fmla="*/ 1845735 w 4006679"/>
                <a:gd name="connsiteY6503" fmla="*/ 1436390 h 5664927"/>
                <a:gd name="connsiteX6504" fmla="*/ 1836782 w 4006679"/>
                <a:gd name="connsiteY6504" fmla="*/ 1446834 h 5664927"/>
                <a:gd name="connsiteX6505" fmla="*/ 1848719 w 4006679"/>
                <a:gd name="connsiteY6505" fmla="*/ 1455787 h 5664927"/>
                <a:gd name="connsiteX6506" fmla="*/ 1859164 w 4006679"/>
                <a:gd name="connsiteY6506" fmla="*/ 1451311 h 5664927"/>
                <a:gd name="connsiteX6507" fmla="*/ 1914372 w 4006679"/>
                <a:gd name="connsiteY6507" fmla="*/ 1378198 h 5664927"/>
                <a:gd name="connsiteX6508" fmla="*/ 1917356 w 4006679"/>
                <a:gd name="connsiteY6508" fmla="*/ 1364769 h 5664927"/>
                <a:gd name="connsiteX6509" fmla="*/ 1908403 w 4006679"/>
                <a:gd name="connsiteY6509" fmla="*/ 1351340 h 5664927"/>
                <a:gd name="connsiteX6510" fmla="*/ 816182 w 4006679"/>
                <a:gd name="connsiteY6510" fmla="*/ 1260321 h 5664927"/>
                <a:gd name="connsiteX6511" fmla="*/ 805737 w 4006679"/>
                <a:gd name="connsiteY6511" fmla="*/ 1294640 h 5664927"/>
                <a:gd name="connsiteX6512" fmla="*/ 843040 w 4006679"/>
                <a:gd name="connsiteY6512" fmla="*/ 1287179 h 5664927"/>
                <a:gd name="connsiteX6513" fmla="*/ 816182 w 4006679"/>
                <a:gd name="connsiteY6513" fmla="*/ 1260321 h 5664927"/>
                <a:gd name="connsiteX6514" fmla="*/ 1171303 w 4006679"/>
                <a:gd name="connsiteY6514" fmla="*/ 1275242 h 5664927"/>
                <a:gd name="connsiteX6515" fmla="*/ 1139969 w 4006679"/>
                <a:gd name="connsiteY6515" fmla="*/ 1278227 h 5664927"/>
                <a:gd name="connsiteX6516" fmla="*/ 1166827 w 4006679"/>
                <a:gd name="connsiteY6516" fmla="*/ 1343879 h 5664927"/>
                <a:gd name="connsiteX6517" fmla="*/ 1186224 w 4006679"/>
                <a:gd name="connsiteY6517" fmla="*/ 1372229 h 5664927"/>
                <a:gd name="connsiteX6518" fmla="*/ 1211590 w 4006679"/>
                <a:gd name="connsiteY6518" fmla="*/ 1367753 h 5664927"/>
                <a:gd name="connsiteX6519" fmla="*/ 1186224 w 4006679"/>
                <a:gd name="connsiteY6519" fmla="*/ 1311053 h 5664927"/>
                <a:gd name="connsiteX6520" fmla="*/ 1171303 w 4006679"/>
                <a:gd name="connsiteY6520" fmla="*/ 1275242 h 5664927"/>
                <a:gd name="connsiteX6521" fmla="*/ 682079 w 4006679"/>
                <a:gd name="connsiteY6521" fmla="*/ 1233090 h 5664927"/>
                <a:gd name="connsiteX6522" fmla="*/ 653542 w 4006679"/>
                <a:gd name="connsiteY6522" fmla="*/ 1239432 h 5664927"/>
                <a:gd name="connsiteX6523" fmla="*/ 707258 w 4006679"/>
                <a:gd name="connsiteY6523" fmla="*/ 1303592 h 5664927"/>
                <a:gd name="connsiteX6524" fmla="*/ 778879 w 4006679"/>
                <a:gd name="connsiteY6524" fmla="*/ 1312545 h 5664927"/>
                <a:gd name="connsiteX6525" fmla="*/ 801261 w 4006679"/>
                <a:gd name="connsiteY6525" fmla="*/ 1279719 h 5664927"/>
                <a:gd name="connsiteX6526" fmla="*/ 722179 w 4006679"/>
                <a:gd name="connsiteY6526" fmla="*/ 1245400 h 5664927"/>
                <a:gd name="connsiteX6527" fmla="*/ 707258 w 4006679"/>
                <a:gd name="connsiteY6527" fmla="*/ 1237940 h 5664927"/>
                <a:gd name="connsiteX6528" fmla="*/ 682079 w 4006679"/>
                <a:gd name="connsiteY6528" fmla="*/ 1233090 h 5664927"/>
                <a:gd name="connsiteX6529" fmla="*/ 1771689 w 4006679"/>
                <a:gd name="connsiteY6529" fmla="*/ 1320379 h 5664927"/>
                <a:gd name="connsiteX6530" fmla="*/ 1757701 w 4006679"/>
                <a:gd name="connsiteY6530" fmla="*/ 1321498 h 5664927"/>
                <a:gd name="connsiteX6531" fmla="*/ 1751732 w 4006679"/>
                <a:gd name="connsiteY6531" fmla="*/ 1345371 h 5664927"/>
                <a:gd name="connsiteX6532" fmla="*/ 1772622 w 4006679"/>
                <a:gd name="connsiteY6532" fmla="*/ 1355816 h 5664927"/>
                <a:gd name="connsiteX6533" fmla="*/ 1784558 w 4006679"/>
                <a:gd name="connsiteY6533" fmla="*/ 1330450 h 5664927"/>
                <a:gd name="connsiteX6534" fmla="*/ 1771689 w 4006679"/>
                <a:gd name="connsiteY6534" fmla="*/ 1320379 h 5664927"/>
                <a:gd name="connsiteX6535" fmla="*/ 883700 w 4006679"/>
                <a:gd name="connsiteY6535" fmla="*/ 1245587 h 5664927"/>
                <a:gd name="connsiteX6536" fmla="*/ 868405 w 4006679"/>
                <a:gd name="connsiteY6536" fmla="*/ 1245400 h 5664927"/>
                <a:gd name="connsiteX6537" fmla="*/ 854977 w 4006679"/>
                <a:gd name="connsiteY6537" fmla="*/ 1269274 h 5664927"/>
                <a:gd name="connsiteX6538" fmla="*/ 846024 w 4006679"/>
                <a:gd name="connsiteY6538" fmla="*/ 1309561 h 5664927"/>
                <a:gd name="connsiteX6539" fmla="*/ 841548 w 4006679"/>
                <a:gd name="connsiteY6539" fmla="*/ 1328958 h 5664927"/>
                <a:gd name="connsiteX6540" fmla="*/ 854977 w 4006679"/>
                <a:gd name="connsiteY6540" fmla="*/ 1346863 h 5664927"/>
                <a:gd name="connsiteX6541" fmla="*/ 901232 w 4006679"/>
                <a:gd name="connsiteY6541" fmla="*/ 1340895 h 5664927"/>
                <a:gd name="connsiteX6542" fmla="*/ 913169 w 4006679"/>
                <a:gd name="connsiteY6542" fmla="*/ 1328958 h 5664927"/>
                <a:gd name="connsiteX6543" fmla="*/ 856469 w 4006679"/>
                <a:gd name="connsiteY6543" fmla="*/ 1312545 h 5664927"/>
                <a:gd name="connsiteX6544" fmla="*/ 874374 w 4006679"/>
                <a:gd name="connsiteY6544" fmla="*/ 1306577 h 5664927"/>
                <a:gd name="connsiteX6545" fmla="*/ 908692 w 4006679"/>
                <a:gd name="connsiteY6545" fmla="*/ 1311053 h 5664927"/>
                <a:gd name="connsiteX6546" fmla="*/ 925106 w 4006679"/>
                <a:gd name="connsiteY6546" fmla="*/ 1303592 h 5664927"/>
                <a:gd name="connsiteX6547" fmla="*/ 904216 w 4006679"/>
                <a:gd name="connsiteY6547" fmla="*/ 1269274 h 5664927"/>
                <a:gd name="connsiteX6548" fmla="*/ 896756 w 4006679"/>
                <a:gd name="connsiteY6548" fmla="*/ 1255845 h 5664927"/>
                <a:gd name="connsiteX6549" fmla="*/ 883700 w 4006679"/>
                <a:gd name="connsiteY6549" fmla="*/ 1245587 h 5664927"/>
                <a:gd name="connsiteX6550" fmla="*/ 1072824 w 4006679"/>
                <a:gd name="connsiteY6550" fmla="*/ 1258829 h 5664927"/>
                <a:gd name="connsiteX6551" fmla="*/ 1048950 w 4006679"/>
                <a:gd name="connsiteY6551" fmla="*/ 1269274 h 5664927"/>
                <a:gd name="connsiteX6552" fmla="*/ 998219 w 4006679"/>
                <a:gd name="connsiteY6552" fmla="*/ 1318513 h 5664927"/>
                <a:gd name="connsiteX6553" fmla="*/ 1031045 w 4006679"/>
                <a:gd name="connsiteY6553" fmla="*/ 1312545 h 5664927"/>
                <a:gd name="connsiteX6554" fmla="*/ 1044474 w 4006679"/>
                <a:gd name="connsiteY6554" fmla="*/ 1315529 h 5664927"/>
                <a:gd name="connsiteX6555" fmla="*/ 1047458 w 4006679"/>
                <a:gd name="connsiteY6555" fmla="*/ 1324482 h 5664927"/>
                <a:gd name="connsiteX6556" fmla="*/ 1042982 w 4006679"/>
                <a:gd name="connsiteY6556" fmla="*/ 1328958 h 5664927"/>
                <a:gd name="connsiteX6557" fmla="*/ 995234 w 4006679"/>
                <a:gd name="connsiteY6557" fmla="*/ 1331942 h 5664927"/>
                <a:gd name="connsiteX6558" fmla="*/ 999711 w 4006679"/>
                <a:gd name="connsiteY6558" fmla="*/ 1354324 h 5664927"/>
                <a:gd name="connsiteX6559" fmla="*/ 1045966 w 4006679"/>
                <a:gd name="connsiteY6559" fmla="*/ 1378198 h 5664927"/>
                <a:gd name="connsiteX6560" fmla="*/ 1086253 w 4006679"/>
                <a:gd name="connsiteY6560" fmla="*/ 1343879 h 5664927"/>
                <a:gd name="connsiteX6561" fmla="*/ 1090729 w 4006679"/>
                <a:gd name="connsiteY6561" fmla="*/ 1287179 h 5664927"/>
                <a:gd name="connsiteX6562" fmla="*/ 1072824 w 4006679"/>
                <a:gd name="connsiteY6562" fmla="*/ 1258829 h 5664927"/>
                <a:gd name="connsiteX6563" fmla="*/ 2063582 w 4006679"/>
                <a:gd name="connsiteY6563" fmla="*/ 1339403 h 5664927"/>
                <a:gd name="connsiteX6564" fmla="*/ 2051645 w 4006679"/>
                <a:gd name="connsiteY6564" fmla="*/ 1346863 h 5664927"/>
                <a:gd name="connsiteX6565" fmla="*/ 2036724 w 4006679"/>
                <a:gd name="connsiteY6565" fmla="*/ 1348356 h 5664927"/>
                <a:gd name="connsiteX6566" fmla="*/ 1994945 w 4006679"/>
                <a:gd name="connsiteY6566" fmla="*/ 1379690 h 5664927"/>
                <a:gd name="connsiteX6567" fmla="*/ 1991961 w 4006679"/>
                <a:gd name="connsiteY6567" fmla="*/ 1379690 h 5664927"/>
                <a:gd name="connsiteX6568" fmla="*/ 1971071 w 4006679"/>
                <a:gd name="connsiteY6568" fmla="*/ 1388642 h 5664927"/>
                <a:gd name="connsiteX6569" fmla="*/ 1974056 w 4006679"/>
                <a:gd name="connsiteY6569" fmla="*/ 1418484 h 5664927"/>
                <a:gd name="connsiteX6570" fmla="*/ 2015835 w 4006679"/>
                <a:gd name="connsiteY6570" fmla="*/ 1437882 h 5664927"/>
                <a:gd name="connsiteX6571" fmla="*/ 2027771 w 4006679"/>
                <a:gd name="connsiteY6571" fmla="*/ 1421469 h 5664927"/>
                <a:gd name="connsiteX6572" fmla="*/ 2017327 w 4006679"/>
                <a:gd name="connsiteY6572" fmla="*/ 1408040 h 5664927"/>
                <a:gd name="connsiteX6573" fmla="*/ 2017327 w 4006679"/>
                <a:gd name="connsiteY6573" fmla="*/ 1400579 h 5664927"/>
                <a:gd name="connsiteX6574" fmla="*/ 2032248 w 4006679"/>
                <a:gd name="connsiteY6574" fmla="*/ 1409532 h 5664927"/>
                <a:gd name="connsiteX6575" fmla="*/ 2047169 w 4006679"/>
                <a:gd name="connsiteY6575" fmla="*/ 1364769 h 5664927"/>
                <a:gd name="connsiteX6576" fmla="*/ 2068058 w 4006679"/>
                <a:gd name="connsiteY6576" fmla="*/ 1416992 h 5664927"/>
                <a:gd name="connsiteX6577" fmla="*/ 2079995 w 4006679"/>
                <a:gd name="connsiteY6577" fmla="*/ 1379690 h 5664927"/>
                <a:gd name="connsiteX6578" fmla="*/ 2063582 w 4006679"/>
                <a:gd name="connsiteY6578" fmla="*/ 1339403 h 5664927"/>
                <a:gd name="connsiteX6579" fmla="*/ 1985620 w 4006679"/>
                <a:gd name="connsiteY6579" fmla="*/ 1328212 h 5664927"/>
                <a:gd name="connsiteX6580" fmla="*/ 1963611 w 4006679"/>
                <a:gd name="connsiteY6580" fmla="*/ 1336419 h 5664927"/>
                <a:gd name="connsiteX6581" fmla="*/ 1947198 w 4006679"/>
                <a:gd name="connsiteY6581" fmla="*/ 1357308 h 5664927"/>
                <a:gd name="connsiteX6582" fmla="*/ 1920340 w 4006679"/>
                <a:gd name="connsiteY6582" fmla="*/ 1408040 h 5664927"/>
                <a:gd name="connsiteX6583" fmla="*/ 1908403 w 4006679"/>
                <a:gd name="connsiteY6583" fmla="*/ 1466232 h 5664927"/>
                <a:gd name="connsiteX6584" fmla="*/ 1921832 w 4006679"/>
                <a:gd name="connsiteY6584" fmla="*/ 1482645 h 5664927"/>
                <a:gd name="connsiteX6585" fmla="*/ 1944214 w 4006679"/>
                <a:gd name="connsiteY6585" fmla="*/ 1428929 h 5664927"/>
                <a:gd name="connsiteX6586" fmla="*/ 1959135 w 4006679"/>
                <a:gd name="connsiteY6586" fmla="*/ 1419977 h 5664927"/>
                <a:gd name="connsiteX6587" fmla="*/ 1959135 w 4006679"/>
                <a:gd name="connsiteY6587" fmla="*/ 1393119 h 5664927"/>
                <a:gd name="connsiteX6588" fmla="*/ 1990469 w 4006679"/>
                <a:gd name="connsiteY6588" fmla="*/ 1363277 h 5664927"/>
                <a:gd name="connsiteX6589" fmla="*/ 2018819 w 4006679"/>
                <a:gd name="connsiteY6589" fmla="*/ 1364769 h 5664927"/>
                <a:gd name="connsiteX6590" fmla="*/ 2005390 w 4006679"/>
                <a:gd name="connsiteY6590" fmla="*/ 1342387 h 5664927"/>
                <a:gd name="connsiteX6591" fmla="*/ 1985620 w 4006679"/>
                <a:gd name="connsiteY6591" fmla="*/ 1328212 h 5664927"/>
                <a:gd name="connsiteX6592" fmla="*/ 1293656 w 4006679"/>
                <a:gd name="connsiteY6592" fmla="*/ 1270766 h 5664927"/>
                <a:gd name="connsiteX6593" fmla="*/ 1272766 w 4006679"/>
                <a:gd name="connsiteY6593" fmla="*/ 1300608 h 5664927"/>
                <a:gd name="connsiteX6594" fmla="*/ 1292164 w 4006679"/>
                <a:gd name="connsiteY6594" fmla="*/ 1317021 h 5664927"/>
                <a:gd name="connsiteX6595" fmla="*/ 1320514 w 4006679"/>
                <a:gd name="connsiteY6595" fmla="*/ 1299116 h 5664927"/>
                <a:gd name="connsiteX6596" fmla="*/ 1293656 w 4006679"/>
                <a:gd name="connsiteY6596" fmla="*/ 1270766 h 5664927"/>
                <a:gd name="connsiteX6597" fmla="*/ 546111 w 4006679"/>
                <a:gd name="connsiteY6597" fmla="*/ 1193177 h 5664927"/>
                <a:gd name="connsiteX6598" fmla="*/ 484934 w 4006679"/>
                <a:gd name="connsiteY6598" fmla="*/ 1205113 h 5664927"/>
                <a:gd name="connsiteX6599" fmla="*/ 461061 w 4006679"/>
                <a:gd name="connsiteY6599" fmla="*/ 1202129 h 5664927"/>
                <a:gd name="connsiteX6600" fmla="*/ 467029 w 4006679"/>
                <a:gd name="connsiteY6600" fmla="*/ 1230479 h 5664927"/>
                <a:gd name="connsiteX6601" fmla="*/ 484934 w 4006679"/>
                <a:gd name="connsiteY6601" fmla="*/ 1237940 h 5664927"/>
                <a:gd name="connsiteX6602" fmla="*/ 520745 w 4006679"/>
                <a:gd name="connsiteY6602" fmla="*/ 1237940 h 5664927"/>
                <a:gd name="connsiteX6603" fmla="*/ 571476 w 4006679"/>
                <a:gd name="connsiteY6603" fmla="*/ 1224511 h 5664927"/>
                <a:gd name="connsiteX6604" fmla="*/ 578937 w 4006679"/>
                <a:gd name="connsiteY6604" fmla="*/ 1212574 h 5664927"/>
                <a:gd name="connsiteX6605" fmla="*/ 569984 w 4006679"/>
                <a:gd name="connsiteY6605" fmla="*/ 1203621 h 5664927"/>
                <a:gd name="connsiteX6606" fmla="*/ 546111 w 4006679"/>
                <a:gd name="connsiteY6606" fmla="*/ 1193177 h 5664927"/>
                <a:gd name="connsiteX6607" fmla="*/ 2050153 w 4006679"/>
                <a:gd name="connsiteY6607" fmla="*/ 1300608 h 5664927"/>
                <a:gd name="connsiteX6608" fmla="*/ 2041201 w 4006679"/>
                <a:gd name="connsiteY6608" fmla="*/ 1309561 h 5664927"/>
                <a:gd name="connsiteX6609" fmla="*/ 2054629 w 4006679"/>
                <a:gd name="connsiteY6609" fmla="*/ 1324482 h 5664927"/>
                <a:gd name="connsiteX6610" fmla="*/ 2096408 w 4006679"/>
                <a:gd name="connsiteY6610" fmla="*/ 1352832 h 5664927"/>
                <a:gd name="connsiteX6611" fmla="*/ 2102377 w 4006679"/>
                <a:gd name="connsiteY6611" fmla="*/ 1357308 h 5664927"/>
                <a:gd name="connsiteX6612" fmla="*/ 2165045 w 4006679"/>
                <a:gd name="connsiteY6612" fmla="*/ 1369245 h 5664927"/>
                <a:gd name="connsiteX6613" fmla="*/ 2154601 w 4006679"/>
                <a:gd name="connsiteY6613" fmla="*/ 1334927 h 5664927"/>
                <a:gd name="connsiteX6614" fmla="*/ 2077011 w 4006679"/>
                <a:gd name="connsiteY6614" fmla="*/ 1303592 h 5664927"/>
                <a:gd name="connsiteX6615" fmla="*/ 2050153 w 4006679"/>
                <a:gd name="connsiteY6615" fmla="*/ 1300608 h 5664927"/>
                <a:gd name="connsiteX6616" fmla="*/ 1020227 w 4006679"/>
                <a:gd name="connsiteY6616" fmla="*/ 1215745 h 5664927"/>
                <a:gd name="connsiteX6617" fmla="*/ 1007171 w 4006679"/>
                <a:gd name="connsiteY6617" fmla="*/ 1218542 h 5664927"/>
                <a:gd name="connsiteX6618" fmla="*/ 950471 w 4006679"/>
                <a:gd name="connsiteY6618" fmla="*/ 1221527 h 5664927"/>
                <a:gd name="connsiteX6619" fmla="*/ 922121 w 4006679"/>
                <a:gd name="connsiteY6619" fmla="*/ 1214066 h 5664927"/>
                <a:gd name="connsiteX6620" fmla="*/ 902724 w 4006679"/>
                <a:gd name="connsiteY6620" fmla="*/ 1236448 h 5664927"/>
                <a:gd name="connsiteX6621" fmla="*/ 907200 w 4006679"/>
                <a:gd name="connsiteY6621" fmla="*/ 1248384 h 5664927"/>
                <a:gd name="connsiteX6622" fmla="*/ 937042 w 4006679"/>
                <a:gd name="connsiteY6622" fmla="*/ 1293148 h 5664927"/>
                <a:gd name="connsiteX6623" fmla="*/ 962408 w 4006679"/>
                <a:gd name="connsiteY6623" fmla="*/ 1267782 h 5664927"/>
                <a:gd name="connsiteX6624" fmla="*/ 966884 w 4006679"/>
                <a:gd name="connsiteY6624" fmla="*/ 1242416 h 5664927"/>
                <a:gd name="connsiteX6625" fmla="*/ 977329 w 4006679"/>
                <a:gd name="connsiteY6625" fmla="*/ 1267782 h 5664927"/>
                <a:gd name="connsiteX6626" fmla="*/ 1005679 w 4006679"/>
                <a:gd name="connsiteY6626" fmla="*/ 1255845 h 5664927"/>
                <a:gd name="connsiteX6627" fmla="*/ 977329 w 4006679"/>
                <a:gd name="connsiteY6627" fmla="*/ 1293148 h 5664927"/>
                <a:gd name="connsiteX6628" fmla="*/ 981805 w 4006679"/>
                <a:gd name="connsiteY6628" fmla="*/ 1299116 h 5664927"/>
                <a:gd name="connsiteX6629" fmla="*/ 998219 w 4006679"/>
                <a:gd name="connsiteY6629" fmla="*/ 1293148 h 5664927"/>
                <a:gd name="connsiteX6630" fmla="*/ 1034029 w 4006679"/>
                <a:gd name="connsiteY6630" fmla="*/ 1252861 h 5664927"/>
                <a:gd name="connsiteX6631" fmla="*/ 1031045 w 4006679"/>
                <a:gd name="connsiteY6631" fmla="*/ 1223019 h 5664927"/>
                <a:gd name="connsiteX6632" fmla="*/ 1020227 w 4006679"/>
                <a:gd name="connsiteY6632" fmla="*/ 1215745 h 5664927"/>
                <a:gd name="connsiteX6633" fmla="*/ 1227816 w 4006679"/>
                <a:gd name="connsiteY6633" fmla="*/ 1218542 h 5664927"/>
                <a:gd name="connsiteX6634" fmla="*/ 1220542 w 4006679"/>
                <a:gd name="connsiteY6634" fmla="*/ 1231971 h 5664927"/>
                <a:gd name="connsiteX6635" fmla="*/ 1202637 w 4006679"/>
                <a:gd name="connsiteY6635" fmla="*/ 1261813 h 5664927"/>
                <a:gd name="connsiteX6636" fmla="*/ 1187716 w 4006679"/>
                <a:gd name="connsiteY6636" fmla="*/ 1284195 h 5664927"/>
                <a:gd name="connsiteX6637" fmla="*/ 1213082 w 4006679"/>
                <a:gd name="connsiteY6637" fmla="*/ 1294640 h 5664927"/>
                <a:gd name="connsiteX6638" fmla="*/ 1216066 w 4006679"/>
                <a:gd name="connsiteY6638" fmla="*/ 1294640 h 5664927"/>
                <a:gd name="connsiteX6639" fmla="*/ 1230987 w 4006679"/>
                <a:gd name="connsiteY6639" fmla="*/ 1294640 h 5664927"/>
                <a:gd name="connsiteX6640" fmla="*/ 1269782 w 4006679"/>
                <a:gd name="connsiteY6640" fmla="*/ 1258829 h 5664927"/>
                <a:gd name="connsiteX6641" fmla="*/ 1250385 w 4006679"/>
                <a:gd name="connsiteY6641" fmla="*/ 1230479 h 5664927"/>
                <a:gd name="connsiteX6642" fmla="*/ 1242924 w 4006679"/>
                <a:gd name="connsiteY6642" fmla="*/ 1223019 h 5664927"/>
                <a:gd name="connsiteX6643" fmla="*/ 1227816 w 4006679"/>
                <a:gd name="connsiteY6643" fmla="*/ 1218542 h 5664927"/>
                <a:gd name="connsiteX6644" fmla="*/ 1363785 w 4006679"/>
                <a:gd name="connsiteY6644" fmla="*/ 1228987 h 5664927"/>
                <a:gd name="connsiteX6645" fmla="*/ 1332450 w 4006679"/>
                <a:gd name="connsiteY6645" fmla="*/ 1264798 h 5664927"/>
                <a:gd name="connsiteX6646" fmla="*/ 1371245 w 4006679"/>
                <a:gd name="connsiteY6646" fmla="*/ 1258829 h 5664927"/>
                <a:gd name="connsiteX6647" fmla="*/ 1338419 w 4006679"/>
                <a:gd name="connsiteY6647" fmla="*/ 1294640 h 5664927"/>
                <a:gd name="connsiteX6648" fmla="*/ 1383182 w 4006679"/>
                <a:gd name="connsiteY6648" fmla="*/ 1322990 h 5664927"/>
                <a:gd name="connsiteX6649" fmla="*/ 1413024 w 4006679"/>
                <a:gd name="connsiteY6649" fmla="*/ 1311053 h 5664927"/>
                <a:gd name="connsiteX6650" fmla="*/ 1411532 w 4006679"/>
                <a:gd name="connsiteY6650" fmla="*/ 1284195 h 5664927"/>
                <a:gd name="connsiteX6651" fmla="*/ 1390642 w 4006679"/>
                <a:gd name="connsiteY6651" fmla="*/ 1269274 h 5664927"/>
                <a:gd name="connsiteX6652" fmla="*/ 1392135 w 4006679"/>
                <a:gd name="connsiteY6652" fmla="*/ 1249877 h 5664927"/>
                <a:gd name="connsiteX6653" fmla="*/ 1363785 w 4006679"/>
                <a:gd name="connsiteY6653" fmla="*/ 1228987 h 5664927"/>
                <a:gd name="connsiteX6654" fmla="*/ 1724501 w 4006679"/>
                <a:gd name="connsiteY6654" fmla="*/ 1257524 h 5664927"/>
                <a:gd name="connsiteX6655" fmla="*/ 1711445 w 4006679"/>
                <a:gd name="connsiteY6655" fmla="*/ 1267782 h 5664927"/>
                <a:gd name="connsiteX6656" fmla="*/ 1675635 w 4006679"/>
                <a:gd name="connsiteY6656" fmla="*/ 1291655 h 5664927"/>
                <a:gd name="connsiteX6657" fmla="*/ 1668174 w 4006679"/>
                <a:gd name="connsiteY6657" fmla="*/ 1293148 h 5664927"/>
                <a:gd name="connsiteX6658" fmla="*/ 1650269 w 4006679"/>
                <a:gd name="connsiteY6658" fmla="*/ 1325974 h 5664927"/>
                <a:gd name="connsiteX6659" fmla="*/ 1674143 w 4006679"/>
                <a:gd name="connsiteY6659" fmla="*/ 1345371 h 5664927"/>
                <a:gd name="connsiteX6660" fmla="*/ 1727858 w 4006679"/>
                <a:gd name="connsiteY6660" fmla="*/ 1328958 h 5664927"/>
                <a:gd name="connsiteX6661" fmla="*/ 1726366 w 4006679"/>
                <a:gd name="connsiteY6661" fmla="*/ 1311053 h 5664927"/>
                <a:gd name="connsiteX6662" fmla="*/ 1705477 w 4006679"/>
                <a:gd name="connsiteY6662" fmla="*/ 1314037 h 5664927"/>
                <a:gd name="connsiteX6663" fmla="*/ 1757701 w 4006679"/>
                <a:gd name="connsiteY6663" fmla="*/ 1294640 h 5664927"/>
                <a:gd name="connsiteX6664" fmla="*/ 1747256 w 4006679"/>
                <a:gd name="connsiteY6664" fmla="*/ 1276734 h 5664927"/>
                <a:gd name="connsiteX6665" fmla="*/ 1739795 w 4006679"/>
                <a:gd name="connsiteY6665" fmla="*/ 1266290 h 5664927"/>
                <a:gd name="connsiteX6666" fmla="*/ 1724501 w 4006679"/>
                <a:gd name="connsiteY6666" fmla="*/ 1257524 h 5664927"/>
                <a:gd name="connsiteX6667" fmla="*/ 1859164 w 4006679"/>
                <a:gd name="connsiteY6667" fmla="*/ 1263306 h 5664927"/>
                <a:gd name="connsiteX6668" fmla="*/ 1847227 w 4006679"/>
                <a:gd name="connsiteY6668" fmla="*/ 1282703 h 5664927"/>
                <a:gd name="connsiteX6669" fmla="*/ 1826337 w 4006679"/>
                <a:gd name="connsiteY6669" fmla="*/ 1293148 h 5664927"/>
                <a:gd name="connsiteX6670" fmla="*/ 1800971 w 4006679"/>
                <a:gd name="connsiteY6670" fmla="*/ 1317021 h 5664927"/>
                <a:gd name="connsiteX6671" fmla="*/ 1859164 w 4006679"/>
                <a:gd name="connsiteY6671" fmla="*/ 1342387 h 5664927"/>
                <a:gd name="connsiteX6672" fmla="*/ 1803956 w 4006679"/>
                <a:gd name="connsiteY6672" fmla="*/ 1337911 h 5664927"/>
                <a:gd name="connsiteX6673" fmla="*/ 1802464 w 4006679"/>
                <a:gd name="connsiteY6673" fmla="*/ 1343879 h 5664927"/>
                <a:gd name="connsiteX6674" fmla="*/ 1853195 w 4006679"/>
                <a:gd name="connsiteY6674" fmla="*/ 1367753 h 5664927"/>
                <a:gd name="connsiteX6675" fmla="*/ 1877069 w 4006679"/>
                <a:gd name="connsiteY6675" fmla="*/ 1336419 h 5664927"/>
                <a:gd name="connsiteX6676" fmla="*/ 1872593 w 4006679"/>
                <a:gd name="connsiteY6676" fmla="*/ 1297624 h 5664927"/>
                <a:gd name="connsiteX6677" fmla="*/ 1859164 w 4006679"/>
                <a:gd name="connsiteY6677" fmla="*/ 1263306 h 5664927"/>
                <a:gd name="connsiteX6678" fmla="*/ 999711 w 4006679"/>
                <a:gd name="connsiteY6678" fmla="*/ 1184224 h 5664927"/>
                <a:gd name="connsiteX6679" fmla="*/ 993742 w 4006679"/>
                <a:gd name="connsiteY6679" fmla="*/ 1196161 h 5664927"/>
                <a:gd name="connsiteX6680" fmla="*/ 1002695 w 4006679"/>
                <a:gd name="connsiteY6680" fmla="*/ 1202129 h 5664927"/>
                <a:gd name="connsiteX6681" fmla="*/ 1013140 w 4006679"/>
                <a:gd name="connsiteY6681" fmla="*/ 1200637 h 5664927"/>
                <a:gd name="connsiteX6682" fmla="*/ 1047458 w 4006679"/>
                <a:gd name="connsiteY6682" fmla="*/ 1224511 h 5664927"/>
                <a:gd name="connsiteX6683" fmla="*/ 1050442 w 4006679"/>
                <a:gd name="connsiteY6683" fmla="*/ 1237940 h 5664927"/>
                <a:gd name="connsiteX6684" fmla="*/ 1104158 w 4006679"/>
                <a:gd name="connsiteY6684" fmla="*/ 1297624 h 5664927"/>
                <a:gd name="connsiteX6685" fmla="*/ 1108634 w 4006679"/>
                <a:gd name="connsiteY6685" fmla="*/ 1299116 h 5664927"/>
                <a:gd name="connsiteX6686" fmla="*/ 1114603 w 4006679"/>
                <a:gd name="connsiteY6686" fmla="*/ 1266290 h 5664927"/>
                <a:gd name="connsiteX6687" fmla="*/ 1090729 w 4006679"/>
                <a:gd name="connsiteY6687" fmla="*/ 1215558 h 5664927"/>
                <a:gd name="connsiteX6688" fmla="*/ 1042982 w 4006679"/>
                <a:gd name="connsiteY6688" fmla="*/ 1188700 h 5664927"/>
                <a:gd name="connsiteX6689" fmla="*/ 999711 w 4006679"/>
                <a:gd name="connsiteY6689" fmla="*/ 1184224 h 5664927"/>
                <a:gd name="connsiteX6690" fmla="*/ 916899 w 4006679"/>
                <a:gd name="connsiteY6690" fmla="*/ 1175108 h 5664927"/>
                <a:gd name="connsiteX6691" fmla="*/ 901232 w 4006679"/>
                <a:gd name="connsiteY6691" fmla="*/ 1181240 h 5664927"/>
                <a:gd name="connsiteX6692" fmla="*/ 893771 w 4006679"/>
                <a:gd name="connsiteY6692" fmla="*/ 1187208 h 5664927"/>
                <a:gd name="connsiteX6693" fmla="*/ 835579 w 4006679"/>
                <a:gd name="connsiteY6693" fmla="*/ 1214066 h 5664927"/>
                <a:gd name="connsiteX6694" fmla="*/ 822150 w 4006679"/>
                <a:gd name="connsiteY6694" fmla="*/ 1248384 h 5664927"/>
                <a:gd name="connsiteX6695" fmla="*/ 837071 w 4006679"/>
                <a:gd name="connsiteY6695" fmla="*/ 1261813 h 5664927"/>
                <a:gd name="connsiteX6696" fmla="*/ 857961 w 4006679"/>
                <a:gd name="connsiteY6696" fmla="*/ 1234956 h 5664927"/>
                <a:gd name="connsiteX6697" fmla="*/ 889295 w 4006679"/>
                <a:gd name="connsiteY6697" fmla="*/ 1228987 h 5664927"/>
                <a:gd name="connsiteX6698" fmla="*/ 892279 w 4006679"/>
                <a:gd name="connsiteY6698" fmla="*/ 1223019 h 5664927"/>
                <a:gd name="connsiteX6699" fmla="*/ 928090 w 4006679"/>
                <a:gd name="connsiteY6699" fmla="*/ 1200637 h 5664927"/>
                <a:gd name="connsiteX6700" fmla="*/ 950471 w 4006679"/>
                <a:gd name="connsiteY6700" fmla="*/ 1205113 h 5664927"/>
                <a:gd name="connsiteX6701" fmla="*/ 916899 w 4006679"/>
                <a:gd name="connsiteY6701" fmla="*/ 1175108 h 5664927"/>
                <a:gd name="connsiteX6702" fmla="*/ 1322006 w 4006679"/>
                <a:gd name="connsiteY6702" fmla="*/ 1179748 h 5664927"/>
                <a:gd name="connsiteX6703" fmla="*/ 1272766 w 4006679"/>
                <a:gd name="connsiteY6703" fmla="*/ 1176763 h 5664927"/>
                <a:gd name="connsiteX6704" fmla="*/ 1254861 w 4006679"/>
                <a:gd name="connsiteY6704" fmla="*/ 1185716 h 5664927"/>
                <a:gd name="connsiteX6705" fmla="*/ 1256353 w 4006679"/>
                <a:gd name="connsiteY6705" fmla="*/ 1208098 h 5664927"/>
                <a:gd name="connsiteX6706" fmla="*/ 1284703 w 4006679"/>
                <a:gd name="connsiteY6706" fmla="*/ 1240924 h 5664927"/>
                <a:gd name="connsiteX6707" fmla="*/ 1299624 w 4006679"/>
                <a:gd name="connsiteY6707" fmla="*/ 1200637 h 5664927"/>
                <a:gd name="connsiteX6708" fmla="*/ 1299624 w 4006679"/>
                <a:gd name="connsiteY6708" fmla="*/ 1236448 h 5664927"/>
                <a:gd name="connsiteX6709" fmla="*/ 1307085 w 4006679"/>
                <a:gd name="connsiteY6709" fmla="*/ 1249877 h 5664927"/>
                <a:gd name="connsiteX6710" fmla="*/ 1322006 w 4006679"/>
                <a:gd name="connsiteY6710" fmla="*/ 1245400 h 5664927"/>
                <a:gd name="connsiteX6711" fmla="*/ 1342895 w 4006679"/>
                <a:gd name="connsiteY6711" fmla="*/ 1212574 h 5664927"/>
                <a:gd name="connsiteX6712" fmla="*/ 1322006 w 4006679"/>
                <a:gd name="connsiteY6712" fmla="*/ 1179748 h 5664927"/>
                <a:gd name="connsiteX6713" fmla="*/ 509368 w 4006679"/>
                <a:gd name="connsiteY6713" fmla="*/ 1107567 h 5664927"/>
                <a:gd name="connsiteX6714" fmla="*/ 499855 w 4006679"/>
                <a:gd name="connsiteY6714" fmla="*/ 1115587 h 5664927"/>
                <a:gd name="connsiteX6715" fmla="*/ 475982 w 4006679"/>
                <a:gd name="connsiteY6715" fmla="*/ 1123048 h 5664927"/>
                <a:gd name="connsiteX6716" fmla="*/ 459569 w 4006679"/>
                <a:gd name="connsiteY6716" fmla="*/ 1157366 h 5664927"/>
                <a:gd name="connsiteX6717" fmla="*/ 498363 w 4006679"/>
                <a:gd name="connsiteY6717" fmla="*/ 1199145 h 5664927"/>
                <a:gd name="connsiteX6718" fmla="*/ 532682 w 4006679"/>
                <a:gd name="connsiteY6718" fmla="*/ 1179748 h 5664927"/>
                <a:gd name="connsiteX6719" fmla="*/ 517761 w 4006679"/>
                <a:gd name="connsiteY6719" fmla="*/ 1114095 h 5664927"/>
                <a:gd name="connsiteX6720" fmla="*/ 509368 w 4006679"/>
                <a:gd name="connsiteY6720" fmla="*/ 1107567 h 5664927"/>
                <a:gd name="connsiteX6721" fmla="*/ 1759939 w 4006679"/>
                <a:gd name="connsiteY6721" fmla="*/ 1206792 h 5664927"/>
                <a:gd name="connsiteX6722" fmla="*/ 1747256 w 4006679"/>
                <a:gd name="connsiteY6722" fmla="*/ 1224511 h 5664927"/>
                <a:gd name="connsiteX6723" fmla="*/ 1774114 w 4006679"/>
                <a:gd name="connsiteY6723" fmla="*/ 1285687 h 5664927"/>
                <a:gd name="connsiteX6724" fmla="*/ 1799479 w 4006679"/>
                <a:gd name="connsiteY6724" fmla="*/ 1234956 h 5664927"/>
                <a:gd name="connsiteX6725" fmla="*/ 1780082 w 4006679"/>
                <a:gd name="connsiteY6725" fmla="*/ 1303592 h 5664927"/>
                <a:gd name="connsiteX6726" fmla="*/ 1796495 w 4006679"/>
                <a:gd name="connsiteY6726" fmla="*/ 1302100 h 5664927"/>
                <a:gd name="connsiteX6727" fmla="*/ 1827829 w 4006679"/>
                <a:gd name="connsiteY6727" fmla="*/ 1272258 h 5664927"/>
                <a:gd name="connsiteX6728" fmla="*/ 1842750 w 4006679"/>
                <a:gd name="connsiteY6728" fmla="*/ 1237940 h 5664927"/>
                <a:gd name="connsiteX6729" fmla="*/ 1811416 w 4006679"/>
                <a:gd name="connsiteY6729" fmla="*/ 1223019 h 5664927"/>
                <a:gd name="connsiteX6730" fmla="*/ 1781574 w 4006679"/>
                <a:gd name="connsiteY6730" fmla="*/ 1212574 h 5664927"/>
                <a:gd name="connsiteX6731" fmla="*/ 1759939 w 4006679"/>
                <a:gd name="connsiteY6731" fmla="*/ 1206792 h 5664927"/>
                <a:gd name="connsiteX6732" fmla="*/ 556462 w 4006679"/>
                <a:gd name="connsiteY6732" fmla="*/ 1108500 h 5664927"/>
                <a:gd name="connsiteX6733" fmla="*/ 535666 w 4006679"/>
                <a:gd name="connsiteY6733" fmla="*/ 1111111 h 5664927"/>
                <a:gd name="connsiteX6734" fmla="*/ 544619 w 4006679"/>
                <a:gd name="connsiteY6734" fmla="*/ 1158858 h 5664927"/>
                <a:gd name="connsiteX6735" fmla="*/ 564016 w 4006679"/>
                <a:gd name="connsiteY6735" fmla="*/ 1182732 h 5664927"/>
                <a:gd name="connsiteX6736" fmla="*/ 584905 w 4006679"/>
                <a:gd name="connsiteY6736" fmla="*/ 1170795 h 5664927"/>
                <a:gd name="connsiteX6737" fmla="*/ 599826 w 4006679"/>
                <a:gd name="connsiteY6737" fmla="*/ 1158858 h 5664927"/>
                <a:gd name="connsiteX6738" fmla="*/ 617732 w 4006679"/>
                <a:gd name="connsiteY6738" fmla="*/ 1118571 h 5664927"/>
                <a:gd name="connsiteX6739" fmla="*/ 556462 w 4006679"/>
                <a:gd name="connsiteY6739" fmla="*/ 1108500 h 5664927"/>
                <a:gd name="connsiteX6740" fmla="*/ 399884 w 4006679"/>
                <a:gd name="connsiteY6740" fmla="*/ 1085745 h 5664927"/>
                <a:gd name="connsiteX6741" fmla="*/ 393916 w 4006679"/>
                <a:gd name="connsiteY6741" fmla="*/ 1114095 h 5664927"/>
                <a:gd name="connsiteX6742" fmla="*/ 404361 w 4006679"/>
                <a:gd name="connsiteY6742" fmla="*/ 1154382 h 5664927"/>
                <a:gd name="connsiteX6743" fmla="*/ 420774 w 4006679"/>
                <a:gd name="connsiteY6743" fmla="*/ 1187208 h 5664927"/>
                <a:gd name="connsiteX6744" fmla="*/ 443155 w 4006679"/>
                <a:gd name="connsiteY6744" fmla="*/ 1187208 h 5664927"/>
                <a:gd name="connsiteX6745" fmla="*/ 452108 w 4006679"/>
                <a:gd name="connsiteY6745" fmla="*/ 1166319 h 5664927"/>
                <a:gd name="connsiteX6746" fmla="*/ 443155 w 4006679"/>
                <a:gd name="connsiteY6746" fmla="*/ 1142445 h 5664927"/>
                <a:gd name="connsiteX6747" fmla="*/ 399884 w 4006679"/>
                <a:gd name="connsiteY6747" fmla="*/ 1085745 h 5664927"/>
                <a:gd name="connsiteX6748" fmla="*/ 655034 w 4006679"/>
                <a:gd name="connsiteY6748" fmla="*/ 1088729 h 5664927"/>
                <a:gd name="connsiteX6749" fmla="*/ 635637 w 4006679"/>
                <a:gd name="connsiteY6749" fmla="*/ 1120063 h 5664927"/>
                <a:gd name="connsiteX6750" fmla="*/ 613255 w 4006679"/>
                <a:gd name="connsiteY6750" fmla="*/ 1167811 h 5664927"/>
                <a:gd name="connsiteX6751" fmla="*/ 632653 w 4006679"/>
                <a:gd name="connsiteY6751" fmla="*/ 1167811 h 5664927"/>
                <a:gd name="connsiteX6752" fmla="*/ 661003 w 4006679"/>
                <a:gd name="connsiteY6752" fmla="*/ 1124540 h 5664927"/>
                <a:gd name="connsiteX6753" fmla="*/ 669955 w 4006679"/>
                <a:gd name="connsiteY6753" fmla="*/ 1106634 h 5664927"/>
                <a:gd name="connsiteX6754" fmla="*/ 655034 w 4006679"/>
                <a:gd name="connsiteY6754" fmla="*/ 1088729 h 5664927"/>
                <a:gd name="connsiteX6755" fmla="*/ 1854687 w 4006679"/>
                <a:gd name="connsiteY6755" fmla="*/ 1181240 h 5664927"/>
                <a:gd name="connsiteX6756" fmla="*/ 1829321 w 4006679"/>
                <a:gd name="connsiteY6756" fmla="*/ 1202129 h 5664927"/>
                <a:gd name="connsiteX6757" fmla="*/ 1856179 w 4006679"/>
                <a:gd name="connsiteY6757" fmla="*/ 1231971 h 5664927"/>
                <a:gd name="connsiteX6758" fmla="*/ 1871100 w 4006679"/>
                <a:gd name="connsiteY6758" fmla="*/ 1249877 h 5664927"/>
                <a:gd name="connsiteX6759" fmla="*/ 1886021 w 4006679"/>
                <a:gd name="connsiteY6759" fmla="*/ 1296132 h 5664927"/>
                <a:gd name="connsiteX6760" fmla="*/ 1884529 w 4006679"/>
                <a:gd name="connsiteY6760" fmla="*/ 1305084 h 5664927"/>
                <a:gd name="connsiteX6761" fmla="*/ 1920340 w 4006679"/>
                <a:gd name="connsiteY6761" fmla="*/ 1267782 h 5664927"/>
                <a:gd name="connsiteX6762" fmla="*/ 1884529 w 4006679"/>
                <a:gd name="connsiteY6762" fmla="*/ 1211082 h 5664927"/>
                <a:gd name="connsiteX6763" fmla="*/ 1854687 w 4006679"/>
                <a:gd name="connsiteY6763" fmla="*/ 1181240 h 5664927"/>
                <a:gd name="connsiteX6764" fmla="*/ 1356324 w 4006679"/>
                <a:gd name="connsiteY6764" fmla="*/ 1137969 h 5664927"/>
                <a:gd name="connsiteX6765" fmla="*/ 1333942 w 4006679"/>
                <a:gd name="connsiteY6765" fmla="*/ 1161842 h 5664927"/>
                <a:gd name="connsiteX6766" fmla="*/ 1362292 w 4006679"/>
                <a:gd name="connsiteY6766" fmla="*/ 1209590 h 5664927"/>
                <a:gd name="connsiteX6767" fmla="*/ 1407056 w 4006679"/>
                <a:gd name="connsiteY6767" fmla="*/ 1248384 h 5664927"/>
                <a:gd name="connsiteX6768" fmla="*/ 1420485 w 4006679"/>
                <a:gd name="connsiteY6768" fmla="*/ 1257337 h 5664927"/>
                <a:gd name="connsiteX6769" fmla="*/ 1432421 w 4006679"/>
                <a:gd name="connsiteY6769" fmla="*/ 1248384 h 5664927"/>
                <a:gd name="connsiteX6770" fmla="*/ 1416008 w 4006679"/>
                <a:gd name="connsiteY6770" fmla="*/ 1188700 h 5664927"/>
                <a:gd name="connsiteX6771" fmla="*/ 1381690 w 4006679"/>
                <a:gd name="connsiteY6771" fmla="*/ 1149905 h 5664927"/>
                <a:gd name="connsiteX6772" fmla="*/ 1356324 w 4006679"/>
                <a:gd name="connsiteY6772" fmla="*/ 1137969 h 5664927"/>
                <a:gd name="connsiteX6773" fmla="*/ 1762247 w 4006679"/>
                <a:gd name="connsiteY6773" fmla="*/ 1167648 h 5664927"/>
                <a:gd name="connsiteX6774" fmla="*/ 1750240 w 4006679"/>
                <a:gd name="connsiteY6774" fmla="*/ 1175271 h 5664927"/>
                <a:gd name="connsiteX6775" fmla="*/ 1686079 w 4006679"/>
                <a:gd name="connsiteY6775" fmla="*/ 1208098 h 5664927"/>
                <a:gd name="connsiteX6776" fmla="*/ 1663698 w 4006679"/>
                <a:gd name="connsiteY6776" fmla="*/ 1240924 h 5664927"/>
                <a:gd name="connsiteX6777" fmla="*/ 1689064 w 4006679"/>
                <a:gd name="connsiteY6777" fmla="*/ 1269274 h 5664927"/>
                <a:gd name="connsiteX6778" fmla="*/ 1732335 w 4006679"/>
                <a:gd name="connsiteY6778" fmla="*/ 1228987 h 5664927"/>
                <a:gd name="connsiteX6779" fmla="*/ 1793511 w 4006679"/>
                <a:gd name="connsiteY6779" fmla="*/ 1197653 h 5664927"/>
                <a:gd name="connsiteX6780" fmla="*/ 1762247 w 4006679"/>
                <a:gd name="connsiteY6780" fmla="*/ 1167648 h 5664927"/>
                <a:gd name="connsiteX6781" fmla="*/ 1257472 w 4006679"/>
                <a:gd name="connsiteY6781" fmla="*/ 1121369 h 5664927"/>
                <a:gd name="connsiteX6782" fmla="*/ 1241432 w 4006679"/>
                <a:gd name="connsiteY6782" fmla="*/ 1129016 h 5664927"/>
                <a:gd name="connsiteX6783" fmla="*/ 1230987 w 4006679"/>
                <a:gd name="connsiteY6783" fmla="*/ 1139461 h 5664927"/>
                <a:gd name="connsiteX6784" fmla="*/ 1174287 w 4006679"/>
                <a:gd name="connsiteY6784" fmla="*/ 1197653 h 5664927"/>
                <a:gd name="connsiteX6785" fmla="*/ 1207113 w 4006679"/>
                <a:gd name="connsiteY6785" fmla="*/ 1230479 h 5664927"/>
                <a:gd name="connsiteX6786" fmla="*/ 1235463 w 4006679"/>
                <a:gd name="connsiteY6786" fmla="*/ 1199145 h 5664927"/>
                <a:gd name="connsiteX6787" fmla="*/ 1253369 w 4006679"/>
                <a:gd name="connsiteY6787" fmla="*/ 1167811 h 5664927"/>
                <a:gd name="connsiteX6788" fmla="*/ 1287687 w 4006679"/>
                <a:gd name="connsiteY6788" fmla="*/ 1157366 h 5664927"/>
                <a:gd name="connsiteX6789" fmla="*/ 1271274 w 4006679"/>
                <a:gd name="connsiteY6789" fmla="*/ 1130508 h 5664927"/>
                <a:gd name="connsiteX6790" fmla="*/ 1257472 w 4006679"/>
                <a:gd name="connsiteY6790" fmla="*/ 1121369 h 5664927"/>
                <a:gd name="connsiteX6791" fmla="*/ 1792019 w 4006679"/>
                <a:gd name="connsiteY6791" fmla="*/ 1155874 h 5664927"/>
                <a:gd name="connsiteX6792" fmla="*/ 1814400 w 4006679"/>
                <a:gd name="connsiteY6792" fmla="*/ 1203621 h 5664927"/>
                <a:gd name="connsiteX6793" fmla="*/ 1792019 w 4006679"/>
                <a:gd name="connsiteY6793" fmla="*/ 1155874 h 5664927"/>
                <a:gd name="connsiteX6794" fmla="*/ 528205 w 4006679"/>
                <a:gd name="connsiteY6794" fmla="*/ 1048442 h 5664927"/>
                <a:gd name="connsiteX6795" fmla="*/ 514776 w 4006679"/>
                <a:gd name="connsiteY6795" fmla="*/ 1054411 h 5664927"/>
                <a:gd name="connsiteX6796" fmla="*/ 504332 w 4006679"/>
                <a:gd name="connsiteY6796" fmla="*/ 1087237 h 5664927"/>
                <a:gd name="connsiteX6797" fmla="*/ 537158 w 4006679"/>
                <a:gd name="connsiteY6797" fmla="*/ 1097682 h 5664927"/>
                <a:gd name="connsiteX6798" fmla="*/ 546111 w 4006679"/>
                <a:gd name="connsiteY6798" fmla="*/ 1075300 h 5664927"/>
                <a:gd name="connsiteX6799" fmla="*/ 528205 w 4006679"/>
                <a:gd name="connsiteY6799" fmla="*/ 1048442 h 5664927"/>
                <a:gd name="connsiteX6800" fmla="*/ 452108 w 4006679"/>
                <a:gd name="connsiteY6800" fmla="*/ 1020092 h 5664927"/>
                <a:gd name="connsiteX6801" fmla="*/ 419282 w 4006679"/>
                <a:gd name="connsiteY6801" fmla="*/ 1035013 h 5664927"/>
                <a:gd name="connsiteX6802" fmla="*/ 410329 w 4006679"/>
                <a:gd name="connsiteY6802" fmla="*/ 1076792 h 5664927"/>
                <a:gd name="connsiteX6803" fmla="*/ 419282 w 4006679"/>
                <a:gd name="connsiteY6803" fmla="*/ 1115587 h 5664927"/>
                <a:gd name="connsiteX6804" fmla="*/ 443155 w 4006679"/>
                <a:gd name="connsiteY6804" fmla="*/ 1127524 h 5664927"/>
                <a:gd name="connsiteX6805" fmla="*/ 484934 w 4006679"/>
                <a:gd name="connsiteY6805" fmla="*/ 1100666 h 5664927"/>
                <a:gd name="connsiteX6806" fmla="*/ 486426 w 4006679"/>
                <a:gd name="connsiteY6806" fmla="*/ 1072316 h 5664927"/>
                <a:gd name="connsiteX6807" fmla="*/ 489411 w 4006679"/>
                <a:gd name="connsiteY6807" fmla="*/ 1037997 h 5664927"/>
                <a:gd name="connsiteX6808" fmla="*/ 456584 w 4006679"/>
                <a:gd name="connsiteY6808" fmla="*/ 1023076 h 5664927"/>
                <a:gd name="connsiteX6809" fmla="*/ 452108 w 4006679"/>
                <a:gd name="connsiteY6809" fmla="*/ 1020092 h 5664927"/>
                <a:gd name="connsiteX6810" fmla="*/ 617732 w 4006679"/>
                <a:gd name="connsiteY6810" fmla="*/ 1024569 h 5664927"/>
                <a:gd name="connsiteX6811" fmla="*/ 567000 w 4006679"/>
                <a:gd name="connsiteY6811" fmla="*/ 1093205 h 5664927"/>
                <a:gd name="connsiteX6812" fmla="*/ 637129 w 4006679"/>
                <a:gd name="connsiteY6812" fmla="*/ 1096190 h 5664927"/>
                <a:gd name="connsiteX6813" fmla="*/ 617732 w 4006679"/>
                <a:gd name="connsiteY6813" fmla="*/ 1024569 h 5664927"/>
                <a:gd name="connsiteX6814" fmla="*/ 2041201 w 4006679"/>
                <a:gd name="connsiteY6814" fmla="*/ 1132000 h 5664927"/>
                <a:gd name="connsiteX6815" fmla="*/ 2002406 w 4006679"/>
                <a:gd name="connsiteY6815" fmla="*/ 1134984 h 5664927"/>
                <a:gd name="connsiteX6816" fmla="*/ 1960627 w 4006679"/>
                <a:gd name="connsiteY6816" fmla="*/ 1134984 h 5664927"/>
                <a:gd name="connsiteX6817" fmla="*/ 2029264 w 4006679"/>
                <a:gd name="connsiteY6817" fmla="*/ 1166319 h 5664927"/>
                <a:gd name="connsiteX6818" fmla="*/ 2047169 w 4006679"/>
                <a:gd name="connsiteY6818" fmla="*/ 1143937 h 5664927"/>
                <a:gd name="connsiteX6819" fmla="*/ 2041201 w 4006679"/>
                <a:gd name="connsiteY6819" fmla="*/ 1132000 h 5664927"/>
                <a:gd name="connsiteX6820" fmla="*/ 889295 w 4006679"/>
                <a:gd name="connsiteY6820" fmla="*/ 1023076 h 5664927"/>
                <a:gd name="connsiteX6821" fmla="*/ 869898 w 4006679"/>
                <a:gd name="connsiteY6821" fmla="*/ 1042474 h 5664927"/>
                <a:gd name="connsiteX6822" fmla="*/ 883327 w 4006679"/>
                <a:gd name="connsiteY6822" fmla="*/ 1061871 h 5664927"/>
                <a:gd name="connsiteX6823" fmla="*/ 920629 w 4006679"/>
                <a:gd name="connsiteY6823" fmla="*/ 1091713 h 5664927"/>
                <a:gd name="connsiteX6824" fmla="*/ 977329 w 4006679"/>
                <a:gd name="connsiteY6824" fmla="*/ 1121556 h 5664927"/>
                <a:gd name="connsiteX6825" fmla="*/ 992250 w 4006679"/>
                <a:gd name="connsiteY6825" fmla="*/ 1109619 h 5664927"/>
                <a:gd name="connsiteX6826" fmla="*/ 940027 w 4006679"/>
                <a:gd name="connsiteY6826" fmla="*/ 1063363 h 5664927"/>
                <a:gd name="connsiteX6827" fmla="*/ 889295 w 4006679"/>
                <a:gd name="connsiteY6827" fmla="*/ 1023076 h 5664927"/>
                <a:gd name="connsiteX6828" fmla="*/ 2157585 w 4006679"/>
                <a:gd name="connsiteY6828" fmla="*/ 1108127 h 5664927"/>
                <a:gd name="connsiteX6829" fmla="*/ 2111330 w 4006679"/>
                <a:gd name="connsiteY6829" fmla="*/ 1139461 h 5664927"/>
                <a:gd name="connsiteX6830" fmla="*/ 2062090 w 4006679"/>
                <a:gd name="connsiteY6830" fmla="*/ 1117079 h 5664927"/>
                <a:gd name="connsiteX6831" fmla="*/ 2057614 w 4006679"/>
                <a:gd name="connsiteY6831" fmla="*/ 1143937 h 5664927"/>
                <a:gd name="connsiteX6832" fmla="*/ 2026280 w 4006679"/>
                <a:gd name="connsiteY6832" fmla="*/ 1179748 h 5664927"/>
                <a:gd name="connsiteX6833" fmla="*/ 1965103 w 4006679"/>
                <a:gd name="connsiteY6833" fmla="*/ 1167811 h 5664927"/>
                <a:gd name="connsiteX6834" fmla="*/ 1915864 w 4006679"/>
                <a:gd name="connsiteY6834" fmla="*/ 1123048 h 5664927"/>
                <a:gd name="connsiteX6835" fmla="*/ 1909895 w 4006679"/>
                <a:gd name="connsiteY6835" fmla="*/ 1114095 h 5664927"/>
                <a:gd name="connsiteX6836" fmla="*/ 1868116 w 4006679"/>
                <a:gd name="connsiteY6836" fmla="*/ 1093205 h 5664927"/>
                <a:gd name="connsiteX6837" fmla="*/ 1880053 w 4006679"/>
                <a:gd name="connsiteY6837" fmla="*/ 1127524 h 5664927"/>
                <a:gd name="connsiteX6838" fmla="*/ 1886021 w 4006679"/>
                <a:gd name="connsiteY6838" fmla="*/ 1178255 h 5664927"/>
                <a:gd name="connsiteX6839" fmla="*/ 1893482 w 4006679"/>
                <a:gd name="connsiteY6839" fmla="*/ 1200637 h 5664927"/>
                <a:gd name="connsiteX6840" fmla="*/ 1926308 w 4006679"/>
                <a:gd name="connsiteY6840" fmla="*/ 1249877 h 5664927"/>
                <a:gd name="connsiteX6841" fmla="*/ 1896466 w 4006679"/>
                <a:gd name="connsiteY6841" fmla="*/ 1320005 h 5664927"/>
                <a:gd name="connsiteX6842" fmla="*/ 1886021 w 4006679"/>
                <a:gd name="connsiteY6842" fmla="*/ 1325974 h 5664927"/>
                <a:gd name="connsiteX6843" fmla="*/ 1936753 w 4006679"/>
                <a:gd name="connsiteY6843" fmla="*/ 1348356 h 5664927"/>
                <a:gd name="connsiteX6844" fmla="*/ 1945706 w 4006679"/>
                <a:gd name="connsiteY6844" fmla="*/ 1334927 h 5664927"/>
                <a:gd name="connsiteX6845" fmla="*/ 2009866 w 4006679"/>
                <a:gd name="connsiteY6845" fmla="*/ 1333434 h 5664927"/>
                <a:gd name="connsiteX6846" fmla="*/ 2020311 w 4006679"/>
                <a:gd name="connsiteY6846" fmla="*/ 1342387 h 5664927"/>
                <a:gd name="connsiteX6847" fmla="*/ 2026280 w 4006679"/>
                <a:gd name="connsiteY6847" fmla="*/ 1340895 h 5664927"/>
                <a:gd name="connsiteX6848" fmla="*/ 2027771 w 4006679"/>
                <a:gd name="connsiteY6848" fmla="*/ 1308069 h 5664927"/>
                <a:gd name="connsiteX6849" fmla="*/ 2057614 w 4006679"/>
                <a:gd name="connsiteY6849" fmla="*/ 1284195 h 5664927"/>
                <a:gd name="connsiteX6850" fmla="*/ 2082979 w 4006679"/>
                <a:gd name="connsiteY6850" fmla="*/ 1288671 h 5664927"/>
                <a:gd name="connsiteX6851" fmla="*/ 2190411 w 4006679"/>
                <a:gd name="connsiteY6851" fmla="*/ 1160350 h 5664927"/>
                <a:gd name="connsiteX6852" fmla="*/ 2157585 w 4006679"/>
                <a:gd name="connsiteY6852" fmla="*/ 1108127 h 5664927"/>
                <a:gd name="connsiteX6853" fmla="*/ 1938245 w 4006679"/>
                <a:gd name="connsiteY6853" fmla="*/ 1090221 h 5664927"/>
                <a:gd name="connsiteX6854" fmla="*/ 1917356 w 4006679"/>
                <a:gd name="connsiteY6854" fmla="*/ 1094698 h 5664927"/>
                <a:gd name="connsiteX6855" fmla="*/ 1927800 w 4006679"/>
                <a:gd name="connsiteY6855" fmla="*/ 1114095 h 5664927"/>
                <a:gd name="connsiteX6856" fmla="*/ 1935261 w 4006679"/>
                <a:gd name="connsiteY6856" fmla="*/ 1114095 h 5664927"/>
                <a:gd name="connsiteX6857" fmla="*/ 1938245 w 4006679"/>
                <a:gd name="connsiteY6857" fmla="*/ 1090221 h 5664927"/>
                <a:gd name="connsiteX6858" fmla="*/ 1024890 w 4006679"/>
                <a:gd name="connsiteY6858" fmla="*/ 1012446 h 5664927"/>
                <a:gd name="connsiteX6859" fmla="*/ 1008663 w 4006679"/>
                <a:gd name="connsiteY6859" fmla="*/ 1017108 h 5664927"/>
                <a:gd name="connsiteX6860" fmla="*/ 1001203 w 4006679"/>
                <a:gd name="connsiteY6860" fmla="*/ 1064855 h 5664927"/>
                <a:gd name="connsiteX6861" fmla="*/ 990758 w 4006679"/>
                <a:gd name="connsiteY6861" fmla="*/ 1011140 h 5664927"/>
                <a:gd name="connsiteX6862" fmla="*/ 950471 w 4006679"/>
                <a:gd name="connsiteY6862" fmla="*/ 1069332 h 5664927"/>
                <a:gd name="connsiteX6863" fmla="*/ 962408 w 4006679"/>
                <a:gd name="connsiteY6863" fmla="*/ 1093205 h 5664927"/>
                <a:gd name="connsiteX6864" fmla="*/ 986282 w 4006679"/>
                <a:gd name="connsiteY6864" fmla="*/ 1090221 h 5664927"/>
                <a:gd name="connsiteX6865" fmla="*/ 996727 w 4006679"/>
                <a:gd name="connsiteY6865" fmla="*/ 1085745 h 5664927"/>
                <a:gd name="connsiteX6866" fmla="*/ 1047458 w 4006679"/>
                <a:gd name="connsiteY6866" fmla="*/ 1075300 h 5664927"/>
                <a:gd name="connsiteX6867" fmla="*/ 1060887 w 4006679"/>
                <a:gd name="connsiteY6867" fmla="*/ 1063363 h 5664927"/>
                <a:gd name="connsiteX6868" fmla="*/ 1039998 w 4006679"/>
                <a:gd name="connsiteY6868" fmla="*/ 1020092 h 5664927"/>
                <a:gd name="connsiteX6869" fmla="*/ 1024890 w 4006679"/>
                <a:gd name="connsiteY6869" fmla="*/ 1012446 h 5664927"/>
                <a:gd name="connsiteX6870" fmla="*/ 1136985 w 4006679"/>
                <a:gd name="connsiteY6870" fmla="*/ 1018600 h 5664927"/>
                <a:gd name="connsiteX6871" fmla="*/ 1074316 w 4006679"/>
                <a:gd name="connsiteY6871" fmla="*/ 1046950 h 5664927"/>
                <a:gd name="connsiteX6872" fmla="*/ 1034029 w 4006679"/>
                <a:gd name="connsiteY6872" fmla="*/ 1097682 h 5664927"/>
                <a:gd name="connsiteX6873" fmla="*/ 1065363 w 4006679"/>
                <a:gd name="connsiteY6873" fmla="*/ 1106634 h 5664927"/>
                <a:gd name="connsiteX6874" fmla="*/ 1129524 w 4006679"/>
                <a:gd name="connsiteY6874" fmla="*/ 1048442 h 5664927"/>
                <a:gd name="connsiteX6875" fmla="*/ 1138477 w 4006679"/>
                <a:gd name="connsiteY6875" fmla="*/ 1036505 h 5664927"/>
                <a:gd name="connsiteX6876" fmla="*/ 1136985 w 4006679"/>
                <a:gd name="connsiteY6876" fmla="*/ 1018600 h 5664927"/>
                <a:gd name="connsiteX6877" fmla="*/ 1991961 w 4006679"/>
                <a:gd name="connsiteY6877" fmla="*/ 1079777 h 5664927"/>
                <a:gd name="connsiteX6878" fmla="*/ 1963611 w 4006679"/>
                <a:gd name="connsiteY6878" fmla="*/ 1085745 h 5664927"/>
                <a:gd name="connsiteX6879" fmla="*/ 1948690 w 4006679"/>
                <a:gd name="connsiteY6879" fmla="*/ 1106634 h 5664927"/>
                <a:gd name="connsiteX6880" fmla="*/ 1959135 w 4006679"/>
                <a:gd name="connsiteY6880" fmla="*/ 1120063 h 5664927"/>
                <a:gd name="connsiteX6881" fmla="*/ 1983008 w 4006679"/>
                <a:gd name="connsiteY6881" fmla="*/ 1133492 h 5664927"/>
                <a:gd name="connsiteX6882" fmla="*/ 1991961 w 4006679"/>
                <a:gd name="connsiteY6882" fmla="*/ 1079777 h 5664927"/>
                <a:gd name="connsiteX6883" fmla="*/ 577445 w 4006679"/>
                <a:gd name="connsiteY6883" fmla="*/ 960408 h 5664927"/>
                <a:gd name="connsiteX6884" fmla="*/ 505824 w 4006679"/>
                <a:gd name="connsiteY6884" fmla="*/ 976821 h 5664927"/>
                <a:gd name="connsiteX6885" fmla="*/ 475982 w 4006679"/>
                <a:gd name="connsiteY6885" fmla="*/ 978313 h 5664927"/>
                <a:gd name="connsiteX6886" fmla="*/ 480458 w 4006679"/>
                <a:gd name="connsiteY6886" fmla="*/ 1015616 h 5664927"/>
                <a:gd name="connsiteX6887" fmla="*/ 520745 w 4006679"/>
                <a:gd name="connsiteY6887" fmla="*/ 1035013 h 5664927"/>
                <a:gd name="connsiteX6888" fmla="*/ 535666 w 4006679"/>
                <a:gd name="connsiteY6888" fmla="*/ 993234 h 5664927"/>
                <a:gd name="connsiteX6889" fmla="*/ 540142 w 4006679"/>
                <a:gd name="connsiteY6889" fmla="*/ 1015616 h 5664927"/>
                <a:gd name="connsiteX6890" fmla="*/ 558047 w 4006679"/>
                <a:gd name="connsiteY6890" fmla="*/ 1002187 h 5664927"/>
                <a:gd name="connsiteX6891" fmla="*/ 561032 w 4006679"/>
                <a:gd name="connsiteY6891" fmla="*/ 1005171 h 5664927"/>
                <a:gd name="connsiteX6892" fmla="*/ 546111 w 4006679"/>
                <a:gd name="connsiteY6892" fmla="*/ 1037997 h 5664927"/>
                <a:gd name="connsiteX6893" fmla="*/ 553571 w 4006679"/>
                <a:gd name="connsiteY6893" fmla="*/ 1043966 h 5664927"/>
                <a:gd name="connsiteX6894" fmla="*/ 595350 w 4006679"/>
                <a:gd name="connsiteY6894" fmla="*/ 985774 h 5664927"/>
                <a:gd name="connsiteX6895" fmla="*/ 577445 w 4006679"/>
                <a:gd name="connsiteY6895" fmla="*/ 960408 h 5664927"/>
                <a:gd name="connsiteX6896" fmla="*/ 470760 w 4006679"/>
                <a:gd name="connsiteY6896" fmla="*/ 928515 h 5664927"/>
                <a:gd name="connsiteX6897" fmla="*/ 437187 w 4006679"/>
                <a:gd name="connsiteY6897" fmla="*/ 936534 h 5664927"/>
                <a:gd name="connsiteX6898" fmla="*/ 407345 w 4006679"/>
                <a:gd name="connsiteY6898" fmla="*/ 957424 h 5664927"/>
                <a:gd name="connsiteX6899" fmla="*/ 389440 w 4006679"/>
                <a:gd name="connsiteY6899" fmla="*/ 973837 h 5664927"/>
                <a:gd name="connsiteX6900" fmla="*/ 398392 w 4006679"/>
                <a:gd name="connsiteY6900" fmla="*/ 1026061 h 5664927"/>
                <a:gd name="connsiteX6901" fmla="*/ 410329 w 4006679"/>
                <a:gd name="connsiteY6901" fmla="*/ 1033521 h 5664927"/>
                <a:gd name="connsiteX6902" fmla="*/ 456584 w 4006679"/>
                <a:gd name="connsiteY6902" fmla="*/ 1005171 h 5664927"/>
                <a:gd name="connsiteX6903" fmla="*/ 499855 w 4006679"/>
                <a:gd name="connsiteY6903" fmla="*/ 952948 h 5664927"/>
                <a:gd name="connsiteX6904" fmla="*/ 470760 w 4006679"/>
                <a:gd name="connsiteY6904" fmla="*/ 928515 h 5664927"/>
                <a:gd name="connsiteX6905" fmla="*/ 2123266 w 4006679"/>
                <a:gd name="connsiteY6905" fmla="*/ 1060379 h 5664927"/>
                <a:gd name="connsiteX6906" fmla="*/ 2085964 w 4006679"/>
                <a:gd name="connsiteY6906" fmla="*/ 1106634 h 5664927"/>
                <a:gd name="connsiteX6907" fmla="*/ 2087456 w 4006679"/>
                <a:gd name="connsiteY6907" fmla="*/ 1124540 h 5664927"/>
                <a:gd name="connsiteX6908" fmla="*/ 2132219 w 4006679"/>
                <a:gd name="connsiteY6908" fmla="*/ 1120063 h 5664927"/>
                <a:gd name="connsiteX6909" fmla="*/ 2138187 w 4006679"/>
                <a:gd name="connsiteY6909" fmla="*/ 1079777 h 5664927"/>
                <a:gd name="connsiteX6910" fmla="*/ 2123266 w 4006679"/>
                <a:gd name="connsiteY6910" fmla="*/ 1060379 h 5664927"/>
                <a:gd name="connsiteX6911" fmla="*/ 565508 w 4006679"/>
                <a:gd name="connsiteY6911" fmla="*/ 932058 h 5664927"/>
                <a:gd name="connsiteX6912" fmla="*/ 555063 w 4006679"/>
                <a:gd name="connsiteY6912" fmla="*/ 945487 h 5664927"/>
                <a:gd name="connsiteX6913" fmla="*/ 586398 w 4006679"/>
                <a:gd name="connsiteY6913" fmla="*/ 948471 h 5664927"/>
                <a:gd name="connsiteX6914" fmla="*/ 610271 w 4006679"/>
                <a:gd name="connsiteY6914" fmla="*/ 978313 h 5664927"/>
                <a:gd name="connsiteX6915" fmla="*/ 607287 w 4006679"/>
                <a:gd name="connsiteY6915" fmla="*/ 1006663 h 5664927"/>
                <a:gd name="connsiteX6916" fmla="*/ 643098 w 4006679"/>
                <a:gd name="connsiteY6916" fmla="*/ 1036505 h 5664927"/>
                <a:gd name="connsiteX6917" fmla="*/ 658019 w 4006679"/>
                <a:gd name="connsiteY6917" fmla="*/ 1017108 h 5664927"/>
                <a:gd name="connsiteX6918" fmla="*/ 640113 w 4006679"/>
                <a:gd name="connsiteY6918" fmla="*/ 967869 h 5664927"/>
                <a:gd name="connsiteX6919" fmla="*/ 610271 w 4006679"/>
                <a:gd name="connsiteY6919" fmla="*/ 936534 h 5664927"/>
                <a:gd name="connsiteX6920" fmla="*/ 565508 w 4006679"/>
                <a:gd name="connsiteY6920" fmla="*/ 932058 h 5664927"/>
                <a:gd name="connsiteX6921" fmla="*/ 2091373 w 4006679"/>
                <a:gd name="connsiteY6921" fmla="*/ 1044712 h 5664927"/>
                <a:gd name="connsiteX6922" fmla="*/ 2072535 w 4006679"/>
                <a:gd name="connsiteY6922" fmla="*/ 1046950 h 5664927"/>
                <a:gd name="connsiteX6923" fmla="*/ 2027771 w 4006679"/>
                <a:gd name="connsiteY6923" fmla="*/ 1067840 h 5664927"/>
                <a:gd name="connsiteX6924" fmla="*/ 2008374 w 4006679"/>
                <a:gd name="connsiteY6924" fmla="*/ 1099174 h 5664927"/>
                <a:gd name="connsiteX6925" fmla="*/ 2009866 w 4006679"/>
                <a:gd name="connsiteY6925" fmla="*/ 1117079 h 5664927"/>
                <a:gd name="connsiteX6926" fmla="*/ 2059106 w 4006679"/>
                <a:gd name="connsiteY6926" fmla="*/ 1112603 h 5664927"/>
                <a:gd name="connsiteX6927" fmla="*/ 2096408 w 4006679"/>
                <a:gd name="connsiteY6927" fmla="*/ 1093205 h 5664927"/>
                <a:gd name="connsiteX6928" fmla="*/ 2106853 w 4006679"/>
                <a:gd name="connsiteY6928" fmla="*/ 1055903 h 5664927"/>
                <a:gd name="connsiteX6929" fmla="*/ 2091373 w 4006679"/>
                <a:gd name="connsiteY6929" fmla="*/ 1044712 h 5664927"/>
                <a:gd name="connsiteX6930" fmla="*/ 928276 w 4006679"/>
                <a:gd name="connsiteY6930" fmla="*/ 949217 h 5664927"/>
                <a:gd name="connsiteX6931" fmla="*/ 895263 w 4006679"/>
                <a:gd name="connsiteY6931" fmla="*/ 964884 h 5664927"/>
                <a:gd name="connsiteX6932" fmla="*/ 898248 w 4006679"/>
                <a:gd name="connsiteY6932" fmla="*/ 978313 h 5664927"/>
                <a:gd name="connsiteX6933" fmla="*/ 907200 w 4006679"/>
                <a:gd name="connsiteY6933" fmla="*/ 1032029 h 5664927"/>
                <a:gd name="connsiteX6934" fmla="*/ 922121 w 4006679"/>
                <a:gd name="connsiteY6934" fmla="*/ 1051426 h 5664927"/>
                <a:gd name="connsiteX6935" fmla="*/ 974345 w 4006679"/>
                <a:gd name="connsiteY6935" fmla="*/ 1000695 h 5664927"/>
                <a:gd name="connsiteX6936" fmla="*/ 960916 w 4006679"/>
                <a:gd name="connsiteY6936" fmla="*/ 972345 h 5664927"/>
                <a:gd name="connsiteX6937" fmla="*/ 925106 w 4006679"/>
                <a:gd name="connsiteY6937" fmla="*/ 978313 h 5664927"/>
                <a:gd name="connsiteX6938" fmla="*/ 911677 w 4006679"/>
                <a:gd name="connsiteY6938" fmla="*/ 972345 h 5664927"/>
                <a:gd name="connsiteX6939" fmla="*/ 920629 w 4006679"/>
                <a:gd name="connsiteY6939" fmla="*/ 963392 h 5664927"/>
                <a:gd name="connsiteX6940" fmla="*/ 957932 w 4006679"/>
                <a:gd name="connsiteY6940" fmla="*/ 960408 h 5664927"/>
                <a:gd name="connsiteX6941" fmla="*/ 928276 w 4006679"/>
                <a:gd name="connsiteY6941" fmla="*/ 949217 h 5664927"/>
                <a:gd name="connsiteX6942" fmla="*/ 1025077 w 4006679"/>
                <a:gd name="connsiteY6942" fmla="*/ 949963 h 5664927"/>
                <a:gd name="connsiteX6943" fmla="*/ 996727 w 4006679"/>
                <a:gd name="connsiteY6943" fmla="*/ 949963 h 5664927"/>
                <a:gd name="connsiteX6944" fmla="*/ 984790 w 4006679"/>
                <a:gd name="connsiteY6944" fmla="*/ 982790 h 5664927"/>
                <a:gd name="connsiteX6945" fmla="*/ 1022092 w 4006679"/>
                <a:gd name="connsiteY6945" fmla="*/ 994727 h 5664927"/>
                <a:gd name="connsiteX6946" fmla="*/ 1025077 w 4006679"/>
                <a:gd name="connsiteY6946" fmla="*/ 949963 h 5664927"/>
                <a:gd name="connsiteX6947" fmla="*/ 2148632 w 4006679"/>
                <a:gd name="connsiteY6947" fmla="*/ 1011140 h 5664927"/>
                <a:gd name="connsiteX6948" fmla="*/ 2276953 w 4006679"/>
                <a:gd name="connsiteY6948" fmla="*/ 1273750 h 5664927"/>
                <a:gd name="connsiteX6949" fmla="*/ 2564930 w 4006679"/>
                <a:gd name="connsiteY6949" fmla="*/ 1248384 h 5664927"/>
                <a:gd name="connsiteX6950" fmla="*/ 2148632 w 4006679"/>
                <a:gd name="connsiteY6950" fmla="*/ 1011140 h 5664927"/>
                <a:gd name="connsiteX6951" fmla="*/ 520745 w 4006679"/>
                <a:gd name="connsiteY6951" fmla="*/ 873866 h 5664927"/>
                <a:gd name="connsiteX6952" fmla="*/ 535666 w 4006679"/>
                <a:gd name="connsiteY6952" fmla="*/ 903708 h 5664927"/>
                <a:gd name="connsiteX6953" fmla="*/ 561032 w 4006679"/>
                <a:gd name="connsiteY6953" fmla="*/ 914153 h 5664927"/>
                <a:gd name="connsiteX6954" fmla="*/ 613255 w 4006679"/>
                <a:gd name="connsiteY6954" fmla="*/ 911169 h 5664927"/>
                <a:gd name="connsiteX6955" fmla="*/ 586398 w 4006679"/>
                <a:gd name="connsiteY6955" fmla="*/ 881326 h 5664927"/>
                <a:gd name="connsiteX6956" fmla="*/ 538650 w 4006679"/>
                <a:gd name="connsiteY6956" fmla="*/ 885803 h 5664927"/>
                <a:gd name="connsiteX6957" fmla="*/ 520745 w 4006679"/>
                <a:gd name="connsiteY6957" fmla="*/ 873866 h 5664927"/>
                <a:gd name="connsiteX6958" fmla="*/ 1599537 w 4006679"/>
                <a:gd name="connsiteY6958" fmla="*/ 957424 h 5664927"/>
                <a:gd name="connsiteX6959" fmla="*/ 1551790 w 4006679"/>
                <a:gd name="connsiteY6959" fmla="*/ 987266 h 5664927"/>
                <a:gd name="connsiteX6960" fmla="*/ 1544329 w 4006679"/>
                <a:gd name="connsiteY6960" fmla="*/ 1032029 h 5664927"/>
                <a:gd name="connsiteX6961" fmla="*/ 1572679 w 4006679"/>
                <a:gd name="connsiteY6961" fmla="*/ 1072316 h 5664927"/>
                <a:gd name="connsiteX6962" fmla="*/ 1635348 w 4006679"/>
                <a:gd name="connsiteY6962" fmla="*/ 1093205 h 5664927"/>
                <a:gd name="connsiteX6963" fmla="*/ 1587600 w 4006679"/>
                <a:gd name="connsiteY6963" fmla="*/ 1164826 h 5664927"/>
                <a:gd name="connsiteX6964" fmla="*/ 1556266 w 4006679"/>
                <a:gd name="connsiteY6964" fmla="*/ 1279719 h 5664927"/>
                <a:gd name="connsiteX6965" fmla="*/ 1448834 w 4006679"/>
                <a:gd name="connsiteY6965" fmla="*/ 1284195 h 5664927"/>
                <a:gd name="connsiteX6966" fmla="*/ 1448834 w 4006679"/>
                <a:gd name="connsiteY6966" fmla="*/ 1373721 h 5664927"/>
                <a:gd name="connsiteX6967" fmla="*/ 1523440 w 4006679"/>
                <a:gd name="connsiteY6967" fmla="*/ 1406548 h 5664927"/>
                <a:gd name="connsiteX6968" fmla="*/ 1599537 w 4006679"/>
                <a:gd name="connsiteY6968" fmla="*/ 1467724 h 5664927"/>
                <a:gd name="connsiteX6969" fmla="*/ 1636840 w 4006679"/>
                <a:gd name="connsiteY6969" fmla="*/ 1500550 h 5664927"/>
                <a:gd name="connsiteX6970" fmla="*/ 1647285 w 4006679"/>
                <a:gd name="connsiteY6970" fmla="*/ 1516963 h 5664927"/>
                <a:gd name="connsiteX6971" fmla="*/ 1621919 w 4006679"/>
                <a:gd name="connsiteY6971" fmla="*/ 1531885 h 5664927"/>
                <a:gd name="connsiteX6972" fmla="*/ 1529408 w 4006679"/>
                <a:gd name="connsiteY6972" fmla="*/ 1573664 h 5664927"/>
                <a:gd name="connsiteX6973" fmla="*/ 1462264 w 4006679"/>
                <a:gd name="connsiteY6973" fmla="*/ 1633348 h 5664927"/>
                <a:gd name="connsiteX6974" fmla="*/ 1456295 w 4006679"/>
                <a:gd name="connsiteY6974" fmla="*/ 1649761 h 5664927"/>
                <a:gd name="connsiteX6975" fmla="*/ 1411532 w 4006679"/>
                <a:gd name="connsiteY6975" fmla="*/ 1673635 h 5664927"/>
                <a:gd name="connsiteX6976" fmla="*/ 1395119 w 4006679"/>
                <a:gd name="connsiteY6976" fmla="*/ 1690048 h 5664927"/>
                <a:gd name="connsiteX6977" fmla="*/ 1398103 w 4006679"/>
                <a:gd name="connsiteY6977" fmla="*/ 1701984 h 5664927"/>
                <a:gd name="connsiteX6978" fmla="*/ 1377213 w 4006679"/>
                <a:gd name="connsiteY6978" fmla="*/ 1731827 h 5664927"/>
                <a:gd name="connsiteX6979" fmla="*/ 1366769 w 4006679"/>
                <a:gd name="connsiteY6979" fmla="*/ 1734811 h 5664927"/>
                <a:gd name="connsiteX6980" fmla="*/ 1495090 w 4006679"/>
                <a:gd name="connsiteY6980" fmla="*/ 1764653 h 5664927"/>
                <a:gd name="connsiteX6981" fmla="*/ 1563727 w 4006679"/>
                <a:gd name="connsiteY6981" fmla="*/ 1718398 h 5664927"/>
                <a:gd name="connsiteX6982" fmla="*/ 1556266 w 4006679"/>
                <a:gd name="connsiteY6982" fmla="*/ 1682587 h 5664927"/>
                <a:gd name="connsiteX6983" fmla="*/ 1568203 w 4006679"/>
                <a:gd name="connsiteY6983" fmla="*/ 1630363 h 5664927"/>
                <a:gd name="connsiteX6984" fmla="*/ 1642808 w 4006679"/>
                <a:gd name="connsiteY6984" fmla="*/ 1594553 h 5664927"/>
                <a:gd name="connsiteX6985" fmla="*/ 1663698 w 4006679"/>
                <a:gd name="connsiteY6985" fmla="*/ 1604998 h 5664927"/>
                <a:gd name="connsiteX6986" fmla="*/ 1675635 w 4006679"/>
                <a:gd name="connsiteY6986" fmla="*/ 1625887 h 5664927"/>
                <a:gd name="connsiteX6987" fmla="*/ 1686079 w 4006679"/>
                <a:gd name="connsiteY6987" fmla="*/ 1604998 h 5664927"/>
                <a:gd name="connsiteX6988" fmla="*/ 1738303 w 4006679"/>
                <a:gd name="connsiteY6988" fmla="*/ 1596045 h 5664927"/>
                <a:gd name="connsiteX6989" fmla="*/ 1754716 w 4006679"/>
                <a:gd name="connsiteY6989" fmla="*/ 1609474 h 5664927"/>
                <a:gd name="connsiteX6990" fmla="*/ 1786050 w 4006679"/>
                <a:gd name="connsiteY6990" fmla="*/ 1573664 h 5664927"/>
                <a:gd name="connsiteX6991" fmla="*/ 1875577 w 4006679"/>
                <a:gd name="connsiteY6991" fmla="*/ 1513979 h 5664927"/>
                <a:gd name="connsiteX6992" fmla="*/ 1900943 w 4006679"/>
                <a:gd name="connsiteY6992" fmla="*/ 1496074 h 5664927"/>
                <a:gd name="connsiteX6993" fmla="*/ 1891990 w 4006679"/>
                <a:gd name="connsiteY6993" fmla="*/ 1433405 h 5664927"/>
                <a:gd name="connsiteX6994" fmla="*/ 1883037 w 4006679"/>
                <a:gd name="connsiteY6994" fmla="*/ 1442358 h 5664927"/>
                <a:gd name="connsiteX6995" fmla="*/ 1817385 w 4006679"/>
                <a:gd name="connsiteY6995" fmla="*/ 1449819 h 5664927"/>
                <a:gd name="connsiteX6996" fmla="*/ 1815893 w 4006679"/>
                <a:gd name="connsiteY6996" fmla="*/ 1451311 h 5664927"/>
                <a:gd name="connsiteX6997" fmla="*/ 1806940 w 4006679"/>
                <a:gd name="connsiteY6997" fmla="*/ 1479661 h 5664927"/>
                <a:gd name="connsiteX6998" fmla="*/ 1778590 w 4006679"/>
                <a:gd name="connsiteY6998" fmla="*/ 1502042 h 5664927"/>
                <a:gd name="connsiteX6999" fmla="*/ 1763669 w 4006679"/>
                <a:gd name="connsiteY6999" fmla="*/ 1502042 h 5664927"/>
                <a:gd name="connsiteX7000" fmla="*/ 1692048 w 4006679"/>
                <a:gd name="connsiteY7000" fmla="*/ 1466232 h 5664927"/>
                <a:gd name="connsiteX7001" fmla="*/ 1681603 w 4006679"/>
                <a:gd name="connsiteY7001" fmla="*/ 1424453 h 5664927"/>
                <a:gd name="connsiteX7002" fmla="*/ 1680111 w 4006679"/>
                <a:gd name="connsiteY7002" fmla="*/ 1422961 h 5664927"/>
                <a:gd name="connsiteX7003" fmla="*/ 1674143 w 4006679"/>
                <a:gd name="connsiteY7003" fmla="*/ 1424453 h 5664927"/>
                <a:gd name="connsiteX7004" fmla="*/ 1638332 w 4006679"/>
                <a:gd name="connsiteY7004" fmla="*/ 1416992 h 5664927"/>
                <a:gd name="connsiteX7005" fmla="*/ 1632364 w 4006679"/>
                <a:gd name="connsiteY7005" fmla="*/ 1403563 h 5664927"/>
                <a:gd name="connsiteX7006" fmla="*/ 1630872 w 4006679"/>
                <a:gd name="connsiteY7006" fmla="*/ 1299116 h 5664927"/>
                <a:gd name="connsiteX7007" fmla="*/ 1660714 w 4006679"/>
                <a:gd name="connsiteY7007" fmla="*/ 1278227 h 5664927"/>
                <a:gd name="connsiteX7008" fmla="*/ 1695032 w 4006679"/>
                <a:gd name="connsiteY7008" fmla="*/ 1190192 h 5664927"/>
                <a:gd name="connsiteX7009" fmla="*/ 1711445 w 4006679"/>
                <a:gd name="connsiteY7009" fmla="*/ 1115587 h 5664927"/>
                <a:gd name="connsiteX7010" fmla="*/ 1742779 w 4006679"/>
                <a:gd name="connsiteY7010" fmla="*/ 1043966 h 5664927"/>
                <a:gd name="connsiteX7011" fmla="*/ 1726366 w 4006679"/>
                <a:gd name="connsiteY7011" fmla="*/ 1035013 h 5664927"/>
                <a:gd name="connsiteX7012" fmla="*/ 1633856 w 4006679"/>
                <a:gd name="connsiteY7012" fmla="*/ 972345 h 5664927"/>
                <a:gd name="connsiteX7013" fmla="*/ 1599537 w 4006679"/>
                <a:gd name="connsiteY7013" fmla="*/ 957424 h 5664927"/>
                <a:gd name="connsiteX7014" fmla="*/ 1107142 w 4006679"/>
                <a:gd name="connsiteY7014" fmla="*/ 917137 h 5664927"/>
                <a:gd name="connsiteX7015" fmla="*/ 1051935 w 4006679"/>
                <a:gd name="connsiteY7015" fmla="*/ 952948 h 5664927"/>
                <a:gd name="connsiteX7016" fmla="*/ 1083269 w 4006679"/>
                <a:gd name="connsiteY7016" fmla="*/ 963392 h 5664927"/>
                <a:gd name="connsiteX7017" fmla="*/ 1095206 w 4006679"/>
                <a:gd name="connsiteY7017" fmla="*/ 978313 h 5664927"/>
                <a:gd name="connsiteX7018" fmla="*/ 1060887 w 4006679"/>
                <a:gd name="connsiteY7018" fmla="*/ 975329 h 5664927"/>
                <a:gd name="connsiteX7019" fmla="*/ 1042982 w 4006679"/>
                <a:gd name="connsiteY7019" fmla="*/ 1006663 h 5664927"/>
                <a:gd name="connsiteX7020" fmla="*/ 1066856 w 4006679"/>
                <a:gd name="connsiteY7020" fmla="*/ 1027553 h 5664927"/>
                <a:gd name="connsiteX7021" fmla="*/ 1111619 w 4006679"/>
                <a:gd name="connsiteY7021" fmla="*/ 1026061 h 5664927"/>
                <a:gd name="connsiteX7022" fmla="*/ 1116095 w 4006679"/>
                <a:gd name="connsiteY7022" fmla="*/ 999203 h 5664927"/>
                <a:gd name="connsiteX7023" fmla="*/ 1116095 w 4006679"/>
                <a:gd name="connsiteY7023" fmla="*/ 991742 h 5664927"/>
                <a:gd name="connsiteX7024" fmla="*/ 1128032 w 4006679"/>
                <a:gd name="connsiteY7024" fmla="*/ 943995 h 5664927"/>
                <a:gd name="connsiteX7025" fmla="*/ 1107142 w 4006679"/>
                <a:gd name="connsiteY7025" fmla="*/ 917137 h 5664927"/>
                <a:gd name="connsiteX7026" fmla="*/ 425250 w 4006679"/>
                <a:gd name="connsiteY7026" fmla="*/ 851484 h 5664927"/>
                <a:gd name="connsiteX7027" fmla="*/ 341692 w 4006679"/>
                <a:gd name="connsiteY7027" fmla="*/ 851484 h 5664927"/>
                <a:gd name="connsiteX7028" fmla="*/ 232769 w 4006679"/>
                <a:gd name="connsiteY7028" fmla="*/ 1076792 h 5664927"/>
                <a:gd name="connsiteX7029" fmla="*/ 237245 w 4006679"/>
                <a:gd name="connsiteY7029" fmla="*/ 1084253 h 5664927"/>
                <a:gd name="connsiteX7030" fmla="*/ 286484 w 4006679"/>
                <a:gd name="connsiteY7030" fmla="*/ 1172287 h 5664927"/>
                <a:gd name="connsiteX7031" fmla="*/ 295437 w 4006679"/>
                <a:gd name="connsiteY7031" fmla="*/ 1226003 h 5664927"/>
                <a:gd name="connsiteX7032" fmla="*/ 317818 w 4006679"/>
                <a:gd name="connsiteY7032" fmla="*/ 1296132 h 5664927"/>
                <a:gd name="connsiteX7033" fmla="*/ 331247 w 4006679"/>
                <a:gd name="connsiteY7033" fmla="*/ 1317021 h 5664927"/>
                <a:gd name="connsiteX7034" fmla="*/ 325279 w 4006679"/>
                <a:gd name="connsiteY7034" fmla="*/ 1391627 h 5664927"/>
                <a:gd name="connsiteX7035" fmla="*/ 314834 w 4006679"/>
                <a:gd name="connsiteY7035" fmla="*/ 1408040 h 5664927"/>
                <a:gd name="connsiteX7036" fmla="*/ 389440 w 4006679"/>
                <a:gd name="connsiteY7036" fmla="*/ 1428929 h 5664927"/>
                <a:gd name="connsiteX7037" fmla="*/ 392424 w 4006679"/>
                <a:gd name="connsiteY7037" fmla="*/ 1422961 h 5664927"/>
                <a:gd name="connsiteX7038" fmla="*/ 453600 w 4006679"/>
                <a:gd name="connsiteY7038" fmla="*/ 1388642 h 5664927"/>
                <a:gd name="connsiteX7039" fmla="*/ 510300 w 4006679"/>
                <a:gd name="connsiteY7039" fmla="*/ 1403563 h 5664927"/>
                <a:gd name="connsiteX7040" fmla="*/ 507316 w 4006679"/>
                <a:gd name="connsiteY7040" fmla="*/ 1351340 h 5664927"/>
                <a:gd name="connsiteX7041" fmla="*/ 511792 w 4006679"/>
                <a:gd name="connsiteY7041" fmla="*/ 1336419 h 5664927"/>
                <a:gd name="connsiteX7042" fmla="*/ 538650 w 4006679"/>
                <a:gd name="connsiteY7042" fmla="*/ 1275242 h 5664927"/>
                <a:gd name="connsiteX7043" fmla="*/ 555063 w 4006679"/>
                <a:gd name="connsiteY7043" fmla="*/ 1248384 h 5664927"/>
                <a:gd name="connsiteX7044" fmla="*/ 537158 w 4006679"/>
                <a:gd name="connsiteY7044" fmla="*/ 1249877 h 5664927"/>
                <a:gd name="connsiteX7045" fmla="*/ 495379 w 4006679"/>
                <a:gd name="connsiteY7045" fmla="*/ 1270766 h 5664927"/>
                <a:gd name="connsiteX7046" fmla="*/ 458076 w 4006679"/>
                <a:gd name="connsiteY7046" fmla="*/ 1306577 h 5664927"/>
                <a:gd name="connsiteX7047" fmla="*/ 437187 w 4006679"/>
                <a:gd name="connsiteY7047" fmla="*/ 1320005 h 5664927"/>
                <a:gd name="connsiteX7048" fmla="*/ 380487 w 4006679"/>
                <a:gd name="connsiteY7048" fmla="*/ 1342387 h 5664927"/>
                <a:gd name="connsiteX7049" fmla="*/ 376011 w 4006679"/>
                <a:gd name="connsiteY7049" fmla="*/ 1322990 h 5664927"/>
                <a:gd name="connsiteX7050" fmla="*/ 374519 w 4006679"/>
                <a:gd name="connsiteY7050" fmla="*/ 1263306 h 5664927"/>
                <a:gd name="connsiteX7051" fmla="*/ 392424 w 4006679"/>
                <a:gd name="connsiteY7051" fmla="*/ 1196161 h 5664927"/>
                <a:gd name="connsiteX7052" fmla="*/ 398392 w 4006679"/>
                <a:gd name="connsiteY7052" fmla="*/ 1182732 h 5664927"/>
                <a:gd name="connsiteX7053" fmla="*/ 387947 w 4006679"/>
                <a:gd name="connsiteY7053" fmla="*/ 1120063 h 5664927"/>
                <a:gd name="connsiteX7054" fmla="*/ 395408 w 4006679"/>
                <a:gd name="connsiteY7054" fmla="*/ 1072316 h 5664927"/>
                <a:gd name="connsiteX7055" fmla="*/ 395408 w 4006679"/>
                <a:gd name="connsiteY7055" fmla="*/ 1039490 h 5664927"/>
                <a:gd name="connsiteX7056" fmla="*/ 381979 w 4006679"/>
                <a:gd name="connsiteY7056" fmla="*/ 1029045 h 5664927"/>
                <a:gd name="connsiteX7057" fmla="*/ 371534 w 4006679"/>
                <a:gd name="connsiteY7057" fmla="*/ 987266 h 5664927"/>
                <a:gd name="connsiteX7058" fmla="*/ 387947 w 4006679"/>
                <a:gd name="connsiteY7058" fmla="*/ 961900 h 5664927"/>
                <a:gd name="connsiteX7059" fmla="*/ 438679 w 4006679"/>
                <a:gd name="connsiteY7059" fmla="*/ 921613 h 5664927"/>
                <a:gd name="connsiteX7060" fmla="*/ 510300 w 4006679"/>
                <a:gd name="connsiteY7060" fmla="*/ 939519 h 5664927"/>
                <a:gd name="connsiteX7061" fmla="*/ 540142 w 4006679"/>
                <a:gd name="connsiteY7061" fmla="*/ 951455 h 5664927"/>
                <a:gd name="connsiteX7062" fmla="*/ 544619 w 4006679"/>
                <a:gd name="connsiteY7062" fmla="*/ 921613 h 5664927"/>
                <a:gd name="connsiteX7063" fmla="*/ 504332 w 4006679"/>
                <a:gd name="connsiteY7063" fmla="*/ 870882 h 5664927"/>
                <a:gd name="connsiteX7064" fmla="*/ 492395 w 4006679"/>
                <a:gd name="connsiteY7064" fmla="*/ 873866 h 5664927"/>
                <a:gd name="connsiteX7065" fmla="*/ 443155 w 4006679"/>
                <a:gd name="connsiteY7065" fmla="*/ 861929 h 5664927"/>
                <a:gd name="connsiteX7066" fmla="*/ 425250 w 4006679"/>
                <a:gd name="connsiteY7066" fmla="*/ 851484 h 5664927"/>
                <a:gd name="connsiteX7067" fmla="*/ 977702 w 4006679"/>
                <a:gd name="connsiteY7067" fmla="*/ 855214 h 5664927"/>
                <a:gd name="connsiteX7068" fmla="*/ 959424 w 4006679"/>
                <a:gd name="connsiteY7068" fmla="*/ 858945 h 5664927"/>
                <a:gd name="connsiteX7069" fmla="*/ 937042 w 4006679"/>
                <a:gd name="connsiteY7069" fmla="*/ 873866 h 5664927"/>
                <a:gd name="connsiteX7070" fmla="*/ 910184 w 4006679"/>
                <a:gd name="connsiteY7070" fmla="*/ 885803 h 5664927"/>
                <a:gd name="connsiteX7071" fmla="*/ 895263 w 4006679"/>
                <a:gd name="connsiteY7071" fmla="*/ 912661 h 5664927"/>
                <a:gd name="connsiteX7072" fmla="*/ 913169 w 4006679"/>
                <a:gd name="connsiteY7072" fmla="*/ 927582 h 5664927"/>
                <a:gd name="connsiteX7073" fmla="*/ 960916 w 4006679"/>
                <a:gd name="connsiteY7073" fmla="*/ 943995 h 5664927"/>
                <a:gd name="connsiteX7074" fmla="*/ 975837 w 4006679"/>
                <a:gd name="connsiteY7074" fmla="*/ 942503 h 5664927"/>
                <a:gd name="connsiteX7075" fmla="*/ 980313 w 4006679"/>
                <a:gd name="connsiteY7075" fmla="*/ 924597 h 5664927"/>
                <a:gd name="connsiteX7076" fmla="*/ 966884 w 4006679"/>
                <a:gd name="connsiteY7076" fmla="*/ 903708 h 5664927"/>
                <a:gd name="connsiteX7077" fmla="*/ 959424 w 4006679"/>
                <a:gd name="connsiteY7077" fmla="*/ 888787 h 5664927"/>
                <a:gd name="connsiteX7078" fmla="*/ 1001203 w 4006679"/>
                <a:gd name="connsiteY7078" fmla="*/ 930566 h 5664927"/>
                <a:gd name="connsiteX7079" fmla="*/ 1005679 w 4006679"/>
                <a:gd name="connsiteY7079" fmla="*/ 920121 h 5664927"/>
                <a:gd name="connsiteX7080" fmla="*/ 989266 w 4006679"/>
                <a:gd name="connsiteY7080" fmla="*/ 869390 h 5664927"/>
                <a:gd name="connsiteX7081" fmla="*/ 977702 w 4006679"/>
                <a:gd name="connsiteY7081" fmla="*/ 855214 h 5664927"/>
                <a:gd name="connsiteX7082" fmla="*/ 919137 w 4006679"/>
                <a:gd name="connsiteY7082" fmla="*/ 841040 h 5664927"/>
                <a:gd name="connsiteX7083" fmla="*/ 892279 w 4006679"/>
                <a:gd name="connsiteY7083" fmla="*/ 851484 h 5664927"/>
                <a:gd name="connsiteX7084" fmla="*/ 850500 w 4006679"/>
                <a:gd name="connsiteY7084" fmla="*/ 908184 h 5664927"/>
                <a:gd name="connsiteX7085" fmla="*/ 847516 w 4006679"/>
                <a:gd name="connsiteY7085" fmla="*/ 949963 h 5664927"/>
                <a:gd name="connsiteX7086" fmla="*/ 868405 w 4006679"/>
                <a:gd name="connsiteY7086" fmla="*/ 963392 h 5664927"/>
                <a:gd name="connsiteX7087" fmla="*/ 884819 w 4006679"/>
                <a:gd name="connsiteY7087" fmla="*/ 951455 h 5664927"/>
                <a:gd name="connsiteX7088" fmla="*/ 893771 w 4006679"/>
                <a:gd name="connsiteY7088" fmla="*/ 941011 h 5664927"/>
                <a:gd name="connsiteX7089" fmla="*/ 892279 w 4006679"/>
                <a:gd name="connsiteY7089" fmla="*/ 935042 h 5664927"/>
                <a:gd name="connsiteX7090" fmla="*/ 910184 w 4006679"/>
                <a:gd name="connsiteY7090" fmla="*/ 870882 h 5664927"/>
                <a:gd name="connsiteX7091" fmla="*/ 925106 w 4006679"/>
                <a:gd name="connsiteY7091" fmla="*/ 861929 h 5664927"/>
                <a:gd name="connsiteX7092" fmla="*/ 929582 w 4006679"/>
                <a:gd name="connsiteY7092" fmla="*/ 849992 h 5664927"/>
                <a:gd name="connsiteX7093" fmla="*/ 919137 w 4006679"/>
                <a:gd name="connsiteY7093" fmla="*/ 841040 h 5664927"/>
                <a:gd name="connsiteX7094" fmla="*/ 1027128 w 4006679"/>
                <a:gd name="connsiteY7094" fmla="*/ 839175 h 5664927"/>
                <a:gd name="connsiteX7095" fmla="*/ 1014632 w 4006679"/>
                <a:gd name="connsiteY7095" fmla="*/ 841040 h 5664927"/>
                <a:gd name="connsiteX7096" fmla="*/ 1010156 w 4006679"/>
                <a:gd name="connsiteY7096" fmla="*/ 866405 h 5664927"/>
                <a:gd name="connsiteX7097" fmla="*/ 1023584 w 4006679"/>
                <a:gd name="connsiteY7097" fmla="*/ 926090 h 5664927"/>
                <a:gd name="connsiteX7098" fmla="*/ 1051935 w 4006679"/>
                <a:gd name="connsiteY7098" fmla="*/ 884311 h 5664927"/>
                <a:gd name="connsiteX7099" fmla="*/ 1045966 w 4006679"/>
                <a:gd name="connsiteY7099" fmla="*/ 933550 h 5664927"/>
                <a:gd name="connsiteX7100" fmla="*/ 1089237 w 4006679"/>
                <a:gd name="connsiteY7100" fmla="*/ 905200 h 5664927"/>
                <a:gd name="connsiteX7101" fmla="*/ 1081777 w 4006679"/>
                <a:gd name="connsiteY7101" fmla="*/ 861929 h 5664927"/>
                <a:gd name="connsiteX7102" fmla="*/ 1038506 w 4006679"/>
                <a:gd name="connsiteY7102" fmla="*/ 844024 h 5664927"/>
                <a:gd name="connsiteX7103" fmla="*/ 1027128 w 4006679"/>
                <a:gd name="connsiteY7103" fmla="*/ 839175 h 5664927"/>
                <a:gd name="connsiteX7104" fmla="*/ 546111 w 4006679"/>
                <a:gd name="connsiteY7104" fmla="*/ 788816 h 5664927"/>
                <a:gd name="connsiteX7105" fmla="*/ 507316 w 4006679"/>
                <a:gd name="connsiteY7105" fmla="*/ 799261 h 5664927"/>
                <a:gd name="connsiteX7106" fmla="*/ 511792 w 4006679"/>
                <a:gd name="connsiteY7106" fmla="*/ 848500 h 5664927"/>
                <a:gd name="connsiteX7107" fmla="*/ 544619 w 4006679"/>
                <a:gd name="connsiteY7107" fmla="*/ 870882 h 5664927"/>
                <a:gd name="connsiteX7108" fmla="*/ 567000 w 4006679"/>
                <a:gd name="connsiteY7108" fmla="*/ 885803 h 5664927"/>
                <a:gd name="connsiteX7109" fmla="*/ 564016 w 4006679"/>
                <a:gd name="connsiteY7109" fmla="*/ 791800 h 5664927"/>
                <a:gd name="connsiteX7110" fmla="*/ 547603 w 4006679"/>
                <a:gd name="connsiteY7110" fmla="*/ 806721 h 5664927"/>
                <a:gd name="connsiteX7111" fmla="*/ 534174 w 4006679"/>
                <a:gd name="connsiteY7111" fmla="*/ 818658 h 5664927"/>
                <a:gd name="connsiteX7112" fmla="*/ 529698 w 4006679"/>
                <a:gd name="connsiteY7112" fmla="*/ 814182 h 5664927"/>
                <a:gd name="connsiteX7113" fmla="*/ 546111 w 4006679"/>
                <a:gd name="connsiteY7113" fmla="*/ 788816 h 5664927"/>
                <a:gd name="connsiteX7114" fmla="*/ 607660 w 4006679"/>
                <a:gd name="connsiteY7114" fmla="*/ 792733 h 5664927"/>
                <a:gd name="connsiteX7115" fmla="*/ 584905 w 4006679"/>
                <a:gd name="connsiteY7115" fmla="*/ 805229 h 5664927"/>
                <a:gd name="connsiteX7116" fmla="*/ 604303 w 4006679"/>
                <a:gd name="connsiteY7116" fmla="*/ 878342 h 5664927"/>
                <a:gd name="connsiteX7117" fmla="*/ 628177 w 4006679"/>
                <a:gd name="connsiteY7117" fmla="*/ 863421 h 5664927"/>
                <a:gd name="connsiteX7118" fmla="*/ 674432 w 4006679"/>
                <a:gd name="connsiteY7118" fmla="*/ 848500 h 5664927"/>
                <a:gd name="connsiteX7119" fmla="*/ 687861 w 4006679"/>
                <a:gd name="connsiteY7119" fmla="*/ 836563 h 5664927"/>
                <a:gd name="connsiteX7120" fmla="*/ 678908 w 4006679"/>
                <a:gd name="connsiteY7120" fmla="*/ 823134 h 5664927"/>
                <a:gd name="connsiteX7121" fmla="*/ 632653 w 4006679"/>
                <a:gd name="connsiteY7121" fmla="*/ 799261 h 5664927"/>
                <a:gd name="connsiteX7122" fmla="*/ 607660 w 4006679"/>
                <a:gd name="connsiteY7122" fmla="*/ 792733 h 5664927"/>
                <a:gd name="connsiteX7123" fmla="*/ 449870 w 4006679"/>
                <a:gd name="connsiteY7123" fmla="*/ 776320 h 5664927"/>
                <a:gd name="connsiteX7124" fmla="*/ 438679 w 4006679"/>
                <a:gd name="connsiteY7124" fmla="*/ 784340 h 5664927"/>
                <a:gd name="connsiteX7125" fmla="*/ 432711 w 4006679"/>
                <a:gd name="connsiteY7125" fmla="*/ 800753 h 5664927"/>
                <a:gd name="connsiteX7126" fmla="*/ 456584 w 4006679"/>
                <a:gd name="connsiteY7126" fmla="*/ 867898 h 5664927"/>
                <a:gd name="connsiteX7127" fmla="*/ 471505 w 4006679"/>
                <a:gd name="connsiteY7127" fmla="*/ 872374 h 5664927"/>
                <a:gd name="connsiteX7128" fmla="*/ 492395 w 4006679"/>
                <a:gd name="connsiteY7128" fmla="*/ 860437 h 5664927"/>
                <a:gd name="connsiteX7129" fmla="*/ 481950 w 4006679"/>
                <a:gd name="connsiteY7129" fmla="*/ 832087 h 5664927"/>
                <a:gd name="connsiteX7130" fmla="*/ 461061 w 4006679"/>
                <a:gd name="connsiteY7130" fmla="*/ 782847 h 5664927"/>
                <a:gd name="connsiteX7131" fmla="*/ 449870 w 4006679"/>
                <a:gd name="connsiteY7131" fmla="*/ 776320 h 5664927"/>
                <a:gd name="connsiteX7132" fmla="*/ 729640 w 4006679"/>
                <a:gd name="connsiteY7132" fmla="*/ 791800 h 5664927"/>
                <a:gd name="connsiteX7133" fmla="*/ 702782 w 4006679"/>
                <a:gd name="connsiteY7133" fmla="*/ 809705 h 5664927"/>
                <a:gd name="connsiteX7134" fmla="*/ 701290 w 4006679"/>
                <a:gd name="connsiteY7134" fmla="*/ 815674 h 5664927"/>
                <a:gd name="connsiteX7135" fmla="*/ 666971 w 4006679"/>
                <a:gd name="connsiteY7135" fmla="*/ 858945 h 5664927"/>
                <a:gd name="connsiteX7136" fmla="*/ 640113 w 4006679"/>
                <a:gd name="connsiteY7136" fmla="*/ 869390 h 5664927"/>
                <a:gd name="connsiteX7137" fmla="*/ 677416 w 4006679"/>
                <a:gd name="connsiteY7137" fmla="*/ 878342 h 5664927"/>
                <a:gd name="connsiteX7138" fmla="*/ 708750 w 4006679"/>
                <a:gd name="connsiteY7138" fmla="*/ 852976 h 5664927"/>
                <a:gd name="connsiteX7139" fmla="*/ 737100 w 4006679"/>
                <a:gd name="connsiteY7139" fmla="*/ 815674 h 5664927"/>
                <a:gd name="connsiteX7140" fmla="*/ 729640 w 4006679"/>
                <a:gd name="connsiteY7140" fmla="*/ 791800 h 5664927"/>
                <a:gd name="connsiteX7141" fmla="*/ 1123556 w 4006679"/>
                <a:gd name="connsiteY7141" fmla="*/ 818658 h 5664927"/>
                <a:gd name="connsiteX7142" fmla="*/ 1090729 w 4006679"/>
                <a:gd name="connsiteY7142" fmla="*/ 836563 h 5664927"/>
                <a:gd name="connsiteX7143" fmla="*/ 1089237 w 4006679"/>
                <a:gd name="connsiteY7143" fmla="*/ 841040 h 5664927"/>
                <a:gd name="connsiteX7144" fmla="*/ 1108634 w 4006679"/>
                <a:gd name="connsiteY7144" fmla="*/ 867898 h 5664927"/>
                <a:gd name="connsiteX7145" fmla="*/ 1110127 w 4006679"/>
                <a:gd name="connsiteY7145" fmla="*/ 900724 h 5664927"/>
                <a:gd name="connsiteX7146" fmla="*/ 1138477 w 4006679"/>
                <a:gd name="connsiteY7146" fmla="*/ 961900 h 5664927"/>
                <a:gd name="connsiteX7147" fmla="*/ 1157874 w 4006679"/>
                <a:gd name="connsiteY7147" fmla="*/ 957424 h 5664927"/>
                <a:gd name="connsiteX7148" fmla="*/ 1163842 w 4006679"/>
                <a:gd name="connsiteY7148" fmla="*/ 938026 h 5664927"/>
                <a:gd name="connsiteX7149" fmla="*/ 1147429 w 4006679"/>
                <a:gd name="connsiteY7149" fmla="*/ 908184 h 5664927"/>
                <a:gd name="connsiteX7150" fmla="*/ 1135492 w 4006679"/>
                <a:gd name="connsiteY7150" fmla="*/ 852976 h 5664927"/>
                <a:gd name="connsiteX7151" fmla="*/ 1123556 w 4006679"/>
                <a:gd name="connsiteY7151" fmla="*/ 818658 h 5664927"/>
                <a:gd name="connsiteX7152" fmla="*/ 1842750 w 4006679"/>
                <a:gd name="connsiteY7152" fmla="*/ 875358 h 5664927"/>
                <a:gd name="connsiteX7153" fmla="*/ 1818877 w 4006679"/>
                <a:gd name="connsiteY7153" fmla="*/ 887295 h 5664927"/>
                <a:gd name="connsiteX7154" fmla="*/ 1809924 w 4006679"/>
                <a:gd name="connsiteY7154" fmla="*/ 905200 h 5664927"/>
                <a:gd name="connsiteX7155" fmla="*/ 1826337 w 4006679"/>
                <a:gd name="connsiteY7155" fmla="*/ 918629 h 5664927"/>
                <a:gd name="connsiteX7156" fmla="*/ 1854687 w 4006679"/>
                <a:gd name="connsiteY7156" fmla="*/ 906692 h 5664927"/>
                <a:gd name="connsiteX7157" fmla="*/ 1842750 w 4006679"/>
                <a:gd name="connsiteY7157" fmla="*/ 875358 h 5664927"/>
                <a:gd name="connsiteX7158" fmla="*/ 1037013 w 4006679"/>
                <a:gd name="connsiteY7158" fmla="*/ 790308 h 5664927"/>
                <a:gd name="connsiteX7159" fmla="*/ 989266 w 4006679"/>
                <a:gd name="connsiteY7159" fmla="*/ 788816 h 5664927"/>
                <a:gd name="connsiteX7160" fmla="*/ 953455 w 4006679"/>
                <a:gd name="connsiteY7160" fmla="*/ 790308 h 5664927"/>
                <a:gd name="connsiteX7161" fmla="*/ 956440 w 4006679"/>
                <a:gd name="connsiteY7161" fmla="*/ 817166 h 5664927"/>
                <a:gd name="connsiteX7162" fmla="*/ 1001203 w 4006679"/>
                <a:gd name="connsiteY7162" fmla="*/ 832087 h 5664927"/>
                <a:gd name="connsiteX7163" fmla="*/ 1048950 w 4006679"/>
                <a:gd name="connsiteY7163" fmla="*/ 827611 h 5664927"/>
                <a:gd name="connsiteX7164" fmla="*/ 1063871 w 4006679"/>
                <a:gd name="connsiteY7164" fmla="*/ 838055 h 5664927"/>
                <a:gd name="connsiteX7165" fmla="*/ 1037013 w 4006679"/>
                <a:gd name="connsiteY7165" fmla="*/ 790308 h 5664927"/>
                <a:gd name="connsiteX7166" fmla="*/ 568492 w 4006679"/>
                <a:gd name="connsiteY7166" fmla="*/ 744053 h 5664927"/>
                <a:gd name="connsiteX7167" fmla="*/ 559540 w 4006679"/>
                <a:gd name="connsiteY7167" fmla="*/ 778371 h 5664927"/>
                <a:gd name="connsiteX7168" fmla="*/ 601319 w 4006679"/>
                <a:gd name="connsiteY7168" fmla="*/ 775387 h 5664927"/>
                <a:gd name="connsiteX7169" fmla="*/ 568492 w 4006679"/>
                <a:gd name="connsiteY7169" fmla="*/ 744053 h 5664927"/>
                <a:gd name="connsiteX7170" fmla="*/ 760974 w 4006679"/>
                <a:gd name="connsiteY7170" fmla="*/ 754497 h 5664927"/>
                <a:gd name="connsiteX7171" fmla="*/ 729640 w 4006679"/>
                <a:gd name="connsiteY7171" fmla="*/ 772403 h 5664927"/>
                <a:gd name="connsiteX7172" fmla="*/ 738592 w 4006679"/>
                <a:gd name="connsiteY7172" fmla="*/ 782847 h 5664927"/>
                <a:gd name="connsiteX7173" fmla="*/ 749037 w 4006679"/>
                <a:gd name="connsiteY7173" fmla="*/ 818658 h 5664927"/>
                <a:gd name="connsiteX7174" fmla="*/ 716211 w 4006679"/>
                <a:gd name="connsiteY7174" fmla="*/ 864913 h 5664927"/>
                <a:gd name="connsiteX7175" fmla="*/ 677416 w 4006679"/>
                <a:gd name="connsiteY7175" fmla="*/ 896247 h 5664927"/>
                <a:gd name="connsiteX7176" fmla="*/ 650558 w 4006679"/>
                <a:gd name="connsiteY7176" fmla="*/ 897740 h 5664927"/>
                <a:gd name="connsiteX7177" fmla="*/ 626684 w 4006679"/>
                <a:gd name="connsiteY7177" fmla="*/ 885803 h 5664927"/>
                <a:gd name="connsiteX7178" fmla="*/ 632653 w 4006679"/>
                <a:gd name="connsiteY7178" fmla="*/ 930566 h 5664927"/>
                <a:gd name="connsiteX7179" fmla="*/ 658019 w 4006679"/>
                <a:gd name="connsiteY7179" fmla="*/ 979805 h 5664927"/>
                <a:gd name="connsiteX7180" fmla="*/ 687861 w 4006679"/>
                <a:gd name="connsiteY7180" fmla="*/ 1009648 h 5664927"/>
                <a:gd name="connsiteX7181" fmla="*/ 740084 w 4006679"/>
                <a:gd name="connsiteY7181" fmla="*/ 1027553 h 5664927"/>
                <a:gd name="connsiteX7182" fmla="*/ 819166 w 4006679"/>
                <a:gd name="connsiteY7182" fmla="*/ 1093205 h 5664927"/>
                <a:gd name="connsiteX7183" fmla="*/ 822150 w 4006679"/>
                <a:gd name="connsiteY7183" fmla="*/ 1102158 h 5664927"/>
                <a:gd name="connsiteX7184" fmla="*/ 777387 w 4006679"/>
                <a:gd name="connsiteY7184" fmla="*/ 1136477 h 5664927"/>
                <a:gd name="connsiteX7185" fmla="*/ 717703 w 4006679"/>
                <a:gd name="connsiteY7185" fmla="*/ 1160350 h 5664927"/>
                <a:gd name="connsiteX7186" fmla="*/ 675924 w 4006679"/>
                <a:gd name="connsiteY7186" fmla="*/ 1154382 h 5664927"/>
                <a:gd name="connsiteX7187" fmla="*/ 647574 w 4006679"/>
                <a:gd name="connsiteY7187" fmla="*/ 1167811 h 5664927"/>
                <a:gd name="connsiteX7188" fmla="*/ 608779 w 4006679"/>
                <a:gd name="connsiteY7188" fmla="*/ 1182732 h 5664927"/>
                <a:gd name="connsiteX7189" fmla="*/ 598334 w 4006679"/>
                <a:gd name="connsiteY7189" fmla="*/ 1182732 h 5664927"/>
                <a:gd name="connsiteX7190" fmla="*/ 587890 w 4006679"/>
                <a:gd name="connsiteY7190" fmla="*/ 1248384 h 5664927"/>
                <a:gd name="connsiteX7191" fmla="*/ 605795 w 4006679"/>
                <a:gd name="connsiteY7191" fmla="*/ 1270766 h 5664927"/>
                <a:gd name="connsiteX7192" fmla="*/ 632653 w 4006679"/>
                <a:gd name="connsiteY7192" fmla="*/ 1243908 h 5664927"/>
                <a:gd name="connsiteX7193" fmla="*/ 658019 w 4006679"/>
                <a:gd name="connsiteY7193" fmla="*/ 1223019 h 5664927"/>
                <a:gd name="connsiteX7194" fmla="*/ 720687 w 4006679"/>
                <a:gd name="connsiteY7194" fmla="*/ 1230479 h 5664927"/>
                <a:gd name="connsiteX7195" fmla="*/ 750529 w 4006679"/>
                <a:gd name="connsiteY7195" fmla="*/ 1248384 h 5664927"/>
                <a:gd name="connsiteX7196" fmla="*/ 811705 w 4006679"/>
                <a:gd name="connsiteY7196" fmla="*/ 1260321 h 5664927"/>
                <a:gd name="connsiteX7197" fmla="*/ 808721 w 4006679"/>
                <a:gd name="connsiteY7197" fmla="*/ 1243908 h 5664927"/>
                <a:gd name="connsiteX7198" fmla="*/ 831103 w 4006679"/>
                <a:gd name="connsiteY7198" fmla="*/ 1202129 h 5664927"/>
                <a:gd name="connsiteX7199" fmla="*/ 895263 w 4006679"/>
                <a:gd name="connsiteY7199" fmla="*/ 1169303 h 5664927"/>
                <a:gd name="connsiteX7200" fmla="*/ 945995 w 4006679"/>
                <a:gd name="connsiteY7200" fmla="*/ 1166319 h 5664927"/>
                <a:gd name="connsiteX7201" fmla="*/ 963900 w 4006679"/>
                <a:gd name="connsiteY7201" fmla="*/ 1196161 h 5664927"/>
                <a:gd name="connsiteX7202" fmla="*/ 963900 w 4006679"/>
                <a:gd name="connsiteY7202" fmla="*/ 1199145 h 5664927"/>
                <a:gd name="connsiteX7203" fmla="*/ 975837 w 4006679"/>
                <a:gd name="connsiteY7203" fmla="*/ 1209590 h 5664927"/>
                <a:gd name="connsiteX7204" fmla="*/ 986282 w 4006679"/>
                <a:gd name="connsiteY7204" fmla="*/ 1197653 h 5664927"/>
                <a:gd name="connsiteX7205" fmla="*/ 995234 w 4006679"/>
                <a:gd name="connsiteY7205" fmla="*/ 1164826 h 5664927"/>
                <a:gd name="connsiteX7206" fmla="*/ 1081777 w 4006679"/>
                <a:gd name="connsiteY7206" fmla="*/ 1191684 h 5664927"/>
                <a:gd name="connsiteX7207" fmla="*/ 1090729 w 4006679"/>
                <a:gd name="connsiteY7207" fmla="*/ 1196161 h 5664927"/>
                <a:gd name="connsiteX7208" fmla="*/ 1135492 w 4006679"/>
                <a:gd name="connsiteY7208" fmla="*/ 1261813 h 5664927"/>
                <a:gd name="connsiteX7209" fmla="*/ 1208606 w 4006679"/>
                <a:gd name="connsiteY7209" fmla="*/ 1237940 h 5664927"/>
                <a:gd name="connsiteX7210" fmla="*/ 1199653 w 4006679"/>
                <a:gd name="connsiteY7210" fmla="*/ 1236448 h 5664927"/>
                <a:gd name="connsiteX7211" fmla="*/ 1169811 w 4006679"/>
                <a:gd name="connsiteY7211" fmla="*/ 1203621 h 5664927"/>
                <a:gd name="connsiteX7212" fmla="*/ 1187716 w 4006679"/>
                <a:gd name="connsiteY7212" fmla="*/ 1176763 h 5664927"/>
                <a:gd name="connsiteX7213" fmla="*/ 1210098 w 4006679"/>
                <a:gd name="connsiteY7213" fmla="*/ 1154382 h 5664927"/>
                <a:gd name="connsiteX7214" fmla="*/ 1239940 w 4006679"/>
                <a:gd name="connsiteY7214" fmla="*/ 1117079 h 5664927"/>
                <a:gd name="connsiteX7215" fmla="*/ 1286195 w 4006679"/>
                <a:gd name="connsiteY7215" fmla="*/ 1121556 h 5664927"/>
                <a:gd name="connsiteX7216" fmla="*/ 1299624 w 4006679"/>
                <a:gd name="connsiteY7216" fmla="*/ 1143937 h 5664927"/>
                <a:gd name="connsiteX7217" fmla="*/ 1304100 w 4006679"/>
                <a:gd name="connsiteY7217" fmla="*/ 1142445 h 5664927"/>
                <a:gd name="connsiteX7218" fmla="*/ 1293656 w 4006679"/>
                <a:gd name="connsiteY7218" fmla="*/ 1102158 h 5664927"/>
                <a:gd name="connsiteX7219" fmla="*/ 1286195 w 4006679"/>
                <a:gd name="connsiteY7219" fmla="*/ 1061871 h 5664927"/>
                <a:gd name="connsiteX7220" fmla="*/ 1225019 w 4006679"/>
                <a:gd name="connsiteY7220" fmla="*/ 1078284 h 5664927"/>
                <a:gd name="connsiteX7221" fmla="*/ 1165335 w 4006679"/>
                <a:gd name="connsiteY7221" fmla="*/ 1091713 h 5664927"/>
                <a:gd name="connsiteX7222" fmla="*/ 1117587 w 4006679"/>
                <a:gd name="connsiteY7222" fmla="*/ 1082761 h 5664927"/>
                <a:gd name="connsiteX7223" fmla="*/ 1101174 w 4006679"/>
                <a:gd name="connsiteY7223" fmla="*/ 1094698 h 5664927"/>
                <a:gd name="connsiteX7224" fmla="*/ 1083269 w 4006679"/>
                <a:gd name="connsiteY7224" fmla="*/ 1111111 h 5664927"/>
                <a:gd name="connsiteX7225" fmla="*/ 1032537 w 4006679"/>
                <a:gd name="connsiteY7225" fmla="*/ 1108127 h 5664927"/>
                <a:gd name="connsiteX7226" fmla="*/ 1020600 w 4006679"/>
                <a:gd name="connsiteY7226" fmla="*/ 1094698 h 5664927"/>
                <a:gd name="connsiteX7227" fmla="*/ 1005679 w 4006679"/>
                <a:gd name="connsiteY7227" fmla="*/ 1111111 h 5664927"/>
                <a:gd name="connsiteX7228" fmla="*/ 977329 w 4006679"/>
                <a:gd name="connsiteY7228" fmla="*/ 1129016 h 5664927"/>
                <a:gd name="connsiteX7229" fmla="*/ 931074 w 4006679"/>
                <a:gd name="connsiteY7229" fmla="*/ 1106634 h 5664927"/>
                <a:gd name="connsiteX7230" fmla="*/ 880342 w 4006679"/>
                <a:gd name="connsiteY7230" fmla="*/ 1066348 h 5664927"/>
                <a:gd name="connsiteX7231" fmla="*/ 877358 w 4006679"/>
                <a:gd name="connsiteY7231" fmla="*/ 1012632 h 5664927"/>
                <a:gd name="connsiteX7232" fmla="*/ 895263 w 4006679"/>
                <a:gd name="connsiteY7232" fmla="*/ 997711 h 5664927"/>
                <a:gd name="connsiteX7233" fmla="*/ 859453 w 4006679"/>
                <a:gd name="connsiteY7233" fmla="*/ 982790 h 5664927"/>
                <a:gd name="connsiteX7234" fmla="*/ 819166 w 4006679"/>
                <a:gd name="connsiteY7234" fmla="*/ 1003679 h 5664927"/>
                <a:gd name="connsiteX7235" fmla="*/ 790816 w 4006679"/>
                <a:gd name="connsiteY7235" fmla="*/ 1005171 h 5664927"/>
                <a:gd name="connsiteX7236" fmla="*/ 783356 w 4006679"/>
                <a:gd name="connsiteY7236" fmla="*/ 975329 h 5664927"/>
                <a:gd name="connsiteX7237" fmla="*/ 784848 w 4006679"/>
                <a:gd name="connsiteY7237" fmla="*/ 970853 h 5664927"/>
                <a:gd name="connsiteX7238" fmla="*/ 793800 w 4006679"/>
                <a:gd name="connsiteY7238" fmla="*/ 912661 h 5664927"/>
                <a:gd name="connsiteX7239" fmla="*/ 828119 w 4006679"/>
                <a:gd name="connsiteY7239" fmla="*/ 787324 h 5664927"/>
                <a:gd name="connsiteX7240" fmla="*/ 760974 w 4006679"/>
                <a:gd name="connsiteY7240" fmla="*/ 754497 h 5664927"/>
                <a:gd name="connsiteX7241" fmla="*/ 1354832 w 4006679"/>
                <a:gd name="connsiteY7241" fmla="*/ 800753 h 5664927"/>
                <a:gd name="connsiteX7242" fmla="*/ 1286195 w 4006679"/>
                <a:gd name="connsiteY7242" fmla="*/ 811197 h 5664927"/>
                <a:gd name="connsiteX7243" fmla="*/ 1259337 w 4006679"/>
                <a:gd name="connsiteY7243" fmla="*/ 836563 h 5664927"/>
                <a:gd name="connsiteX7244" fmla="*/ 1272766 w 4006679"/>
                <a:gd name="connsiteY7244" fmla="*/ 851484 h 5664927"/>
                <a:gd name="connsiteX7245" fmla="*/ 1330958 w 4006679"/>
                <a:gd name="connsiteY7245" fmla="*/ 841040 h 5664927"/>
                <a:gd name="connsiteX7246" fmla="*/ 1354832 w 4006679"/>
                <a:gd name="connsiteY7246" fmla="*/ 806721 h 5664927"/>
                <a:gd name="connsiteX7247" fmla="*/ 1354832 w 4006679"/>
                <a:gd name="connsiteY7247" fmla="*/ 800753 h 5664927"/>
                <a:gd name="connsiteX7248" fmla="*/ 1899451 w 4006679"/>
                <a:gd name="connsiteY7248" fmla="*/ 833579 h 5664927"/>
                <a:gd name="connsiteX7249" fmla="*/ 1868116 w 4006679"/>
                <a:gd name="connsiteY7249" fmla="*/ 864913 h 5664927"/>
                <a:gd name="connsiteX7250" fmla="*/ 1890498 w 4006679"/>
                <a:gd name="connsiteY7250" fmla="*/ 890279 h 5664927"/>
                <a:gd name="connsiteX7251" fmla="*/ 1923324 w 4006679"/>
                <a:gd name="connsiteY7251" fmla="*/ 857453 h 5664927"/>
                <a:gd name="connsiteX7252" fmla="*/ 1899451 w 4006679"/>
                <a:gd name="connsiteY7252" fmla="*/ 833579 h 5664927"/>
                <a:gd name="connsiteX7253" fmla="*/ 532682 w 4006679"/>
                <a:gd name="connsiteY7253" fmla="*/ 685861 h 5664927"/>
                <a:gd name="connsiteX7254" fmla="*/ 499855 w 4006679"/>
                <a:gd name="connsiteY7254" fmla="*/ 706750 h 5664927"/>
                <a:gd name="connsiteX7255" fmla="*/ 467029 w 4006679"/>
                <a:gd name="connsiteY7255" fmla="*/ 724655 h 5664927"/>
                <a:gd name="connsiteX7256" fmla="*/ 459569 w 4006679"/>
                <a:gd name="connsiteY7256" fmla="*/ 747037 h 5664927"/>
                <a:gd name="connsiteX7257" fmla="*/ 467029 w 4006679"/>
                <a:gd name="connsiteY7257" fmla="*/ 763450 h 5664927"/>
                <a:gd name="connsiteX7258" fmla="*/ 487919 w 4006679"/>
                <a:gd name="connsiteY7258" fmla="*/ 793292 h 5664927"/>
                <a:gd name="connsiteX7259" fmla="*/ 532682 w 4006679"/>
                <a:gd name="connsiteY7259" fmla="*/ 767926 h 5664927"/>
                <a:gd name="connsiteX7260" fmla="*/ 531190 w 4006679"/>
                <a:gd name="connsiteY7260" fmla="*/ 764942 h 5664927"/>
                <a:gd name="connsiteX7261" fmla="*/ 498363 w 4006679"/>
                <a:gd name="connsiteY7261" fmla="*/ 763450 h 5664927"/>
                <a:gd name="connsiteX7262" fmla="*/ 532682 w 4006679"/>
                <a:gd name="connsiteY7262" fmla="*/ 750021 h 5664927"/>
                <a:gd name="connsiteX7263" fmla="*/ 567000 w 4006679"/>
                <a:gd name="connsiteY7263" fmla="*/ 727640 h 5664927"/>
                <a:gd name="connsiteX7264" fmla="*/ 532682 w 4006679"/>
                <a:gd name="connsiteY7264" fmla="*/ 685861 h 5664927"/>
                <a:gd name="connsiteX7265" fmla="*/ 1805448 w 4006679"/>
                <a:gd name="connsiteY7265" fmla="*/ 787324 h 5664927"/>
                <a:gd name="connsiteX7266" fmla="*/ 1772622 w 4006679"/>
                <a:gd name="connsiteY7266" fmla="*/ 826119 h 5664927"/>
                <a:gd name="connsiteX7267" fmla="*/ 1806940 w 4006679"/>
                <a:gd name="connsiteY7267" fmla="*/ 864913 h 5664927"/>
                <a:gd name="connsiteX7268" fmla="*/ 1844242 w 4006679"/>
                <a:gd name="connsiteY7268" fmla="*/ 827611 h 5664927"/>
                <a:gd name="connsiteX7269" fmla="*/ 1805448 w 4006679"/>
                <a:gd name="connsiteY7269" fmla="*/ 787324 h 5664927"/>
                <a:gd name="connsiteX7270" fmla="*/ 737100 w 4006679"/>
                <a:gd name="connsiteY7270" fmla="*/ 694813 h 5664927"/>
                <a:gd name="connsiteX7271" fmla="*/ 725163 w 4006679"/>
                <a:gd name="connsiteY7271" fmla="*/ 732116 h 5664927"/>
                <a:gd name="connsiteX7272" fmla="*/ 723671 w 4006679"/>
                <a:gd name="connsiteY7272" fmla="*/ 736592 h 5664927"/>
                <a:gd name="connsiteX7273" fmla="*/ 731132 w 4006679"/>
                <a:gd name="connsiteY7273" fmla="*/ 753005 h 5664927"/>
                <a:gd name="connsiteX7274" fmla="*/ 746053 w 4006679"/>
                <a:gd name="connsiteY7274" fmla="*/ 748529 h 5664927"/>
                <a:gd name="connsiteX7275" fmla="*/ 737100 w 4006679"/>
                <a:gd name="connsiteY7275" fmla="*/ 694813 h 5664927"/>
                <a:gd name="connsiteX7276" fmla="*/ 695881 w 4006679"/>
                <a:gd name="connsiteY7276" fmla="*/ 690337 h 5664927"/>
                <a:gd name="connsiteX7277" fmla="*/ 683384 w 4006679"/>
                <a:gd name="connsiteY7277" fmla="*/ 699290 h 5664927"/>
                <a:gd name="connsiteX7278" fmla="*/ 631161 w 4006679"/>
                <a:gd name="connsiteY7278" fmla="*/ 745545 h 5664927"/>
                <a:gd name="connsiteX7279" fmla="*/ 628177 w 4006679"/>
                <a:gd name="connsiteY7279" fmla="*/ 764942 h 5664927"/>
                <a:gd name="connsiteX7280" fmla="*/ 671448 w 4006679"/>
                <a:gd name="connsiteY7280" fmla="*/ 761958 h 5664927"/>
                <a:gd name="connsiteX7281" fmla="*/ 638621 w 4006679"/>
                <a:gd name="connsiteY7281" fmla="*/ 778371 h 5664927"/>
                <a:gd name="connsiteX7282" fmla="*/ 689353 w 4006679"/>
                <a:gd name="connsiteY7282" fmla="*/ 806721 h 5664927"/>
                <a:gd name="connsiteX7283" fmla="*/ 707258 w 4006679"/>
                <a:gd name="connsiteY7283" fmla="*/ 791800 h 5664927"/>
                <a:gd name="connsiteX7284" fmla="*/ 713226 w 4006679"/>
                <a:gd name="connsiteY7284" fmla="*/ 758974 h 5664927"/>
                <a:gd name="connsiteX7285" fmla="*/ 716211 w 4006679"/>
                <a:gd name="connsiteY7285" fmla="*/ 720179 h 5664927"/>
                <a:gd name="connsiteX7286" fmla="*/ 711734 w 4006679"/>
                <a:gd name="connsiteY7286" fmla="*/ 694813 h 5664927"/>
                <a:gd name="connsiteX7287" fmla="*/ 695881 w 4006679"/>
                <a:gd name="connsiteY7287" fmla="*/ 690337 h 5664927"/>
                <a:gd name="connsiteX7288" fmla="*/ 1287687 w 4006679"/>
                <a:gd name="connsiteY7288" fmla="*/ 738084 h 5664927"/>
                <a:gd name="connsiteX7289" fmla="*/ 1266798 w 4006679"/>
                <a:gd name="connsiteY7289" fmla="*/ 741069 h 5664927"/>
                <a:gd name="connsiteX7290" fmla="*/ 1222034 w 4006679"/>
                <a:gd name="connsiteY7290" fmla="*/ 772403 h 5664927"/>
                <a:gd name="connsiteX7291" fmla="*/ 1241432 w 4006679"/>
                <a:gd name="connsiteY7291" fmla="*/ 794784 h 5664927"/>
                <a:gd name="connsiteX7292" fmla="*/ 1295148 w 4006679"/>
                <a:gd name="connsiteY7292" fmla="*/ 802245 h 5664927"/>
                <a:gd name="connsiteX7293" fmla="*/ 1314545 w 4006679"/>
                <a:gd name="connsiteY7293" fmla="*/ 787324 h 5664927"/>
                <a:gd name="connsiteX7294" fmla="*/ 1308577 w 4006679"/>
                <a:gd name="connsiteY7294" fmla="*/ 761958 h 5664927"/>
                <a:gd name="connsiteX7295" fmla="*/ 1287687 w 4006679"/>
                <a:gd name="connsiteY7295" fmla="*/ 738084 h 5664927"/>
                <a:gd name="connsiteX7296" fmla="*/ 1360800 w 4006679"/>
                <a:gd name="connsiteY7296" fmla="*/ 735100 h 5664927"/>
                <a:gd name="connsiteX7297" fmla="*/ 1341403 w 4006679"/>
                <a:gd name="connsiteY7297" fmla="*/ 751513 h 5664927"/>
                <a:gd name="connsiteX7298" fmla="*/ 1336927 w 4006679"/>
                <a:gd name="connsiteY7298" fmla="*/ 790308 h 5664927"/>
                <a:gd name="connsiteX7299" fmla="*/ 1356324 w 4006679"/>
                <a:gd name="connsiteY7299" fmla="*/ 776879 h 5664927"/>
                <a:gd name="connsiteX7300" fmla="*/ 1375721 w 4006679"/>
                <a:gd name="connsiteY7300" fmla="*/ 758974 h 5664927"/>
                <a:gd name="connsiteX7301" fmla="*/ 1360800 w 4006679"/>
                <a:gd name="connsiteY7301" fmla="*/ 735100 h 5664927"/>
                <a:gd name="connsiteX7302" fmla="*/ 2415906 w 4006679"/>
                <a:gd name="connsiteY7302" fmla="*/ 820710 h 5664927"/>
                <a:gd name="connsiteX7303" fmla="*/ 2394830 w 4006679"/>
                <a:gd name="connsiteY7303" fmla="*/ 845516 h 5664927"/>
                <a:gd name="connsiteX7304" fmla="*/ 2391845 w 4006679"/>
                <a:gd name="connsiteY7304" fmla="*/ 854469 h 5664927"/>
                <a:gd name="connsiteX7305" fmla="*/ 2399306 w 4006679"/>
                <a:gd name="connsiteY7305" fmla="*/ 861929 h 5664927"/>
                <a:gd name="connsiteX7306" fmla="*/ 2409751 w 4006679"/>
                <a:gd name="connsiteY7306" fmla="*/ 869390 h 5664927"/>
                <a:gd name="connsiteX7307" fmla="*/ 2503753 w 4006679"/>
                <a:gd name="connsiteY7307" fmla="*/ 991742 h 5664927"/>
                <a:gd name="connsiteX7308" fmla="*/ 2511214 w 4006679"/>
                <a:gd name="connsiteY7308" fmla="*/ 1020092 h 5664927"/>
                <a:gd name="connsiteX7309" fmla="*/ 2476895 w 4006679"/>
                <a:gd name="connsiteY7309" fmla="*/ 1057395 h 5664927"/>
                <a:gd name="connsiteX7310" fmla="*/ 2466451 w 4006679"/>
                <a:gd name="connsiteY7310" fmla="*/ 1057395 h 5664927"/>
                <a:gd name="connsiteX7311" fmla="*/ 2423180 w 4006679"/>
                <a:gd name="connsiteY7311" fmla="*/ 1011140 h 5664927"/>
                <a:gd name="connsiteX7312" fmla="*/ 2456006 w 4006679"/>
                <a:gd name="connsiteY7312" fmla="*/ 978313 h 5664927"/>
                <a:gd name="connsiteX7313" fmla="*/ 2458990 w 4006679"/>
                <a:gd name="connsiteY7313" fmla="*/ 979805 h 5664927"/>
                <a:gd name="connsiteX7314" fmla="*/ 2369464 w 4006679"/>
                <a:gd name="connsiteY7314" fmla="*/ 881326 h 5664927"/>
                <a:gd name="connsiteX7315" fmla="*/ 2284414 w 4006679"/>
                <a:gd name="connsiteY7315" fmla="*/ 941011 h 5664927"/>
                <a:gd name="connsiteX7316" fmla="*/ 2187427 w 4006679"/>
                <a:gd name="connsiteY7316" fmla="*/ 981298 h 5664927"/>
                <a:gd name="connsiteX7317" fmla="*/ 2703695 w 4006679"/>
                <a:gd name="connsiteY7317" fmla="*/ 1327466 h 5664927"/>
                <a:gd name="connsiteX7318" fmla="*/ 2703695 w 4006679"/>
                <a:gd name="connsiteY7318" fmla="*/ 1312545 h 5664927"/>
                <a:gd name="connsiteX7319" fmla="*/ 2693251 w 4006679"/>
                <a:gd name="connsiteY7319" fmla="*/ 1240924 h 5664927"/>
                <a:gd name="connsiteX7320" fmla="*/ 2614169 w 4006679"/>
                <a:gd name="connsiteY7320" fmla="*/ 1032029 h 5664927"/>
                <a:gd name="connsiteX7321" fmla="*/ 2575374 w 4006679"/>
                <a:gd name="connsiteY7321" fmla="*/ 973837 h 5664927"/>
                <a:gd name="connsiteX7322" fmla="*/ 2550008 w 4006679"/>
                <a:gd name="connsiteY7322" fmla="*/ 939519 h 5664927"/>
                <a:gd name="connsiteX7323" fmla="*/ 2463466 w 4006679"/>
                <a:gd name="connsiteY7323" fmla="*/ 842532 h 5664927"/>
                <a:gd name="connsiteX7324" fmla="*/ 2447053 w 4006679"/>
                <a:gd name="connsiteY7324" fmla="*/ 830595 h 5664927"/>
                <a:gd name="connsiteX7325" fmla="*/ 2415906 w 4006679"/>
                <a:gd name="connsiteY7325" fmla="*/ 820710 h 5664927"/>
                <a:gd name="connsiteX7326" fmla="*/ 1920527 w 4006679"/>
                <a:gd name="connsiteY7326" fmla="*/ 774081 h 5664927"/>
                <a:gd name="connsiteX7327" fmla="*/ 1905419 w 4006679"/>
                <a:gd name="connsiteY7327" fmla="*/ 781355 h 5664927"/>
                <a:gd name="connsiteX7328" fmla="*/ 1932277 w 4006679"/>
                <a:gd name="connsiteY7328" fmla="*/ 794784 h 5664927"/>
                <a:gd name="connsiteX7329" fmla="*/ 1920527 w 4006679"/>
                <a:gd name="connsiteY7329" fmla="*/ 774081 h 5664927"/>
                <a:gd name="connsiteX7330" fmla="*/ 1002695 w 4006679"/>
                <a:gd name="connsiteY7330" fmla="*/ 692948 h 5664927"/>
                <a:gd name="connsiteX7331" fmla="*/ 990758 w 4006679"/>
                <a:gd name="connsiteY7331" fmla="*/ 697797 h 5664927"/>
                <a:gd name="connsiteX7332" fmla="*/ 957932 w 4006679"/>
                <a:gd name="connsiteY7332" fmla="*/ 706750 h 5664927"/>
                <a:gd name="connsiteX7333" fmla="*/ 940027 w 4006679"/>
                <a:gd name="connsiteY7333" fmla="*/ 717195 h 5664927"/>
                <a:gd name="connsiteX7334" fmla="*/ 910184 w 4006679"/>
                <a:gd name="connsiteY7334" fmla="*/ 755990 h 5664927"/>
                <a:gd name="connsiteX7335" fmla="*/ 947487 w 4006679"/>
                <a:gd name="connsiteY7335" fmla="*/ 776879 h 5664927"/>
                <a:gd name="connsiteX7336" fmla="*/ 962408 w 4006679"/>
                <a:gd name="connsiteY7336" fmla="*/ 773895 h 5664927"/>
                <a:gd name="connsiteX7337" fmla="*/ 1022092 w 4006679"/>
                <a:gd name="connsiteY7337" fmla="*/ 727640 h 5664927"/>
                <a:gd name="connsiteX7338" fmla="*/ 1014632 w 4006679"/>
                <a:gd name="connsiteY7338" fmla="*/ 699290 h 5664927"/>
                <a:gd name="connsiteX7339" fmla="*/ 1002695 w 4006679"/>
                <a:gd name="connsiteY7339" fmla="*/ 692948 h 5664927"/>
                <a:gd name="connsiteX7340" fmla="*/ 793800 w 4006679"/>
                <a:gd name="connsiteY7340" fmla="*/ 667955 h 5664927"/>
                <a:gd name="connsiteX7341" fmla="*/ 768434 w 4006679"/>
                <a:gd name="connsiteY7341" fmla="*/ 742561 h 5664927"/>
                <a:gd name="connsiteX7342" fmla="*/ 801261 w 4006679"/>
                <a:gd name="connsiteY7342" fmla="*/ 773895 h 5664927"/>
                <a:gd name="connsiteX7343" fmla="*/ 854977 w 4006679"/>
                <a:gd name="connsiteY7343" fmla="*/ 782847 h 5664927"/>
                <a:gd name="connsiteX7344" fmla="*/ 872882 w 4006679"/>
                <a:gd name="connsiteY7344" fmla="*/ 758974 h 5664927"/>
                <a:gd name="connsiteX7345" fmla="*/ 843040 w 4006679"/>
                <a:gd name="connsiteY7345" fmla="*/ 757482 h 5664927"/>
                <a:gd name="connsiteX7346" fmla="*/ 819166 w 4006679"/>
                <a:gd name="connsiteY7346" fmla="*/ 721671 h 5664927"/>
                <a:gd name="connsiteX7347" fmla="*/ 820658 w 4006679"/>
                <a:gd name="connsiteY7347" fmla="*/ 700782 h 5664927"/>
                <a:gd name="connsiteX7348" fmla="*/ 793800 w 4006679"/>
                <a:gd name="connsiteY7348" fmla="*/ 667955 h 5664927"/>
                <a:gd name="connsiteX7349" fmla="*/ 2284414 w 4006679"/>
                <a:gd name="connsiteY7349" fmla="*/ 784340 h 5664927"/>
                <a:gd name="connsiteX7350" fmla="*/ 2181458 w 4006679"/>
                <a:gd name="connsiteY7350" fmla="*/ 858945 h 5664927"/>
                <a:gd name="connsiteX7351" fmla="*/ 2269493 w 4006679"/>
                <a:gd name="connsiteY7351" fmla="*/ 887295 h 5664927"/>
                <a:gd name="connsiteX7352" fmla="*/ 2284414 w 4006679"/>
                <a:gd name="connsiteY7352" fmla="*/ 784340 h 5664927"/>
                <a:gd name="connsiteX7353" fmla="*/ 1329466 w 4006679"/>
                <a:gd name="connsiteY7353" fmla="*/ 702274 h 5664927"/>
                <a:gd name="connsiteX7354" fmla="*/ 1311561 w 4006679"/>
                <a:gd name="connsiteY7354" fmla="*/ 735100 h 5664927"/>
                <a:gd name="connsiteX7355" fmla="*/ 1332450 w 4006679"/>
                <a:gd name="connsiteY7355" fmla="*/ 745545 h 5664927"/>
                <a:gd name="connsiteX7356" fmla="*/ 1329466 w 4006679"/>
                <a:gd name="connsiteY7356" fmla="*/ 702274 h 5664927"/>
                <a:gd name="connsiteX7357" fmla="*/ 889295 w 4006679"/>
                <a:gd name="connsiteY7357" fmla="*/ 664971 h 5664927"/>
                <a:gd name="connsiteX7358" fmla="*/ 899740 w 4006679"/>
                <a:gd name="connsiteY7358" fmla="*/ 720179 h 5664927"/>
                <a:gd name="connsiteX7359" fmla="*/ 895263 w 4006679"/>
                <a:gd name="connsiteY7359" fmla="*/ 721671 h 5664927"/>
                <a:gd name="connsiteX7360" fmla="*/ 881834 w 4006679"/>
                <a:gd name="connsiteY7360" fmla="*/ 693321 h 5664927"/>
                <a:gd name="connsiteX7361" fmla="*/ 869898 w 4006679"/>
                <a:gd name="connsiteY7361" fmla="*/ 712719 h 5664927"/>
                <a:gd name="connsiteX7362" fmla="*/ 863929 w 4006679"/>
                <a:gd name="connsiteY7362" fmla="*/ 711226 h 5664927"/>
                <a:gd name="connsiteX7363" fmla="*/ 860945 w 4006679"/>
                <a:gd name="connsiteY7363" fmla="*/ 681384 h 5664927"/>
                <a:gd name="connsiteX7364" fmla="*/ 834087 w 4006679"/>
                <a:gd name="connsiteY7364" fmla="*/ 714211 h 5664927"/>
                <a:gd name="connsiteX7365" fmla="*/ 834087 w 4006679"/>
                <a:gd name="connsiteY7365" fmla="*/ 736592 h 5664927"/>
                <a:gd name="connsiteX7366" fmla="*/ 857961 w 4006679"/>
                <a:gd name="connsiteY7366" fmla="*/ 745545 h 5664927"/>
                <a:gd name="connsiteX7367" fmla="*/ 911677 w 4006679"/>
                <a:gd name="connsiteY7367" fmla="*/ 735100 h 5664927"/>
                <a:gd name="connsiteX7368" fmla="*/ 931074 w 4006679"/>
                <a:gd name="connsiteY7368" fmla="*/ 706750 h 5664927"/>
                <a:gd name="connsiteX7369" fmla="*/ 889295 w 4006679"/>
                <a:gd name="connsiteY7369" fmla="*/ 664971 h 5664927"/>
                <a:gd name="connsiteX7370" fmla="*/ 1855620 w 4006679"/>
                <a:gd name="connsiteY7370" fmla="*/ 734541 h 5664927"/>
                <a:gd name="connsiteX7371" fmla="*/ 1845735 w 4006679"/>
                <a:gd name="connsiteY7371" fmla="*/ 741069 h 5664927"/>
                <a:gd name="connsiteX7372" fmla="*/ 1853195 w 4006679"/>
                <a:gd name="connsiteY7372" fmla="*/ 793292 h 5664927"/>
                <a:gd name="connsiteX7373" fmla="*/ 1872593 w 4006679"/>
                <a:gd name="connsiteY7373" fmla="*/ 784340 h 5664927"/>
                <a:gd name="connsiteX7374" fmla="*/ 1883037 w 4006679"/>
                <a:gd name="connsiteY7374" fmla="*/ 761958 h 5664927"/>
                <a:gd name="connsiteX7375" fmla="*/ 1866624 w 4006679"/>
                <a:gd name="connsiteY7375" fmla="*/ 738084 h 5664927"/>
                <a:gd name="connsiteX7376" fmla="*/ 1855620 w 4006679"/>
                <a:gd name="connsiteY7376" fmla="*/ 734541 h 5664927"/>
                <a:gd name="connsiteX7377" fmla="*/ 577445 w 4006679"/>
                <a:gd name="connsiteY7377" fmla="*/ 627668 h 5664927"/>
                <a:gd name="connsiteX7378" fmla="*/ 544619 w 4006679"/>
                <a:gd name="connsiteY7378" fmla="*/ 650050 h 5664927"/>
                <a:gd name="connsiteX7379" fmla="*/ 550587 w 4006679"/>
                <a:gd name="connsiteY7379" fmla="*/ 676908 h 5664927"/>
                <a:gd name="connsiteX7380" fmla="*/ 568492 w 4006679"/>
                <a:gd name="connsiteY7380" fmla="*/ 703766 h 5664927"/>
                <a:gd name="connsiteX7381" fmla="*/ 584905 w 4006679"/>
                <a:gd name="connsiteY7381" fmla="*/ 724655 h 5664927"/>
                <a:gd name="connsiteX7382" fmla="*/ 599826 w 4006679"/>
                <a:gd name="connsiteY7382" fmla="*/ 672432 h 5664927"/>
                <a:gd name="connsiteX7383" fmla="*/ 599826 w 4006679"/>
                <a:gd name="connsiteY7383" fmla="*/ 709734 h 5664927"/>
                <a:gd name="connsiteX7384" fmla="*/ 604303 w 4006679"/>
                <a:gd name="connsiteY7384" fmla="*/ 711226 h 5664927"/>
                <a:gd name="connsiteX7385" fmla="*/ 622208 w 4006679"/>
                <a:gd name="connsiteY7385" fmla="*/ 685861 h 5664927"/>
                <a:gd name="connsiteX7386" fmla="*/ 626684 w 4006679"/>
                <a:gd name="connsiteY7386" fmla="*/ 688845 h 5664927"/>
                <a:gd name="connsiteX7387" fmla="*/ 610271 w 4006679"/>
                <a:gd name="connsiteY7387" fmla="*/ 735100 h 5664927"/>
                <a:gd name="connsiteX7388" fmla="*/ 626684 w 4006679"/>
                <a:gd name="connsiteY7388" fmla="*/ 727640 h 5664927"/>
                <a:gd name="connsiteX7389" fmla="*/ 666971 w 4006679"/>
                <a:gd name="connsiteY7389" fmla="*/ 687353 h 5664927"/>
                <a:gd name="connsiteX7390" fmla="*/ 655034 w 4006679"/>
                <a:gd name="connsiteY7390" fmla="*/ 645574 h 5664927"/>
                <a:gd name="connsiteX7391" fmla="*/ 631161 w 4006679"/>
                <a:gd name="connsiteY7391" fmla="*/ 638113 h 5664927"/>
                <a:gd name="connsiteX7392" fmla="*/ 577445 w 4006679"/>
                <a:gd name="connsiteY7392" fmla="*/ 627668 h 5664927"/>
                <a:gd name="connsiteX7393" fmla="*/ 1413024 w 4006679"/>
                <a:gd name="connsiteY7393" fmla="*/ 681384 h 5664927"/>
                <a:gd name="connsiteX7394" fmla="*/ 1378706 w 4006679"/>
                <a:gd name="connsiteY7394" fmla="*/ 691829 h 5664927"/>
                <a:gd name="connsiteX7395" fmla="*/ 1372737 w 4006679"/>
                <a:gd name="connsiteY7395" fmla="*/ 730624 h 5664927"/>
                <a:gd name="connsiteX7396" fmla="*/ 1387658 w 4006679"/>
                <a:gd name="connsiteY7396" fmla="*/ 739576 h 5664927"/>
                <a:gd name="connsiteX7397" fmla="*/ 1417500 w 4006679"/>
                <a:gd name="connsiteY7397" fmla="*/ 685861 h 5664927"/>
                <a:gd name="connsiteX7398" fmla="*/ 1413024 w 4006679"/>
                <a:gd name="connsiteY7398" fmla="*/ 681384 h 5664927"/>
                <a:gd name="connsiteX7399" fmla="*/ 1022092 w 4006679"/>
                <a:gd name="connsiteY7399" fmla="*/ 627668 h 5664927"/>
                <a:gd name="connsiteX7400" fmla="*/ 1014632 w 4006679"/>
                <a:gd name="connsiteY7400" fmla="*/ 648558 h 5664927"/>
                <a:gd name="connsiteX7401" fmla="*/ 1041490 w 4006679"/>
                <a:gd name="connsiteY7401" fmla="*/ 688845 h 5664927"/>
                <a:gd name="connsiteX7402" fmla="*/ 1072824 w 4006679"/>
                <a:gd name="connsiteY7402" fmla="*/ 663479 h 5664927"/>
                <a:gd name="connsiteX7403" fmla="*/ 1054919 w 4006679"/>
                <a:gd name="connsiteY7403" fmla="*/ 636621 h 5664927"/>
                <a:gd name="connsiteX7404" fmla="*/ 1022092 w 4006679"/>
                <a:gd name="connsiteY7404" fmla="*/ 627668 h 5664927"/>
                <a:gd name="connsiteX7405" fmla="*/ 1201145 w 4006679"/>
                <a:gd name="connsiteY7405" fmla="*/ 641097 h 5664927"/>
                <a:gd name="connsiteX7406" fmla="*/ 1090729 w 4006679"/>
                <a:gd name="connsiteY7406" fmla="*/ 641097 h 5664927"/>
                <a:gd name="connsiteX7407" fmla="*/ 1072824 w 4006679"/>
                <a:gd name="connsiteY7407" fmla="*/ 687353 h 5664927"/>
                <a:gd name="connsiteX7408" fmla="*/ 1026569 w 4006679"/>
                <a:gd name="connsiteY7408" fmla="*/ 696305 h 5664927"/>
                <a:gd name="connsiteX7409" fmla="*/ 1020600 w 4006679"/>
                <a:gd name="connsiteY7409" fmla="*/ 745545 h 5664927"/>
                <a:gd name="connsiteX7410" fmla="*/ 996727 w 4006679"/>
                <a:gd name="connsiteY7410" fmla="*/ 775387 h 5664927"/>
                <a:gd name="connsiteX7411" fmla="*/ 1035521 w 4006679"/>
                <a:gd name="connsiteY7411" fmla="*/ 775387 h 5664927"/>
                <a:gd name="connsiteX7412" fmla="*/ 1078792 w 4006679"/>
                <a:gd name="connsiteY7412" fmla="*/ 800753 h 5664927"/>
                <a:gd name="connsiteX7413" fmla="*/ 1087745 w 4006679"/>
                <a:gd name="connsiteY7413" fmla="*/ 814182 h 5664927"/>
                <a:gd name="connsiteX7414" fmla="*/ 1096698 w 4006679"/>
                <a:gd name="connsiteY7414" fmla="*/ 811197 h 5664927"/>
                <a:gd name="connsiteX7415" fmla="*/ 1148921 w 4006679"/>
                <a:gd name="connsiteY7415" fmla="*/ 838055 h 5664927"/>
                <a:gd name="connsiteX7416" fmla="*/ 1145937 w 4006679"/>
                <a:gd name="connsiteY7416" fmla="*/ 852976 h 5664927"/>
                <a:gd name="connsiteX7417" fmla="*/ 1174287 w 4006679"/>
                <a:gd name="connsiteY7417" fmla="*/ 912661 h 5664927"/>
                <a:gd name="connsiteX7418" fmla="*/ 1250385 w 4006679"/>
                <a:gd name="connsiteY7418" fmla="*/ 963392 h 5664927"/>
                <a:gd name="connsiteX7419" fmla="*/ 1289179 w 4006679"/>
                <a:gd name="connsiteY7419" fmla="*/ 991742 h 5664927"/>
                <a:gd name="connsiteX7420" fmla="*/ 1323498 w 4006679"/>
                <a:gd name="connsiteY7420" fmla="*/ 855961 h 5664927"/>
                <a:gd name="connsiteX7421" fmla="*/ 1277242 w 4006679"/>
                <a:gd name="connsiteY7421" fmla="*/ 860437 h 5664927"/>
                <a:gd name="connsiteX7422" fmla="*/ 1247400 w 4006679"/>
                <a:gd name="connsiteY7422" fmla="*/ 830595 h 5664927"/>
                <a:gd name="connsiteX7423" fmla="*/ 1226511 w 4006679"/>
                <a:gd name="connsiteY7423" fmla="*/ 809705 h 5664927"/>
                <a:gd name="connsiteX7424" fmla="*/ 1175779 w 4006679"/>
                <a:gd name="connsiteY7424" fmla="*/ 760466 h 5664927"/>
                <a:gd name="connsiteX7425" fmla="*/ 1192192 w 4006679"/>
                <a:gd name="connsiteY7425" fmla="*/ 682876 h 5664927"/>
                <a:gd name="connsiteX7426" fmla="*/ 1201145 w 4006679"/>
                <a:gd name="connsiteY7426" fmla="*/ 641097 h 5664927"/>
                <a:gd name="connsiteX7427" fmla="*/ 987774 w 4006679"/>
                <a:gd name="connsiteY7427" fmla="*/ 620208 h 5664927"/>
                <a:gd name="connsiteX7428" fmla="*/ 940027 w 4006679"/>
                <a:gd name="connsiteY7428" fmla="*/ 633637 h 5664927"/>
                <a:gd name="connsiteX7429" fmla="*/ 920629 w 4006679"/>
                <a:gd name="connsiteY7429" fmla="*/ 663479 h 5664927"/>
                <a:gd name="connsiteX7430" fmla="*/ 957932 w 4006679"/>
                <a:gd name="connsiteY7430" fmla="*/ 675416 h 5664927"/>
                <a:gd name="connsiteX7431" fmla="*/ 938534 w 4006679"/>
                <a:gd name="connsiteY7431" fmla="*/ 685861 h 5664927"/>
                <a:gd name="connsiteX7432" fmla="*/ 978821 w 4006679"/>
                <a:gd name="connsiteY7432" fmla="*/ 690337 h 5664927"/>
                <a:gd name="connsiteX7433" fmla="*/ 1005679 w 4006679"/>
                <a:gd name="connsiteY7433" fmla="*/ 636621 h 5664927"/>
                <a:gd name="connsiteX7434" fmla="*/ 987774 w 4006679"/>
                <a:gd name="connsiteY7434" fmla="*/ 620208 h 5664927"/>
                <a:gd name="connsiteX7435" fmla="*/ 896756 w 4006679"/>
                <a:gd name="connsiteY7435" fmla="*/ 612747 h 5664927"/>
                <a:gd name="connsiteX7436" fmla="*/ 899740 w 4006679"/>
                <a:gd name="connsiteY7436" fmla="*/ 654526 h 5664927"/>
                <a:gd name="connsiteX7437" fmla="*/ 917645 w 4006679"/>
                <a:gd name="connsiteY7437" fmla="*/ 627668 h 5664927"/>
                <a:gd name="connsiteX7438" fmla="*/ 896756 w 4006679"/>
                <a:gd name="connsiteY7438" fmla="*/ 612747 h 5664927"/>
                <a:gd name="connsiteX7439" fmla="*/ 666971 w 4006679"/>
                <a:gd name="connsiteY7439" fmla="*/ 590366 h 5664927"/>
                <a:gd name="connsiteX7440" fmla="*/ 655034 w 4006679"/>
                <a:gd name="connsiteY7440" fmla="*/ 624684 h 5664927"/>
                <a:gd name="connsiteX7441" fmla="*/ 689353 w 4006679"/>
                <a:gd name="connsiteY7441" fmla="*/ 667955 h 5664927"/>
                <a:gd name="connsiteX7442" fmla="*/ 723671 w 4006679"/>
                <a:gd name="connsiteY7442" fmla="*/ 681384 h 5664927"/>
                <a:gd name="connsiteX7443" fmla="*/ 708750 w 4006679"/>
                <a:gd name="connsiteY7443" fmla="*/ 632145 h 5664927"/>
                <a:gd name="connsiteX7444" fmla="*/ 666971 w 4006679"/>
                <a:gd name="connsiteY7444" fmla="*/ 590366 h 5664927"/>
                <a:gd name="connsiteX7445" fmla="*/ 564506 w 4006679"/>
                <a:gd name="connsiteY7445" fmla="*/ 580061 h 5664927"/>
                <a:gd name="connsiteX7446" fmla="*/ 544619 w 4006679"/>
                <a:gd name="connsiteY7446" fmla="*/ 588874 h 5664927"/>
                <a:gd name="connsiteX7447" fmla="*/ 501348 w 4006679"/>
                <a:gd name="connsiteY7447" fmla="*/ 623192 h 5664927"/>
                <a:gd name="connsiteX7448" fmla="*/ 478966 w 4006679"/>
                <a:gd name="connsiteY7448" fmla="*/ 647066 h 5664927"/>
                <a:gd name="connsiteX7449" fmla="*/ 481950 w 4006679"/>
                <a:gd name="connsiteY7449" fmla="*/ 696305 h 5664927"/>
                <a:gd name="connsiteX7450" fmla="*/ 526713 w 4006679"/>
                <a:gd name="connsiteY7450" fmla="*/ 659003 h 5664927"/>
                <a:gd name="connsiteX7451" fmla="*/ 556555 w 4006679"/>
                <a:gd name="connsiteY7451" fmla="*/ 617224 h 5664927"/>
                <a:gd name="connsiteX7452" fmla="*/ 578937 w 4006679"/>
                <a:gd name="connsiteY7452" fmla="*/ 611255 h 5664927"/>
                <a:gd name="connsiteX7453" fmla="*/ 608779 w 4006679"/>
                <a:gd name="connsiteY7453" fmla="*/ 615732 h 5664927"/>
                <a:gd name="connsiteX7454" fmla="*/ 564506 w 4006679"/>
                <a:gd name="connsiteY7454" fmla="*/ 580061 h 5664927"/>
                <a:gd name="connsiteX7455" fmla="*/ 1718906 w 4006679"/>
                <a:gd name="connsiteY7455" fmla="*/ 669447 h 5664927"/>
                <a:gd name="connsiteX7456" fmla="*/ 1484645 w 4006679"/>
                <a:gd name="connsiteY7456" fmla="*/ 887295 h 5664927"/>
                <a:gd name="connsiteX7457" fmla="*/ 1560742 w 4006679"/>
                <a:gd name="connsiteY7457" fmla="*/ 842532 h 5664927"/>
                <a:gd name="connsiteX7458" fmla="*/ 1650269 w 4006679"/>
                <a:gd name="connsiteY7458" fmla="*/ 845516 h 5664927"/>
                <a:gd name="connsiteX7459" fmla="*/ 1718906 w 4006679"/>
                <a:gd name="connsiteY7459" fmla="*/ 669447 h 5664927"/>
                <a:gd name="connsiteX7460" fmla="*/ 1248892 w 4006679"/>
                <a:gd name="connsiteY7460" fmla="*/ 630653 h 5664927"/>
                <a:gd name="connsiteX7461" fmla="*/ 1216066 w 4006679"/>
                <a:gd name="connsiteY7461" fmla="*/ 648558 h 5664927"/>
                <a:gd name="connsiteX7462" fmla="*/ 1196669 w 4006679"/>
                <a:gd name="connsiteY7462" fmla="*/ 717195 h 5664927"/>
                <a:gd name="connsiteX7463" fmla="*/ 1187716 w 4006679"/>
                <a:gd name="connsiteY7463" fmla="*/ 763450 h 5664927"/>
                <a:gd name="connsiteX7464" fmla="*/ 1201145 w 4006679"/>
                <a:gd name="connsiteY7464" fmla="*/ 791800 h 5664927"/>
                <a:gd name="connsiteX7465" fmla="*/ 1223527 w 4006679"/>
                <a:gd name="connsiteY7465" fmla="*/ 794784 h 5664927"/>
                <a:gd name="connsiteX7466" fmla="*/ 1235463 w 4006679"/>
                <a:gd name="connsiteY7466" fmla="*/ 726148 h 5664927"/>
                <a:gd name="connsiteX7467" fmla="*/ 1236956 w 4006679"/>
                <a:gd name="connsiteY7467" fmla="*/ 678400 h 5664927"/>
                <a:gd name="connsiteX7468" fmla="*/ 1248892 w 4006679"/>
                <a:gd name="connsiteY7468" fmla="*/ 630653 h 5664927"/>
                <a:gd name="connsiteX7469" fmla="*/ 817674 w 4006679"/>
                <a:gd name="connsiteY7469" fmla="*/ 587382 h 5664927"/>
                <a:gd name="connsiteX7470" fmla="*/ 807229 w 4006679"/>
                <a:gd name="connsiteY7470" fmla="*/ 617224 h 5664927"/>
                <a:gd name="connsiteX7471" fmla="*/ 813198 w 4006679"/>
                <a:gd name="connsiteY7471" fmla="*/ 666463 h 5664927"/>
                <a:gd name="connsiteX7472" fmla="*/ 831103 w 4006679"/>
                <a:gd name="connsiteY7472" fmla="*/ 682876 h 5664927"/>
                <a:gd name="connsiteX7473" fmla="*/ 868405 w 4006679"/>
                <a:gd name="connsiteY7473" fmla="*/ 645574 h 5664927"/>
                <a:gd name="connsiteX7474" fmla="*/ 834087 w 4006679"/>
                <a:gd name="connsiteY7474" fmla="*/ 623192 h 5664927"/>
                <a:gd name="connsiteX7475" fmla="*/ 866913 w 4006679"/>
                <a:gd name="connsiteY7475" fmla="*/ 635129 h 5664927"/>
                <a:gd name="connsiteX7476" fmla="*/ 868405 w 4006679"/>
                <a:gd name="connsiteY7476" fmla="*/ 620208 h 5664927"/>
                <a:gd name="connsiteX7477" fmla="*/ 817674 w 4006679"/>
                <a:gd name="connsiteY7477" fmla="*/ 587382 h 5664927"/>
                <a:gd name="connsiteX7478" fmla="*/ 1277242 w 4006679"/>
                <a:gd name="connsiteY7478" fmla="*/ 623192 h 5664927"/>
                <a:gd name="connsiteX7479" fmla="*/ 1265306 w 4006679"/>
                <a:gd name="connsiteY7479" fmla="*/ 647066 h 5664927"/>
                <a:gd name="connsiteX7480" fmla="*/ 1245908 w 4006679"/>
                <a:gd name="connsiteY7480" fmla="*/ 690337 h 5664927"/>
                <a:gd name="connsiteX7481" fmla="*/ 1245908 w 4006679"/>
                <a:gd name="connsiteY7481" fmla="*/ 717195 h 5664927"/>
                <a:gd name="connsiteX7482" fmla="*/ 1275750 w 4006679"/>
                <a:gd name="connsiteY7482" fmla="*/ 726148 h 5664927"/>
                <a:gd name="connsiteX7483" fmla="*/ 1293656 w 4006679"/>
                <a:gd name="connsiteY7483" fmla="*/ 709734 h 5664927"/>
                <a:gd name="connsiteX7484" fmla="*/ 1280227 w 4006679"/>
                <a:gd name="connsiteY7484" fmla="*/ 697797 h 5664927"/>
                <a:gd name="connsiteX7485" fmla="*/ 1269782 w 4006679"/>
                <a:gd name="connsiteY7485" fmla="*/ 684369 h 5664927"/>
                <a:gd name="connsiteX7486" fmla="*/ 1274258 w 4006679"/>
                <a:gd name="connsiteY7486" fmla="*/ 681384 h 5664927"/>
                <a:gd name="connsiteX7487" fmla="*/ 1292164 w 4006679"/>
                <a:gd name="connsiteY7487" fmla="*/ 694813 h 5664927"/>
                <a:gd name="connsiteX7488" fmla="*/ 1308577 w 4006679"/>
                <a:gd name="connsiteY7488" fmla="*/ 693321 h 5664927"/>
                <a:gd name="connsiteX7489" fmla="*/ 1310069 w 4006679"/>
                <a:gd name="connsiteY7489" fmla="*/ 679892 h 5664927"/>
                <a:gd name="connsiteX7490" fmla="*/ 1295148 w 4006679"/>
                <a:gd name="connsiteY7490" fmla="*/ 642590 h 5664927"/>
                <a:gd name="connsiteX7491" fmla="*/ 1277242 w 4006679"/>
                <a:gd name="connsiteY7491" fmla="*/ 623192 h 5664927"/>
                <a:gd name="connsiteX7492" fmla="*/ 1338606 w 4006679"/>
                <a:gd name="connsiteY7492" fmla="*/ 606429 h 5664927"/>
                <a:gd name="connsiteX7493" fmla="*/ 1322006 w 4006679"/>
                <a:gd name="connsiteY7493" fmla="*/ 611255 h 5664927"/>
                <a:gd name="connsiteX7494" fmla="*/ 1308577 w 4006679"/>
                <a:gd name="connsiteY7494" fmla="*/ 638113 h 5664927"/>
                <a:gd name="connsiteX7495" fmla="*/ 1317529 w 4006679"/>
                <a:gd name="connsiteY7495" fmla="*/ 670940 h 5664927"/>
                <a:gd name="connsiteX7496" fmla="*/ 1332450 w 4006679"/>
                <a:gd name="connsiteY7496" fmla="*/ 688845 h 5664927"/>
                <a:gd name="connsiteX7497" fmla="*/ 1341403 w 4006679"/>
                <a:gd name="connsiteY7497" fmla="*/ 663479 h 5664927"/>
                <a:gd name="connsiteX7498" fmla="*/ 1348863 w 4006679"/>
                <a:gd name="connsiteY7498" fmla="*/ 644082 h 5664927"/>
                <a:gd name="connsiteX7499" fmla="*/ 1353340 w 4006679"/>
                <a:gd name="connsiteY7499" fmla="*/ 645574 h 5664927"/>
                <a:gd name="connsiteX7500" fmla="*/ 1351848 w 4006679"/>
                <a:gd name="connsiteY7500" fmla="*/ 685861 h 5664927"/>
                <a:gd name="connsiteX7501" fmla="*/ 1378706 w 4006679"/>
                <a:gd name="connsiteY7501" fmla="*/ 666463 h 5664927"/>
                <a:gd name="connsiteX7502" fmla="*/ 1393627 w 4006679"/>
                <a:gd name="connsiteY7502" fmla="*/ 647066 h 5664927"/>
                <a:gd name="connsiteX7503" fmla="*/ 1390642 w 4006679"/>
                <a:gd name="connsiteY7503" fmla="*/ 624684 h 5664927"/>
                <a:gd name="connsiteX7504" fmla="*/ 1338606 w 4006679"/>
                <a:gd name="connsiteY7504" fmla="*/ 606429 h 5664927"/>
                <a:gd name="connsiteX7505" fmla="*/ 1424029 w 4006679"/>
                <a:gd name="connsiteY7505" fmla="*/ 599692 h 5664927"/>
                <a:gd name="connsiteX7506" fmla="*/ 1408548 w 4006679"/>
                <a:gd name="connsiteY7506" fmla="*/ 600811 h 5664927"/>
                <a:gd name="connsiteX7507" fmla="*/ 1399595 w 4006679"/>
                <a:gd name="connsiteY7507" fmla="*/ 618716 h 5664927"/>
                <a:gd name="connsiteX7508" fmla="*/ 1396611 w 4006679"/>
                <a:gd name="connsiteY7508" fmla="*/ 663479 h 5664927"/>
                <a:gd name="connsiteX7509" fmla="*/ 1445850 w 4006679"/>
                <a:gd name="connsiteY7509" fmla="*/ 647066 h 5664927"/>
                <a:gd name="connsiteX7510" fmla="*/ 1433914 w 4006679"/>
                <a:gd name="connsiteY7510" fmla="*/ 609763 h 5664927"/>
                <a:gd name="connsiteX7511" fmla="*/ 1424029 w 4006679"/>
                <a:gd name="connsiteY7511" fmla="*/ 599692 h 5664927"/>
                <a:gd name="connsiteX7512" fmla="*/ 859453 w 4006679"/>
                <a:gd name="connsiteY7512" fmla="*/ 547095 h 5664927"/>
                <a:gd name="connsiteX7513" fmla="*/ 840055 w 4006679"/>
                <a:gd name="connsiteY7513" fmla="*/ 551571 h 5664927"/>
                <a:gd name="connsiteX7514" fmla="*/ 834087 w 4006679"/>
                <a:gd name="connsiteY7514" fmla="*/ 578429 h 5664927"/>
                <a:gd name="connsiteX7515" fmla="*/ 877358 w 4006679"/>
                <a:gd name="connsiteY7515" fmla="*/ 605287 h 5664927"/>
                <a:gd name="connsiteX7516" fmla="*/ 859453 w 4006679"/>
                <a:gd name="connsiteY7516" fmla="*/ 547095 h 5664927"/>
                <a:gd name="connsiteX7517" fmla="*/ 2241143 w 4006679"/>
                <a:gd name="connsiteY7517" fmla="*/ 651542 h 5664927"/>
                <a:gd name="connsiteX7518" fmla="*/ 2157585 w 4006679"/>
                <a:gd name="connsiteY7518" fmla="*/ 735100 h 5664927"/>
                <a:gd name="connsiteX7519" fmla="*/ 2279938 w 4006679"/>
                <a:gd name="connsiteY7519" fmla="*/ 769418 h 5664927"/>
                <a:gd name="connsiteX7520" fmla="*/ 2241143 w 4006679"/>
                <a:gd name="connsiteY7520" fmla="*/ 651542 h 5664927"/>
                <a:gd name="connsiteX7521" fmla="*/ 1380198 w 4006679"/>
                <a:gd name="connsiteY7521" fmla="*/ 578429 h 5664927"/>
                <a:gd name="connsiteX7522" fmla="*/ 1354832 w 4006679"/>
                <a:gd name="connsiteY7522" fmla="*/ 587382 h 5664927"/>
                <a:gd name="connsiteX7523" fmla="*/ 1380198 w 4006679"/>
                <a:gd name="connsiteY7523" fmla="*/ 578429 h 5664927"/>
                <a:gd name="connsiteX7524" fmla="*/ 892279 w 4006679"/>
                <a:gd name="connsiteY7524" fmla="*/ 532174 h 5664927"/>
                <a:gd name="connsiteX7525" fmla="*/ 871390 w 4006679"/>
                <a:gd name="connsiteY7525" fmla="*/ 544111 h 5664927"/>
                <a:gd name="connsiteX7526" fmla="*/ 887803 w 4006679"/>
                <a:gd name="connsiteY7526" fmla="*/ 579921 h 5664927"/>
                <a:gd name="connsiteX7527" fmla="*/ 907200 w 4006679"/>
                <a:gd name="connsiteY7527" fmla="*/ 593350 h 5664927"/>
                <a:gd name="connsiteX7528" fmla="*/ 919137 w 4006679"/>
                <a:gd name="connsiteY7528" fmla="*/ 605287 h 5664927"/>
                <a:gd name="connsiteX7529" fmla="*/ 968377 w 4006679"/>
                <a:gd name="connsiteY7529" fmla="*/ 605287 h 5664927"/>
                <a:gd name="connsiteX7530" fmla="*/ 929582 w 4006679"/>
                <a:gd name="connsiteY7530" fmla="*/ 575445 h 5664927"/>
                <a:gd name="connsiteX7531" fmla="*/ 907200 w 4006679"/>
                <a:gd name="connsiteY7531" fmla="*/ 593350 h 5664927"/>
                <a:gd name="connsiteX7532" fmla="*/ 892279 w 4006679"/>
                <a:gd name="connsiteY7532" fmla="*/ 532174 h 5664927"/>
                <a:gd name="connsiteX7533" fmla="*/ 804245 w 4006679"/>
                <a:gd name="connsiteY7533" fmla="*/ 515761 h 5664927"/>
                <a:gd name="connsiteX7534" fmla="*/ 796784 w 4006679"/>
                <a:gd name="connsiteY7534" fmla="*/ 526205 h 5664927"/>
                <a:gd name="connsiteX7535" fmla="*/ 777387 w 4006679"/>
                <a:gd name="connsiteY7535" fmla="*/ 618716 h 5664927"/>
                <a:gd name="connsiteX7536" fmla="*/ 796784 w 4006679"/>
                <a:gd name="connsiteY7536" fmla="*/ 632145 h 5664927"/>
                <a:gd name="connsiteX7537" fmla="*/ 795292 w 4006679"/>
                <a:gd name="connsiteY7537" fmla="*/ 590366 h 5664927"/>
                <a:gd name="connsiteX7538" fmla="*/ 823642 w 4006679"/>
                <a:gd name="connsiteY7538" fmla="*/ 535158 h 5664927"/>
                <a:gd name="connsiteX7539" fmla="*/ 804245 w 4006679"/>
                <a:gd name="connsiteY7539" fmla="*/ 515761 h 5664927"/>
                <a:gd name="connsiteX7540" fmla="*/ 880342 w 4006679"/>
                <a:gd name="connsiteY7540" fmla="*/ 500840 h 5664927"/>
                <a:gd name="connsiteX7541" fmla="*/ 857961 w 4006679"/>
                <a:gd name="connsiteY7541" fmla="*/ 508300 h 5664927"/>
                <a:gd name="connsiteX7542" fmla="*/ 860945 w 4006679"/>
                <a:gd name="connsiteY7542" fmla="*/ 530682 h 5664927"/>
                <a:gd name="connsiteX7543" fmla="*/ 884819 w 4006679"/>
                <a:gd name="connsiteY7543" fmla="*/ 515761 h 5664927"/>
                <a:gd name="connsiteX7544" fmla="*/ 880342 w 4006679"/>
                <a:gd name="connsiteY7544" fmla="*/ 500840 h 5664927"/>
                <a:gd name="connsiteX7545" fmla="*/ 1793581 w 4006679"/>
                <a:gd name="connsiteY7545" fmla="*/ 530239 h 5664927"/>
                <a:gd name="connsiteX7546" fmla="*/ 1609982 w 4006679"/>
                <a:gd name="connsiteY7546" fmla="*/ 569476 h 5664927"/>
                <a:gd name="connsiteX7547" fmla="*/ 1565219 w 4006679"/>
                <a:gd name="connsiteY7547" fmla="*/ 591858 h 5664927"/>
                <a:gd name="connsiteX7548" fmla="*/ 1417500 w 4006679"/>
                <a:gd name="connsiteY7548" fmla="*/ 727640 h 5664927"/>
                <a:gd name="connsiteX7549" fmla="*/ 1366769 w 4006679"/>
                <a:gd name="connsiteY7549" fmla="*/ 821642 h 5664927"/>
                <a:gd name="connsiteX7550" fmla="*/ 1336927 w 4006679"/>
                <a:gd name="connsiteY7550" fmla="*/ 884311 h 5664927"/>
                <a:gd name="connsiteX7551" fmla="*/ 1313053 w 4006679"/>
                <a:gd name="connsiteY7551" fmla="*/ 1000695 h 5664927"/>
                <a:gd name="connsiteX7552" fmla="*/ 1310069 w 4006679"/>
                <a:gd name="connsiteY7552" fmla="*/ 1012632 h 5664927"/>
                <a:gd name="connsiteX7553" fmla="*/ 1326482 w 4006679"/>
                <a:gd name="connsiteY7553" fmla="*/ 1148413 h 5664927"/>
                <a:gd name="connsiteX7554" fmla="*/ 1338419 w 4006679"/>
                <a:gd name="connsiteY7554" fmla="*/ 1136477 h 5664927"/>
                <a:gd name="connsiteX7555" fmla="*/ 1395119 w 4006679"/>
                <a:gd name="connsiteY7555" fmla="*/ 1142445 h 5664927"/>
                <a:gd name="connsiteX7556" fmla="*/ 1405564 w 4006679"/>
                <a:gd name="connsiteY7556" fmla="*/ 1157366 h 5664927"/>
                <a:gd name="connsiteX7557" fmla="*/ 1416008 w 4006679"/>
                <a:gd name="connsiteY7557" fmla="*/ 1173779 h 5664927"/>
                <a:gd name="connsiteX7558" fmla="*/ 1414516 w 4006679"/>
                <a:gd name="connsiteY7558" fmla="*/ 1160350 h 5664927"/>
                <a:gd name="connsiteX7559" fmla="*/ 1407056 w 4006679"/>
                <a:gd name="connsiteY7559" fmla="*/ 993234 h 5664927"/>
                <a:gd name="connsiteX7560" fmla="*/ 1424961 w 4006679"/>
                <a:gd name="connsiteY7560" fmla="*/ 890279 h 5664927"/>
                <a:gd name="connsiteX7561" fmla="*/ 1507027 w 4006679"/>
                <a:gd name="connsiteY7561" fmla="*/ 745545 h 5664927"/>
                <a:gd name="connsiteX7562" fmla="*/ 1666682 w 4006679"/>
                <a:gd name="connsiteY7562" fmla="*/ 623192 h 5664927"/>
                <a:gd name="connsiteX7563" fmla="*/ 1693540 w 4006679"/>
                <a:gd name="connsiteY7563" fmla="*/ 614240 h 5664927"/>
                <a:gd name="connsiteX7564" fmla="*/ 1797987 w 4006679"/>
                <a:gd name="connsiteY7564" fmla="*/ 603795 h 5664927"/>
                <a:gd name="connsiteX7565" fmla="*/ 1859164 w 4006679"/>
                <a:gd name="connsiteY7565" fmla="*/ 611255 h 5664927"/>
                <a:gd name="connsiteX7566" fmla="*/ 1972564 w 4006679"/>
                <a:gd name="connsiteY7566" fmla="*/ 659003 h 5664927"/>
                <a:gd name="connsiteX7567" fmla="*/ 2021803 w 4006679"/>
                <a:gd name="connsiteY7567" fmla="*/ 717195 h 5664927"/>
                <a:gd name="connsiteX7568" fmla="*/ 2035232 w 4006679"/>
                <a:gd name="connsiteY7568" fmla="*/ 861929 h 5664927"/>
                <a:gd name="connsiteX7569" fmla="*/ 1894974 w 4006679"/>
                <a:gd name="connsiteY7569" fmla="*/ 1008155 h 5664927"/>
                <a:gd name="connsiteX7570" fmla="*/ 1839766 w 4006679"/>
                <a:gd name="connsiteY7570" fmla="*/ 1012632 h 5664927"/>
                <a:gd name="connsiteX7571" fmla="*/ 1687571 w 4006679"/>
                <a:gd name="connsiteY7571" fmla="*/ 945487 h 5664927"/>
                <a:gd name="connsiteX7572" fmla="*/ 1584616 w 4006679"/>
                <a:gd name="connsiteY7572" fmla="*/ 888787 h 5664927"/>
                <a:gd name="connsiteX7573" fmla="*/ 1483153 w 4006679"/>
                <a:gd name="connsiteY7573" fmla="*/ 930566 h 5664927"/>
                <a:gd name="connsiteX7574" fmla="*/ 1466740 w 4006679"/>
                <a:gd name="connsiteY7574" fmla="*/ 1020092 h 5664927"/>
                <a:gd name="connsiteX7575" fmla="*/ 1483153 w 4006679"/>
                <a:gd name="connsiteY7575" fmla="*/ 1082761 h 5664927"/>
                <a:gd name="connsiteX7576" fmla="*/ 1504043 w 4006679"/>
                <a:gd name="connsiteY7576" fmla="*/ 1160350 h 5664927"/>
                <a:gd name="connsiteX7577" fmla="*/ 1451819 w 4006679"/>
                <a:gd name="connsiteY7577" fmla="*/ 1209590 h 5664927"/>
                <a:gd name="connsiteX7578" fmla="*/ 1435406 w 4006679"/>
                <a:gd name="connsiteY7578" fmla="*/ 1208098 h 5664927"/>
                <a:gd name="connsiteX7579" fmla="*/ 1444358 w 4006679"/>
                <a:gd name="connsiteY7579" fmla="*/ 1249877 h 5664927"/>
                <a:gd name="connsiteX7580" fmla="*/ 1481661 w 4006679"/>
                <a:gd name="connsiteY7580" fmla="*/ 1284195 h 5664927"/>
                <a:gd name="connsiteX7581" fmla="*/ 1566711 w 4006679"/>
                <a:gd name="connsiteY7581" fmla="*/ 1246892 h 5664927"/>
                <a:gd name="connsiteX7582" fmla="*/ 1568203 w 4006679"/>
                <a:gd name="connsiteY7582" fmla="*/ 1167811 h 5664927"/>
                <a:gd name="connsiteX7583" fmla="*/ 1535377 w 4006679"/>
                <a:gd name="connsiteY7583" fmla="*/ 1084253 h 5664927"/>
                <a:gd name="connsiteX7584" fmla="*/ 1542837 w 4006679"/>
                <a:gd name="connsiteY7584" fmla="*/ 967869 h 5664927"/>
                <a:gd name="connsiteX7585" fmla="*/ 1577156 w 4006679"/>
                <a:gd name="connsiteY7585" fmla="*/ 936534 h 5664927"/>
                <a:gd name="connsiteX7586" fmla="*/ 1642808 w 4006679"/>
                <a:gd name="connsiteY7586" fmla="*/ 952948 h 5664927"/>
                <a:gd name="connsiteX7587" fmla="*/ 1811416 w 4006679"/>
                <a:gd name="connsiteY7587" fmla="*/ 1046950 h 5664927"/>
                <a:gd name="connsiteX7588" fmla="*/ 1935261 w 4006679"/>
                <a:gd name="connsiteY7588" fmla="*/ 1052919 h 5664927"/>
                <a:gd name="connsiteX7589" fmla="*/ 2085964 w 4006679"/>
                <a:gd name="connsiteY7589" fmla="*/ 914153 h 5664927"/>
                <a:gd name="connsiteX7590" fmla="*/ 2106853 w 4006679"/>
                <a:gd name="connsiteY7590" fmla="*/ 778371 h 5664927"/>
                <a:gd name="connsiteX7591" fmla="*/ 2100885 w 4006679"/>
                <a:gd name="connsiteY7591" fmla="*/ 739576 h 5664927"/>
                <a:gd name="connsiteX7592" fmla="*/ 2068058 w 4006679"/>
                <a:gd name="connsiteY7592" fmla="*/ 675416 h 5664927"/>
                <a:gd name="connsiteX7593" fmla="*/ 1857672 w 4006679"/>
                <a:gd name="connsiteY7593" fmla="*/ 538142 h 5664927"/>
                <a:gd name="connsiteX7594" fmla="*/ 1793581 w 4006679"/>
                <a:gd name="connsiteY7594" fmla="*/ 530239 h 5664927"/>
                <a:gd name="connsiteX7595" fmla="*/ 1678992 w 4006679"/>
                <a:gd name="connsiteY7595" fmla="*/ 509606 h 5664927"/>
                <a:gd name="connsiteX7596" fmla="*/ 1639824 w 4006679"/>
                <a:gd name="connsiteY7596" fmla="*/ 508300 h 5664927"/>
                <a:gd name="connsiteX7597" fmla="*/ 1486137 w 4006679"/>
                <a:gd name="connsiteY7597" fmla="*/ 536650 h 5664927"/>
                <a:gd name="connsiteX7598" fmla="*/ 1407056 w 4006679"/>
                <a:gd name="connsiteY7598" fmla="*/ 566492 h 5664927"/>
                <a:gd name="connsiteX7599" fmla="*/ 1395119 w 4006679"/>
                <a:gd name="connsiteY7599" fmla="*/ 584397 h 5664927"/>
                <a:gd name="connsiteX7600" fmla="*/ 1438390 w 4006679"/>
                <a:gd name="connsiteY7600" fmla="*/ 596334 h 5664927"/>
                <a:gd name="connsiteX7601" fmla="*/ 1459279 w 4006679"/>
                <a:gd name="connsiteY7601" fmla="*/ 633637 h 5664927"/>
                <a:gd name="connsiteX7602" fmla="*/ 1472708 w 4006679"/>
                <a:gd name="connsiteY7602" fmla="*/ 624684 h 5664927"/>
                <a:gd name="connsiteX7603" fmla="*/ 1542837 w 4006679"/>
                <a:gd name="connsiteY7603" fmla="*/ 582905 h 5664927"/>
                <a:gd name="connsiteX7604" fmla="*/ 1605506 w 4006679"/>
                <a:gd name="connsiteY7604" fmla="*/ 551571 h 5664927"/>
                <a:gd name="connsiteX7605" fmla="*/ 1712937 w 4006679"/>
                <a:gd name="connsiteY7605" fmla="*/ 520237 h 5664927"/>
                <a:gd name="connsiteX7606" fmla="*/ 1720398 w 4006679"/>
                <a:gd name="connsiteY7606" fmla="*/ 514268 h 5664927"/>
                <a:gd name="connsiteX7607" fmla="*/ 1678992 w 4006679"/>
                <a:gd name="connsiteY7607" fmla="*/ 509606 h 5664927"/>
                <a:gd name="connsiteX7608" fmla="*/ 2163553 w 4006679"/>
                <a:gd name="connsiteY7608" fmla="*/ 541126 h 5664927"/>
                <a:gd name="connsiteX7609" fmla="*/ 2112822 w 4006679"/>
                <a:gd name="connsiteY7609" fmla="*/ 642590 h 5664927"/>
                <a:gd name="connsiteX7610" fmla="*/ 2229206 w 4006679"/>
                <a:gd name="connsiteY7610" fmla="*/ 627668 h 5664927"/>
                <a:gd name="connsiteX7611" fmla="*/ 2163553 w 4006679"/>
                <a:gd name="connsiteY7611" fmla="*/ 541126 h 5664927"/>
                <a:gd name="connsiteX7612" fmla="*/ 1180256 w 4006679"/>
                <a:gd name="connsiteY7612" fmla="*/ 441155 h 5664927"/>
                <a:gd name="connsiteX7613" fmla="*/ 1172795 w 4006679"/>
                <a:gd name="connsiteY7613" fmla="*/ 596334 h 5664927"/>
                <a:gd name="connsiteX7614" fmla="*/ 1239940 w 4006679"/>
                <a:gd name="connsiteY7614" fmla="*/ 456076 h 5664927"/>
                <a:gd name="connsiteX7615" fmla="*/ 1180256 w 4006679"/>
                <a:gd name="connsiteY7615" fmla="*/ 441155 h 5664927"/>
                <a:gd name="connsiteX7616" fmla="*/ 699798 w 4006679"/>
                <a:gd name="connsiteY7616" fmla="*/ 396392 h 5664927"/>
                <a:gd name="connsiteX7617" fmla="*/ 520745 w 4006679"/>
                <a:gd name="connsiteY7617" fmla="*/ 599319 h 5664927"/>
                <a:gd name="connsiteX7618" fmla="*/ 583413 w 4006679"/>
                <a:gd name="connsiteY7618" fmla="*/ 570969 h 5664927"/>
                <a:gd name="connsiteX7619" fmla="*/ 626684 w 4006679"/>
                <a:gd name="connsiteY7619" fmla="*/ 621700 h 5664927"/>
                <a:gd name="connsiteX7620" fmla="*/ 649066 w 4006679"/>
                <a:gd name="connsiteY7620" fmla="*/ 612747 h 5664927"/>
                <a:gd name="connsiteX7621" fmla="*/ 680400 w 4006679"/>
                <a:gd name="connsiteY7621" fmla="*/ 578429 h 5664927"/>
                <a:gd name="connsiteX7622" fmla="*/ 735608 w 4006679"/>
                <a:gd name="connsiteY7622" fmla="*/ 667955 h 5664927"/>
                <a:gd name="connsiteX7623" fmla="*/ 750529 w 4006679"/>
                <a:gd name="connsiteY7623" fmla="*/ 693321 h 5664927"/>
                <a:gd name="connsiteX7624" fmla="*/ 796784 w 4006679"/>
                <a:gd name="connsiteY7624" fmla="*/ 661987 h 5664927"/>
                <a:gd name="connsiteX7625" fmla="*/ 799769 w 4006679"/>
                <a:gd name="connsiteY7625" fmla="*/ 651542 h 5664927"/>
                <a:gd name="connsiteX7626" fmla="*/ 762466 w 4006679"/>
                <a:gd name="connsiteY7626" fmla="*/ 645574 h 5664927"/>
                <a:gd name="connsiteX7627" fmla="*/ 766942 w 4006679"/>
                <a:gd name="connsiteY7627" fmla="*/ 593350 h 5664927"/>
                <a:gd name="connsiteX7628" fmla="*/ 752021 w 4006679"/>
                <a:gd name="connsiteY7628" fmla="*/ 582905 h 5664927"/>
                <a:gd name="connsiteX7629" fmla="*/ 708750 w 4006679"/>
                <a:gd name="connsiteY7629" fmla="*/ 512776 h 5664927"/>
                <a:gd name="connsiteX7630" fmla="*/ 708750 w 4006679"/>
                <a:gd name="connsiteY7630" fmla="*/ 433695 h 5664927"/>
                <a:gd name="connsiteX7631" fmla="*/ 699798 w 4006679"/>
                <a:gd name="connsiteY7631" fmla="*/ 396392 h 5664927"/>
                <a:gd name="connsiteX7632" fmla="*/ 1327974 w 4006679"/>
                <a:gd name="connsiteY7632" fmla="*/ 439663 h 5664927"/>
                <a:gd name="connsiteX7633" fmla="*/ 1275750 w 4006679"/>
                <a:gd name="connsiteY7633" fmla="*/ 451600 h 5664927"/>
                <a:gd name="connsiteX7634" fmla="*/ 1301116 w 4006679"/>
                <a:gd name="connsiteY7634" fmla="*/ 560524 h 5664927"/>
                <a:gd name="connsiteX7635" fmla="*/ 1327974 w 4006679"/>
                <a:gd name="connsiteY7635" fmla="*/ 439663 h 5664927"/>
                <a:gd name="connsiteX7636" fmla="*/ 1420485 w 4006679"/>
                <a:gd name="connsiteY7636" fmla="*/ 420266 h 5664927"/>
                <a:gd name="connsiteX7637" fmla="*/ 1360800 w 4006679"/>
                <a:gd name="connsiteY7637" fmla="*/ 435187 h 5664927"/>
                <a:gd name="connsiteX7638" fmla="*/ 1411532 w 4006679"/>
                <a:gd name="connsiteY7638" fmla="*/ 508300 h 5664927"/>
                <a:gd name="connsiteX7639" fmla="*/ 1420485 w 4006679"/>
                <a:gd name="connsiteY7639" fmla="*/ 420266 h 5664927"/>
                <a:gd name="connsiteX7640" fmla="*/ 1229495 w 4006679"/>
                <a:gd name="connsiteY7640" fmla="*/ 390424 h 5664927"/>
                <a:gd name="connsiteX7641" fmla="*/ 1175779 w 4006679"/>
                <a:gd name="connsiteY7641" fmla="*/ 417282 h 5664927"/>
                <a:gd name="connsiteX7642" fmla="*/ 1277242 w 4006679"/>
                <a:gd name="connsiteY7642" fmla="*/ 433695 h 5664927"/>
                <a:gd name="connsiteX7643" fmla="*/ 1229495 w 4006679"/>
                <a:gd name="connsiteY7643" fmla="*/ 390424 h 5664927"/>
                <a:gd name="connsiteX7644" fmla="*/ 1359308 w 4006679"/>
                <a:gd name="connsiteY7644" fmla="*/ 397884 h 5664927"/>
                <a:gd name="connsiteX7645" fmla="*/ 1317529 w 4006679"/>
                <a:gd name="connsiteY7645" fmla="*/ 423250 h 5664927"/>
                <a:gd name="connsiteX7646" fmla="*/ 1326482 w 4006679"/>
                <a:gd name="connsiteY7646" fmla="*/ 426234 h 5664927"/>
                <a:gd name="connsiteX7647" fmla="*/ 1360800 w 4006679"/>
                <a:gd name="connsiteY7647" fmla="*/ 420266 h 5664927"/>
                <a:gd name="connsiteX7648" fmla="*/ 1371245 w 4006679"/>
                <a:gd name="connsiteY7648" fmla="*/ 409821 h 5664927"/>
                <a:gd name="connsiteX7649" fmla="*/ 1359308 w 4006679"/>
                <a:gd name="connsiteY7649" fmla="*/ 397884 h 5664927"/>
                <a:gd name="connsiteX7650" fmla="*/ 2051645 w 4006679"/>
                <a:gd name="connsiteY7650" fmla="*/ 451600 h 5664927"/>
                <a:gd name="connsiteX7651" fmla="*/ 2045677 w 4006679"/>
                <a:gd name="connsiteY7651" fmla="*/ 579921 h 5664927"/>
                <a:gd name="connsiteX7652" fmla="*/ 2145648 w 4006679"/>
                <a:gd name="connsiteY7652" fmla="*/ 520237 h 5664927"/>
                <a:gd name="connsiteX7653" fmla="*/ 2051645 w 4006679"/>
                <a:gd name="connsiteY7653" fmla="*/ 451600 h 5664927"/>
                <a:gd name="connsiteX7654" fmla="*/ 1538361 w 4006679"/>
                <a:gd name="connsiteY7654" fmla="*/ 384455 h 5664927"/>
                <a:gd name="connsiteX7655" fmla="*/ 1456295 w 4006679"/>
                <a:gd name="connsiteY7655" fmla="*/ 408329 h 5664927"/>
                <a:gd name="connsiteX7656" fmla="*/ 1524932 w 4006679"/>
                <a:gd name="connsiteY7656" fmla="*/ 469505 h 5664927"/>
                <a:gd name="connsiteX7657" fmla="*/ 1538361 w 4006679"/>
                <a:gd name="connsiteY7657" fmla="*/ 384455 h 5664927"/>
                <a:gd name="connsiteX7658" fmla="*/ 1139969 w 4006679"/>
                <a:gd name="connsiteY7658" fmla="*/ 351629 h 5664927"/>
                <a:gd name="connsiteX7659" fmla="*/ 1160858 w 4006679"/>
                <a:gd name="connsiteY7659" fmla="*/ 408329 h 5664927"/>
                <a:gd name="connsiteX7660" fmla="*/ 1184732 w 4006679"/>
                <a:gd name="connsiteY7660" fmla="*/ 385947 h 5664927"/>
                <a:gd name="connsiteX7661" fmla="*/ 1139969 w 4006679"/>
                <a:gd name="connsiteY7661" fmla="*/ 351629 h 5664927"/>
                <a:gd name="connsiteX7662" fmla="*/ 1944214 w 4006679"/>
                <a:gd name="connsiteY7662" fmla="*/ 405345 h 5664927"/>
                <a:gd name="connsiteX7663" fmla="*/ 1954658 w 4006679"/>
                <a:gd name="connsiteY7663" fmla="*/ 527697 h 5664927"/>
                <a:gd name="connsiteX7664" fmla="*/ 2029264 w 4006679"/>
                <a:gd name="connsiteY7664" fmla="*/ 441155 h 5664927"/>
                <a:gd name="connsiteX7665" fmla="*/ 1944214 w 4006679"/>
                <a:gd name="connsiteY7665" fmla="*/ 405345 h 5664927"/>
                <a:gd name="connsiteX7666" fmla="*/ 1277242 w 4006679"/>
                <a:gd name="connsiteY7666" fmla="*/ 348645 h 5664927"/>
                <a:gd name="connsiteX7667" fmla="*/ 1259337 w 4006679"/>
                <a:gd name="connsiteY7667" fmla="*/ 354613 h 5664927"/>
                <a:gd name="connsiteX7668" fmla="*/ 1242924 w 4006679"/>
                <a:gd name="connsiteY7668" fmla="*/ 388932 h 5664927"/>
                <a:gd name="connsiteX7669" fmla="*/ 1299624 w 4006679"/>
                <a:gd name="connsiteY7669" fmla="*/ 417282 h 5664927"/>
                <a:gd name="connsiteX7670" fmla="*/ 1307085 w 4006679"/>
                <a:gd name="connsiteY7670" fmla="*/ 396392 h 5664927"/>
                <a:gd name="connsiteX7671" fmla="*/ 1277242 w 4006679"/>
                <a:gd name="connsiteY7671" fmla="*/ 348645 h 5664927"/>
                <a:gd name="connsiteX7672" fmla="*/ 1081777 w 4006679"/>
                <a:gd name="connsiteY7672" fmla="*/ 330739 h 5664927"/>
                <a:gd name="connsiteX7673" fmla="*/ 1011648 w 4006679"/>
                <a:gd name="connsiteY7673" fmla="*/ 378487 h 5664927"/>
                <a:gd name="connsiteX7674" fmla="*/ 956440 w 4006679"/>
                <a:gd name="connsiteY7674" fmla="*/ 435187 h 5664927"/>
                <a:gd name="connsiteX7675" fmla="*/ 1078792 w 4006679"/>
                <a:gd name="connsiteY7675" fmla="*/ 390424 h 5664927"/>
                <a:gd name="connsiteX7676" fmla="*/ 1105650 w 4006679"/>
                <a:gd name="connsiteY7676" fmla="*/ 400868 h 5664927"/>
                <a:gd name="connsiteX7677" fmla="*/ 1023584 w 4006679"/>
                <a:gd name="connsiteY7677" fmla="*/ 567984 h 5664927"/>
                <a:gd name="connsiteX7678" fmla="*/ 1028061 w 4006679"/>
                <a:gd name="connsiteY7678" fmla="*/ 570969 h 5664927"/>
                <a:gd name="connsiteX7679" fmla="*/ 1160858 w 4006679"/>
                <a:gd name="connsiteY7679" fmla="*/ 429218 h 5664927"/>
                <a:gd name="connsiteX7680" fmla="*/ 1081777 w 4006679"/>
                <a:gd name="connsiteY7680" fmla="*/ 330739 h 5664927"/>
                <a:gd name="connsiteX7681" fmla="*/ 1671158 w 4006679"/>
                <a:gd name="connsiteY7681" fmla="*/ 368042 h 5664927"/>
                <a:gd name="connsiteX7682" fmla="*/ 1571187 w 4006679"/>
                <a:gd name="connsiteY7682" fmla="*/ 378487 h 5664927"/>
                <a:gd name="connsiteX7683" fmla="*/ 1632364 w 4006679"/>
                <a:gd name="connsiteY7683" fmla="*/ 453092 h 5664927"/>
                <a:gd name="connsiteX7684" fmla="*/ 1671158 w 4006679"/>
                <a:gd name="connsiteY7684" fmla="*/ 368042 h 5664927"/>
                <a:gd name="connsiteX7685" fmla="*/ 1405564 w 4006679"/>
                <a:gd name="connsiteY7685" fmla="*/ 345661 h 5664927"/>
                <a:gd name="connsiteX7686" fmla="*/ 1381690 w 4006679"/>
                <a:gd name="connsiteY7686" fmla="*/ 391916 h 5664927"/>
                <a:gd name="connsiteX7687" fmla="*/ 1401087 w 4006679"/>
                <a:gd name="connsiteY7687" fmla="*/ 409821 h 5664927"/>
                <a:gd name="connsiteX7688" fmla="*/ 1463756 w 4006679"/>
                <a:gd name="connsiteY7688" fmla="*/ 391916 h 5664927"/>
                <a:gd name="connsiteX7689" fmla="*/ 1405564 w 4006679"/>
                <a:gd name="connsiteY7689" fmla="*/ 345661 h 5664927"/>
                <a:gd name="connsiteX7690" fmla="*/ 1824845 w 4006679"/>
                <a:gd name="connsiteY7690" fmla="*/ 375503 h 5664927"/>
                <a:gd name="connsiteX7691" fmla="*/ 1823353 w 4006679"/>
                <a:gd name="connsiteY7691" fmla="*/ 388932 h 5664927"/>
                <a:gd name="connsiteX7692" fmla="*/ 1869608 w 4006679"/>
                <a:gd name="connsiteY7692" fmla="*/ 488903 h 5664927"/>
                <a:gd name="connsiteX7693" fmla="*/ 1921832 w 4006679"/>
                <a:gd name="connsiteY7693" fmla="*/ 397884 h 5664927"/>
                <a:gd name="connsiteX7694" fmla="*/ 1824845 w 4006679"/>
                <a:gd name="connsiteY7694" fmla="*/ 375503 h 5664927"/>
                <a:gd name="connsiteX7695" fmla="*/ 1099682 w 4006679"/>
                <a:gd name="connsiteY7695" fmla="*/ 315818 h 5664927"/>
                <a:gd name="connsiteX7696" fmla="*/ 1096698 w 4006679"/>
                <a:gd name="connsiteY7696" fmla="*/ 317311 h 5664927"/>
                <a:gd name="connsiteX7697" fmla="*/ 1108634 w 4006679"/>
                <a:gd name="connsiteY7697" fmla="*/ 363566 h 5664927"/>
                <a:gd name="connsiteX7698" fmla="*/ 1123556 w 4006679"/>
                <a:gd name="connsiteY7698" fmla="*/ 342676 h 5664927"/>
                <a:gd name="connsiteX7699" fmla="*/ 1099682 w 4006679"/>
                <a:gd name="connsiteY7699" fmla="*/ 315818 h 5664927"/>
                <a:gd name="connsiteX7700" fmla="*/ 1746882 w 4006679"/>
                <a:gd name="connsiteY7700" fmla="*/ 366737 h 5664927"/>
                <a:gd name="connsiteX7701" fmla="*/ 1690556 w 4006679"/>
                <a:gd name="connsiteY7701" fmla="*/ 365058 h 5664927"/>
                <a:gd name="connsiteX7702" fmla="*/ 1756208 w 4006679"/>
                <a:gd name="connsiteY7702" fmla="*/ 460553 h 5664927"/>
                <a:gd name="connsiteX7703" fmla="*/ 1800971 w 4006679"/>
                <a:gd name="connsiteY7703" fmla="*/ 374011 h 5664927"/>
                <a:gd name="connsiteX7704" fmla="*/ 1746882 w 4006679"/>
                <a:gd name="connsiteY7704" fmla="*/ 366737 h 5664927"/>
                <a:gd name="connsiteX7705" fmla="*/ 1969579 w 4006679"/>
                <a:gd name="connsiteY7705" fmla="*/ 339692 h 5664927"/>
                <a:gd name="connsiteX7706" fmla="*/ 1983008 w 4006679"/>
                <a:gd name="connsiteY7706" fmla="*/ 369534 h 5664927"/>
                <a:gd name="connsiteX7707" fmla="*/ 2051645 w 4006679"/>
                <a:gd name="connsiteY7707" fmla="*/ 426234 h 5664927"/>
                <a:gd name="connsiteX7708" fmla="*/ 2227714 w 4006679"/>
                <a:gd name="connsiteY7708" fmla="*/ 576937 h 5664927"/>
                <a:gd name="connsiteX7709" fmla="*/ 2218761 w 4006679"/>
                <a:gd name="connsiteY7709" fmla="*/ 551571 h 5664927"/>
                <a:gd name="connsiteX7710" fmla="*/ 2096408 w 4006679"/>
                <a:gd name="connsiteY7710" fmla="*/ 417282 h 5664927"/>
                <a:gd name="connsiteX7711" fmla="*/ 1980024 w 4006679"/>
                <a:gd name="connsiteY7711" fmla="*/ 344168 h 5664927"/>
                <a:gd name="connsiteX7712" fmla="*/ 1969579 w 4006679"/>
                <a:gd name="connsiteY7712" fmla="*/ 339692 h 5664927"/>
                <a:gd name="connsiteX7713" fmla="*/ 1562235 w 4006679"/>
                <a:gd name="connsiteY7713" fmla="*/ 300897 h 5664927"/>
                <a:gd name="connsiteX7714" fmla="*/ 1532392 w 4006679"/>
                <a:gd name="connsiteY7714" fmla="*/ 327755 h 5664927"/>
                <a:gd name="connsiteX7715" fmla="*/ 1533885 w 4006679"/>
                <a:gd name="connsiteY7715" fmla="*/ 356105 h 5664927"/>
                <a:gd name="connsiteX7716" fmla="*/ 1532392 w 4006679"/>
                <a:gd name="connsiteY7716" fmla="*/ 371026 h 5664927"/>
                <a:gd name="connsiteX7717" fmla="*/ 1599537 w 4006679"/>
                <a:gd name="connsiteY7717" fmla="*/ 353121 h 5664927"/>
                <a:gd name="connsiteX7718" fmla="*/ 1562235 w 4006679"/>
                <a:gd name="connsiteY7718" fmla="*/ 300897 h 5664927"/>
                <a:gd name="connsiteX7719" fmla="*/ 1827829 w 4006679"/>
                <a:gd name="connsiteY7719" fmla="*/ 320295 h 5664927"/>
                <a:gd name="connsiteX7720" fmla="*/ 1808432 w 4006679"/>
                <a:gd name="connsiteY7720" fmla="*/ 344168 h 5664927"/>
                <a:gd name="connsiteX7721" fmla="*/ 1824845 w 4006679"/>
                <a:gd name="connsiteY7721" fmla="*/ 359089 h 5664927"/>
                <a:gd name="connsiteX7722" fmla="*/ 1905419 w 4006679"/>
                <a:gd name="connsiteY7722" fmla="*/ 375503 h 5664927"/>
                <a:gd name="connsiteX7723" fmla="*/ 1878561 w 4006679"/>
                <a:gd name="connsiteY7723" fmla="*/ 338200 h 5664927"/>
                <a:gd name="connsiteX7724" fmla="*/ 1827829 w 4006679"/>
                <a:gd name="connsiteY7724" fmla="*/ 320295 h 5664927"/>
                <a:gd name="connsiteX7725" fmla="*/ 1202637 w 4006679"/>
                <a:gd name="connsiteY7725" fmla="*/ 265087 h 5664927"/>
                <a:gd name="connsiteX7726" fmla="*/ 1162350 w 4006679"/>
                <a:gd name="connsiteY7726" fmla="*/ 308358 h 5664927"/>
                <a:gd name="connsiteX7727" fmla="*/ 1157874 w 4006679"/>
                <a:gd name="connsiteY7727" fmla="*/ 326263 h 5664927"/>
                <a:gd name="connsiteX7728" fmla="*/ 1162350 w 4006679"/>
                <a:gd name="connsiteY7728" fmla="*/ 350137 h 5664927"/>
                <a:gd name="connsiteX7729" fmla="*/ 1171303 w 4006679"/>
                <a:gd name="connsiteY7729" fmla="*/ 362074 h 5664927"/>
                <a:gd name="connsiteX7730" fmla="*/ 1204129 w 4006679"/>
                <a:gd name="connsiteY7730" fmla="*/ 378487 h 5664927"/>
                <a:gd name="connsiteX7731" fmla="*/ 1225019 w 4006679"/>
                <a:gd name="connsiteY7731" fmla="*/ 368042 h 5664927"/>
                <a:gd name="connsiteX7732" fmla="*/ 1251877 w 4006679"/>
                <a:gd name="connsiteY7732" fmla="*/ 341184 h 5664927"/>
                <a:gd name="connsiteX7733" fmla="*/ 1262321 w 4006679"/>
                <a:gd name="connsiteY7733" fmla="*/ 335216 h 5664927"/>
                <a:gd name="connsiteX7734" fmla="*/ 1202637 w 4006679"/>
                <a:gd name="connsiteY7734" fmla="*/ 265087 h 5664927"/>
                <a:gd name="connsiteX7735" fmla="*/ 1705477 w 4006679"/>
                <a:gd name="connsiteY7735" fmla="*/ 300897 h 5664927"/>
                <a:gd name="connsiteX7736" fmla="*/ 1669666 w 4006679"/>
                <a:gd name="connsiteY7736" fmla="*/ 338200 h 5664927"/>
                <a:gd name="connsiteX7737" fmla="*/ 1669666 w 4006679"/>
                <a:gd name="connsiteY7737" fmla="*/ 350137 h 5664927"/>
                <a:gd name="connsiteX7738" fmla="*/ 1750240 w 4006679"/>
                <a:gd name="connsiteY7738" fmla="*/ 350137 h 5664927"/>
                <a:gd name="connsiteX7739" fmla="*/ 1715922 w 4006679"/>
                <a:gd name="connsiteY7739" fmla="*/ 305374 h 5664927"/>
                <a:gd name="connsiteX7740" fmla="*/ 1705477 w 4006679"/>
                <a:gd name="connsiteY7740" fmla="*/ 300897 h 5664927"/>
                <a:gd name="connsiteX7741" fmla="*/ 1345879 w 4006679"/>
                <a:gd name="connsiteY7741" fmla="*/ 268071 h 5664927"/>
                <a:gd name="connsiteX7742" fmla="*/ 1316037 w 4006679"/>
                <a:gd name="connsiteY7742" fmla="*/ 285976 h 5664927"/>
                <a:gd name="connsiteX7743" fmla="*/ 1296640 w 4006679"/>
                <a:gd name="connsiteY7743" fmla="*/ 335216 h 5664927"/>
                <a:gd name="connsiteX7744" fmla="*/ 1296640 w 4006679"/>
                <a:gd name="connsiteY7744" fmla="*/ 350137 h 5664927"/>
                <a:gd name="connsiteX7745" fmla="*/ 1339911 w 4006679"/>
                <a:gd name="connsiteY7745" fmla="*/ 384455 h 5664927"/>
                <a:gd name="connsiteX7746" fmla="*/ 1375721 w 4006679"/>
                <a:gd name="connsiteY7746" fmla="*/ 338200 h 5664927"/>
                <a:gd name="connsiteX7747" fmla="*/ 1345879 w 4006679"/>
                <a:gd name="connsiteY7747" fmla="*/ 268071 h 5664927"/>
                <a:gd name="connsiteX7748" fmla="*/ 1931531 w 4006679"/>
                <a:gd name="connsiteY7748" fmla="*/ 312834 h 5664927"/>
                <a:gd name="connsiteX7749" fmla="*/ 1911387 w 4006679"/>
                <a:gd name="connsiteY7749" fmla="*/ 314326 h 5664927"/>
                <a:gd name="connsiteX7750" fmla="*/ 1890498 w 4006679"/>
                <a:gd name="connsiteY7750" fmla="*/ 335216 h 5664927"/>
                <a:gd name="connsiteX7751" fmla="*/ 1971071 w 4006679"/>
                <a:gd name="connsiteY7751" fmla="*/ 393408 h 5664927"/>
                <a:gd name="connsiteX7752" fmla="*/ 1942722 w 4006679"/>
                <a:gd name="connsiteY7752" fmla="*/ 329247 h 5664927"/>
                <a:gd name="connsiteX7753" fmla="*/ 1931531 w 4006679"/>
                <a:gd name="connsiteY7753" fmla="*/ 312834 h 5664927"/>
                <a:gd name="connsiteX7754" fmla="*/ 2279938 w 4006679"/>
                <a:gd name="connsiteY7754" fmla="*/ 335216 h 5664927"/>
                <a:gd name="connsiteX7755" fmla="*/ 2381401 w 4006679"/>
                <a:gd name="connsiteY7755" fmla="*/ 490395 h 5664927"/>
                <a:gd name="connsiteX7756" fmla="*/ 2279938 w 4006679"/>
                <a:gd name="connsiteY7756" fmla="*/ 335216 h 5664927"/>
                <a:gd name="connsiteX7757" fmla="*/ 1493411 w 4006679"/>
                <a:gd name="connsiteY7757" fmla="*/ 265460 h 5664927"/>
                <a:gd name="connsiteX7758" fmla="*/ 1475692 w 4006679"/>
                <a:gd name="connsiteY7758" fmla="*/ 269563 h 5664927"/>
                <a:gd name="connsiteX7759" fmla="*/ 1426453 w 4006679"/>
                <a:gd name="connsiteY7759" fmla="*/ 317311 h 5664927"/>
                <a:gd name="connsiteX7760" fmla="*/ 1441374 w 4006679"/>
                <a:gd name="connsiteY7760" fmla="*/ 369534 h 5664927"/>
                <a:gd name="connsiteX7761" fmla="*/ 1517471 w 4006679"/>
                <a:gd name="connsiteY7761" fmla="*/ 371026 h 5664927"/>
                <a:gd name="connsiteX7762" fmla="*/ 1514487 w 4006679"/>
                <a:gd name="connsiteY7762" fmla="*/ 327755 h 5664927"/>
                <a:gd name="connsiteX7763" fmla="*/ 1541345 w 4006679"/>
                <a:gd name="connsiteY7763" fmla="*/ 296421 h 5664927"/>
                <a:gd name="connsiteX7764" fmla="*/ 1510011 w 4006679"/>
                <a:gd name="connsiteY7764" fmla="*/ 277024 h 5664927"/>
                <a:gd name="connsiteX7765" fmla="*/ 1493411 w 4006679"/>
                <a:gd name="connsiteY7765" fmla="*/ 265460 h 5664927"/>
                <a:gd name="connsiteX7766" fmla="*/ 950471 w 4006679"/>
                <a:gd name="connsiteY7766" fmla="*/ 214355 h 5664927"/>
                <a:gd name="connsiteX7767" fmla="*/ 723671 w 4006679"/>
                <a:gd name="connsiteY7767" fmla="*/ 368042 h 5664927"/>
                <a:gd name="connsiteX7768" fmla="*/ 734116 w 4006679"/>
                <a:gd name="connsiteY7768" fmla="*/ 376995 h 5664927"/>
                <a:gd name="connsiteX7769" fmla="*/ 780371 w 4006679"/>
                <a:gd name="connsiteY7769" fmla="*/ 402361 h 5664927"/>
                <a:gd name="connsiteX7770" fmla="*/ 847516 w 4006679"/>
                <a:gd name="connsiteY7770" fmla="*/ 487411 h 5664927"/>
                <a:gd name="connsiteX7771" fmla="*/ 851992 w 4006679"/>
                <a:gd name="connsiteY7771" fmla="*/ 491887 h 5664927"/>
                <a:gd name="connsiteX7772" fmla="*/ 877358 w 4006679"/>
                <a:gd name="connsiteY7772" fmla="*/ 485918 h 5664927"/>
                <a:gd name="connsiteX7773" fmla="*/ 874374 w 4006679"/>
                <a:gd name="connsiteY7773" fmla="*/ 396392 h 5664927"/>
                <a:gd name="connsiteX7774" fmla="*/ 883327 w 4006679"/>
                <a:gd name="connsiteY7774" fmla="*/ 345661 h 5664927"/>
                <a:gd name="connsiteX7775" fmla="*/ 945995 w 4006679"/>
                <a:gd name="connsiteY7775" fmla="*/ 226292 h 5664927"/>
                <a:gd name="connsiteX7776" fmla="*/ 950471 w 4006679"/>
                <a:gd name="connsiteY7776" fmla="*/ 214355 h 5664927"/>
                <a:gd name="connsiteX7777" fmla="*/ 1138477 w 4006679"/>
                <a:gd name="connsiteY7777" fmla="*/ 227784 h 5664927"/>
                <a:gd name="connsiteX7778" fmla="*/ 1138477 w 4006679"/>
                <a:gd name="connsiteY7778" fmla="*/ 329247 h 5664927"/>
                <a:gd name="connsiteX7779" fmla="*/ 1156382 w 4006679"/>
                <a:gd name="connsiteY7779" fmla="*/ 293437 h 5664927"/>
                <a:gd name="connsiteX7780" fmla="*/ 1180256 w 4006679"/>
                <a:gd name="connsiteY7780" fmla="*/ 265087 h 5664927"/>
                <a:gd name="connsiteX7781" fmla="*/ 1138477 w 4006679"/>
                <a:gd name="connsiteY7781" fmla="*/ 227784 h 5664927"/>
                <a:gd name="connsiteX7782" fmla="*/ 1965103 w 4006679"/>
                <a:gd name="connsiteY7782" fmla="*/ 285976 h 5664927"/>
                <a:gd name="connsiteX7783" fmla="*/ 1956150 w 4006679"/>
                <a:gd name="connsiteY7783" fmla="*/ 285976 h 5664927"/>
                <a:gd name="connsiteX7784" fmla="*/ 1956150 w 4006679"/>
                <a:gd name="connsiteY7784" fmla="*/ 314326 h 5664927"/>
                <a:gd name="connsiteX7785" fmla="*/ 2029264 w 4006679"/>
                <a:gd name="connsiteY7785" fmla="*/ 362074 h 5664927"/>
                <a:gd name="connsiteX7786" fmla="*/ 2153109 w 4006679"/>
                <a:gd name="connsiteY7786" fmla="*/ 441155 h 5664927"/>
                <a:gd name="connsiteX7787" fmla="*/ 2175490 w 4006679"/>
                <a:gd name="connsiteY7787" fmla="*/ 460553 h 5664927"/>
                <a:gd name="connsiteX7788" fmla="*/ 2211301 w 4006679"/>
                <a:gd name="connsiteY7788" fmla="*/ 511284 h 5664927"/>
                <a:gd name="connsiteX7789" fmla="*/ 2251587 w 4006679"/>
                <a:gd name="connsiteY7789" fmla="*/ 630653 h 5664927"/>
                <a:gd name="connsiteX7790" fmla="*/ 2262032 w 4006679"/>
                <a:gd name="connsiteY7790" fmla="*/ 669447 h 5664927"/>
                <a:gd name="connsiteX7791" fmla="*/ 2300827 w 4006679"/>
                <a:gd name="connsiteY7791" fmla="*/ 758974 h 5664927"/>
                <a:gd name="connsiteX7792" fmla="*/ 2305303 w 4006679"/>
                <a:gd name="connsiteY7792" fmla="*/ 741069 h 5664927"/>
                <a:gd name="connsiteX7793" fmla="*/ 2291874 w 4006679"/>
                <a:gd name="connsiteY7793" fmla="*/ 612747 h 5664927"/>
                <a:gd name="connsiteX7794" fmla="*/ 2175490 w 4006679"/>
                <a:gd name="connsiteY7794" fmla="*/ 418774 h 5664927"/>
                <a:gd name="connsiteX7795" fmla="*/ 2166537 w 4006679"/>
                <a:gd name="connsiteY7795" fmla="*/ 409821 h 5664927"/>
                <a:gd name="connsiteX7796" fmla="*/ 1965103 w 4006679"/>
                <a:gd name="connsiteY7796" fmla="*/ 285976 h 5664927"/>
                <a:gd name="connsiteX7797" fmla="*/ 1289179 w 4006679"/>
                <a:gd name="connsiteY7797" fmla="*/ 221816 h 5664927"/>
                <a:gd name="connsiteX7798" fmla="*/ 1226511 w 4006679"/>
                <a:gd name="connsiteY7798" fmla="*/ 263595 h 5664927"/>
                <a:gd name="connsiteX7799" fmla="*/ 1233971 w 4006679"/>
                <a:gd name="connsiteY7799" fmla="*/ 300897 h 5664927"/>
                <a:gd name="connsiteX7800" fmla="*/ 1275750 w 4006679"/>
                <a:gd name="connsiteY7800" fmla="*/ 324771 h 5664927"/>
                <a:gd name="connsiteX7801" fmla="*/ 1316037 w 4006679"/>
                <a:gd name="connsiteY7801" fmla="*/ 268071 h 5664927"/>
                <a:gd name="connsiteX7802" fmla="*/ 1289179 w 4006679"/>
                <a:gd name="connsiteY7802" fmla="*/ 221816 h 5664927"/>
                <a:gd name="connsiteX7803" fmla="*/ 1653626 w 4006679"/>
                <a:gd name="connsiteY7803" fmla="*/ 241400 h 5664927"/>
                <a:gd name="connsiteX7804" fmla="*/ 1639824 w 4006679"/>
                <a:gd name="connsiteY7804" fmla="*/ 242705 h 5664927"/>
                <a:gd name="connsiteX7805" fmla="*/ 1604014 w 4006679"/>
                <a:gd name="connsiteY7805" fmla="*/ 263595 h 5664927"/>
                <a:gd name="connsiteX7806" fmla="*/ 1617442 w 4006679"/>
                <a:gd name="connsiteY7806" fmla="*/ 342676 h 5664927"/>
                <a:gd name="connsiteX7807" fmla="*/ 1653253 w 4006679"/>
                <a:gd name="connsiteY7807" fmla="*/ 324771 h 5664927"/>
                <a:gd name="connsiteX7808" fmla="*/ 1668174 w 4006679"/>
                <a:gd name="connsiteY7808" fmla="*/ 282992 h 5664927"/>
                <a:gd name="connsiteX7809" fmla="*/ 1660714 w 4006679"/>
                <a:gd name="connsiteY7809" fmla="*/ 254642 h 5664927"/>
                <a:gd name="connsiteX7810" fmla="*/ 1653626 w 4006679"/>
                <a:gd name="connsiteY7810" fmla="*/ 241400 h 5664927"/>
                <a:gd name="connsiteX7811" fmla="*/ 1414516 w 4006679"/>
                <a:gd name="connsiteY7811" fmla="*/ 221816 h 5664927"/>
                <a:gd name="connsiteX7812" fmla="*/ 1375721 w 4006679"/>
                <a:gd name="connsiteY7812" fmla="*/ 233753 h 5664927"/>
                <a:gd name="connsiteX7813" fmla="*/ 1366769 w 4006679"/>
                <a:gd name="connsiteY7813" fmla="*/ 311342 h 5664927"/>
                <a:gd name="connsiteX7814" fmla="*/ 1393627 w 4006679"/>
                <a:gd name="connsiteY7814" fmla="*/ 324771 h 5664927"/>
                <a:gd name="connsiteX7815" fmla="*/ 1414516 w 4006679"/>
                <a:gd name="connsiteY7815" fmla="*/ 311342 h 5664927"/>
                <a:gd name="connsiteX7816" fmla="*/ 1433914 w 4006679"/>
                <a:gd name="connsiteY7816" fmla="*/ 288961 h 5664927"/>
                <a:gd name="connsiteX7817" fmla="*/ 1450327 w 4006679"/>
                <a:gd name="connsiteY7817" fmla="*/ 272547 h 5664927"/>
                <a:gd name="connsiteX7818" fmla="*/ 1414516 w 4006679"/>
                <a:gd name="connsiteY7818" fmla="*/ 221816 h 5664927"/>
                <a:gd name="connsiteX7819" fmla="*/ 1092221 w 4006679"/>
                <a:gd name="connsiteY7819" fmla="*/ 190482 h 5664927"/>
                <a:gd name="connsiteX7820" fmla="*/ 1042982 w 4006679"/>
                <a:gd name="connsiteY7820" fmla="*/ 190482 h 5664927"/>
                <a:gd name="connsiteX7821" fmla="*/ 1077300 w 4006679"/>
                <a:gd name="connsiteY7821" fmla="*/ 250166 h 5664927"/>
                <a:gd name="connsiteX7822" fmla="*/ 951963 w 4006679"/>
                <a:gd name="connsiteY7822" fmla="*/ 299405 h 5664927"/>
                <a:gd name="connsiteX7823" fmla="*/ 1074316 w 4006679"/>
                <a:gd name="connsiteY7823" fmla="*/ 314326 h 5664927"/>
                <a:gd name="connsiteX7824" fmla="*/ 1092221 w 4006679"/>
                <a:gd name="connsiteY7824" fmla="*/ 190482 h 5664927"/>
                <a:gd name="connsiteX7825" fmla="*/ 1797987 w 4006679"/>
                <a:gd name="connsiteY7825" fmla="*/ 247182 h 5664927"/>
                <a:gd name="connsiteX7826" fmla="*/ 1751732 w 4006679"/>
                <a:gd name="connsiteY7826" fmla="*/ 262103 h 5664927"/>
                <a:gd name="connsiteX7827" fmla="*/ 1739795 w 4006679"/>
                <a:gd name="connsiteY7827" fmla="*/ 321787 h 5664927"/>
                <a:gd name="connsiteX7828" fmla="*/ 1793511 w 4006679"/>
                <a:gd name="connsiteY7828" fmla="*/ 345661 h 5664927"/>
                <a:gd name="connsiteX7829" fmla="*/ 1829321 w 4006679"/>
                <a:gd name="connsiteY7829" fmla="*/ 308358 h 5664927"/>
                <a:gd name="connsiteX7830" fmla="*/ 1797987 w 4006679"/>
                <a:gd name="connsiteY7830" fmla="*/ 247182 h 5664927"/>
                <a:gd name="connsiteX7831" fmla="*/ 1975548 w 4006679"/>
                <a:gd name="connsiteY7831" fmla="*/ 253150 h 5664927"/>
                <a:gd name="connsiteX7832" fmla="*/ 1969579 w 4006679"/>
                <a:gd name="connsiteY7832" fmla="*/ 253150 h 5664927"/>
                <a:gd name="connsiteX7833" fmla="*/ 1962119 w 4006679"/>
                <a:gd name="connsiteY7833" fmla="*/ 268071 h 5664927"/>
                <a:gd name="connsiteX7834" fmla="*/ 2000914 w 4006679"/>
                <a:gd name="connsiteY7834" fmla="*/ 285976 h 5664927"/>
                <a:gd name="connsiteX7835" fmla="*/ 2091932 w 4006679"/>
                <a:gd name="connsiteY7835" fmla="*/ 333724 h 5664927"/>
                <a:gd name="connsiteX7836" fmla="*/ 2145648 w 4006679"/>
                <a:gd name="connsiteY7836" fmla="*/ 374011 h 5664927"/>
                <a:gd name="connsiteX7837" fmla="*/ 2203840 w 4006679"/>
                <a:gd name="connsiteY7837" fmla="*/ 429218 h 5664927"/>
                <a:gd name="connsiteX7838" fmla="*/ 2270985 w 4006679"/>
                <a:gd name="connsiteY7838" fmla="*/ 532174 h 5664927"/>
                <a:gd name="connsiteX7839" fmla="*/ 2324701 w 4006679"/>
                <a:gd name="connsiteY7839" fmla="*/ 690337 h 5664927"/>
                <a:gd name="connsiteX7840" fmla="*/ 2308287 w 4006679"/>
                <a:gd name="connsiteY7840" fmla="*/ 797769 h 5664927"/>
                <a:gd name="connsiteX7841" fmla="*/ 2300827 w 4006679"/>
                <a:gd name="connsiteY7841" fmla="*/ 849992 h 5664927"/>
                <a:gd name="connsiteX7842" fmla="*/ 2329177 w 4006679"/>
                <a:gd name="connsiteY7842" fmla="*/ 832087 h 5664927"/>
                <a:gd name="connsiteX7843" fmla="*/ 2348574 w 4006679"/>
                <a:gd name="connsiteY7843" fmla="*/ 785832 h 5664927"/>
                <a:gd name="connsiteX7844" fmla="*/ 2356035 w 4006679"/>
                <a:gd name="connsiteY7844" fmla="*/ 648558 h 5664927"/>
                <a:gd name="connsiteX7845" fmla="*/ 2263524 w 4006679"/>
                <a:gd name="connsiteY7845" fmla="*/ 460553 h 5664927"/>
                <a:gd name="connsiteX7846" fmla="*/ 2160569 w 4006679"/>
                <a:gd name="connsiteY7846" fmla="*/ 332232 h 5664927"/>
                <a:gd name="connsiteX7847" fmla="*/ 2057614 w 4006679"/>
                <a:gd name="connsiteY7847" fmla="*/ 275532 h 5664927"/>
                <a:gd name="connsiteX7848" fmla="*/ 1975548 w 4006679"/>
                <a:gd name="connsiteY7848" fmla="*/ 253150 h 5664927"/>
                <a:gd name="connsiteX7849" fmla="*/ 1875577 w 4006679"/>
                <a:gd name="connsiteY7849" fmla="*/ 233753 h 5664927"/>
                <a:gd name="connsiteX7850" fmla="*/ 1844242 w 4006679"/>
                <a:gd name="connsiteY7850" fmla="*/ 233753 h 5664927"/>
                <a:gd name="connsiteX7851" fmla="*/ 1833798 w 4006679"/>
                <a:gd name="connsiteY7851" fmla="*/ 235245 h 5664927"/>
                <a:gd name="connsiteX7852" fmla="*/ 1818877 w 4006679"/>
                <a:gd name="connsiteY7852" fmla="*/ 277024 h 5664927"/>
                <a:gd name="connsiteX7853" fmla="*/ 1872593 w 4006679"/>
                <a:gd name="connsiteY7853" fmla="*/ 318803 h 5664927"/>
                <a:gd name="connsiteX7854" fmla="*/ 1902435 w 4006679"/>
                <a:gd name="connsiteY7854" fmla="*/ 297913 h 5664927"/>
                <a:gd name="connsiteX7855" fmla="*/ 1875577 w 4006679"/>
                <a:gd name="connsiteY7855" fmla="*/ 233753 h 5664927"/>
                <a:gd name="connsiteX7856" fmla="*/ 1196669 w 4006679"/>
                <a:gd name="connsiteY7856" fmla="*/ 177053 h 5664927"/>
                <a:gd name="connsiteX7857" fmla="*/ 1177271 w 4006679"/>
                <a:gd name="connsiteY7857" fmla="*/ 186005 h 5664927"/>
                <a:gd name="connsiteX7858" fmla="*/ 1160858 w 4006679"/>
                <a:gd name="connsiteY7858" fmla="*/ 233753 h 5664927"/>
                <a:gd name="connsiteX7859" fmla="*/ 1211590 w 4006679"/>
                <a:gd name="connsiteY7859" fmla="*/ 251658 h 5664927"/>
                <a:gd name="connsiteX7860" fmla="*/ 1250385 w 4006679"/>
                <a:gd name="connsiteY7860" fmla="*/ 217339 h 5664927"/>
                <a:gd name="connsiteX7861" fmla="*/ 1196669 w 4006679"/>
                <a:gd name="connsiteY7861" fmla="*/ 177053 h 5664927"/>
                <a:gd name="connsiteX7862" fmla="*/ 1128032 w 4006679"/>
                <a:gd name="connsiteY7862" fmla="*/ 166608 h 5664927"/>
                <a:gd name="connsiteX7863" fmla="*/ 1105650 w 4006679"/>
                <a:gd name="connsiteY7863" fmla="*/ 232261 h 5664927"/>
                <a:gd name="connsiteX7864" fmla="*/ 1139969 w 4006679"/>
                <a:gd name="connsiteY7864" fmla="*/ 212863 h 5664927"/>
                <a:gd name="connsiteX7865" fmla="*/ 1144445 w 4006679"/>
                <a:gd name="connsiteY7865" fmla="*/ 184513 h 5664927"/>
                <a:gd name="connsiteX7866" fmla="*/ 1128032 w 4006679"/>
                <a:gd name="connsiteY7866" fmla="*/ 166608 h 5664927"/>
                <a:gd name="connsiteX7867" fmla="*/ 1701000 w 4006679"/>
                <a:gd name="connsiteY7867" fmla="*/ 211371 h 5664927"/>
                <a:gd name="connsiteX7868" fmla="*/ 1675635 w 4006679"/>
                <a:gd name="connsiteY7868" fmla="*/ 227784 h 5664927"/>
                <a:gd name="connsiteX7869" fmla="*/ 1678619 w 4006679"/>
                <a:gd name="connsiteY7869" fmla="*/ 266579 h 5664927"/>
                <a:gd name="connsiteX7870" fmla="*/ 1721890 w 4006679"/>
                <a:gd name="connsiteY7870" fmla="*/ 271055 h 5664927"/>
                <a:gd name="connsiteX7871" fmla="*/ 1747256 w 4006679"/>
                <a:gd name="connsiteY7871" fmla="*/ 242705 h 5664927"/>
                <a:gd name="connsiteX7872" fmla="*/ 1727858 w 4006679"/>
                <a:gd name="connsiteY7872" fmla="*/ 214355 h 5664927"/>
                <a:gd name="connsiteX7873" fmla="*/ 1701000 w 4006679"/>
                <a:gd name="connsiteY7873" fmla="*/ 211371 h 5664927"/>
                <a:gd name="connsiteX7874" fmla="*/ 1574171 w 4006679"/>
                <a:gd name="connsiteY7874" fmla="*/ 197942 h 5664927"/>
                <a:gd name="connsiteX7875" fmla="*/ 1538361 w 4006679"/>
                <a:gd name="connsiteY7875" fmla="*/ 202418 h 5664927"/>
                <a:gd name="connsiteX7876" fmla="*/ 1512995 w 4006679"/>
                <a:gd name="connsiteY7876" fmla="*/ 233753 h 5664927"/>
                <a:gd name="connsiteX7877" fmla="*/ 1538361 w 4006679"/>
                <a:gd name="connsiteY7877" fmla="*/ 280008 h 5664927"/>
                <a:gd name="connsiteX7878" fmla="*/ 1571187 w 4006679"/>
                <a:gd name="connsiteY7878" fmla="*/ 278516 h 5664927"/>
                <a:gd name="connsiteX7879" fmla="*/ 1604014 w 4006679"/>
                <a:gd name="connsiteY7879" fmla="*/ 241213 h 5664927"/>
                <a:gd name="connsiteX7880" fmla="*/ 1574171 w 4006679"/>
                <a:gd name="connsiteY7880" fmla="*/ 197942 h 5664927"/>
                <a:gd name="connsiteX7881" fmla="*/ 1918848 w 4006679"/>
                <a:gd name="connsiteY7881" fmla="*/ 217339 h 5664927"/>
                <a:gd name="connsiteX7882" fmla="*/ 1890498 w 4006679"/>
                <a:gd name="connsiteY7882" fmla="*/ 232261 h 5664927"/>
                <a:gd name="connsiteX7883" fmla="*/ 1914372 w 4006679"/>
                <a:gd name="connsiteY7883" fmla="*/ 288961 h 5664927"/>
                <a:gd name="connsiteX7884" fmla="*/ 1938245 w 4006679"/>
                <a:gd name="connsiteY7884" fmla="*/ 278516 h 5664927"/>
                <a:gd name="connsiteX7885" fmla="*/ 1953166 w 4006679"/>
                <a:gd name="connsiteY7885" fmla="*/ 230768 h 5664927"/>
                <a:gd name="connsiteX7886" fmla="*/ 1918848 w 4006679"/>
                <a:gd name="connsiteY7886" fmla="*/ 217339 h 5664927"/>
                <a:gd name="connsiteX7887" fmla="*/ 1342895 w 4006679"/>
                <a:gd name="connsiteY7887" fmla="*/ 165116 h 5664927"/>
                <a:gd name="connsiteX7888" fmla="*/ 1304100 w 4006679"/>
                <a:gd name="connsiteY7888" fmla="*/ 233753 h 5664927"/>
                <a:gd name="connsiteX7889" fmla="*/ 1324990 w 4006679"/>
                <a:gd name="connsiteY7889" fmla="*/ 253150 h 5664927"/>
                <a:gd name="connsiteX7890" fmla="*/ 1347371 w 4006679"/>
                <a:gd name="connsiteY7890" fmla="*/ 248674 h 5664927"/>
                <a:gd name="connsiteX7891" fmla="*/ 1380198 w 4006679"/>
                <a:gd name="connsiteY7891" fmla="*/ 205403 h 5664927"/>
                <a:gd name="connsiteX7892" fmla="*/ 1342895 w 4006679"/>
                <a:gd name="connsiteY7892" fmla="*/ 165116 h 5664927"/>
                <a:gd name="connsiteX7893" fmla="*/ 2032248 w 4006679"/>
                <a:gd name="connsiteY7893" fmla="*/ 212117 h 5664927"/>
                <a:gd name="connsiteX7894" fmla="*/ 2021803 w 4006679"/>
                <a:gd name="connsiteY7894" fmla="*/ 212863 h 5664927"/>
                <a:gd name="connsiteX7895" fmla="*/ 1983008 w 4006679"/>
                <a:gd name="connsiteY7895" fmla="*/ 235245 h 5664927"/>
                <a:gd name="connsiteX7896" fmla="*/ 1984501 w 4006679"/>
                <a:gd name="connsiteY7896" fmla="*/ 241213 h 5664927"/>
                <a:gd name="connsiteX7897" fmla="*/ 2050153 w 4006679"/>
                <a:gd name="connsiteY7897" fmla="*/ 256134 h 5664927"/>
                <a:gd name="connsiteX7898" fmla="*/ 2148632 w 4006679"/>
                <a:gd name="connsiteY7898" fmla="*/ 305374 h 5664927"/>
                <a:gd name="connsiteX7899" fmla="*/ 2233682 w 4006679"/>
                <a:gd name="connsiteY7899" fmla="*/ 399376 h 5664927"/>
                <a:gd name="connsiteX7900" fmla="*/ 2362003 w 4006679"/>
                <a:gd name="connsiteY7900" fmla="*/ 627668 h 5664927"/>
                <a:gd name="connsiteX7901" fmla="*/ 2373940 w 4006679"/>
                <a:gd name="connsiteY7901" fmla="*/ 667955 h 5664927"/>
                <a:gd name="connsiteX7902" fmla="*/ 2364987 w 4006679"/>
                <a:gd name="connsiteY7902" fmla="*/ 776879 h 5664927"/>
                <a:gd name="connsiteX7903" fmla="*/ 2347082 w 4006679"/>
                <a:gd name="connsiteY7903" fmla="*/ 835071 h 5664927"/>
                <a:gd name="connsiteX7904" fmla="*/ 2359019 w 4006679"/>
                <a:gd name="connsiteY7904" fmla="*/ 824626 h 5664927"/>
                <a:gd name="connsiteX7905" fmla="*/ 2405274 w 4006679"/>
                <a:gd name="connsiteY7905" fmla="*/ 712719 h 5664927"/>
                <a:gd name="connsiteX7906" fmla="*/ 2396322 w 4006679"/>
                <a:gd name="connsiteY7906" fmla="*/ 681384 h 5664927"/>
                <a:gd name="connsiteX7907" fmla="*/ 2390353 w 4006679"/>
                <a:gd name="connsiteY7907" fmla="*/ 664971 h 5664927"/>
                <a:gd name="connsiteX7908" fmla="*/ 2387369 w 4006679"/>
                <a:gd name="connsiteY7908" fmla="*/ 642590 h 5664927"/>
                <a:gd name="connsiteX7909" fmla="*/ 2324701 w 4006679"/>
                <a:gd name="connsiteY7909" fmla="*/ 509792 h 5664927"/>
                <a:gd name="connsiteX7910" fmla="*/ 2293366 w 4006679"/>
                <a:gd name="connsiteY7910" fmla="*/ 459061 h 5664927"/>
                <a:gd name="connsiteX7911" fmla="*/ 2211301 w 4006679"/>
                <a:gd name="connsiteY7911" fmla="*/ 333724 h 5664927"/>
                <a:gd name="connsiteX7912" fmla="*/ 2194887 w 4006679"/>
                <a:gd name="connsiteY7912" fmla="*/ 315818 h 5664927"/>
                <a:gd name="connsiteX7913" fmla="*/ 2042693 w 4006679"/>
                <a:gd name="connsiteY7913" fmla="*/ 215847 h 5664927"/>
                <a:gd name="connsiteX7914" fmla="*/ 2032248 w 4006679"/>
                <a:gd name="connsiteY7914" fmla="*/ 212117 h 5664927"/>
                <a:gd name="connsiteX7915" fmla="*/ 1126540 w 4006679"/>
                <a:gd name="connsiteY7915" fmla="*/ 130797 h 5664927"/>
                <a:gd name="connsiteX7916" fmla="*/ 1096698 w 4006679"/>
                <a:gd name="connsiteY7916" fmla="*/ 130797 h 5664927"/>
                <a:gd name="connsiteX7917" fmla="*/ 1107142 w 4006679"/>
                <a:gd name="connsiteY7917" fmla="*/ 165116 h 5664927"/>
                <a:gd name="connsiteX7918" fmla="*/ 1126540 w 4006679"/>
                <a:gd name="connsiteY7918" fmla="*/ 130797 h 5664927"/>
                <a:gd name="connsiteX7919" fmla="*/ 2109651 w 4006679"/>
                <a:gd name="connsiteY7919" fmla="*/ 207081 h 5664927"/>
                <a:gd name="connsiteX7920" fmla="*/ 2060598 w 4006679"/>
                <a:gd name="connsiteY7920" fmla="*/ 206895 h 5664927"/>
                <a:gd name="connsiteX7921" fmla="*/ 2094916 w 4006679"/>
                <a:gd name="connsiteY7921" fmla="*/ 229276 h 5664927"/>
                <a:gd name="connsiteX7922" fmla="*/ 2202348 w 4006679"/>
                <a:gd name="connsiteY7922" fmla="*/ 300897 h 5664927"/>
                <a:gd name="connsiteX7923" fmla="*/ 2266508 w 4006679"/>
                <a:gd name="connsiteY7923" fmla="*/ 382963 h 5664927"/>
                <a:gd name="connsiteX7924" fmla="*/ 2323208 w 4006679"/>
                <a:gd name="connsiteY7924" fmla="*/ 476966 h 5664927"/>
                <a:gd name="connsiteX7925" fmla="*/ 2403782 w 4006679"/>
                <a:gd name="connsiteY7925" fmla="*/ 636621 h 5664927"/>
                <a:gd name="connsiteX7926" fmla="*/ 2409751 w 4006679"/>
                <a:gd name="connsiteY7926" fmla="*/ 638113 h 5664927"/>
                <a:gd name="connsiteX7927" fmla="*/ 2411243 w 4006679"/>
                <a:gd name="connsiteY7927" fmla="*/ 621700 h 5664927"/>
                <a:gd name="connsiteX7928" fmla="*/ 2397814 w 4006679"/>
                <a:gd name="connsiteY7928" fmla="*/ 559032 h 5664927"/>
                <a:gd name="connsiteX7929" fmla="*/ 2329177 w 4006679"/>
                <a:gd name="connsiteY7929" fmla="*/ 442647 h 5664927"/>
                <a:gd name="connsiteX7930" fmla="*/ 2279938 w 4006679"/>
                <a:gd name="connsiteY7930" fmla="*/ 368042 h 5664927"/>
                <a:gd name="connsiteX7931" fmla="*/ 2211301 w 4006679"/>
                <a:gd name="connsiteY7931" fmla="*/ 280008 h 5664927"/>
                <a:gd name="connsiteX7932" fmla="*/ 2148632 w 4006679"/>
                <a:gd name="connsiteY7932" fmla="*/ 226292 h 5664927"/>
                <a:gd name="connsiteX7933" fmla="*/ 2109651 w 4006679"/>
                <a:gd name="connsiteY7933" fmla="*/ 207081 h 5664927"/>
                <a:gd name="connsiteX7934" fmla="*/ 1501058 w 4006679"/>
                <a:gd name="connsiteY7934" fmla="*/ 154671 h 5664927"/>
                <a:gd name="connsiteX7935" fmla="*/ 1472708 w 4006679"/>
                <a:gd name="connsiteY7935" fmla="*/ 162132 h 5664927"/>
                <a:gd name="connsiteX7936" fmla="*/ 1439882 w 4006679"/>
                <a:gd name="connsiteY7936" fmla="*/ 184513 h 5664927"/>
                <a:gd name="connsiteX7937" fmla="*/ 1436898 w 4006679"/>
                <a:gd name="connsiteY7937" fmla="*/ 206895 h 5664927"/>
                <a:gd name="connsiteX7938" fmla="*/ 1433914 w 4006679"/>
                <a:gd name="connsiteY7938" fmla="*/ 215847 h 5664927"/>
                <a:gd name="connsiteX7939" fmla="*/ 1468232 w 4006679"/>
                <a:gd name="connsiteY7939" fmla="*/ 256134 h 5664927"/>
                <a:gd name="connsiteX7940" fmla="*/ 1496582 w 4006679"/>
                <a:gd name="connsiteY7940" fmla="*/ 247182 h 5664927"/>
                <a:gd name="connsiteX7941" fmla="*/ 1527916 w 4006679"/>
                <a:gd name="connsiteY7941" fmla="*/ 190482 h 5664927"/>
                <a:gd name="connsiteX7942" fmla="*/ 1501058 w 4006679"/>
                <a:gd name="connsiteY7942" fmla="*/ 154671 h 5664927"/>
                <a:gd name="connsiteX7943" fmla="*/ 1266798 w 4006679"/>
                <a:gd name="connsiteY7943" fmla="*/ 126321 h 5664927"/>
                <a:gd name="connsiteX7944" fmla="*/ 1226511 w 4006679"/>
                <a:gd name="connsiteY7944" fmla="*/ 147210 h 5664927"/>
                <a:gd name="connsiteX7945" fmla="*/ 1245908 w 4006679"/>
                <a:gd name="connsiteY7945" fmla="*/ 202418 h 5664927"/>
                <a:gd name="connsiteX7946" fmla="*/ 1257845 w 4006679"/>
                <a:gd name="connsiteY7946" fmla="*/ 205403 h 5664927"/>
                <a:gd name="connsiteX7947" fmla="*/ 1301116 w 4006679"/>
                <a:gd name="connsiteY7947" fmla="*/ 174068 h 5664927"/>
                <a:gd name="connsiteX7948" fmla="*/ 1302608 w 4006679"/>
                <a:gd name="connsiteY7948" fmla="*/ 165116 h 5664927"/>
                <a:gd name="connsiteX7949" fmla="*/ 1266798 w 4006679"/>
                <a:gd name="connsiteY7949" fmla="*/ 126321 h 5664927"/>
                <a:gd name="connsiteX7950" fmla="*/ 1166827 w 4006679"/>
                <a:gd name="connsiteY7950" fmla="*/ 114384 h 5664927"/>
                <a:gd name="connsiteX7951" fmla="*/ 1138477 w 4006679"/>
                <a:gd name="connsiteY7951" fmla="*/ 142734 h 5664927"/>
                <a:gd name="connsiteX7952" fmla="*/ 1156382 w 4006679"/>
                <a:gd name="connsiteY7952" fmla="*/ 177053 h 5664927"/>
                <a:gd name="connsiteX7953" fmla="*/ 1216066 w 4006679"/>
                <a:gd name="connsiteY7953" fmla="*/ 132289 h 5664927"/>
                <a:gd name="connsiteX7954" fmla="*/ 1166827 w 4006679"/>
                <a:gd name="connsiteY7954" fmla="*/ 114384 h 5664927"/>
                <a:gd name="connsiteX7955" fmla="*/ 1819623 w 4006679"/>
                <a:gd name="connsiteY7955" fmla="*/ 165862 h 5664927"/>
                <a:gd name="connsiteX7956" fmla="*/ 1805448 w 4006679"/>
                <a:gd name="connsiteY7956" fmla="*/ 165116 h 5664927"/>
                <a:gd name="connsiteX7957" fmla="*/ 1748748 w 4006679"/>
                <a:gd name="connsiteY7957" fmla="*/ 203910 h 5664927"/>
                <a:gd name="connsiteX7958" fmla="*/ 1751732 w 4006679"/>
                <a:gd name="connsiteY7958" fmla="*/ 226292 h 5664927"/>
                <a:gd name="connsiteX7959" fmla="*/ 1806940 w 4006679"/>
                <a:gd name="connsiteY7959" fmla="*/ 235245 h 5664927"/>
                <a:gd name="connsiteX7960" fmla="*/ 1838274 w 4006679"/>
                <a:gd name="connsiteY7960" fmla="*/ 218832 h 5664927"/>
                <a:gd name="connsiteX7961" fmla="*/ 1829321 w 4006679"/>
                <a:gd name="connsiteY7961" fmla="*/ 202418 h 5664927"/>
                <a:gd name="connsiteX7962" fmla="*/ 1824845 w 4006679"/>
                <a:gd name="connsiteY7962" fmla="*/ 180037 h 5664927"/>
                <a:gd name="connsiteX7963" fmla="*/ 1819623 w 4006679"/>
                <a:gd name="connsiteY7963" fmla="*/ 165862 h 5664927"/>
                <a:gd name="connsiteX7964" fmla="*/ 1672650 w 4006679"/>
                <a:gd name="connsiteY7964" fmla="*/ 151687 h 5664927"/>
                <a:gd name="connsiteX7965" fmla="*/ 1595061 w 4006679"/>
                <a:gd name="connsiteY7965" fmla="*/ 194958 h 5664927"/>
                <a:gd name="connsiteX7966" fmla="*/ 1614458 w 4006679"/>
                <a:gd name="connsiteY7966" fmla="*/ 230768 h 5664927"/>
                <a:gd name="connsiteX7967" fmla="*/ 1648777 w 4006679"/>
                <a:gd name="connsiteY7967" fmla="*/ 229276 h 5664927"/>
                <a:gd name="connsiteX7968" fmla="*/ 1662206 w 4006679"/>
                <a:gd name="connsiteY7968" fmla="*/ 220324 h 5664927"/>
                <a:gd name="connsiteX7969" fmla="*/ 1686079 w 4006679"/>
                <a:gd name="connsiteY7969" fmla="*/ 194958 h 5664927"/>
                <a:gd name="connsiteX7970" fmla="*/ 1672650 w 4006679"/>
                <a:gd name="connsiteY7970" fmla="*/ 151687 h 5664927"/>
                <a:gd name="connsiteX7971" fmla="*/ 1880613 w 4006679"/>
                <a:gd name="connsiteY7971" fmla="*/ 160266 h 5664927"/>
                <a:gd name="connsiteX7972" fmla="*/ 1856179 w 4006679"/>
                <a:gd name="connsiteY7972" fmla="*/ 165116 h 5664927"/>
                <a:gd name="connsiteX7973" fmla="*/ 1845735 w 4006679"/>
                <a:gd name="connsiteY7973" fmla="*/ 200926 h 5664927"/>
                <a:gd name="connsiteX7974" fmla="*/ 1869608 w 4006679"/>
                <a:gd name="connsiteY7974" fmla="*/ 224800 h 5664927"/>
                <a:gd name="connsiteX7975" fmla="*/ 1918848 w 4006679"/>
                <a:gd name="connsiteY7975" fmla="*/ 199434 h 5664927"/>
                <a:gd name="connsiteX7976" fmla="*/ 1903927 w 4006679"/>
                <a:gd name="connsiteY7976" fmla="*/ 166608 h 5664927"/>
                <a:gd name="connsiteX7977" fmla="*/ 1880613 w 4006679"/>
                <a:gd name="connsiteY7977" fmla="*/ 160266 h 5664927"/>
                <a:gd name="connsiteX7978" fmla="*/ 1416008 w 4006679"/>
                <a:gd name="connsiteY7978" fmla="*/ 105432 h 5664927"/>
                <a:gd name="connsiteX7979" fmla="*/ 1362292 w 4006679"/>
                <a:gd name="connsiteY7979" fmla="*/ 163624 h 5664927"/>
                <a:gd name="connsiteX7980" fmla="*/ 1411532 w 4006679"/>
                <a:gd name="connsiteY7980" fmla="*/ 196450 h 5664927"/>
                <a:gd name="connsiteX7981" fmla="*/ 1444358 w 4006679"/>
                <a:gd name="connsiteY7981" fmla="*/ 159147 h 5664927"/>
                <a:gd name="connsiteX7982" fmla="*/ 1421977 w 4006679"/>
                <a:gd name="connsiteY7982" fmla="*/ 138258 h 5664927"/>
                <a:gd name="connsiteX7983" fmla="*/ 1416008 w 4006679"/>
                <a:gd name="connsiteY7983" fmla="*/ 105432 h 5664927"/>
                <a:gd name="connsiteX7984" fmla="*/ 1735319 w 4006679"/>
                <a:gd name="connsiteY7984" fmla="*/ 121845 h 5664927"/>
                <a:gd name="connsiteX7985" fmla="*/ 1692048 w 4006679"/>
                <a:gd name="connsiteY7985" fmla="*/ 148703 h 5664927"/>
                <a:gd name="connsiteX7986" fmla="*/ 1714429 w 4006679"/>
                <a:gd name="connsiteY7986" fmla="*/ 199434 h 5664927"/>
                <a:gd name="connsiteX7987" fmla="*/ 1735319 w 4006679"/>
                <a:gd name="connsiteY7987" fmla="*/ 197942 h 5664927"/>
                <a:gd name="connsiteX7988" fmla="*/ 1778590 w 4006679"/>
                <a:gd name="connsiteY7988" fmla="*/ 162132 h 5664927"/>
                <a:gd name="connsiteX7989" fmla="*/ 1745764 w 4006679"/>
                <a:gd name="connsiteY7989" fmla="*/ 127813 h 5664927"/>
                <a:gd name="connsiteX7990" fmla="*/ 1735319 w 4006679"/>
                <a:gd name="connsiteY7990" fmla="*/ 121845 h 5664927"/>
                <a:gd name="connsiteX7991" fmla="*/ 1581632 w 4006679"/>
                <a:gd name="connsiteY7991" fmla="*/ 106924 h 5664927"/>
                <a:gd name="connsiteX7992" fmla="*/ 1569695 w 4006679"/>
                <a:gd name="connsiteY7992" fmla="*/ 108416 h 5664927"/>
                <a:gd name="connsiteX7993" fmla="*/ 1545821 w 4006679"/>
                <a:gd name="connsiteY7993" fmla="*/ 115876 h 5664927"/>
                <a:gd name="connsiteX7994" fmla="*/ 1524932 w 4006679"/>
                <a:gd name="connsiteY7994" fmla="*/ 129305 h 5664927"/>
                <a:gd name="connsiteX7995" fmla="*/ 1530900 w 4006679"/>
                <a:gd name="connsiteY7995" fmla="*/ 172576 h 5664927"/>
                <a:gd name="connsiteX7996" fmla="*/ 1583124 w 4006679"/>
                <a:gd name="connsiteY7996" fmla="*/ 183021 h 5664927"/>
                <a:gd name="connsiteX7997" fmla="*/ 1618935 w 4006679"/>
                <a:gd name="connsiteY7997" fmla="*/ 148703 h 5664927"/>
                <a:gd name="connsiteX7998" fmla="*/ 1581632 w 4006679"/>
                <a:gd name="connsiteY7998" fmla="*/ 106924 h 5664927"/>
                <a:gd name="connsiteX7999" fmla="*/ 1278735 w 4006679"/>
                <a:gd name="connsiteY7999" fmla="*/ 71113 h 5664927"/>
                <a:gd name="connsiteX8000" fmla="*/ 1184732 w 4006679"/>
                <a:gd name="connsiteY8000" fmla="*/ 109908 h 5664927"/>
                <a:gd name="connsiteX8001" fmla="*/ 1253369 w 4006679"/>
                <a:gd name="connsiteY8001" fmla="*/ 109908 h 5664927"/>
                <a:gd name="connsiteX8002" fmla="*/ 1278735 w 4006679"/>
                <a:gd name="connsiteY8002" fmla="*/ 71113 h 5664927"/>
                <a:gd name="connsiteX8003" fmla="*/ 1997930 w 4006679"/>
                <a:gd name="connsiteY8003" fmla="*/ 123523 h 5664927"/>
                <a:gd name="connsiteX8004" fmla="*/ 1981516 w 4006679"/>
                <a:gd name="connsiteY8004" fmla="*/ 129305 h 5664927"/>
                <a:gd name="connsiteX8005" fmla="*/ 1994945 w 4006679"/>
                <a:gd name="connsiteY8005" fmla="*/ 160639 h 5664927"/>
                <a:gd name="connsiteX8006" fmla="*/ 2015835 w 4006679"/>
                <a:gd name="connsiteY8006" fmla="*/ 180037 h 5664927"/>
                <a:gd name="connsiteX8007" fmla="*/ 1993453 w 4006679"/>
                <a:gd name="connsiteY8007" fmla="*/ 178545 h 5664927"/>
                <a:gd name="connsiteX8008" fmla="*/ 1954658 w 4006679"/>
                <a:gd name="connsiteY8008" fmla="*/ 160639 h 5664927"/>
                <a:gd name="connsiteX8009" fmla="*/ 1932277 w 4006679"/>
                <a:gd name="connsiteY8009" fmla="*/ 168100 h 5664927"/>
                <a:gd name="connsiteX8010" fmla="*/ 1930785 w 4006679"/>
                <a:gd name="connsiteY8010" fmla="*/ 190482 h 5664927"/>
                <a:gd name="connsiteX8011" fmla="*/ 1962119 w 4006679"/>
                <a:gd name="connsiteY8011" fmla="*/ 224800 h 5664927"/>
                <a:gd name="connsiteX8012" fmla="*/ 2006882 w 4006679"/>
                <a:gd name="connsiteY8012" fmla="*/ 196450 h 5664927"/>
                <a:gd name="connsiteX8013" fmla="*/ 2060598 w 4006679"/>
                <a:gd name="connsiteY8013" fmla="*/ 183021 h 5664927"/>
                <a:gd name="connsiteX8014" fmla="*/ 2088948 w 4006679"/>
                <a:gd name="connsiteY8014" fmla="*/ 183021 h 5664927"/>
                <a:gd name="connsiteX8015" fmla="*/ 2090440 w 4006679"/>
                <a:gd name="connsiteY8015" fmla="*/ 175561 h 5664927"/>
                <a:gd name="connsiteX8016" fmla="*/ 2014343 w 4006679"/>
                <a:gd name="connsiteY8016" fmla="*/ 132289 h 5664927"/>
                <a:gd name="connsiteX8017" fmla="*/ 1997930 w 4006679"/>
                <a:gd name="connsiteY8017" fmla="*/ 123523 h 5664927"/>
                <a:gd name="connsiteX8018" fmla="*/ 1336927 w 4006679"/>
                <a:gd name="connsiteY8018" fmla="*/ 60668 h 5664927"/>
                <a:gd name="connsiteX8019" fmla="*/ 1281719 w 4006679"/>
                <a:gd name="connsiteY8019" fmla="*/ 114384 h 5664927"/>
                <a:gd name="connsiteX8020" fmla="*/ 1298132 w 4006679"/>
                <a:gd name="connsiteY8020" fmla="*/ 151687 h 5664927"/>
                <a:gd name="connsiteX8021" fmla="*/ 1351848 w 4006679"/>
                <a:gd name="connsiteY8021" fmla="*/ 141242 h 5664927"/>
                <a:gd name="connsiteX8022" fmla="*/ 1378706 w 4006679"/>
                <a:gd name="connsiteY8022" fmla="*/ 99463 h 5664927"/>
                <a:gd name="connsiteX8023" fmla="*/ 1336927 w 4006679"/>
                <a:gd name="connsiteY8023" fmla="*/ 60668 h 5664927"/>
                <a:gd name="connsiteX8024" fmla="*/ 1923324 w 4006679"/>
                <a:gd name="connsiteY8024" fmla="*/ 100769 h 5664927"/>
                <a:gd name="connsiteX8025" fmla="*/ 1881545 w 4006679"/>
                <a:gd name="connsiteY8025" fmla="*/ 121845 h 5664927"/>
                <a:gd name="connsiteX8026" fmla="*/ 1894974 w 4006679"/>
                <a:gd name="connsiteY8026" fmla="*/ 148703 h 5664927"/>
                <a:gd name="connsiteX8027" fmla="*/ 1921832 w 4006679"/>
                <a:gd name="connsiteY8027" fmla="*/ 157655 h 5664927"/>
                <a:gd name="connsiteX8028" fmla="*/ 1965103 w 4006679"/>
                <a:gd name="connsiteY8028" fmla="*/ 148703 h 5664927"/>
                <a:gd name="connsiteX8029" fmla="*/ 1965103 w 4006679"/>
                <a:gd name="connsiteY8029" fmla="*/ 114384 h 5664927"/>
                <a:gd name="connsiteX8030" fmla="*/ 1923324 w 4006679"/>
                <a:gd name="connsiteY8030" fmla="*/ 100769 h 5664927"/>
                <a:gd name="connsiteX8031" fmla="*/ 1821861 w 4006679"/>
                <a:gd name="connsiteY8031" fmla="*/ 65145 h 5664927"/>
                <a:gd name="connsiteX8032" fmla="*/ 1805448 w 4006679"/>
                <a:gd name="connsiteY8032" fmla="*/ 68129 h 5664927"/>
                <a:gd name="connsiteX8033" fmla="*/ 1805448 w 4006679"/>
                <a:gd name="connsiteY8033" fmla="*/ 74097 h 5664927"/>
                <a:gd name="connsiteX8034" fmla="*/ 1859164 w 4006679"/>
                <a:gd name="connsiteY8034" fmla="*/ 92003 h 5664927"/>
                <a:gd name="connsiteX8035" fmla="*/ 1857672 w 4006679"/>
                <a:gd name="connsiteY8035" fmla="*/ 99463 h 5664927"/>
                <a:gd name="connsiteX8036" fmla="*/ 1833798 w 4006679"/>
                <a:gd name="connsiteY8036" fmla="*/ 97971 h 5664927"/>
                <a:gd name="connsiteX8037" fmla="*/ 1769637 w 4006679"/>
                <a:gd name="connsiteY8037" fmla="*/ 115876 h 5664927"/>
                <a:gd name="connsiteX8038" fmla="*/ 1769637 w 4006679"/>
                <a:gd name="connsiteY8038" fmla="*/ 142734 h 5664927"/>
                <a:gd name="connsiteX8039" fmla="*/ 1877069 w 4006679"/>
                <a:gd name="connsiteY8039" fmla="*/ 141242 h 5664927"/>
                <a:gd name="connsiteX8040" fmla="*/ 1900943 w 4006679"/>
                <a:gd name="connsiteY8040" fmla="*/ 87526 h 5664927"/>
                <a:gd name="connsiteX8041" fmla="*/ 1821861 w 4006679"/>
                <a:gd name="connsiteY8041" fmla="*/ 65145 h 5664927"/>
                <a:gd name="connsiteX8042" fmla="*/ 1490613 w 4006679"/>
                <a:gd name="connsiteY8042" fmla="*/ 32318 h 5664927"/>
                <a:gd name="connsiteX8043" fmla="*/ 1369753 w 4006679"/>
                <a:gd name="connsiteY8043" fmla="*/ 48732 h 5664927"/>
                <a:gd name="connsiteX8044" fmla="*/ 1354832 w 4006679"/>
                <a:gd name="connsiteY8044" fmla="*/ 68129 h 5664927"/>
                <a:gd name="connsiteX8045" fmla="*/ 1368261 w 4006679"/>
                <a:gd name="connsiteY8045" fmla="*/ 83050 h 5664927"/>
                <a:gd name="connsiteX8046" fmla="*/ 1420485 w 4006679"/>
                <a:gd name="connsiteY8046" fmla="*/ 89018 h 5664927"/>
                <a:gd name="connsiteX8047" fmla="*/ 1481661 w 4006679"/>
                <a:gd name="connsiteY8047" fmla="*/ 41271 h 5664927"/>
                <a:gd name="connsiteX8048" fmla="*/ 1502550 w 4006679"/>
                <a:gd name="connsiteY8048" fmla="*/ 50224 h 5664927"/>
                <a:gd name="connsiteX8049" fmla="*/ 1483153 w 4006679"/>
                <a:gd name="connsiteY8049" fmla="*/ 56192 h 5664927"/>
                <a:gd name="connsiteX8050" fmla="*/ 1435406 w 4006679"/>
                <a:gd name="connsiteY8050" fmla="*/ 118860 h 5664927"/>
                <a:gd name="connsiteX8051" fmla="*/ 1456295 w 4006679"/>
                <a:gd name="connsiteY8051" fmla="*/ 144226 h 5664927"/>
                <a:gd name="connsiteX8052" fmla="*/ 1499566 w 4006679"/>
                <a:gd name="connsiteY8052" fmla="*/ 144226 h 5664927"/>
                <a:gd name="connsiteX8053" fmla="*/ 1520456 w 4006679"/>
                <a:gd name="connsiteY8053" fmla="*/ 112892 h 5664927"/>
                <a:gd name="connsiteX8054" fmla="*/ 1550298 w 4006679"/>
                <a:gd name="connsiteY8054" fmla="*/ 94987 h 5664927"/>
                <a:gd name="connsiteX8055" fmla="*/ 1514487 w 4006679"/>
                <a:gd name="connsiteY8055" fmla="*/ 74097 h 5664927"/>
                <a:gd name="connsiteX8056" fmla="*/ 1510011 w 4006679"/>
                <a:gd name="connsiteY8056" fmla="*/ 35303 h 5664927"/>
                <a:gd name="connsiteX8057" fmla="*/ 1490613 w 4006679"/>
                <a:gd name="connsiteY8057" fmla="*/ 32318 h 5664927"/>
                <a:gd name="connsiteX8058" fmla="*/ 1733827 w 4006679"/>
                <a:gd name="connsiteY8058" fmla="*/ 47239 h 5664927"/>
                <a:gd name="connsiteX8059" fmla="*/ 1703985 w 4006679"/>
                <a:gd name="connsiteY8059" fmla="*/ 60668 h 5664927"/>
                <a:gd name="connsiteX8060" fmla="*/ 1726366 w 4006679"/>
                <a:gd name="connsiteY8060" fmla="*/ 108416 h 5664927"/>
                <a:gd name="connsiteX8061" fmla="*/ 1760685 w 4006679"/>
                <a:gd name="connsiteY8061" fmla="*/ 105432 h 5664927"/>
                <a:gd name="connsiteX8062" fmla="*/ 1795003 w 4006679"/>
                <a:gd name="connsiteY8062" fmla="*/ 89018 h 5664927"/>
                <a:gd name="connsiteX8063" fmla="*/ 1753224 w 4006679"/>
                <a:gd name="connsiteY8063" fmla="*/ 53208 h 5664927"/>
                <a:gd name="connsiteX8064" fmla="*/ 1733827 w 4006679"/>
                <a:gd name="connsiteY8064" fmla="*/ 47239 h 5664927"/>
                <a:gd name="connsiteX8065" fmla="*/ 1562421 w 4006679"/>
                <a:gd name="connsiteY8065" fmla="*/ 29521 h 5664927"/>
                <a:gd name="connsiteX8066" fmla="*/ 1532392 w 4006679"/>
                <a:gd name="connsiteY8066" fmla="*/ 36795 h 5664927"/>
                <a:gd name="connsiteX8067" fmla="*/ 1524932 w 4006679"/>
                <a:gd name="connsiteY8067" fmla="*/ 74097 h 5664927"/>
                <a:gd name="connsiteX8068" fmla="*/ 1565219 w 4006679"/>
                <a:gd name="connsiteY8068" fmla="*/ 92003 h 5664927"/>
                <a:gd name="connsiteX8069" fmla="*/ 1589093 w 4006679"/>
                <a:gd name="connsiteY8069" fmla="*/ 89018 h 5664927"/>
                <a:gd name="connsiteX8070" fmla="*/ 1615950 w 4006679"/>
                <a:gd name="connsiteY8070" fmla="*/ 65145 h 5664927"/>
                <a:gd name="connsiteX8071" fmla="*/ 1604014 w 4006679"/>
                <a:gd name="connsiteY8071" fmla="*/ 41271 h 5664927"/>
                <a:gd name="connsiteX8072" fmla="*/ 1593569 w 4006679"/>
                <a:gd name="connsiteY8072" fmla="*/ 32318 h 5664927"/>
                <a:gd name="connsiteX8073" fmla="*/ 1562421 w 4006679"/>
                <a:gd name="connsiteY8073" fmla="*/ 29521 h 5664927"/>
                <a:gd name="connsiteX8074" fmla="*/ 1699508 w 4006679"/>
                <a:gd name="connsiteY8074" fmla="*/ 36795 h 5664927"/>
                <a:gd name="connsiteX8075" fmla="*/ 1633856 w 4006679"/>
                <a:gd name="connsiteY8075" fmla="*/ 32318 h 5664927"/>
                <a:gd name="connsiteX8076" fmla="*/ 1620427 w 4006679"/>
                <a:gd name="connsiteY8076" fmla="*/ 38287 h 5664927"/>
                <a:gd name="connsiteX8077" fmla="*/ 1632364 w 4006679"/>
                <a:gd name="connsiteY8077" fmla="*/ 53208 h 5664927"/>
                <a:gd name="connsiteX8078" fmla="*/ 1662206 w 4006679"/>
                <a:gd name="connsiteY8078" fmla="*/ 50224 h 5664927"/>
                <a:gd name="connsiteX8079" fmla="*/ 1678619 w 4006679"/>
                <a:gd name="connsiteY8079" fmla="*/ 50224 h 5664927"/>
                <a:gd name="connsiteX8080" fmla="*/ 1644300 w 4006679"/>
                <a:gd name="connsiteY8080" fmla="*/ 69621 h 5664927"/>
                <a:gd name="connsiteX8081" fmla="*/ 1608490 w 4006679"/>
                <a:gd name="connsiteY8081" fmla="*/ 89018 h 5664927"/>
                <a:gd name="connsiteX8082" fmla="*/ 1604014 w 4006679"/>
                <a:gd name="connsiteY8082" fmla="*/ 121845 h 5664927"/>
                <a:gd name="connsiteX8083" fmla="*/ 1629379 w 4006679"/>
                <a:gd name="connsiteY8083" fmla="*/ 133782 h 5664927"/>
                <a:gd name="connsiteX8084" fmla="*/ 1672650 w 4006679"/>
                <a:gd name="connsiteY8084" fmla="*/ 136766 h 5664927"/>
                <a:gd name="connsiteX8085" fmla="*/ 1703985 w 4006679"/>
                <a:gd name="connsiteY8085" fmla="*/ 111400 h 5664927"/>
                <a:gd name="connsiteX8086" fmla="*/ 1699508 w 4006679"/>
                <a:gd name="connsiteY8086" fmla="*/ 36795 h 5664927"/>
                <a:gd name="connsiteX8087" fmla="*/ 1674143 w 4006679"/>
                <a:gd name="connsiteY8087" fmla="*/ 984 h 5664927"/>
                <a:gd name="connsiteX8088" fmla="*/ 1820369 w 4006679"/>
                <a:gd name="connsiteY8088" fmla="*/ 23366 h 5664927"/>
                <a:gd name="connsiteX8089" fmla="*/ 1912879 w 4006679"/>
                <a:gd name="connsiteY8089" fmla="*/ 45747 h 5664927"/>
                <a:gd name="connsiteX8090" fmla="*/ 2023295 w 4006679"/>
                <a:gd name="connsiteY8090" fmla="*/ 92003 h 5664927"/>
                <a:gd name="connsiteX8091" fmla="*/ 2181458 w 4006679"/>
                <a:gd name="connsiteY8091" fmla="*/ 193466 h 5664927"/>
                <a:gd name="connsiteX8092" fmla="*/ 2314256 w 4006679"/>
                <a:gd name="connsiteY8092" fmla="*/ 321787 h 5664927"/>
                <a:gd name="connsiteX8093" fmla="*/ 2376924 w 4006679"/>
                <a:gd name="connsiteY8093" fmla="*/ 399376 h 5664927"/>
                <a:gd name="connsiteX8094" fmla="*/ 2387369 w 4006679"/>
                <a:gd name="connsiteY8094" fmla="*/ 415789 h 5664927"/>
                <a:gd name="connsiteX8095" fmla="*/ 2433624 w 4006679"/>
                <a:gd name="connsiteY8095" fmla="*/ 533666 h 5664927"/>
                <a:gd name="connsiteX8096" fmla="*/ 2447053 w 4006679"/>
                <a:gd name="connsiteY8096" fmla="*/ 617224 h 5664927"/>
                <a:gd name="connsiteX8097" fmla="*/ 2432132 w 4006679"/>
                <a:gd name="connsiteY8097" fmla="*/ 753005 h 5664927"/>
                <a:gd name="connsiteX8098" fmla="*/ 2496293 w 4006679"/>
                <a:gd name="connsiteY8098" fmla="*/ 823134 h 5664927"/>
                <a:gd name="connsiteX8099" fmla="*/ 2593280 w 4006679"/>
                <a:gd name="connsiteY8099" fmla="*/ 946979 h 5664927"/>
                <a:gd name="connsiteX8100" fmla="*/ 2635058 w 4006679"/>
                <a:gd name="connsiteY8100" fmla="*/ 1020092 h 5664927"/>
                <a:gd name="connsiteX8101" fmla="*/ 2702203 w 4006679"/>
                <a:gd name="connsiteY8101" fmla="*/ 1176763 h 5664927"/>
                <a:gd name="connsiteX8102" fmla="*/ 2720109 w 4006679"/>
                <a:gd name="connsiteY8102" fmla="*/ 1249877 h 5664927"/>
                <a:gd name="connsiteX8103" fmla="*/ 2740998 w 4006679"/>
                <a:gd name="connsiteY8103" fmla="*/ 1355816 h 5664927"/>
                <a:gd name="connsiteX8104" fmla="*/ 2739506 w 4006679"/>
                <a:gd name="connsiteY8104" fmla="*/ 1399087 h 5664927"/>
                <a:gd name="connsiteX8105" fmla="*/ 2727569 w 4006679"/>
                <a:gd name="connsiteY8105" fmla="*/ 1393119 h 5664927"/>
                <a:gd name="connsiteX8106" fmla="*/ 2678330 w 4006679"/>
                <a:gd name="connsiteY8106" fmla="*/ 1343879 h 5664927"/>
                <a:gd name="connsiteX8107" fmla="*/ 2579851 w 4006679"/>
                <a:gd name="connsiteY8107" fmla="*/ 1287179 h 5664927"/>
                <a:gd name="connsiteX8108" fmla="*/ 2448545 w 4006679"/>
                <a:gd name="connsiteY8108" fmla="*/ 1269274 h 5664927"/>
                <a:gd name="connsiteX8109" fmla="*/ 2411243 w 4006679"/>
                <a:gd name="connsiteY8109" fmla="*/ 1269274 h 5664927"/>
                <a:gd name="connsiteX8110" fmla="*/ 2290382 w 4006679"/>
                <a:gd name="connsiteY8110" fmla="*/ 1294640 h 5664927"/>
                <a:gd name="connsiteX8111" fmla="*/ 2275461 w 4006679"/>
                <a:gd name="connsiteY8111" fmla="*/ 1317021 h 5664927"/>
                <a:gd name="connsiteX8112" fmla="*/ 2273969 w 4006679"/>
                <a:gd name="connsiteY8112" fmla="*/ 1358800 h 5664927"/>
                <a:gd name="connsiteX8113" fmla="*/ 2342606 w 4006679"/>
                <a:gd name="connsiteY8113" fmla="*/ 1367753 h 5664927"/>
                <a:gd name="connsiteX8114" fmla="*/ 2526135 w 4006679"/>
                <a:gd name="connsiteY8114" fmla="*/ 1416992 h 5664927"/>
                <a:gd name="connsiteX8115" fmla="*/ 2736522 w 4006679"/>
                <a:gd name="connsiteY8115" fmla="*/ 1497566 h 5664927"/>
                <a:gd name="connsiteX8116" fmla="*/ 2921543 w 4006679"/>
                <a:gd name="connsiteY8116" fmla="*/ 1587092 h 5664927"/>
                <a:gd name="connsiteX8117" fmla="*/ 3027482 w 4006679"/>
                <a:gd name="connsiteY8117" fmla="*/ 1639316 h 5664927"/>
                <a:gd name="connsiteX8118" fmla="*/ 3143867 w 4006679"/>
                <a:gd name="connsiteY8118" fmla="*/ 1707953 h 5664927"/>
                <a:gd name="connsiteX8119" fmla="*/ 3266219 w 4006679"/>
                <a:gd name="connsiteY8119" fmla="*/ 1785542 h 5664927"/>
                <a:gd name="connsiteX8120" fmla="*/ 3419906 w 4006679"/>
                <a:gd name="connsiteY8120" fmla="*/ 1909387 h 5664927"/>
                <a:gd name="connsiteX8121" fmla="*/ 3509432 w 4006679"/>
                <a:gd name="connsiteY8121" fmla="*/ 1989961 h 5664927"/>
                <a:gd name="connsiteX8122" fmla="*/ 3676548 w 4006679"/>
                <a:gd name="connsiteY8122" fmla="*/ 2152600 h 5664927"/>
                <a:gd name="connsiteX8123" fmla="*/ 3830235 w 4006679"/>
                <a:gd name="connsiteY8123" fmla="*/ 2315240 h 5664927"/>
                <a:gd name="connsiteX8124" fmla="*/ 3932071 w 4006679"/>
                <a:gd name="connsiteY8124" fmla="*/ 2432557 h 5664927"/>
                <a:gd name="connsiteX8125" fmla="*/ 4006679 w 4006679"/>
                <a:gd name="connsiteY8125" fmla="*/ 2528962 h 5664927"/>
                <a:gd name="connsiteX8126" fmla="*/ 3998384 w 4006679"/>
                <a:gd name="connsiteY8126" fmla="*/ 2630660 h 5664927"/>
                <a:gd name="connsiteX8127" fmla="*/ 3982243 w 4006679"/>
                <a:gd name="connsiteY8127" fmla="*/ 2616645 h 5664927"/>
                <a:gd name="connsiteX8128" fmla="*/ 3952588 w 4006679"/>
                <a:gd name="connsiteY8128" fmla="*/ 2604708 h 5664927"/>
                <a:gd name="connsiteX8129" fmla="*/ 3860077 w 4006679"/>
                <a:gd name="connsiteY8129" fmla="*/ 2576358 h 5664927"/>
                <a:gd name="connsiteX8130" fmla="*/ 3791440 w 4006679"/>
                <a:gd name="connsiteY8130" fmla="*/ 2600232 h 5664927"/>
                <a:gd name="connsiteX8131" fmla="*/ 3912301 w 4006679"/>
                <a:gd name="connsiteY8131" fmla="*/ 2628955 h 5664927"/>
                <a:gd name="connsiteX8132" fmla="*/ 3996177 w 4006679"/>
                <a:gd name="connsiteY8132" fmla="*/ 2657721 h 5664927"/>
                <a:gd name="connsiteX8133" fmla="*/ 3994617 w 4006679"/>
                <a:gd name="connsiteY8133" fmla="*/ 2676851 h 5664927"/>
                <a:gd name="connsiteX8134" fmla="*/ 3971985 w 4006679"/>
                <a:gd name="connsiteY8134" fmla="*/ 2667377 h 5664927"/>
                <a:gd name="connsiteX8135" fmla="*/ 3913793 w 4006679"/>
                <a:gd name="connsiteY8135" fmla="*/ 2646487 h 5664927"/>
                <a:gd name="connsiteX8136" fmla="*/ 3791440 w 4006679"/>
                <a:gd name="connsiteY8136" fmla="*/ 2613661 h 5664927"/>
                <a:gd name="connsiteX8137" fmla="*/ 3775027 w 4006679"/>
                <a:gd name="connsiteY8137" fmla="*/ 2615153 h 5664927"/>
                <a:gd name="connsiteX8138" fmla="*/ 3858585 w 4006679"/>
                <a:gd name="connsiteY8138" fmla="*/ 2665885 h 5664927"/>
                <a:gd name="connsiteX8139" fmla="*/ 3861569 w 4006679"/>
                <a:gd name="connsiteY8139" fmla="*/ 2665885 h 5664927"/>
                <a:gd name="connsiteX8140" fmla="*/ 3961727 w 4006679"/>
                <a:gd name="connsiteY8140" fmla="*/ 2697406 h 5664927"/>
                <a:gd name="connsiteX8141" fmla="*/ 3991884 w 4006679"/>
                <a:gd name="connsiteY8141" fmla="*/ 2710363 h 5664927"/>
                <a:gd name="connsiteX8142" fmla="*/ 3990898 w 4006679"/>
                <a:gd name="connsiteY8142" fmla="*/ 2722449 h 5664927"/>
                <a:gd name="connsiteX8143" fmla="*/ 3970493 w 4006679"/>
                <a:gd name="connsiteY8143" fmla="*/ 2713632 h 5664927"/>
                <a:gd name="connsiteX8144" fmla="*/ 3839188 w 4006679"/>
                <a:gd name="connsiteY8144" fmla="*/ 2671853 h 5664927"/>
                <a:gd name="connsiteX8145" fmla="*/ 3836203 w 4006679"/>
                <a:gd name="connsiteY8145" fmla="*/ 2677822 h 5664927"/>
                <a:gd name="connsiteX8146" fmla="*/ 3918269 w 4006679"/>
                <a:gd name="connsiteY8146" fmla="*/ 2737506 h 5664927"/>
                <a:gd name="connsiteX8147" fmla="*/ 3988044 w 4006679"/>
                <a:gd name="connsiteY8147" fmla="*/ 2757442 h 5664927"/>
                <a:gd name="connsiteX8148" fmla="*/ 3987113 w 4006679"/>
                <a:gd name="connsiteY8148" fmla="*/ 2768854 h 5664927"/>
                <a:gd name="connsiteX8149" fmla="*/ 3980704 w 4006679"/>
                <a:gd name="connsiteY8149" fmla="*/ 2766602 h 5664927"/>
                <a:gd name="connsiteX8150" fmla="*/ 3915285 w 4006679"/>
                <a:gd name="connsiteY8150" fmla="*/ 2756903 h 5664927"/>
                <a:gd name="connsiteX8151" fmla="*/ 3961540 w 4006679"/>
                <a:gd name="connsiteY8151" fmla="*/ 2791222 h 5664927"/>
                <a:gd name="connsiteX8152" fmla="*/ 3984624 w 4006679"/>
                <a:gd name="connsiteY8152" fmla="*/ 2799369 h 5664927"/>
                <a:gd name="connsiteX8153" fmla="*/ 3983587 w 4006679"/>
                <a:gd name="connsiteY8153" fmla="*/ 2812085 h 5664927"/>
                <a:gd name="connsiteX8154" fmla="*/ 3964525 w 4006679"/>
                <a:gd name="connsiteY8154" fmla="*/ 2810619 h 5664927"/>
                <a:gd name="connsiteX8155" fmla="*/ 3981806 w 4006679"/>
                <a:gd name="connsiteY8155" fmla="*/ 2833926 h 5664927"/>
                <a:gd name="connsiteX8156" fmla="*/ 3978546 w 4006679"/>
                <a:gd name="connsiteY8156" fmla="*/ 2873898 h 5664927"/>
                <a:gd name="connsiteX8157" fmla="*/ 3958556 w 4006679"/>
                <a:gd name="connsiteY8157" fmla="*/ 2844937 h 5664927"/>
                <a:gd name="connsiteX8158" fmla="*/ 3924238 w 4006679"/>
                <a:gd name="connsiteY8158" fmla="*/ 2800174 h 5664927"/>
                <a:gd name="connsiteX8159" fmla="*/ 3892904 w 4006679"/>
                <a:gd name="connsiteY8159" fmla="*/ 2765856 h 5664927"/>
                <a:gd name="connsiteX8160" fmla="*/ 3897380 w 4006679"/>
                <a:gd name="connsiteY8160" fmla="*/ 2786745 h 5664927"/>
                <a:gd name="connsiteX8161" fmla="*/ 3940651 w 4006679"/>
                <a:gd name="connsiteY8161" fmla="*/ 2882240 h 5664927"/>
                <a:gd name="connsiteX8162" fmla="*/ 3970789 w 4006679"/>
                <a:gd name="connsiteY8162" fmla="*/ 2969001 h 5664927"/>
                <a:gd name="connsiteX8163" fmla="*/ 3967852 w 4006679"/>
                <a:gd name="connsiteY8163" fmla="*/ 3005017 h 5664927"/>
                <a:gd name="connsiteX8164" fmla="*/ 3915285 w 4006679"/>
                <a:gd name="connsiteY8164" fmla="*/ 2856874 h 5664927"/>
                <a:gd name="connsiteX8165" fmla="*/ 3885443 w 4006679"/>
                <a:gd name="connsiteY8165" fmla="*/ 2791222 h 5664927"/>
                <a:gd name="connsiteX8166" fmla="*/ 3842172 w 4006679"/>
                <a:gd name="connsiteY8166" fmla="*/ 2719600 h 5664927"/>
                <a:gd name="connsiteX8167" fmla="*/ 3833219 w 4006679"/>
                <a:gd name="connsiteY8167" fmla="*/ 2709156 h 5664927"/>
                <a:gd name="connsiteX8168" fmla="*/ 3828743 w 4006679"/>
                <a:gd name="connsiteY8168" fmla="*/ 2710648 h 5664927"/>
                <a:gd name="connsiteX8169" fmla="*/ 3825759 w 4006679"/>
                <a:gd name="connsiteY8169" fmla="*/ 2744966 h 5664927"/>
                <a:gd name="connsiteX8170" fmla="*/ 3833219 w 4006679"/>
                <a:gd name="connsiteY8170" fmla="*/ 2794206 h 5664927"/>
                <a:gd name="connsiteX8171" fmla="*/ 3858585 w 4006679"/>
                <a:gd name="connsiteY8171" fmla="*/ 2847922 h 5664927"/>
                <a:gd name="connsiteX8172" fmla="*/ 3930019 w 4006679"/>
                <a:gd name="connsiteY8172" fmla="*/ 2982957 h 5664927"/>
                <a:gd name="connsiteX8173" fmla="*/ 3963452 w 4006679"/>
                <a:gd name="connsiteY8173" fmla="*/ 3058968 h 5664927"/>
                <a:gd name="connsiteX8174" fmla="*/ 3961324 w 4006679"/>
                <a:gd name="connsiteY8174" fmla="*/ 3085053 h 5664927"/>
                <a:gd name="connsiteX8175" fmla="*/ 3939346 w 4006679"/>
                <a:gd name="connsiteY8175" fmla="*/ 3026322 h 5664927"/>
                <a:gd name="connsiteX8176" fmla="*/ 3830235 w 4006679"/>
                <a:gd name="connsiteY8176" fmla="*/ 2810619 h 5664927"/>
                <a:gd name="connsiteX8177" fmla="*/ 3813822 w 4006679"/>
                <a:gd name="connsiteY8177" fmla="*/ 2789730 h 5664927"/>
                <a:gd name="connsiteX8178" fmla="*/ 3809346 w 4006679"/>
                <a:gd name="connsiteY8178" fmla="*/ 2827032 h 5664927"/>
                <a:gd name="connsiteX8179" fmla="*/ 3867538 w 4006679"/>
                <a:gd name="connsiteY8179" fmla="*/ 2929987 h 5664927"/>
                <a:gd name="connsiteX8180" fmla="*/ 3949604 w 4006679"/>
                <a:gd name="connsiteY8180" fmla="*/ 3089643 h 5664927"/>
                <a:gd name="connsiteX8181" fmla="*/ 3959900 w 4006679"/>
                <a:gd name="connsiteY8181" fmla="*/ 3102514 h 5664927"/>
                <a:gd name="connsiteX8182" fmla="*/ 3957584 w 4006679"/>
                <a:gd name="connsiteY8182" fmla="*/ 3130916 h 5664927"/>
                <a:gd name="connsiteX8183" fmla="*/ 3913793 w 4006679"/>
                <a:gd name="connsiteY8183" fmla="*/ 3119485 h 5664927"/>
                <a:gd name="connsiteX8184" fmla="*/ 3816806 w 4006679"/>
                <a:gd name="connsiteY8184" fmla="*/ 3115008 h 5664927"/>
                <a:gd name="connsiteX8185" fmla="*/ 3707882 w 4006679"/>
                <a:gd name="connsiteY8185" fmla="*/ 3119485 h 5664927"/>
                <a:gd name="connsiteX8186" fmla="*/ 3689977 w 4006679"/>
                <a:gd name="connsiteY8186" fmla="*/ 3146343 h 5664927"/>
                <a:gd name="connsiteX8187" fmla="*/ 3843850 w 4006679"/>
                <a:gd name="connsiteY8187" fmla="*/ 3149513 h 5664927"/>
                <a:gd name="connsiteX8188" fmla="*/ 3955290 w 4006679"/>
                <a:gd name="connsiteY8188" fmla="*/ 3159035 h 5664927"/>
                <a:gd name="connsiteX8189" fmla="*/ 3954086 w 4006679"/>
                <a:gd name="connsiteY8189" fmla="*/ 3173807 h 5664927"/>
                <a:gd name="connsiteX8190" fmla="*/ 3883951 w 4006679"/>
                <a:gd name="connsiteY8190" fmla="*/ 3167232 h 5664927"/>
                <a:gd name="connsiteX8191" fmla="*/ 3792932 w 4006679"/>
                <a:gd name="connsiteY8191" fmla="*/ 3159772 h 5664927"/>
                <a:gd name="connsiteX8192" fmla="*/ 3695946 w 4006679"/>
                <a:gd name="connsiteY8192" fmla="*/ 3162756 h 5664927"/>
                <a:gd name="connsiteX8193" fmla="*/ 3681025 w 4006679"/>
                <a:gd name="connsiteY8193" fmla="*/ 3185138 h 5664927"/>
                <a:gd name="connsiteX8194" fmla="*/ 3809346 w 4006679"/>
                <a:gd name="connsiteY8194" fmla="*/ 3182153 h 5664927"/>
                <a:gd name="connsiteX8195" fmla="*/ 3933190 w 4006679"/>
                <a:gd name="connsiteY8195" fmla="*/ 3195582 h 5664927"/>
                <a:gd name="connsiteX8196" fmla="*/ 3951969 w 4006679"/>
                <a:gd name="connsiteY8196" fmla="*/ 3199755 h 5664927"/>
                <a:gd name="connsiteX8197" fmla="*/ 3950865 w 4006679"/>
                <a:gd name="connsiteY8197" fmla="*/ 3213296 h 5664927"/>
                <a:gd name="connsiteX8198" fmla="*/ 3861569 w 4006679"/>
                <a:gd name="connsiteY8198" fmla="*/ 3198566 h 5664927"/>
                <a:gd name="connsiteX8199" fmla="*/ 3686993 w 4006679"/>
                <a:gd name="connsiteY8199" fmla="*/ 3200059 h 5664927"/>
                <a:gd name="connsiteX8200" fmla="*/ 3658643 w 4006679"/>
                <a:gd name="connsiteY8200" fmla="*/ 3225424 h 5664927"/>
                <a:gd name="connsiteX8201" fmla="*/ 3682517 w 4006679"/>
                <a:gd name="connsiteY8201" fmla="*/ 3225424 h 5664927"/>
                <a:gd name="connsiteX8202" fmla="*/ 3704898 w 4006679"/>
                <a:gd name="connsiteY8202" fmla="*/ 3222440 h 5664927"/>
                <a:gd name="connsiteX8203" fmla="*/ 3948111 w 4006679"/>
                <a:gd name="connsiteY8203" fmla="*/ 3235869 h 5664927"/>
                <a:gd name="connsiteX8204" fmla="*/ 3949008 w 4006679"/>
                <a:gd name="connsiteY8204" fmla="*/ 3236063 h 5664927"/>
                <a:gd name="connsiteX8205" fmla="*/ 3948083 w 4006679"/>
                <a:gd name="connsiteY8205" fmla="*/ 3247405 h 5664927"/>
                <a:gd name="connsiteX8206" fmla="*/ 3928714 w 4006679"/>
                <a:gd name="connsiteY8206" fmla="*/ 3244822 h 5664927"/>
                <a:gd name="connsiteX8207" fmla="*/ 3845156 w 4006679"/>
                <a:gd name="connsiteY8207" fmla="*/ 3235869 h 5664927"/>
                <a:gd name="connsiteX8208" fmla="*/ 3778011 w 4006679"/>
                <a:gd name="connsiteY8208" fmla="*/ 3231393 h 5664927"/>
                <a:gd name="connsiteX8209" fmla="*/ 3667596 w 4006679"/>
                <a:gd name="connsiteY8209" fmla="*/ 3244822 h 5664927"/>
                <a:gd name="connsiteX8210" fmla="*/ 3628801 w 4006679"/>
                <a:gd name="connsiteY8210" fmla="*/ 3280632 h 5664927"/>
                <a:gd name="connsiteX8211" fmla="*/ 3649690 w 4006679"/>
                <a:gd name="connsiteY8211" fmla="*/ 3277648 h 5664927"/>
                <a:gd name="connsiteX8212" fmla="*/ 3706391 w 4006679"/>
                <a:gd name="connsiteY8212" fmla="*/ 3267203 h 5664927"/>
                <a:gd name="connsiteX8213" fmla="*/ 3936175 w 4006679"/>
                <a:gd name="connsiteY8213" fmla="*/ 3264219 h 5664927"/>
                <a:gd name="connsiteX8214" fmla="*/ 3946639 w 4006679"/>
                <a:gd name="connsiteY8214" fmla="*/ 3265113 h 5664927"/>
                <a:gd name="connsiteX8215" fmla="*/ 3945306 w 4006679"/>
                <a:gd name="connsiteY8215" fmla="*/ 3281454 h 5664927"/>
                <a:gd name="connsiteX8216" fmla="*/ 3919761 w 4006679"/>
                <a:gd name="connsiteY8216" fmla="*/ 3277648 h 5664927"/>
                <a:gd name="connsiteX8217" fmla="*/ 3795917 w 4006679"/>
                <a:gd name="connsiteY8217" fmla="*/ 3274664 h 5664927"/>
                <a:gd name="connsiteX8218" fmla="*/ 3736233 w 4006679"/>
                <a:gd name="connsiteY8218" fmla="*/ 3280632 h 5664927"/>
                <a:gd name="connsiteX8219" fmla="*/ 3637754 w 4006679"/>
                <a:gd name="connsiteY8219" fmla="*/ 3294061 h 5664927"/>
                <a:gd name="connsiteX8220" fmla="*/ 3590006 w 4006679"/>
                <a:gd name="connsiteY8220" fmla="*/ 3343301 h 5664927"/>
                <a:gd name="connsiteX8221" fmla="*/ 3613880 w 4006679"/>
                <a:gd name="connsiteY8221" fmla="*/ 3337332 h 5664927"/>
                <a:gd name="connsiteX8222" fmla="*/ 3757122 w 4006679"/>
                <a:gd name="connsiteY8222" fmla="*/ 3311967 h 5664927"/>
                <a:gd name="connsiteX8223" fmla="*/ 3880967 w 4006679"/>
                <a:gd name="connsiteY8223" fmla="*/ 3297046 h 5664927"/>
                <a:gd name="connsiteX8224" fmla="*/ 3900364 w 4006679"/>
                <a:gd name="connsiteY8224" fmla="*/ 3298537 h 5664927"/>
                <a:gd name="connsiteX8225" fmla="*/ 3943232 w 4006679"/>
                <a:gd name="connsiteY8225" fmla="*/ 3306888 h 5664927"/>
                <a:gd name="connsiteX8226" fmla="*/ 3939068 w 4006679"/>
                <a:gd name="connsiteY8226" fmla="*/ 3357940 h 5664927"/>
                <a:gd name="connsiteX8227" fmla="*/ 3931698 w 4006679"/>
                <a:gd name="connsiteY8227" fmla="*/ 3349269 h 5664927"/>
                <a:gd name="connsiteX8228" fmla="*/ 3903348 w 4006679"/>
                <a:gd name="connsiteY8228" fmla="*/ 3337332 h 5664927"/>
                <a:gd name="connsiteX8229" fmla="*/ 3858585 w 4006679"/>
                <a:gd name="connsiteY8229" fmla="*/ 3341809 h 5664927"/>
                <a:gd name="connsiteX8230" fmla="*/ 3855601 w 4006679"/>
                <a:gd name="connsiteY8230" fmla="*/ 3346285 h 5664927"/>
                <a:gd name="connsiteX8231" fmla="*/ 3877983 w 4006679"/>
                <a:gd name="connsiteY8231" fmla="*/ 3365682 h 5664927"/>
                <a:gd name="connsiteX8232" fmla="*/ 3892904 w 4006679"/>
                <a:gd name="connsiteY8232" fmla="*/ 3377619 h 5664927"/>
                <a:gd name="connsiteX8233" fmla="*/ 3933519 w 4006679"/>
                <a:gd name="connsiteY8233" fmla="*/ 3425970 h 5664927"/>
                <a:gd name="connsiteX8234" fmla="*/ 3930471 w 4006679"/>
                <a:gd name="connsiteY8234" fmla="*/ 3463353 h 5664927"/>
                <a:gd name="connsiteX8235" fmla="*/ 3907824 w 4006679"/>
                <a:gd name="connsiteY8235" fmla="*/ 3430216 h 5664927"/>
                <a:gd name="connsiteX8236" fmla="*/ 3843664 w 4006679"/>
                <a:gd name="connsiteY8236" fmla="*/ 3367174 h 5664927"/>
                <a:gd name="connsiteX8237" fmla="*/ 3816806 w 4006679"/>
                <a:gd name="connsiteY8237" fmla="*/ 3350761 h 5664927"/>
                <a:gd name="connsiteX8238" fmla="*/ 3758614 w 4006679"/>
                <a:gd name="connsiteY8238" fmla="*/ 3358222 h 5664927"/>
                <a:gd name="connsiteX8239" fmla="*/ 3761598 w 4006679"/>
                <a:gd name="connsiteY8239" fmla="*/ 3365682 h 5664927"/>
                <a:gd name="connsiteX8240" fmla="*/ 3866046 w 4006679"/>
                <a:gd name="connsiteY8240" fmla="*/ 3467145 h 5664927"/>
                <a:gd name="connsiteX8241" fmla="*/ 3870522 w 4006679"/>
                <a:gd name="connsiteY8241" fmla="*/ 3496988 h 5664927"/>
                <a:gd name="connsiteX8242" fmla="*/ 3849632 w 4006679"/>
                <a:gd name="connsiteY8242" fmla="*/ 3477590 h 5664927"/>
                <a:gd name="connsiteX8243" fmla="*/ 3737724 w 4006679"/>
                <a:gd name="connsiteY8243" fmla="*/ 3374635 h 5664927"/>
                <a:gd name="connsiteX8244" fmla="*/ 3718327 w 4006679"/>
                <a:gd name="connsiteY8244" fmla="*/ 3365682 h 5664927"/>
                <a:gd name="connsiteX8245" fmla="*/ 3658643 w 4006679"/>
                <a:gd name="connsiteY8245" fmla="*/ 3376127 h 5664927"/>
                <a:gd name="connsiteX8246" fmla="*/ 3676548 w 4006679"/>
                <a:gd name="connsiteY8246" fmla="*/ 3392540 h 5664927"/>
                <a:gd name="connsiteX8247" fmla="*/ 3727280 w 4006679"/>
                <a:gd name="connsiteY8247" fmla="*/ 3428351 h 5664927"/>
                <a:gd name="connsiteX8248" fmla="*/ 3877983 w 4006679"/>
                <a:gd name="connsiteY8248" fmla="*/ 3552196 h 5664927"/>
                <a:gd name="connsiteX8249" fmla="*/ 3913979 w 4006679"/>
                <a:gd name="connsiteY8249" fmla="*/ 3578494 h 5664927"/>
                <a:gd name="connsiteX8250" fmla="*/ 3920832 w 4006679"/>
                <a:gd name="connsiteY8250" fmla="*/ 3581536 h 5664927"/>
                <a:gd name="connsiteX8251" fmla="*/ 3918592 w 4006679"/>
                <a:gd name="connsiteY8251" fmla="*/ 3609001 h 5664927"/>
                <a:gd name="connsiteX8252" fmla="*/ 3902975 w 4006679"/>
                <a:gd name="connsiteY8252" fmla="*/ 3592296 h 5664927"/>
                <a:gd name="connsiteX8253" fmla="*/ 3830235 w 4006679"/>
                <a:gd name="connsiteY8253" fmla="*/ 3534290 h 5664927"/>
                <a:gd name="connsiteX8254" fmla="*/ 3873506 w 4006679"/>
                <a:gd name="connsiteY8254" fmla="*/ 3608895 h 5664927"/>
                <a:gd name="connsiteX8255" fmla="*/ 3915633 w 4006679"/>
                <a:gd name="connsiteY8255" fmla="*/ 3645277 h 5664927"/>
                <a:gd name="connsiteX8256" fmla="*/ 3914277 w 4006679"/>
                <a:gd name="connsiteY8256" fmla="*/ 3661898 h 5664927"/>
                <a:gd name="connsiteX8257" fmla="*/ 3840680 w 4006679"/>
                <a:gd name="connsiteY8257" fmla="*/ 3596959 h 5664927"/>
                <a:gd name="connsiteX8258" fmla="*/ 3842172 w 4006679"/>
                <a:gd name="connsiteY8258" fmla="*/ 3632769 h 5664927"/>
                <a:gd name="connsiteX8259" fmla="*/ 3898872 w 4006679"/>
                <a:gd name="connsiteY8259" fmla="*/ 3668580 h 5664927"/>
                <a:gd name="connsiteX8260" fmla="*/ 3914042 w 4006679"/>
                <a:gd name="connsiteY8260" fmla="*/ 3664788 h 5664927"/>
                <a:gd name="connsiteX8261" fmla="*/ 3911200 w 4006679"/>
                <a:gd name="connsiteY8261" fmla="*/ 3699631 h 5664927"/>
                <a:gd name="connsiteX8262" fmla="*/ 3909317 w 4006679"/>
                <a:gd name="connsiteY8262" fmla="*/ 3699914 h 5664927"/>
                <a:gd name="connsiteX8263" fmla="*/ 3910997 w 4006679"/>
                <a:gd name="connsiteY8263" fmla="*/ 3702119 h 5664927"/>
                <a:gd name="connsiteX8264" fmla="*/ 3903260 w 4006679"/>
                <a:gd name="connsiteY8264" fmla="*/ 3796984 h 5664927"/>
                <a:gd name="connsiteX8265" fmla="*/ 3901856 w 4006679"/>
                <a:gd name="connsiteY8265" fmla="*/ 3786456 h 5664927"/>
                <a:gd name="connsiteX8266" fmla="*/ 3874998 w 4006679"/>
                <a:gd name="connsiteY8266" fmla="*/ 3774519 h 5664927"/>
                <a:gd name="connsiteX8267" fmla="*/ 3861569 w 4006679"/>
                <a:gd name="connsiteY8267" fmla="*/ 3817790 h 5664927"/>
                <a:gd name="connsiteX8268" fmla="*/ 3886935 w 4006679"/>
                <a:gd name="connsiteY8268" fmla="*/ 3835696 h 5664927"/>
                <a:gd name="connsiteX8269" fmla="*/ 3901452 w 4006679"/>
                <a:gd name="connsiteY8269" fmla="*/ 3819147 h 5664927"/>
                <a:gd name="connsiteX8270" fmla="*/ 3890229 w 4006679"/>
                <a:gd name="connsiteY8270" fmla="*/ 3956761 h 5664927"/>
                <a:gd name="connsiteX8271" fmla="*/ 3879475 w 4006679"/>
                <a:gd name="connsiteY8271" fmla="*/ 3945925 h 5664927"/>
                <a:gd name="connsiteX8272" fmla="*/ 3822775 w 4006679"/>
                <a:gd name="connsiteY8272" fmla="*/ 3914777 h 5664927"/>
                <a:gd name="connsiteX8273" fmla="*/ 3839188 w 4006679"/>
                <a:gd name="connsiteY8273" fmla="*/ 3953572 h 5664927"/>
                <a:gd name="connsiteX8274" fmla="*/ 3871268 w 4006679"/>
                <a:gd name="connsiteY8274" fmla="*/ 3970171 h 5664927"/>
                <a:gd name="connsiteX8275" fmla="*/ 3888035 w 4006679"/>
                <a:gd name="connsiteY8275" fmla="*/ 3983654 h 5664927"/>
                <a:gd name="connsiteX8276" fmla="*/ 3887109 w 4006679"/>
                <a:gd name="connsiteY8276" fmla="*/ 3995013 h 5664927"/>
                <a:gd name="connsiteX8277" fmla="*/ 3874439 w 4006679"/>
                <a:gd name="connsiteY8277" fmla="*/ 3986002 h 5664927"/>
                <a:gd name="connsiteX8278" fmla="*/ 3845156 w 4006679"/>
                <a:gd name="connsiteY8278" fmla="*/ 3974461 h 5664927"/>
                <a:gd name="connsiteX8279" fmla="*/ 3877983 w 4006679"/>
                <a:gd name="connsiteY8279" fmla="*/ 4017732 h 5664927"/>
                <a:gd name="connsiteX8280" fmla="*/ 3884926 w 4006679"/>
                <a:gd name="connsiteY8280" fmla="*/ 4021782 h 5664927"/>
                <a:gd name="connsiteX8281" fmla="*/ 3883743 w 4006679"/>
                <a:gd name="connsiteY8281" fmla="*/ 4036279 h 5664927"/>
                <a:gd name="connsiteX8282" fmla="*/ 3876490 w 4006679"/>
                <a:gd name="connsiteY8282" fmla="*/ 4032653 h 5664927"/>
                <a:gd name="connsiteX8283" fmla="*/ 3879474 w 4006679"/>
                <a:gd name="connsiteY8283" fmla="*/ 4053170 h 5664927"/>
                <a:gd name="connsiteX8284" fmla="*/ 3882117 w 4006679"/>
                <a:gd name="connsiteY8284" fmla="*/ 4056225 h 5664927"/>
                <a:gd name="connsiteX8285" fmla="*/ 3878576 w 4006679"/>
                <a:gd name="connsiteY8285" fmla="*/ 4099637 h 5664927"/>
                <a:gd name="connsiteX8286" fmla="*/ 3877983 w 4006679"/>
                <a:gd name="connsiteY8286" fmla="*/ 4098306 h 5664927"/>
                <a:gd name="connsiteX8287" fmla="*/ 3870522 w 4006679"/>
                <a:gd name="connsiteY8287" fmla="*/ 4114719 h 5664927"/>
                <a:gd name="connsiteX8288" fmla="*/ 3849632 w 4006679"/>
                <a:gd name="connsiteY8288" fmla="*/ 4186341 h 5664927"/>
                <a:gd name="connsiteX8289" fmla="*/ 3852617 w 4006679"/>
                <a:gd name="connsiteY8289" fmla="*/ 4234088 h 5664927"/>
                <a:gd name="connsiteX8290" fmla="*/ 3866046 w 4006679"/>
                <a:gd name="connsiteY8290" fmla="*/ 4208722 h 5664927"/>
                <a:gd name="connsiteX8291" fmla="*/ 3871108 w 4006679"/>
                <a:gd name="connsiteY8291" fmla="*/ 4191199 h 5664927"/>
                <a:gd name="connsiteX8292" fmla="*/ 3866113 w 4006679"/>
                <a:gd name="connsiteY8292" fmla="*/ 4252445 h 5664927"/>
                <a:gd name="connsiteX8293" fmla="*/ 3863062 w 4006679"/>
                <a:gd name="connsiteY8293" fmla="*/ 4263930 h 5664927"/>
                <a:gd name="connsiteX8294" fmla="*/ 3863627 w 4006679"/>
                <a:gd name="connsiteY8294" fmla="*/ 4282924 h 5664927"/>
                <a:gd name="connsiteX8295" fmla="*/ 3856800 w 4006679"/>
                <a:gd name="connsiteY8295" fmla="*/ 4366630 h 5664927"/>
                <a:gd name="connsiteX8296" fmla="*/ 3850006 w 4006679"/>
                <a:gd name="connsiteY8296" fmla="*/ 4355135 h 5664927"/>
                <a:gd name="connsiteX8297" fmla="*/ 3797409 w 4006679"/>
                <a:gd name="connsiteY8297" fmla="*/ 4305709 h 5664927"/>
                <a:gd name="connsiteX8298" fmla="*/ 3810838 w 4006679"/>
                <a:gd name="connsiteY8298" fmla="*/ 4353456 h 5664927"/>
                <a:gd name="connsiteX8299" fmla="*/ 3853851 w 4006679"/>
                <a:gd name="connsiteY8299" fmla="*/ 4402795 h 5664927"/>
                <a:gd name="connsiteX8300" fmla="*/ 3853042 w 4006679"/>
                <a:gd name="connsiteY8300" fmla="*/ 4412713 h 5664927"/>
                <a:gd name="connsiteX8301" fmla="*/ 3843664 w 4006679"/>
                <a:gd name="connsiteY8301" fmla="*/ 4401204 h 5664927"/>
                <a:gd name="connsiteX8302" fmla="*/ 3806361 w 4006679"/>
                <a:gd name="connsiteY8302" fmla="*/ 4365393 h 5664927"/>
                <a:gd name="connsiteX8303" fmla="*/ 3812330 w 4006679"/>
                <a:gd name="connsiteY8303" fmla="*/ 4398219 h 5664927"/>
                <a:gd name="connsiteX8304" fmla="*/ 3850115 w 4006679"/>
                <a:gd name="connsiteY8304" fmla="*/ 4448599 h 5664927"/>
                <a:gd name="connsiteX8305" fmla="*/ 3849064 w 4006679"/>
                <a:gd name="connsiteY8305" fmla="*/ 4461482 h 5664927"/>
                <a:gd name="connsiteX8306" fmla="*/ 3813822 w 4006679"/>
                <a:gd name="connsiteY8306" fmla="*/ 4422093 h 5664927"/>
                <a:gd name="connsiteX8307" fmla="*/ 3807854 w 4006679"/>
                <a:gd name="connsiteY8307" fmla="*/ 4423585 h 5664927"/>
                <a:gd name="connsiteX8308" fmla="*/ 3813822 w 4006679"/>
                <a:gd name="connsiteY8308" fmla="*/ 4442983 h 5664927"/>
                <a:gd name="connsiteX8309" fmla="*/ 3846802 w 4006679"/>
                <a:gd name="connsiteY8309" fmla="*/ 4489222 h 5664927"/>
                <a:gd name="connsiteX8310" fmla="*/ 3845502 w 4006679"/>
                <a:gd name="connsiteY8310" fmla="*/ 4505156 h 5664927"/>
                <a:gd name="connsiteX8311" fmla="*/ 3830235 w 4006679"/>
                <a:gd name="connsiteY8311" fmla="*/ 4486254 h 5664927"/>
                <a:gd name="connsiteX8312" fmla="*/ 3816806 w 4006679"/>
                <a:gd name="connsiteY8312" fmla="*/ 4477301 h 5664927"/>
                <a:gd name="connsiteX8313" fmla="*/ 3822775 w 4006679"/>
                <a:gd name="connsiteY8313" fmla="*/ 4508635 h 5664927"/>
                <a:gd name="connsiteX8314" fmla="*/ 3843218 w 4006679"/>
                <a:gd name="connsiteY8314" fmla="*/ 4533167 h 5664927"/>
                <a:gd name="connsiteX8315" fmla="*/ 3842036 w 4006679"/>
                <a:gd name="connsiteY8315" fmla="*/ 4547649 h 5664927"/>
                <a:gd name="connsiteX8316" fmla="*/ 3840680 w 4006679"/>
                <a:gd name="connsiteY8316" fmla="*/ 4545938 h 5664927"/>
                <a:gd name="connsiteX8317" fmla="*/ 3830235 w 4006679"/>
                <a:gd name="connsiteY8317" fmla="*/ 4538477 h 5664927"/>
                <a:gd name="connsiteX8318" fmla="*/ 3841245 w 4006679"/>
                <a:gd name="connsiteY8318" fmla="*/ 4557359 h 5664927"/>
                <a:gd name="connsiteX8319" fmla="*/ 3839165 w 4006679"/>
                <a:gd name="connsiteY8319" fmla="*/ 4582851 h 5664927"/>
                <a:gd name="connsiteX8320" fmla="*/ 3831727 w 4006679"/>
                <a:gd name="connsiteY8320" fmla="*/ 4577272 h 5664927"/>
                <a:gd name="connsiteX8321" fmla="*/ 3838063 w 4006679"/>
                <a:gd name="connsiteY8321" fmla="*/ 4596370 h 5664927"/>
                <a:gd name="connsiteX8322" fmla="*/ 3827540 w 4006679"/>
                <a:gd name="connsiteY8322" fmla="*/ 4725392 h 5664927"/>
                <a:gd name="connsiteX8323" fmla="*/ 3788456 w 4006679"/>
                <a:gd name="connsiteY8323" fmla="*/ 4738420 h 5664927"/>
                <a:gd name="connsiteX8324" fmla="*/ 3757122 w 4006679"/>
                <a:gd name="connsiteY8324" fmla="*/ 4790643 h 5664927"/>
                <a:gd name="connsiteX8325" fmla="*/ 3792746 w 4006679"/>
                <a:gd name="connsiteY8325" fmla="*/ 4772925 h 5664927"/>
                <a:gd name="connsiteX8326" fmla="*/ 3823579 w 4006679"/>
                <a:gd name="connsiteY8326" fmla="*/ 4773957 h 5664927"/>
                <a:gd name="connsiteX8327" fmla="*/ 3821923 w 4006679"/>
                <a:gd name="connsiteY8327" fmla="*/ 4794265 h 5664927"/>
                <a:gd name="connsiteX8328" fmla="*/ 3807854 w 4006679"/>
                <a:gd name="connsiteY8328" fmla="*/ 4851819 h 5664927"/>
                <a:gd name="connsiteX8329" fmla="*/ 3817562 w 4006679"/>
                <a:gd name="connsiteY8329" fmla="*/ 4847731 h 5664927"/>
                <a:gd name="connsiteX8330" fmla="*/ 3815389 w 4006679"/>
                <a:gd name="connsiteY8330" fmla="*/ 4874380 h 5664927"/>
                <a:gd name="connsiteX8331" fmla="*/ 3812330 w 4006679"/>
                <a:gd name="connsiteY8331" fmla="*/ 4874201 h 5664927"/>
                <a:gd name="connsiteX8332" fmla="*/ 3814946 w 4006679"/>
                <a:gd name="connsiteY8332" fmla="*/ 4879803 h 5664927"/>
                <a:gd name="connsiteX8333" fmla="*/ 3808197 w 4006679"/>
                <a:gd name="connsiteY8333" fmla="*/ 4962551 h 5664927"/>
                <a:gd name="connsiteX8334" fmla="*/ 3779504 w 4006679"/>
                <a:gd name="connsiteY8334" fmla="*/ 4951791 h 5664927"/>
                <a:gd name="connsiteX8335" fmla="*/ 3742201 w 4006679"/>
                <a:gd name="connsiteY8335" fmla="*/ 4884646 h 5664927"/>
                <a:gd name="connsiteX8336" fmla="*/ 3736233 w 4006679"/>
                <a:gd name="connsiteY8336" fmla="*/ 4884646 h 5664927"/>
                <a:gd name="connsiteX8337" fmla="*/ 3734740 w 4006679"/>
                <a:gd name="connsiteY8337" fmla="*/ 4908520 h 5664927"/>
                <a:gd name="connsiteX8338" fmla="*/ 3736233 w 4006679"/>
                <a:gd name="connsiteY8338" fmla="*/ 4944330 h 5664927"/>
                <a:gd name="connsiteX8339" fmla="*/ 3767566 w 4006679"/>
                <a:gd name="connsiteY8339" fmla="*/ 4998046 h 5664927"/>
                <a:gd name="connsiteX8340" fmla="*/ 3796266 w 4006679"/>
                <a:gd name="connsiteY8340" fmla="*/ 5009493 h 5664927"/>
                <a:gd name="connsiteX8341" fmla="*/ 3804378 w 4006679"/>
                <a:gd name="connsiteY8341" fmla="*/ 5009384 h 5664927"/>
                <a:gd name="connsiteX8342" fmla="*/ 3802193 w 4006679"/>
                <a:gd name="connsiteY8342" fmla="*/ 5036171 h 5664927"/>
                <a:gd name="connsiteX8343" fmla="*/ 3780996 w 4006679"/>
                <a:gd name="connsiteY8343" fmla="*/ 5030872 h 5664927"/>
                <a:gd name="connsiteX8344" fmla="*/ 3713851 w 4006679"/>
                <a:gd name="connsiteY8344" fmla="*/ 5001030 h 5664927"/>
                <a:gd name="connsiteX8345" fmla="*/ 3715343 w 4006679"/>
                <a:gd name="connsiteY8345" fmla="*/ 5072651 h 5664927"/>
                <a:gd name="connsiteX8346" fmla="*/ 3761598 w 4006679"/>
                <a:gd name="connsiteY8346" fmla="*/ 5103986 h 5664927"/>
                <a:gd name="connsiteX8347" fmla="*/ 3796076 w 4006679"/>
                <a:gd name="connsiteY8347" fmla="*/ 5111169 h 5664927"/>
                <a:gd name="connsiteX8348" fmla="*/ 3785829 w 4006679"/>
                <a:gd name="connsiteY8348" fmla="*/ 5236818 h 5664927"/>
                <a:gd name="connsiteX8349" fmla="*/ 3769059 w 4006679"/>
                <a:gd name="connsiteY8349" fmla="*/ 5272593 h 5664927"/>
                <a:gd name="connsiteX8350" fmla="*/ 3760106 w 4006679"/>
                <a:gd name="connsiteY8350" fmla="*/ 5284530 h 5664927"/>
                <a:gd name="connsiteX8351" fmla="*/ 3745185 w 4006679"/>
                <a:gd name="connsiteY8351" fmla="*/ 5218877 h 5664927"/>
                <a:gd name="connsiteX8352" fmla="*/ 3712359 w 4006679"/>
                <a:gd name="connsiteY8352" fmla="*/ 5177099 h 5664927"/>
                <a:gd name="connsiteX8353" fmla="*/ 3743693 w 4006679"/>
                <a:gd name="connsiteY8353" fmla="*/ 5387486 h 5664927"/>
                <a:gd name="connsiteX8354" fmla="*/ 3779612 w 4006679"/>
                <a:gd name="connsiteY8354" fmla="*/ 5313036 h 5664927"/>
                <a:gd name="connsiteX8355" fmla="*/ 3776746 w 4006679"/>
                <a:gd name="connsiteY8355" fmla="*/ 5348181 h 5664927"/>
                <a:gd name="connsiteX8356" fmla="*/ 3766937 w 4006679"/>
                <a:gd name="connsiteY8356" fmla="*/ 5375921 h 5664927"/>
                <a:gd name="connsiteX8357" fmla="*/ 3764583 w 4006679"/>
                <a:gd name="connsiteY8357" fmla="*/ 5403898 h 5664927"/>
                <a:gd name="connsiteX8358" fmla="*/ 3773581 w 4006679"/>
                <a:gd name="connsiteY8358" fmla="*/ 5386981 h 5664927"/>
                <a:gd name="connsiteX8359" fmla="*/ 3766327 w 4006679"/>
                <a:gd name="connsiteY8359" fmla="*/ 5475922 h 5664927"/>
                <a:gd name="connsiteX8360" fmla="*/ 3715343 w 4006679"/>
                <a:gd name="connsiteY8360" fmla="*/ 5466567 h 5664927"/>
                <a:gd name="connsiteX8361" fmla="*/ 3597467 w 4006679"/>
                <a:gd name="connsiteY8361" fmla="*/ 5414343 h 5664927"/>
                <a:gd name="connsiteX8362" fmla="*/ 3582545 w 4006679"/>
                <a:gd name="connsiteY8362" fmla="*/ 5397930 h 5664927"/>
                <a:gd name="connsiteX8363" fmla="*/ 3549719 w 4006679"/>
                <a:gd name="connsiteY8363" fmla="*/ 5344214 h 5664927"/>
                <a:gd name="connsiteX8364" fmla="*/ 3545243 w 4006679"/>
                <a:gd name="connsiteY8364" fmla="*/ 5284530 h 5664927"/>
                <a:gd name="connsiteX8365" fmla="*/ 3592990 w 4006679"/>
                <a:gd name="connsiteY8365" fmla="*/ 5199480 h 5664927"/>
                <a:gd name="connsiteX8366" fmla="*/ 3651182 w 4006679"/>
                <a:gd name="connsiteY8366" fmla="*/ 5089065 h 5664927"/>
                <a:gd name="connsiteX8367" fmla="*/ 3698930 w 4006679"/>
                <a:gd name="connsiteY8367" fmla="*/ 4908520 h 5664927"/>
                <a:gd name="connsiteX8368" fmla="*/ 3703406 w 4006679"/>
                <a:gd name="connsiteY8368" fmla="*/ 4869725 h 5664927"/>
                <a:gd name="connsiteX8369" fmla="*/ 3725788 w 4006679"/>
                <a:gd name="connsiteY8369" fmla="*/ 4707085 h 5664927"/>
                <a:gd name="connsiteX8370" fmla="*/ 3728772 w 4006679"/>
                <a:gd name="connsiteY8370" fmla="*/ 4566828 h 5664927"/>
                <a:gd name="connsiteX8371" fmla="*/ 3716835 w 4006679"/>
                <a:gd name="connsiteY8371" fmla="*/ 4447459 h 5664927"/>
                <a:gd name="connsiteX8372" fmla="*/ 3715343 w 4006679"/>
                <a:gd name="connsiteY8372" fmla="*/ 4442983 h 5664927"/>
                <a:gd name="connsiteX8373" fmla="*/ 3694453 w 4006679"/>
                <a:gd name="connsiteY8373" fmla="*/ 4292280 h 5664927"/>
                <a:gd name="connsiteX8374" fmla="*/ 3681025 w 4006679"/>
                <a:gd name="connsiteY8374" fmla="*/ 4228119 h 5664927"/>
                <a:gd name="connsiteX8375" fmla="*/ 3657151 w 4006679"/>
                <a:gd name="connsiteY8375" fmla="*/ 4138593 h 5664927"/>
                <a:gd name="connsiteX8376" fmla="*/ 3581053 w 4006679"/>
                <a:gd name="connsiteY8376" fmla="*/ 3901348 h 5664927"/>
                <a:gd name="connsiteX8377" fmla="*/ 3518385 w 4006679"/>
                <a:gd name="connsiteY8377" fmla="*/ 3923730 h 5664927"/>
                <a:gd name="connsiteX8378" fmla="*/ 3375143 w 4006679"/>
                <a:gd name="connsiteY8378" fmla="*/ 3969985 h 5664927"/>
                <a:gd name="connsiteX8379" fmla="*/ 3302030 w 4006679"/>
                <a:gd name="connsiteY8379" fmla="*/ 3995351 h 5664927"/>
                <a:gd name="connsiteX8380" fmla="*/ 3266219 w 4006679"/>
                <a:gd name="connsiteY8380" fmla="*/ 4007288 h 5664927"/>
                <a:gd name="connsiteX8381" fmla="*/ 3061801 w 4006679"/>
                <a:gd name="connsiteY8381" fmla="*/ 4066972 h 5664927"/>
                <a:gd name="connsiteX8382" fmla="*/ 2837985 w 4006679"/>
                <a:gd name="connsiteY8382" fmla="*/ 4110243 h 5664927"/>
                <a:gd name="connsiteX8383" fmla="*/ 2735030 w 4006679"/>
                <a:gd name="connsiteY8383" fmla="*/ 4129640 h 5664927"/>
                <a:gd name="connsiteX8384" fmla="*/ 2602232 w 4006679"/>
                <a:gd name="connsiteY8384" fmla="*/ 4152022 h 5664927"/>
                <a:gd name="connsiteX8385" fmla="*/ 2551501 w 4006679"/>
                <a:gd name="connsiteY8385" fmla="*/ 4153514 h 5664927"/>
                <a:gd name="connsiteX8386" fmla="*/ 2526135 w 4006679"/>
                <a:gd name="connsiteY8386" fmla="*/ 4169927 h 5664927"/>
                <a:gd name="connsiteX8387" fmla="*/ 2478387 w 4006679"/>
                <a:gd name="connsiteY8387" fmla="*/ 4271390 h 5664927"/>
                <a:gd name="connsiteX8388" fmla="*/ 2424672 w 4006679"/>
                <a:gd name="connsiteY8388" fmla="*/ 4378822 h 5664927"/>
                <a:gd name="connsiteX8389" fmla="*/ 2382893 w 4006679"/>
                <a:gd name="connsiteY8389" fmla="*/ 4435522 h 5664927"/>
                <a:gd name="connsiteX8390" fmla="*/ 2281429 w 4006679"/>
                <a:gd name="connsiteY8390" fmla="*/ 4556383 h 5664927"/>
                <a:gd name="connsiteX8391" fmla="*/ 2150124 w 4006679"/>
                <a:gd name="connsiteY8391" fmla="*/ 4680227 h 5664927"/>
                <a:gd name="connsiteX8392" fmla="*/ 1953166 w 4006679"/>
                <a:gd name="connsiteY8392" fmla="*/ 4847343 h 5664927"/>
                <a:gd name="connsiteX8393" fmla="*/ 1860656 w 4006679"/>
                <a:gd name="connsiteY8393" fmla="*/ 4911504 h 5664927"/>
                <a:gd name="connsiteX8394" fmla="*/ 1808432 w 4006679"/>
                <a:gd name="connsiteY8394" fmla="*/ 4945822 h 5664927"/>
                <a:gd name="connsiteX8395" fmla="*/ 1853195 w 4006679"/>
                <a:gd name="connsiteY8395" fmla="*/ 4968204 h 5664927"/>
                <a:gd name="connsiteX8396" fmla="*/ 2050153 w 4006679"/>
                <a:gd name="connsiteY8396" fmla="*/ 5092048 h 5664927"/>
                <a:gd name="connsiteX8397" fmla="*/ 2172506 w 4006679"/>
                <a:gd name="connsiteY8397" fmla="*/ 5202464 h 5664927"/>
                <a:gd name="connsiteX8398" fmla="*/ 2185935 w 4006679"/>
                <a:gd name="connsiteY8398" fmla="*/ 5212909 h 5664927"/>
                <a:gd name="connsiteX8399" fmla="*/ 2278445 w 4006679"/>
                <a:gd name="connsiteY8399" fmla="*/ 5296467 h 5664927"/>
                <a:gd name="connsiteX8400" fmla="*/ 2296351 w 4006679"/>
                <a:gd name="connsiteY8400" fmla="*/ 5360627 h 5664927"/>
                <a:gd name="connsiteX8401" fmla="*/ 2294859 w 4006679"/>
                <a:gd name="connsiteY8401" fmla="*/ 5526251 h 5664927"/>
                <a:gd name="connsiteX8402" fmla="*/ 2293366 w 4006679"/>
                <a:gd name="connsiteY8402" fmla="*/ 5578475 h 5664927"/>
                <a:gd name="connsiteX8403" fmla="*/ 2278445 w 4006679"/>
                <a:gd name="connsiteY8403" fmla="*/ 5653080 h 5664927"/>
                <a:gd name="connsiteX8404" fmla="*/ 2273969 w 4006679"/>
                <a:gd name="connsiteY8404" fmla="*/ 5659049 h 5664927"/>
                <a:gd name="connsiteX8405" fmla="*/ 2253080 w 4006679"/>
                <a:gd name="connsiteY8405" fmla="*/ 5656065 h 5664927"/>
                <a:gd name="connsiteX8406" fmla="*/ 2235174 w 4006679"/>
                <a:gd name="connsiteY8406" fmla="*/ 5612793 h 5664927"/>
                <a:gd name="connsiteX8407" fmla="*/ 2169522 w 4006679"/>
                <a:gd name="connsiteY8407" fmla="*/ 5527743 h 5664927"/>
                <a:gd name="connsiteX8408" fmla="*/ 2091932 w 4006679"/>
                <a:gd name="connsiteY8408" fmla="*/ 5439709 h 5664927"/>
                <a:gd name="connsiteX8409" fmla="*/ 2045677 w 4006679"/>
                <a:gd name="connsiteY8409" fmla="*/ 5333770 h 5664927"/>
                <a:gd name="connsiteX8410" fmla="*/ 2038216 w 4006679"/>
                <a:gd name="connsiteY8410" fmla="*/ 5321833 h 5664927"/>
                <a:gd name="connsiteX8411" fmla="*/ 1944214 w 4006679"/>
                <a:gd name="connsiteY8411" fmla="*/ 5253196 h 5664927"/>
                <a:gd name="connsiteX8412" fmla="*/ 1853195 w 4006679"/>
                <a:gd name="connsiteY8412" fmla="*/ 5200972 h 5664927"/>
                <a:gd name="connsiteX8413" fmla="*/ 1789035 w 4006679"/>
                <a:gd name="connsiteY8413" fmla="*/ 5172622 h 5664927"/>
                <a:gd name="connsiteX8414" fmla="*/ 1624903 w 4006679"/>
                <a:gd name="connsiteY8414" fmla="*/ 5139796 h 5664927"/>
                <a:gd name="connsiteX8415" fmla="*/ 1459279 w 4006679"/>
                <a:gd name="connsiteY8415" fmla="*/ 5139796 h 5664927"/>
                <a:gd name="connsiteX8416" fmla="*/ 1423469 w 4006679"/>
                <a:gd name="connsiteY8416" fmla="*/ 5150240 h 5664927"/>
                <a:gd name="connsiteX8417" fmla="*/ 1151906 w 4006679"/>
                <a:gd name="connsiteY8417" fmla="*/ 5263641 h 5664927"/>
                <a:gd name="connsiteX8418" fmla="*/ 995234 w 4006679"/>
                <a:gd name="connsiteY8418" fmla="*/ 5317356 h 5664927"/>
                <a:gd name="connsiteX8419" fmla="*/ 895263 w 4006679"/>
                <a:gd name="connsiteY8419" fmla="*/ 5339738 h 5664927"/>
                <a:gd name="connsiteX8420" fmla="*/ 757990 w 4006679"/>
                <a:gd name="connsiteY8420" fmla="*/ 5368088 h 5664927"/>
                <a:gd name="connsiteX8421" fmla="*/ 661003 w 4006679"/>
                <a:gd name="connsiteY8421" fmla="*/ 5397930 h 5664927"/>
                <a:gd name="connsiteX8422" fmla="*/ 569984 w 4006679"/>
                <a:gd name="connsiteY8422" fmla="*/ 5409867 h 5664927"/>
                <a:gd name="connsiteX8423" fmla="*/ 340200 w 4006679"/>
                <a:gd name="connsiteY8423" fmla="*/ 5405391 h 5664927"/>
                <a:gd name="connsiteX8424" fmla="*/ 213371 w 4006679"/>
                <a:gd name="connsiteY8424" fmla="*/ 5442693 h 5664927"/>
                <a:gd name="connsiteX8425" fmla="*/ 161147 w 4006679"/>
                <a:gd name="connsiteY8425" fmla="*/ 5472535 h 5664927"/>
                <a:gd name="connsiteX8426" fmla="*/ 140258 w 4006679"/>
                <a:gd name="connsiteY8426" fmla="*/ 5474028 h 5664927"/>
                <a:gd name="connsiteX8427" fmla="*/ 140258 w 4006679"/>
                <a:gd name="connsiteY8427" fmla="*/ 5453138 h 5664927"/>
                <a:gd name="connsiteX8428" fmla="*/ 188005 w 4006679"/>
                <a:gd name="connsiteY8428" fmla="*/ 5390470 h 5664927"/>
                <a:gd name="connsiteX8429" fmla="*/ 338708 w 4006679"/>
                <a:gd name="connsiteY8429" fmla="*/ 5268117 h 5664927"/>
                <a:gd name="connsiteX8430" fmla="*/ 461061 w 4006679"/>
                <a:gd name="connsiteY8430" fmla="*/ 5206941 h 5664927"/>
                <a:gd name="connsiteX8431" fmla="*/ 496871 w 4006679"/>
                <a:gd name="connsiteY8431" fmla="*/ 5193512 h 5664927"/>
                <a:gd name="connsiteX8432" fmla="*/ 607287 w 4006679"/>
                <a:gd name="connsiteY8432" fmla="*/ 5165162 h 5664927"/>
                <a:gd name="connsiteX8433" fmla="*/ 675924 w 4006679"/>
                <a:gd name="connsiteY8433" fmla="*/ 5172622 h 5664927"/>
                <a:gd name="connsiteX8434" fmla="*/ 699798 w 4006679"/>
                <a:gd name="connsiteY8434" fmla="*/ 5174114 h 5664927"/>
                <a:gd name="connsiteX8435" fmla="*/ 838563 w 4006679"/>
                <a:gd name="connsiteY8435" fmla="*/ 5144272 h 5664927"/>
                <a:gd name="connsiteX8436" fmla="*/ 951963 w 4006679"/>
                <a:gd name="connsiteY8436" fmla="*/ 5114430 h 5664927"/>
                <a:gd name="connsiteX8437" fmla="*/ 1031045 w 4006679"/>
                <a:gd name="connsiteY8437" fmla="*/ 5089065 h 5664927"/>
                <a:gd name="connsiteX8438" fmla="*/ 1150413 w 4006679"/>
                <a:gd name="connsiteY8438" fmla="*/ 5038333 h 5664927"/>
                <a:gd name="connsiteX8439" fmla="*/ 1228003 w 4006679"/>
                <a:gd name="connsiteY8439" fmla="*/ 5002522 h 5664927"/>
                <a:gd name="connsiteX8440" fmla="*/ 1330958 w 4006679"/>
                <a:gd name="connsiteY8440" fmla="*/ 4951791 h 5664927"/>
                <a:gd name="connsiteX8441" fmla="*/ 1384674 w 4006679"/>
                <a:gd name="connsiteY8441" fmla="*/ 4915980 h 5664927"/>
                <a:gd name="connsiteX8442" fmla="*/ 1472708 w 4006679"/>
                <a:gd name="connsiteY8442" fmla="*/ 4853312 h 5664927"/>
                <a:gd name="connsiteX8443" fmla="*/ 1530900 w 4006679"/>
                <a:gd name="connsiteY8443" fmla="*/ 4811533 h 5664927"/>
                <a:gd name="connsiteX8444" fmla="*/ 1612966 w 4006679"/>
                <a:gd name="connsiteY8444" fmla="*/ 4735435 h 5664927"/>
                <a:gd name="connsiteX8445" fmla="*/ 1668174 w 4006679"/>
                <a:gd name="connsiteY8445" fmla="*/ 4677243 h 5664927"/>
                <a:gd name="connsiteX8446" fmla="*/ 1730843 w 4006679"/>
                <a:gd name="connsiteY8446" fmla="*/ 4602638 h 5664927"/>
                <a:gd name="connsiteX8447" fmla="*/ 1765161 w 4006679"/>
                <a:gd name="connsiteY8447" fmla="*/ 4557875 h 5664927"/>
                <a:gd name="connsiteX8448" fmla="*/ 1854687 w 4006679"/>
                <a:gd name="connsiteY8448" fmla="*/ 4408664 h 5664927"/>
                <a:gd name="connsiteX8449" fmla="*/ 1932277 w 4006679"/>
                <a:gd name="connsiteY8449" fmla="*/ 4222151 h 5664927"/>
                <a:gd name="connsiteX8450" fmla="*/ 1945706 w 4006679"/>
                <a:gd name="connsiteY8450" fmla="*/ 4160975 h 5664927"/>
                <a:gd name="connsiteX8451" fmla="*/ 1938245 w 4006679"/>
                <a:gd name="connsiteY8451" fmla="*/ 4155006 h 5664927"/>
                <a:gd name="connsiteX8452" fmla="*/ 1738303 w 4006679"/>
                <a:gd name="connsiteY8452" fmla="*/ 4102783 h 5664927"/>
                <a:gd name="connsiteX8453" fmla="*/ 1413024 w 4006679"/>
                <a:gd name="connsiteY8453" fmla="*/ 3984906 h 5664927"/>
                <a:gd name="connsiteX8454" fmla="*/ 1298132 w 4006679"/>
                <a:gd name="connsiteY8454" fmla="*/ 3929698 h 5664927"/>
                <a:gd name="connsiteX8455" fmla="*/ 1077300 w 4006679"/>
                <a:gd name="connsiteY8455" fmla="*/ 3817790 h 5664927"/>
                <a:gd name="connsiteX8456" fmla="*/ 996727 w 4006679"/>
                <a:gd name="connsiteY8456" fmla="*/ 3773027 h 5664927"/>
                <a:gd name="connsiteX8457" fmla="*/ 875866 w 4006679"/>
                <a:gd name="connsiteY8457" fmla="*/ 3689469 h 5664927"/>
                <a:gd name="connsiteX8458" fmla="*/ 777387 w 4006679"/>
                <a:gd name="connsiteY8458" fmla="*/ 3616356 h 5664927"/>
                <a:gd name="connsiteX8459" fmla="*/ 760974 w 4006679"/>
                <a:gd name="connsiteY8459" fmla="*/ 3601435 h 5664927"/>
                <a:gd name="connsiteX8460" fmla="*/ 671448 w 4006679"/>
                <a:gd name="connsiteY8460" fmla="*/ 3517877 h 5664927"/>
                <a:gd name="connsiteX8461" fmla="*/ 583413 w 4006679"/>
                <a:gd name="connsiteY8461" fmla="*/ 3429843 h 5664927"/>
                <a:gd name="connsiteX8462" fmla="*/ 484934 w 4006679"/>
                <a:gd name="connsiteY8462" fmla="*/ 3326888 h 5664927"/>
                <a:gd name="connsiteX8463" fmla="*/ 370042 w 4006679"/>
                <a:gd name="connsiteY8463" fmla="*/ 3188122 h 5664927"/>
                <a:gd name="connsiteX8464" fmla="*/ 308866 w 4006679"/>
                <a:gd name="connsiteY8464" fmla="*/ 3100087 h 5664927"/>
                <a:gd name="connsiteX8465" fmla="*/ 211879 w 4006679"/>
                <a:gd name="connsiteY8465" fmla="*/ 2916559 h 5664927"/>
                <a:gd name="connsiteX8466" fmla="*/ 146226 w 4006679"/>
                <a:gd name="connsiteY8466" fmla="*/ 2779285 h 5664927"/>
                <a:gd name="connsiteX8467" fmla="*/ 120861 w 4006679"/>
                <a:gd name="connsiteY8467" fmla="*/ 2713632 h 5664927"/>
                <a:gd name="connsiteX8468" fmla="*/ 83558 w 4006679"/>
                <a:gd name="connsiteY8468" fmla="*/ 2610677 h 5664927"/>
                <a:gd name="connsiteX8469" fmla="*/ 76097 w 4006679"/>
                <a:gd name="connsiteY8469" fmla="*/ 2583819 h 5664927"/>
                <a:gd name="connsiteX8470" fmla="*/ 67145 w 4006679"/>
                <a:gd name="connsiteY8470" fmla="*/ 2549501 h 5664927"/>
                <a:gd name="connsiteX8471" fmla="*/ 29842 w 4006679"/>
                <a:gd name="connsiteY8471" fmla="*/ 2371940 h 5664927"/>
                <a:gd name="connsiteX8472" fmla="*/ 16413 w 4006679"/>
                <a:gd name="connsiteY8472" fmla="*/ 2270477 h 5664927"/>
                <a:gd name="connsiteX8473" fmla="*/ 8953 w 4006679"/>
                <a:gd name="connsiteY8473" fmla="*/ 2130219 h 5664927"/>
                <a:gd name="connsiteX8474" fmla="*/ 0 w 4006679"/>
                <a:gd name="connsiteY8474" fmla="*/ 1924308 h 5664927"/>
                <a:gd name="connsiteX8475" fmla="*/ 8953 w 4006679"/>
                <a:gd name="connsiteY8475" fmla="*/ 1769129 h 5664927"/>
                <a:gd name="connsiteX8476" fmla="*/ 11937 w 4006679"/>
                <a:gd name="connsiteY8476" fmla="*/ 1727350 h 5664927"/>
                <a:gd name="connsiteX8477" fmla="*/ 31334 w 4006679"/>
                <a:gd name="connsiteY8477" fmla="*/ 1569187 h 5664927"/>
                <a:gd name="connsiteX8478" fmla="*/ 41779 w 4006679"/>
                <a:gd name="connsiteY8478" fmla="*/ 1516963 h 5664927"/>
                <a:gd name="connsiteX8479" fmla="*/ 95495 w 4006679"/>
                <a:gd name="connsiteY8479" fmla="*/ 1299116 h 5664927"/>
                <a:gd name="connsiteX8480" fmla="*/ 156671 w 4006679"/>
                <a:gd name="connsiteY8480" fmla="*/ 1121556 h 5664927"/>
                <a:gd name="connsiteX8481" fmla="*/ 162640 w 4006679"/>
                <a:gd name="connsiteY8481" fmla="*/ 1111111 h 5664927"/>
                <a:gd name="connsiteX8482" fmla="*/ 182037 w 4006679"/>
                <a:gd name="connsiteY8482" fmla="*/ 1076792 h 5664927"/>
                <a:gd name="connsiteX8483" fmla="*/ 222324 w 4006679"/>
                <a:gd name="connsiteY8483" fmla="*/ 982790 h 5664927"/>
                <a:gd name="connsiteX8484" fmla="*/ 295437 w 4006679"/>
                <a:gd name="connsiteY8484" fmla="*/ 835071 h 5664927"/>
                <a:gd name="connsiteX8485" fmla="*/ 320803 w 4006679"/>
                <a:gd name="connsiteY8485" fmla="*/ 797769 h 5664927"/>
                <a:gd name="connsiteX8486" fmla="*/ 493887 w 4006679"/>
                <a:gd name="connsiteY8486" fmla="*/ 562016 h 5664927"/>
                <a:gd name="connsiteX8487" fmla="*/ 656527 w 4006679"/>
                <a:gd name="connsiteY8487" fmla="*/ 375503 h 5664927"/>
                <a:gd name="connsiteX8488" fmla="*/ 786340 w 4006679"/>
                <a:gd name="connsiteY8488" fmla="*/ 266579 h 5664927"/>
                <a:gd name="connsiteX8489" fmla="*/ 825134 w 4006679"/>
                <a:gd name="connsiteY8489" fmla="*/ 238229 h 5664927"/>
                <a:gd name="connsiteX8490" fmla="*/ 911677 w 4006679"/>
                <a:gd name="connsiteY8490" fmla="*/ 193466 h 5664927"/>
                <a:gd name="connsiteX8491" fmla="*/ 1117587 w 4006679"/>
                <a:gd name="connsiteY8491" fmla="*/ 94987 h 5664927"/>
                <a:gd name="connsiteX8492" fmla="*/ 1275750 w 4006679"/>
                <a:gd name="connsiteY8492" fmla="*/ 41271 h 5664927"/>
                <a:gd name="connsiteX8493" fmla="*/ 1404071 w 4006679"/>
                <a:gd name="connsiteY8493" fmla="*/ 17397 h 5664927"/>
                <a:gd name="connsiteX8494" fmla="*/ 1456295 w 4006679"/>
                <a:gd name="connsiteY8494" fmla="*/ 12921 h 5664927"/>
                <a:gd name="connsiteX8495" fmla="*/ 1563727 w 4006679"/>
                <a:gd name="connsiteY8495" fmla="*/ 5460 h 5664927"/>
                <a:gd name="connsiteX8496" fmla="*/ 1674143 w 4006679"/>
                <a:gd name="connsiteY8496" fmla="*/ 984 h 5664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  <a:cxn ang="0">
                  <a:pos x="connsiteX2796" y="connsiteY2796"/>
                </a:cxn>
                <a:cxn ang="0">
                  <a:pos x="connsiteX2797" y="connsiteY2797"/>
                </a:cxn>
                <a:cxn ang="0">
                  <a:pos x="connsiteX2798" y="connsiteY2798"/>
                </a:cxn>
                <a:cxn ang="0">
                  <a:pos x="connsiteX2799" y="connsiteY2799"/>
                </a:cxn>
                <a:cxn ang="0">
                  <a:pos x="connsiteX2800" y="connsiteY2800"/>
                </a:cxn>
                <a:cxn ang="0">
                  <a:pos x="connsiteX2801" y="connsiteY2801"/>
                </a:cxn>
                <a:cxn ang="0">
                  <a:pos x="connsiteX2802" y="connsiteY2802"/>
                </a:cxn>
                <a:cxn ang="0">
                  <a:pos x="connsiteX2803" y="connsiteY2803"/>
                </a:cxn>
                <a:cxn ang="0">
                  <a:pos x="connsiteX2804" y="connsiteY2804"/>
                </a:cxn>
                <a:cxn ang="0">
                  <a:pos x="connsiteX2805" y="connsiteY2805"/>
                </a:cxn>
                <a:cxn ang="0">
                  <a:pos x="connsiteX2806" y="connsiteY2806"/>
                </a:cxn>
                <a:cxn ang="0">
                  <a:pos x="connsiteX2807" y="connsiteY2807"/>
                </a:cxn>
                <a:cxn ang="0">
                  <a:pos x="connsiteX2808" y="connsiteY2808"/>
                </a:cxn>
                <a:cxn ang="0">
                  <a:pos x="connsiteX2809" y="connsiteY2809"/>
                </a:cxn>
                <a:cxn ang="0">
                  <a:pos x="connsiteX2810" y="connsiteY2810"/>
                </a:cxn>
                <a:cxn ang="0">
                  <a:pos x="connsiteX2811" y="connsiteY2811"/>
                </a:cxn>
                <a:cxn ang="0">
                  <a:pos x="connsiteX2812" y="connsiteY2812"/>
                </a:cxn>
                <a:cxn ang="0">
                  <a:pos x="connsiteX2813" y="connsiteY2813"/>
                </a:cxn>
                <a:cxn ang="0">
                  <a:pos x="connsiteX2814" y="connsiteY2814"/>
                </a:cxn>
                <a:cxn ang="0">
                  <a:pos x="connsiteX2815" y="connsiteY2815"/>
                </a:cxn>
                <a:cxn ang="0">
                  <a:pos x="connsiteX2816" y="connsiteY2816"/>
                </a:cxn>
                <a:cxn ang="0">
                  <a:pos x="connsiteX2817" y="connsiteY2817"/>
                </a:cxn>
                <a:cxn ang="0">
                  <a:pos x="connsiteX2818" y="connsiteY2818"/>
                </a:cxn>
                <a:cxn ang="0">
                  <a:pos x="connsiteX2819" y="connsiteY2819"/>
                </a:cxn>
                <a:cxn ang="0">
                  <a:pos x="connsiteX2820" y="connsiteY2820"/>
                </a:cxn>
                <a:cxn ang="0">
                  <a:pos x="connsiteX2821" y="connsiteY2821"/>
                </a:cxn>
                <a:cxn ang="0">
                  <a:pos x="connsiteX2822" y="connsiteY2822"/>
                </a:cxn>
                <a:cxn ang="0">
                  <a:pos x="connsiteX2823" y="connsiteY2823"/>
                </a:cxn>
                <a:cxn ang="0">
                  <a:pos x="connsiteX2824" y="connsiteY2824"/>
                </a:cxn>
                <a:cxn ang="0">
                  <a:pos x="connsiteX2825" y="connsiteY2825"/>
                </a:cxn>
                <a:cxn ang="0">
                  <a:pos x="connsiteX2826" y="connsiteY2826"/>
                </a:cxn>
                <a:cxn ang="0">
                  <a:pos x="connsiteX2827" y="connsiteY2827"/>
                </a:cxn>
                <a:cxn ang="0">
                  <a:pos x="connsiteX2828" y="connsiteY2828"/>
                </a:cxn>
                <a:cxn ang="0">
                  <a:pos x="connsiteX2829" y="connsiteY2829"/>
                </a:cxn>
                <a:cxn ang="0">
                  <a:pos x="connsiteX2830" y="connsiteY2830"/>
                </a:cxn>
                <a:cxn ang="0">
                  <a:pos x="connsiteX2831" y="connsiteY2831"/>
                </a:cxn>
                <a:cxn ang="0">
                  <a:pos x="connsiteX2832" y="connsiteY2832"/>
                </a:cxn>
                <a:cxn ang="0">
                  <a:pos x="connsiteX2833" y="connsiteY2833"/>
                </a:cxn>
                <a:cxn ang="0">
                  <a:pos x="connsiteX2834" y="connsiteY2834"/>
                </a:cxn>
                <a:cxn ang="0">
                  <a:pos x="connsiteX2835" y="connsiteY2835"/>
                </a:cxn>
                <a:cxn ang="0">
                  <a:pos x="connsiteX2836" y="connsiteY2836"/>
                </a:cxn>
                <a:cxn ang="0">
                  <a:pos x="connsiteX2837" y="connsiteY2837"/>
                </a:cxn>
                <a:cxn ang="0">
                  <a:pos x="connsiteX2838" y="connsiteY2838"/>
                </a:cxn>
                <a:cxn ang="0">
                  <a:pos x="connsiteX2839" y="connsiteY2839"/>
                </a:cxn>
                <a:cxn ang="0">
                  <a:pos x="connsiteX2840" y="connsiteY2840"/>
                </a:cxn>
                <a:cxn ang="0">
                  <a:pos x="connsiteX2841" y="connsiteY2841"/>
                </a:cxn>
                <a:cxn ang="0">
                  <a:pos x="connsiteX2842" y="connsiteY2842"/>
                </a:cxn>
                <a:cxn ang="0">
                  <a:pos x="connsiteX2843" y="connsiteY2843"/>
                </a:cxn>
                <a:cxn ang="0">
                  <a:pos x="connsiteX2844" y="connsiteY2844"/>
                </a:cxn>
                <a:cxn ang="0">
                  <a:pos x="connsiteX2845" y="connsiteY2845"/>
                </a:cxn>
                <a:cxn ang="0">
                  <a:pos x="connsiteX2846" y="connsiteY2846"/>
                </a:cxn>
                <a:cxn ang="0">
                  <a:pos x="connsiteX2847" y="connsiteY2847"/>
                </a:cxn>
                <a:cxn ang="0">
                  <a:pos x="connsiteX2848" y="connsiteY2848"/>
                </a:cxn>
                <a:cxn ang="0">
                  <a:pos x="connsiteX2849" y="connsiteY2849"/>
                </a:cxn>
                <a:cxn ang="0">
                  <a:pos x="connsiteX2850" y="connsiteY2850"/>
                </a:cxn>
                <a:cxn ang="0">
                  <a:pos x="connsiteX2851" y="connsiteY2851"/>
                </a:cxn>
                <a:cxn ang="0">
                  <a:pos x="connsiteX2852" y="connsiteY2852"/>
                </a:cxn>
                <a:cxn ang="0">
                  <a:pos x="connsiteX2853" y="connsiteY2853"/>
                </a:cxn>
                <a:cxn ang="0">
                  <a:pos x="connsiteX2854" y="connsiteY2854"/>
                </a:cxn>
                <a:cxn ang="0">
                  <a:pos x="connsiteX2855" y="connsiteY2855"/>
                </a:cxn>
                <a:cxn ang="0">
                  <a:pos x="connsiteX2856" y="connsiteY2856"/>
                </a:cxn>
                <a:cxn ang="0">
                  <a:pos x="connsiteX2857" y="connsiteY2857"/>
                </a:cxn>
                <a:cxn ang="0">
                  <a:pos x="connsiteX2858" y="connsiteY2858"/>
                </a:cxn>
                <a:cxn ang="0">
                  <a:pos x="connsiteX2859" y="connsiteY2859"/>
                </a:cxn>
                <a:cxn ang="0">
                  <a:pos x="connsiteX2860" y="connsiteY2860"/>
                </a:cxn>
                <a:cxn ang="0">
                  <a:pos x="connsiteX2861" y="connsiteY2861"/>
                </a:cxn>
                <a:cxn ang="0">
                  <a:pos x="connsiteX2862" y="connsiteY2862"/>
                </a:cxn>
                <a:cxn ang="0">
                  <a:pos x="connsiteX2863" y="connsiteY2863"/>
                </a:cxn>
                <a:cxn ang="0">
                  <a:pos x="connsiteX2864" y="connsiteY2864"/>
                </a:cxn>
                <a:cxn ang="0">
                  <a:pos x="connsiteX2865" y="connsiteY2865"/>
                </a:cxn>
                <a:cxn ang="0">
                  <a:pos x="connsiteX2866" y="connsiteY2866"/>
                </a:cxn>
                <a:cxn ang="0">
                  <a:pos x="connsiteX2867" y="connsiteY2867"/>
                </a:cxn>
                <a:cxn ang="0">
                  <a:pos x="connsiteX2868" y="connsiteY2868"/>
                </a:cxn>
                <a:cxn ang="0">
                  <a:pos x="connsiteX2869" y="connsiteY2869"/>
                </a:cxn>
                <a:cxn ang="0">
                  <a:pos x="connsiteX2870" y="connsiteY2870"/>
                </a:cxn>
                <a:cxn ang="0">
                  <a:pos x="connsiteX2871" y="connsiteY2871"/>
                </a:cxn>
                <a:cxn ang="0">
                  <a:pos x="connsiteX2872" y="connsiteY2872"/>
                </a:cxn>
                <a:cxn ang="0">
                  <a:pos x="connsiteX2873" y="connsiteY2873"/>
                </a:cxn>
                <a:cxn ang="0">
                  <a:pos x="connsiteX2874" y="connsiteY2874"/>
                </a:cxn>
                <a:cxn ang="0">
                  <a:pos x="connsiteX2875" y="connsiteY2875"/>
                </a:cxn>
                <a:cxn ang="0">
                  <a:pos x="connsiteX2876" y="connsiteY2876"/>
                </a:cxn>
                <a:cxn ang="0">
                  <a:pos x="connsiteX2877" y="connsiteY2877"/>
                </a:cxn>
                <a:cxn ang="0">
                  <a:pos x="connsiteX2878" y="connsiteY2878"/>
                </a:cxn>
                <a:cxn ang="0">
                  <a:pos x="connsiteX2879" y="connsiteY2879"/>
                </a:cxn>
                <a:cxn ang="0">
                  <a:pos x="connsiteX2880" y="connsiteY2880"/>
                </a:cxn>
                <a:cxn ang="0">
                  <a:pos x="connsiteX2881" y="connsiteY2881"/>
                </a:cxn>
                <a:cxn ang="0">
                  <a:pos x="connsiteX2882" y="connsiteY2882"/>
                </a:cxn>
                <a:cxn ang="0">
                  <a:pos x="connsiteX2883" y="connsiteY2883"/>
                </a:cxn>
                <a:cxn ang="0">
                  <a:pos x="connsiteX2884" y="connsiteY2884"/>
                </a:cxn>
                <a:cxn ang="0">
                  <a:pos x="connsiteX2885" y="connsiteY2885"/>
                </a:cxn>
                <a:cxn ang="0">
                  <a:pos x="connsiteX2886" y="connsiteY2886"/>
                </a:cxn>
                <a:cxn ang="0">
                  <a:pos x="connsiteX2887" y="connsiteY2887"/>
                </a:cxn>
                <a:cxn ang="0">
                  <a:pos x="connsiteX2888" y="connsiteY2888"/>
                </a:cxn>
                <a:cxn ang="0">
                  <a:pos x="connsiteX2889" y="connsiteY2889"/>
                </a:cxn>
                <a:cxn ang="0">
                  <a:pos x="connsiteX2890" y="connsiteY2890"/>
                </a:cxn>
                <a:cxn ang="0">
                  <a:pos x="connsiteX2891" y="connsiteY2891"/>
                </a:cxn>
                <a:cxn ang="0">
                  <a:pos x="connsiteX2892" y="connsiteY2892"/>
                </a:cxn>
                <a:cxn ang="0">
                  <a:pos x="connsiteX2893" y="connsiteY2893"/>
                </a:cxn>
                <a:cxn ang="0">
                  <a:pos x="connsiteX2894" y="connsiteY2894"/>
                </a:cxn>
                <a:cxn ang="0">
                  <a:pos x="connsiteX2895" y="connsiteY2895"/>
                </a:cxn>
                <a:cxn ang="0">
                  <a:pos x="connsiteX2896" y="connsiteY2896"/>
                </a:cxn>
                <a:cxn ang="0">
                  <a:pos x="connsiteX2897" y="connsiteY2897"/>
                </a:cxn>
                <a:cxn ang="0">
                  <a:pos x="connsiteX2898" y="connsiteY2898"/>
                </a:cxn>
                <a:cxn ang="0">
                  <a:pos x="connsiteX2899" y="connsiteY2899"/>
                </a:cxn>
                <a:cxn ang="0">
                  <a:pos x="connsiteX2900" y="connsiteY2900"/>
                </a:cxn>
                <a:cxn ang="0">
                  <a:pos x="connsiteX2901" y="connsiteY2901"/>
                </a:cxn>
                <a:cxn ang="0">
                  <a:pos x="connsiteX2902" y="connsiteY2902"/>
                </a:cxn>
                <a:cxn ang="0">
                  <a:pos x="connsiteX2903" y="connsiteY2903"/>
                </a:cxn>
                <a:cxn ang="0">
                  <a:pos x="connsiteX2904" y="connsiteY2904"/>
                </a:cxn>
                <a:cxn ang="0">
                  <a:pos x="connsiteX2905" y="connsiteY2905"/>
                </a:cxn>
                <a:cxn ang="0">
                  <a:pos x="connsiteX2906" y="connsiteY2906"/>
                </a:cxn>
                <a:cxn ang="0">
                  <a:pos x="connsiteX2907" y="connsiteY2907"/>
                </a:cxn>
                <a:cxn ang="0">
                  <a:pos x="connsiteX2908" y="connsiteY2908"/>
                </a:cxn>
                <a:cxn ang="0">
                  <a:pos x="connsiteX2909" y="connsiteY2909"/>
                </a:cxn>
                <a:cxn ang="0">
                  <a:pos x="connsiteX2910" y="connsiteY2910"/>
                </a:cxn>
                <a:cxn ang="0">
                  <a:pos x="connsiteX2911" y="connsiteY2911"/>
                </a:cxn>
                <a:cxn ang="0">
                  <a:pos x="connsiteX2912" y="connsiteY2912"/>
                </a:cxn>
                <a:cxn ang="0">
                  <a:pos x="connsiteX2913" y="connsiteY2913"/>
                </a:cxn>
                <a:cxn ang="0">
                  <a:pos x="connsiteX2914" y="connsiteY2914"/>
                </a:cxn>
                <a:cxn ang="0">
                  <a:pos x="connsiteX2915" y="connsiteY2915"/>
                </a:cxn>
                <a:cxn ang="0">
                  <a:pos x="connsiteX2916" y="connsiteY2916"/>
                </a:cxn>
                <a:cxn ang="0">
                  <a:pos x="connsiteX2917" y="connsiteY2917"/>
                </a:cxn>
                <a:cxn ang="0">
                  <a:pos x="connsiteX2918" y="connsiteY2918"/>
                </a:cxn>
                <a:cxn ang="0">
                  <a:pos x="connsiteX2919" y="connsiteY2919"/>
                </a:cxn>
                <a:cxn ang="0">
                  <a:pos x="connsiteX2920" y="connsiteY2920"/>
                </a:cxn>
                <a:cxn ang="0">
                  <a:pos x="connsiteX2921" y="connsiteY2921"/>
                </a:cxn>
                <a:cxn ang="0">
                  <a:pos x="connsiteX2922" y="connsiteY2922"/>
                </a:cxn>
                <a:cxn ang="0">
                  <a:pos x="connsiteX2923" y="connsiteY2923"/>
                </a:cxn>
                <a:cxn ang="0">
                  <a:pos x="connsiteX2924" y="connsiteY2924"/>
                </a:cxn>
                <a:cxn ang="0">
                  <a:pos x="connsiteX2925" y="connsiteY2925"/>
                </a:cxn>
                <a:cxn ang="0">
                  <a:pos x="connsiteX2926" y="connsiteY2926"/>
                </a:cxn>
                <a:cxn ang="0">
                  <a:pos x="connsiteX2927" y="connsiteY2927"/>
                </a:cxn>
                <a:cxn ang="0">
                  <a:pos x="connsiteX2928" y="connsiteY2928"/>
                </a:cxn>
                <a:cxn ang="0">
                  <a:pos x="connsiteX2929" y="connsiteY2929"/>
                </a:cxn>
                <a:cxn ang="0">
                  <a:pos x="connsiteX2930" y="connsiteY2930"/>
                </a:cxn>
                <a:cxn ang="0">
                  <a:pos x="connsiteX2931" y="connsiteY2931"/>
                </a:cxn>
                <a:cxn ang="0">
                  <a:pos x="connsiteX2932" y="connsiteY2932"/>
                </a:cxn>
                <a:cxn ang="0">
                  <a:pos x="connsiteX2933" y="connsiteY2933"/>
                </a:cxn>
                <a:cxn ang="0">
                  <a:pos x="connsiteX2934" y="connsiteY2934"/>
                </a:cxn>
                <a:cxn ang="0">
                  <a:pos x="connsiteX2935" y="connsiteY2935"/>
                </a:cxn>
                <a:cxn ang="0">
                  <a:pos x="connsiteX2936" y="connsiteY2936"/>
                </a:cxn>
                <a:cxn ang="0">
                  <a:pos x="connsiteX2937" y="connsiteY2937"/>
                </a:cxn>
                <a:cxn ang="0">
                  <a:pos x="connsiteX2938" y="connsiteY2938"/>
                </a:cxn>
                <a:cxn ang="0">
                  <a:pos x="connsiteX2939" y="connsiteY2939"/>
                </a:cxn>
                <a:cxn ang="0">
                  <a:pos x="connsiteX2940" y="connsiteY2940"/>
                </a:cxn>
                <a:cxn ang="0">
                  <a:pos x="connsiteX2941" y="connsiteY2941"/>
                </a:cxn>
                <a:cxn ang="0">
                  <a:pos x="connsiteX2942" y="connsiteY2942"/>
                </a:cxn>
                <a:cxn ang="0">
                  <a:pos x="connsiteX2943" y="connsiteY2943"/>
                </a:cxn>
                <a:cxn ang="0">
                  <a:pos x="connsiteX2944" y="connsiteY2944"/>
                </a:cxn>
                <a:cxn ang="0">
                  <a:pos x="connsiteX2945" y="connsiteY2945"/>
                </a:cxn>
                <a:cxn ang="0">
                  <a:pos x="connsiteX2946" y="connsiteY2946"/>
                </a:cxn>
                <a:cxn ang="0">
                  <a:pos x="connsiteX2947" y="connsiteY2947"/>
                </a:cxn>
                <a:cxn ang="0">
                  <a:pos x="connsiteX2948" y="connsiteY2948"/>
                </a:cxn>
                <a:cxn ang="0">
                  <a:pos x="connsiteX2949" y="connsiteY2949"/>
                </a:cxn>
                <a:cxn ang="0">
                  <a:pos x="connsiteX2950" y="connsiteY2950"/>
                </a:cxn>
                <a:cxn ang="0">
                  <a:pos x="connsiteX2951" y="connsiteY2951"/>
                </a:cxn>
                <a:cxn ang="0">
                  <a:pos x="connsiteX2952" y="connsiteY2952"/>
                </a:cxn>
                <a:cxn ang="0">
                  <a:pos x="connsiteX2953" y="connsiteY2953"/>
                </a:cxn>
                <a:cxn ang="0">
                  <a:pos x="connsiteX2954" y="connsiteY2954"/>
                </a:cxn>
                <a:cxn ang="0">
                  <a:pos x="connsiteX2955" y="connsiteY2955"/>
                </a:cxn>
                <a:cxn ang="0">
                  <a:pos x="connsiteX2956" y="connsiteY2956"/>
                </a:cxn>
                <a:cxn ang="0">
                  <a:pos x="connsiteX2957" y="connsiteY2957"/>
                </a:cxn>
                <a:cxn ang="0">
                  <a:pos x="connsiteX2958" y="connsiteY2958"/>
                </a:cxn>
                <a:cxn ang="0">
                  <a:pos x="connsiteX2959" y="connsiteY2959"/>
                </a:cxn>
                <a:cxn ang="0">
                  <a:pos x="connsiteX2960" y="connsiteY2960"/>
                </a:cxn>
                <a:cxn ang="0">
                  <a:pos x="connsiteX2961" y="connsiteY2961"/>
                </a:cxn>
                <a:cxn ang="0">
                  <a:pos x="connsiteX2962" y="connsiteY2962"/>
                </a:cxn>
                <a:cxn ang="0">
                  <a:pos x="connsiteX2963" y="connsiteY2963"/>
                </a:cxn>
                <a:cxn ang="0">
                  <a:pos x="connsiteX2964" y="connsiteY2964"/>
                </a:cxn>
                <a:cxn ang="0">
                  <a:pos x="connsiteX2965" y="connsiteY2965"/>
                </a:cxn>
                <a:cxn ang="0">
                  <a:pos x="connsiteX2966" y="connsiteY2966"/>
                </a:cxn>
                <a:cxn ang="0">
                  <a:pos x="connsiteX2967" y="connsiteY2967"/>
                </a:cxn>
                <a:cxn ang="0">
                  <a:pos x="connsiteX2968" y="connsiteY2968"/>
                </a:cxn>
                <a:cxn ang="0">
                  <a:pos x="connsiteX2969" y="connsiteY2969"/>
                </a:cxn>
                <a:cxn ang="0">
                  <a:pos x="connsiteX2970" y="connsiteY2970"/>
                </a:cxn>
                <a:cxn ang="0">
                  <a:pos x="connsiteX2971" y="connsiteY2971"/>
                </a:cxn>
                <a:cxn ang="0">
                  <a:pos x="connsiteX2972" y="connsiteY2972"/>
                </a:cxn>
                <a:cxn ang="0">
                  <a:pos x="connsiteX2973" y="connsiteY2973"/>
                </a:cxn>
                <a:cxn ang="0">
                  <a:pos x="connsiteX2974" y="connsiteY2974"/>
                </a:cxn>
                <a:cxn ang="0">
                  <a:pos x="connsiteX2975" y="connsiteY2975"/>
                </a:cxn>
                <a:cxn ang="0">
                  <a:pos x="connsiteX2976" y="connsiteY2976"/>
                </a:cxn>
                <a:cxn ang="0">
                  <a:pos x="connsiteX2977" y="connsiteY2977"/>
                </a:cxn>
                <a:cxn ang="0">
                  <a:pos x="connsiteX2978" y="connsiteY2978"/>
                </a:cxn>
                <a:cxn ang="0">
                  <a:pos x="connsiteX2979" y="connsiteY2979"/>
                </a:cxn>
                <a:cxn ang="0">
                  <a:pos x="connsiteX2980" y="connsiteY2980"/>
                </a:cxn>
                <a:cxn ang="0">
                  <a:pos x="connsiteX2981" y="connsiteY2981"/>
                </a:cxn>
                <a:cxn ang="0">
                  <a:pos x="connsiteX2982" y="connsiteY2982"/>
                </a:cxn>
                <a:cxn ang="0">
                  <a:pos x="connsiteX2983" y="connsiteY2983"/>
                </a:cxn>
                <a:cxn ang="0">
                  <a:pos x="connsiteX2984" y="connsiteY2984"/>
                </a:cxn>
                <a:cxn ang="0">
                  <a:pos x="connsiteX2985" y="connsiteY2985"/>
                </a:cxn>
                <a:cxn ang="0">
                  <a:pos x="connsiteX2986" y="connsiteY2986"/>
                </a:cxn>
                <a:cxn ang="0">
                  <a:pos x="connsiteX2987" y="connsiteY2987"/>
                </a:cxn>
                <a:cxn ang="0">
                  <a:pos x="connsiteX2988" y="connsiteY2988"/>
                </a:cxn>
                <a:cxn ang="0">
                  <a:pos x="connsiteX2989" y="connsiteY2989"/>
                </a:cxn>
                <a:cxn ang="0">
                  <a:pos x="connsiteX2990" y="connsiteY2990"/>
                </a:cxn>
                <a:cxn ang="0">
                  <a:pos x="connsiteX2991" y="connsiteY2991"/>
                </a:cxn>
                <a:cxn ang="0">
                  <a:pos x="connsiteX2992" y="connsiteY2992"/>
                </a:cxn>
                <a:cxn ang="0">
                  <a:pos x="connsiteX2993" y="connsiteY2993"/>
                </a:cxn>
                <a:cxn ang="0">
                  <a:pos x="connsiteX2994" y="connsiteY2994"/>
                </a:cxn>
                <a:cxn ang="0">
                  <a:pos x="connsiteX2995" y="connsiteY2995"/>
                </a:cxn>
                <a:cxn ang="0">
                  <a:pos x="connsiteX2996" y="connsiteY2996"/>
                </a:cxn>
                <a:cxn ang="0">
                  <a:pos x="connsiteX2997" y="connsiteY2997"/>
                </a:cxn>
                <a:cxn ang="0">
                  <a:pos x="connsiteX2998" y="connsiteY2998"/>
                </a:cxn>
                <a:cxn ang="0">
                  <a:pos x="connsiteX2999" y="connsiteY2999"/>
                </a:cxn>
                <a:cxn ang="0">
                  <a:pos x="connsiteX3000" y="connsiteY3000"/>
                </a:cxn>
                <a:cxn ang="0">
                  <a:pos x="connsiteX3001" y="connsiteY3001"/>
                </a:cxn>
                <a:cxn ang="0">
                  <a:pos x="connsiteX3002" y="connsiteY3002"/>
                </a:cxn>
                <a:cxn ang="0">
                  <a:pos x="connsiteX3003" y="connsiteY3003"/>
                </a:cxn>
                <a:cxn ang="0">
                  <a:pos x="connsiteX3004" y="connsiteY3004"/>
                </a:cxn>
                <a:cxn ang="0">
                  <a:pos x="connsiteX3005" y="connsiteY3005"/>
                </a:cxn>
                <a:cxn ang="0">
                  <a:pos x="connsiteX3006" y="connsiteY3006"/>
                </a:cxn>
                <a:cxn ang="0">
                  <a:pos x="connsiteX3007" y="connsiteY3007"/>
                </a:cxn>
                <a:cxn ang="0">
                  <a:pos x="connsiteX3008" y="connsiteY3008"/>
                </a:cxn>
                <a:cxn ang="0">
                  <a:pos x="connsiteX3009" y="connsiteY3009"/>
                </a:cxn>
                <a:cxn ang="0">
                  <a:pos x="connsiteX3010" y="connsiteY3010"/>
                </a:cxn>
                <a:cxn ang="0">
                  <a:pos x="connsiteX3011" y="connsiteY3011"/>
                </a:cxn>
                <a:cxn ang="0">
                  <a:pos x="connsiteX3012" y="connsiteY3012"/>
                </a:cxn>
                <a:cxn ang="0">
                  <a:pos x="connsiteX3013" y="connsiteY3013"/>
                </a:cxn>
                <a:cxn ang="0">
                  <a:pos x="connsiteX3014" y="connsiteY3014"/>
                </a:cxn>
                <a:cxn ang="0">
                  <a:pos x="connsiteX3015" y="connsiteY3015"/>
                </a:cxn>
                <a:cxn ang="0">
                  <a:pos x="connsiteX3016" y="connsiteY3016"/>
                </a:cxn>
                <a:cxn ang="0">
                  <a:pos x="connsiteX3017" y="connsiteY3017"/>
                </a:cxn>
                <a:cxn ang="0">
                  <a:pos x="connsiteX3018" y="connsiteY3018"/>
                </a:cxn>
                <a:cxn ang="0">
                  <a:pos x="connsiteX3019" y="connsiteY3019"/>
                </a:cxn>
                <a:cxn ang="0">
                  <a:pos x="connsiteX3020" y="connsiteY3020"/>
                </a:cxn>
                <a:cxn ang="0">
                  <a:pos x="connsiteX3021" y="connsiteY3021"/>
                </a:cxn>
                <a:cxn ang="0">
                  <a:pos x="connsiteX3022" y="connsiteY3022"/>
                </a:cxn>
                <a:cxn ang="0">
                  <a:pos x="connsiteX3023" y="connsiteY3023"/>
                </a:cxn>
                <a:cxn ang="0">
                  <a:pos x="connsiteX3024" y="connsiteY3024"/>
                </a:cxn>
                <a:cxn ang="0">
                  <a:pos x="connsiteX3025" y="connsiteY3025"/>
                </a:cxn>
                <a:cxn ang="0">
                  <a:pos x="connsiteX3026" y="connsiteY3026"/>
                </a:cxn>
                <a:cxn ang="0">
                  <a:pos x="connsiteX3027" y="connsiteY3027"/>
                </a:cxn>
                <a:cxn ang="0">
                  <a:pos x="connsiteX3028" y="connsiteY3028"/>
                </a:cxn>
                <a:cxn ang="0">
                  <a:pos x="connsiteX3029" y="connsiteY3029"/>
                </a:cxn>
                <a:cxn ang="0">
                  <a:pos x="connsiteX3030" y="connsiteY3030"/>
                </a:cxn>
                <a:cxn ang="0">
                  <a:pos x="connsiteX3031" y="connsiteY3031"/>
                </a:cxn>
                <a:cxn ang="0">
                  <a:pos x="connsiteX3032" y="connsiteY3032"/>
                </a:cxn>
                <a:cxn ang="0">
                  <a:pos x="connsiteX3033" y="connsiteY3033"/>
                </a:cxn>
                <a:cxn ang="0">
                  <a:pos x="connsiteX3034" y="connsiteY3034"/>
                </a:cxn>
                <a:cxn ang="0">
                  <a:pos x="connsiteX3035" y="connsiteY3035"/>
                </a:cxn>
                <a:cxn ang="0">
                  <a:pos x="connsiteX3036" y="connsiteY3036"/>
                </a:cxn>
                <a:cxn ang="0">
                  <a:pos x="connsiteX3037" y="connsiteY3037"/>
                </a:cxn>
                <a:cxn ang="0">
                  <a:pos x="connsiteX3038" y="connsiteY3038"/>
                </a:cxn>
                <a:cxn ang="0">
                  <a:pos x="connsiteX3039" y="connsiteY3039"/>
                </a:cxn>
                <a:cxn ang="0">
                  <a:pos x="connsiteX3040" y="connsiteY3040"/>
                </a:cxn>
                <a:cxn ang="0">
                  <a:pos x="connsiteX3041" y="connsiteY3041"/>
                </a:cxn>
                <a:cxn ang="0">
                  <a:pos x="connsiteX3042" y="connsiteY3042"/>
                </a:cxn>
                <a:cxn ang="0">
                  <a:pos x="connsiteX3043" y="connsiteY3043"/>
                </a:cxn>
                <a:cxn ang="0">
                  <a:pos x="connsiteX3044" y="connsiteY3044"/>
                </a:cxn>
                <a:cxn ang="0">
                  <a:pos x="connsiteX3045" y="connsiteY3045"/>
                </a:cxn>
                <a:cxn ang="0">
                  <a:pos x="connsiteX3046" y="connsiteY3046"/>
                </a:cxn>
                <a:cxn ang="0">
                  <a:pos x="connsiteX3047" y="connsiteY3047"/>
                </a:cxn>
                <a:cxn ang="0">
                  <a:pos x="connsiteX3048" y="connsiteY3048"/>
                </a:cxn>
                <a:cxn ang="0">
                  <a:pos x="connsiteX3049" y="connsiteY3049"/>
                </a:cxn>
                <a:cxn ang="0">
                  <a:pos x="connsiteX3050" y="connsiteY3050"/>
                </a:cxn>
                <a:cxn ang="0">
                  <a:pos x="connsiteX3051" y="connsiteY3051"/>
                </a:cxn>
                <a:cxn ang="0">
                  <a:pos x="connsiteX3052" y="connsiteY3052"/>
                </a:cxn>
                <a:cxn ang="0">
                  <a:pos x="connsiteX3053" y="connsiteY3053"/>
                </a:cxn>
                <a:cxn ang="0">
                  <a:pos x="connsiteX3054" y="connsiteY3054"/>
                </a:cxn>
                <a:cxn ang="0">
                  <a:pos x="connsiteX3055" y="connsiteY3055"/>
                </a:cxn>
                <a:cxn ang="0">
                  <a:pos x="connsiteX3056" y="connsiteY3056"/>
                </a:cxn>
                <a:cxn ang="0">
                  <a:pos x="connsiteX3057" y="connsiteY3057"/>
                </a:cxn>
                <a:cxn ang="0">
                  <a:pos x="connsiteX3058" y="connsiteY3058"/>
                </a:cxn>
                <a:cxn ang="0">
                  <a:pos x="connsiteX3059" y="connsiteY3059"/>
                </a:cxn>
                <a:cxn ang="0">
                  <a:pos x="connsiteX3060" y="connsiteY3060"/>
                </a:cxn>
                <a:cxn ang="0">
                  <a:pos x="connsiteX3061" y="connsiteY3061"/>
                </a:cxn>
                <a:cxn ang="0">
                  <a:pos x="connsiteX3062" y="connsiteY3062"/>
                </a:cxn>
                <a:cxn ang="0">
                  <a:pos x="connsiteX3063" y="connsiteY3063"/>
                </a:cxn>
                <a:cxn ang="0">
                  <a:pos x="connsiteX3064" y="connsiteY3064"/>
                </a:cxn>
                <a:cxn ang="0">
                  <a:pos x="connsiteX3065" y="connsiteY3065"/>
                </a:cxn>
                <a:cxn ang="0">
                  <a:pos x="connsiteX3066" y="connsiteY3066"/>
                </a:cxn>
                <a:cxn ang="0">
                  <a:pos x="connsiteX3067" y="connsiteY3067"/>
                </a:cxn>
                <a:cxn ang="0">
                  <a:pos x="connsiteX3068" y="connsiteY3068"/>
                </a:cxn>
                <a:cxn ang="0">
                  <a:pos x="connsiteX3069" y="connsiteY3069"/>
                </a:cxn>
                <a:cxn ang="0">
                  <a:pos x="connsiteX3070" y="connsiteY3070"/>
                </a:cxn>
                <a:cxn ang="0">
                  <a:pos x="connsiteX3071" y="connsiteY3071"/>
                </a:cxn>
                <a:cxn ang="0">
                  <a:pos x="connsiteX3072" y="connsiteY3072"/>
                </a:cxn>
                <a:cxn ang="0">
                  <a:pos x="connsiteX3073" y="connsiteY3073"/>
                </a:cxn>
                <a:cxn ang="0">
                  <a:pos x="connsiteX3074" y="connsiteY3074"/>
                </a:cxn>
                <a:cxn ang="0">
                  <a:pos x="connsiteX3075" y="connsiteY3075"/>
                </a:cxn>
                <a:cxn ang="0">
                  <a:pos x="connsiteX3076" y="connsiteY3076"/>
                </a:cxn>
                <a:cxn ang="0">
                  <a:pos x="connsiteX3077" y="connsiteY3077"/>
                </a:cxn>
                <a:cxn ang="0">
                  <a:pos x="connsiteX3078" y="connsiteY3078"/>
                </a:cxn>
                <a:cxn ang="0">
                  <a:pos x="connsiteX3079" y="connsiteY3079"/>
                </a:cxn>
                <a:cxn ang="0">
                  <a:pos x="connsiteX3080" y="connsiteY3080"/>
                </a:cxn>
                <a:cxn ang="0">
                  <a:pos x="connsiteX3081" y="connsiteY3081"/>
                </a:cxn>
                <a:cxn ang="0">
                  <a:pos x="connsiteX3082" y="connsiteY3082"/>
                </a:cxn>
                <a:cxn ang="0">
                  <a:pos x="connsiteX3083" y="connsiteY3083"/>
                </a:cxn>
                <a:cxn ang="0">
                  <a:pos x="connsiteX3084" y="connsiteY3084"/>
                </a:cxn>
                <a:cxn ang="0">
                  <a:pos x="connsiteX3085" y="connsiteY3085"/>
                </a:cxn>
                <a:cxn ang="0">
                  <a:pos x="connsiteX3086" y="connsiteY3086"/>
                </a:cxn>
                <a:cxn ang="0">
                  <a:pos x="connsiteX3087" y="connsiteY3087"/>
                </a:cxn>
                <a:cxn ang="0">
                  <a:pos x="connsiteX3088" y="connsiteY3088"/>
                </a:cxn>
                <a:cxn ang="0">
                  <a:pos x="connsiteX3089" y="connsiteY3089"/>
                </a:cxn>
                <a:cxn ang="0">
                  <a:pos x="connsiteX3090" y="connsiteY3090"/>
                </a:cxn>
                <a:cxn ang="0">
                  <a:pos x="connsiteX3091" y="connsiteY3091"/>
                </a:cxn>
                <a:cxn ang="0">
                  <a:pos x="connsiteX3092" y="connsiteY3092"/>
                </a:cxn>
                <a:cxn ang="0">
                  <a:pos x="connsiteX3093" y="connsiteY3093"/>
                </a:cxn>
                <a:cxn ang="0">
                  <a:pos x="connsiteX3094" y="connsiteY3094"/>
                </a:cxn>
                <a:cxn ang="0">
                  <a:pos x="connsiteX3095" y="connsiteY3095"/>
                </a:cxn>
                <a:cxn ang="0">
                  <a:pos x="connsiteX3096" y="connsiteY3096"/>
                </a:cxn>
                <a:cxn ang="0">
                  <a:pos x="connsiteX3097" y="connsiteY3097"/>
                </a:cxn>
                <a:cxn ang="0">
                  <a:pos x="connsiteX3098" y="connsiteY3098"/>
                </a:cxn>
                <a:cxn ang="0">
                  <a:pos x="connsiteX3099" y="connsiteY3099"/>
                </a:cxn>
                <a:cxn ang="0">
                  <a:pos x="connsiteX3100" y="connsiteY3100"/>
                </a:cxn>
                <a:cxn ang="0">
                  <a:pos x="connsiteX3101" y="connsiteY3101"/>
                </a:cxn>
                <a:cxn ang="0">
                  <a:pos x="connsiteX3102" y="connsiteY3102"/>
                </a:cxn>
                <a:cxn ang="0">
                  <a:pos x="connsiteX3103" y="connsiteY3103"/>
                </a:cxn>
                <a:cxn ang="0">
                  <a:pos x="connsiteX3104" y="connsiteY3104"/>
                </a:cxn>
                <a:cxn ang="0">
                  <a:pos x="connsiteX3105" y="connsiteY3105"/>
                </a:cxn>
                <a:cxn ang="0">
                  <a:pos x="connsiteX3106" y="connsiteY3106"/>
                </a:cxn>
                <a:cxn ang="0">
                  <a:pos x="connsiteX3107" y="connsiteY3107"/>
                </a:cxn>
                <a:cxn ang="0">
                  <a:pos x="connsiteX3108" y="connsiteY3108"/>
                </a:cxn>
                <a:cxn ang="0">
                  <a:pos x="connsiteX3109" y="connsiteY3109"/>
                </a:cxn>
                <a:cxn ang="0">
                  <a:pos x="connsiteX3110" y="connsiteY3110"/>
                </a:cxn>
                <a:cxn ang="0">
                  <a:pos x="connsiteX3111" y="connsiteY3111"/>
                </a:cxn>
                <a:cxn ang="0">
                  <a:pos x="connsiteX3112" y="connsiteY3112"/>
                </a:cxn>
                <a:cxn ang="0">
                  <a:pos x="connsiteX3113" y="connsiteY3113"/>
                </a:cxn>
                <a:cxn ang="0">
                  <a:pos x="connsiteX3114" y="connsiteY3114"/>
                </a:cxn>
                <a:cxn ang="0">
                  <a:pos x="connsiteX3115" y="connsiteY3115"/>
                </a:cxn>
                <a:cxn ang="0">
                  <a:pos x="connsiteX3116" y="connsiteY3116"/>
                </a:cxn>
                <a:cxn ang="0">
                  <a:pos x="connsiteX3117" y="connsiteY3117"/>
                </a:cxn>
                <a:cxn ang="0">
                  <a:pos x="connsiteX3118" y="connsiteY3118"/>
                </a:cxn>
                <a:cxn ang="0">
                  <a:pos x="connsiteX3119" y="connsiteY3119"/>
                </a:cxn>
                <a:cxn ang="0">
                  <a:pos x="connsiteX3120" y="connsiteY3120"/>
                </a:cxn>
                <a:cxn ang="0">
                  <a:pos x="connsiteX3121" y="connsiteY3121"/>
                </a:cxn>
                <a:cxn ang="0">
                  <a:pos x="connsiteX3122" y="connsiteY3122"/>
                </a:cxn>
                <a:cxn ang="0">
                  <a:pos x="connsiteX3123" y="connsiteY3123"/>
                </a:cxn>
                <a:cxn ang="0">
                  <a:pos x="connsiteX3124" y="connsiteY3124"/>
                </a:cxn>
                <a:cxn ang="0">
                  <a:pos x="connsiteX3125" y="connsiteY3125"/>
                </a:cxn>
                <a:cxn ang="0">
                  <a:pos x="connsiteX3126" y="connsiteY3126"/>
                </a:cxn>
                <a:cxn ang="0">
                  <a:pos x="connsiteX3127" y="connsiteY3127"/>
                </a:cxn>
                <a:cxn ang="0">
                  <a:pos x="connsiteX3128" y="connsiteY3128"/>
                </a:cxn>
                <a:cxn ang="0">
                  <a:pos x="connsiteX3129" y="connsiteY3129"/>
                </a:cxn>
                <a:cxn ang="0">
                  <a:pos x="connsiteX3130" y="connsiteY3130"/>
                </a:cxn>
                <a:cxn ang="0">
                  <a:pos x="connsiteX3131" y="connsiteY3131"/>
                </a:cxn>
                <a:cxn ang="0">
                  <a:pos x="connsiteX3132" y="connsiteY3132"/>
                </a:cxn>
                <a:cxn ang="0">
                  <a:pos x="connsiteX3133" y="connsiteY3133"/>
                </a:cxn>
                <a:cxn ang="0">
                  <a:pos x="connsiteX3134" y="connsiteY3134"/>
                </a:cxn>
                <a:cxn ang="0">
                  <a:pos x="connsiteX3135" y="connsiteY3135"/>
                </a:cxn>
                <a:cxn ang="0">
                  <a:pos x="connsiteX3136" y="connsiteY3136"/>
                </a:cxn>
                <a:cxn ang="0">
                  <a:pos x="connsiteX3137" y="connsiteY3137"/>
                </a:cxn>
                <a:cxn ang="0">
                  <a:pos x="connsiteX3138" y="connsiteY3138"/>
                </a:cxn>
                <a:cxn ang="0">
                  <a:pos x="connsiteX3139" y="connsiteY3139"/>
                </a:cxn>
                <a:cxn ang="0">
                  <a:pos x="connsiteX3140" y="connsiteY3140"/>
                </a:cxn>
                <a:cxn ang="0">
                  <a:pos x="connsiteX3141" y="connsiteY3141"/>
                </a:cxn>
                <a:cxn ang="0">
                  <a:pos x="connsiteX3142" y="connsiteY3142"/>
                </a:cxn>
                <a:cxn ang="0">
                  <a:pos x="connsiteX3143" y="connsiteY3143"/>
                </a:cxn>
                <a:cxn ang="0">
                  <a:pos x="connsiteX3144" y="connsiteY3144"/>
                </a:cxn>
                <a:cxn ang="0">
                  <a:pos x="connsiteX3145" y="connsiteY3145"/>
                </a:cxn>
                <a:cxn ang="0">
                  <a:pos x="connsiteX3146" y="connsiteY3146"/>
                </a:cxn>
                <a:cxn ang="0">
                  <a:pos x="connsiteX3147" y="connsiteY3147"/>
                </a:cxn>
                <a:cxn ang="0">
                  <a:pos x="connsiteX3148" y="connsiteY3148"/>
                </a:cxn>
                <a:cxn ang="0">
                  <a:pos x="connsiteX3149" y="connsiteY3149"/>
                </a:cxn>
                <a:cxn ang="0">
                  <a:pos x="connsiteX3150" y="connsiteY3150"/>
                </a:cxn>
                <a:cxn ang="0">
                  <a:pos x="connsiteX3151" y="connsiteY3151"/>
                </a:cxn>
                <a:cxn ang="0">
                  <a:pos x="connsiteX3152" y="connsiteY3152"/>
                </a:cxn>
                <a:cxn ang="0">
                  <a:pos x="connsiteX3153" y="connsiteY3153"/>
                </a:cxn>
                <a:cxn ang="0">
                  <a:pos x="connsiteX3154" y="connsiteY3154"/>
                </a:cxn>
                <a:cxn ang="0">
                  <a:pos x="connsiteX3155" y="connsiteY3155"/>
                </a:cxn>
                <a:cxn ang="0">
                  <a:pos x="connsiteX3156" y="connsiteY3156"/>
                </a:cxn>
                <a:cxn ang="0">
                  <a:pos x="connsiteX3157" y="connsiteY3157"/>
                </a:cxn>
                <a:cxn ang="0">
                  <a:pos x="connsiteX3158" y="connsiteY3158"/>
                </a:cxn>
                <a:cxn ang="0">
                  <a:pos x="connsiteX3159" y="connsiteY3159"/>
                </a:cxn>
                <a:cxn ang="0">
                  <a:pos x="connsiteX3160" y="connsiteY3160"/>
                </a:cxn>
                <a:cxn ang="0">
                  <a:pos x="connsiteX3161" y="connsiteY3161"/>
                </a:cxn>
                <a:cxn ang="0">
                  <a:pos x="connsiteX3162" y="connsiteY3162"/>
                </a:cxn>
                <a:cxn ang="0">
                  <a:pos x="connsiteX3163" y="connsiteY3163"/>
                </a:cxn>
                <a:cxn ang="0">
                  <a:pos x="connsiteX3164" y="connsiteY3164"/>
                </a:cxn>
                <a:cxn ang="0">
                  <a:pos x="connsiteX3165" y="connsiteY3165"/>
                </a:cxn>
                <a:cxn ang="0">
                  <a:pos x="connsiteX3166" y="connsiteY3166"/>
                </a:cxn>
                <a:cxn ang="0">
                  <a:pos x="connsiteX3167" y="connsiteY3167"/>
                </a:cxn>
                <a:cxn ang="0">
                  <a:pos x="connsiteX3168" y="connsiteY3168"/>
                </a:cxn>
                <a:cxn ang="0">
                  <a:pos x="connsiteX3169" y="connsiteY3169"/>
                </a:cxn>
                <a:cxn ang="0">
                  <a:pos x="connsiteX3170" y="connsiteY3170"/>
                </a:cxn>
                <a:cxn ang="0">
                  <a:pos x="connsiteX3171" y="connsiteY3171"/>
                </a:cxn>
                <a:cxn ang="0">
                  <a:pos x="connsiteX3172" y="connsiteY3172"/>
                </a:cxn>
                <a:cxn ang="0">
                  <a:pos x="connsiteX3173" y="connsiteY3173"/>
                </a:cxn>
                <a:cxn ang="0">
                  <a:pos x="connsiteX3174" y="connsiteY3174"/>
                </a:cxn>
                <a:cxn ang="0">
                  <a:pos x="connsiteX3175" y="connsiteY3175"/>
                </a:cxn>
                <a:cxn ang="0">
                  <a:pos x="connsiteX3176" y="connsiteY3176"/>
                </a:cxn>
                <a:cxn ang="0">
                  <a:pos x="connsiteX3177" y="connsiteY3177"/>
                </a:cxn>
                <a:cxn ang="0">
                  <a:pos x="connsiteX3178" y="connsiteY3178"/>
                </a:cxn>
                <a:cxn ang="0">
                  <a:pos x="connsiteX3179" y="connsiteY3179"/>
                </a:cxn>
                <a:cxn ang="0">
                  <a:pos x="connsiteX3180" y="connsiteY3180"/>
                </a:cxn>
                <a:cxn ang="0">
                  <a:pos x="connsiteX3181" y="connsiteY3181"/>
                </a:cxn>
                <a:cxn ang="0">
                  <a:pos x="connsiteX3182" y="connsiteY3182"/>
                </a:cxn>
                <a:cxn ang="0">
                  <a:pos x="connsiteX3183" y="connsiteY3183"/>
                </a:cxn>
                <a:cxn ang="0">
                  <a:pos x="connsiteX3184" y="connsiteY3184"/>
                </a:cxn>
                <a:cxn ang="0">
                  <a:pos x="connsiteX3185" y="connsiteY3185"/>
                </a:cxn>
                <a:cxn ang="0">
                  <a:pos x="connsiteX3186" y="connsiteY3186"/>
                </a:cxn>
                <a:cxn ang="0">
                  <a:pos x="connsiteX3187" y="connsiteY3187"/>
                </a:cxn>
                <a:cxn ang="0">
                  <a:pos x="connsiteX3188" y="connsiteY3188"/>
                </a:cxn>
                <a:cxn ang="0">
                  <a:pos x="connsiteX3189" y="connsiteY3189"/>
                </a:cxn>
                <a:cxn ang="0">
                  <a:pos x="connsiteX3190" y="connsiteY3190"/>
                </a:cxn>
                <a:cxn ang="0">
                  <a:pos x="connsiteX3191" y="connsiteY3191"/>
                </a:cxn>
                <a:cxn ang="0">
                  <a:pos x="connsiteX3192" y="connsiteY3192"/>
                </a:cxn>
                <a:cxn ang="0">
                  <a:pos x="connsiteX3193" y="connsiteY3193"/>
                </a:cxn>
                <a:cxn ang="0">
                  <a:pos x="connsiteX3194" y="connsiteY3194"/>
                </a:cxn>
                <a:cxn ang="0">
                  <a:pos x="connsiteX3195" y="connsiteY3195"/>
                </a:cxn>
                <a:cxn ang="0">
                  <a:pos x="connsiteX3196" y="connsiteY3196"/>
                </a:cxn>
                <a:cxn ang="0">
                  <a:pos x="connsiteX3197" y="connsiteY3197"/>
                </a:cxn>
                <a:cxn ang="0">
                  <a:pos x="connsiteX3198" y="connsiteY3198"/>
                </a:cxn>
                <a:cxn ang="0">
                  <a:pos x="connsiteX3199" y="connsiteY3199"/>
                </a:cxn>
                <a:cxn ang="0">
                  <a:pos x="connsiteX3200" y="connsiteY3200"/>
                </a:cxn>
                <a:cxn ang="0">
                  <a:pos x="connsiteX3201" y="connsiteY3201"/>
                </a:cxn>
                <a:cxn ang="0">
                  <a:pos x="connsiteX3202" y="connsiteY3202"/>
                </a:cxn>
                <a:cxn ang="0">
                  <a:pos x="connsiteX3203" y="connsiteY3203"/>
                </a:cxn>
                <a:cxn ang="0">
                  <a:pos x="connsiteX3204" y="connsiteY3204"/>
                </a:cxn>
                <a:cxn ang="0">
                  <a:pos x="connsiteX3205" y="connsiteY3205"/>
                </a:cxn>
                <a:cxn ang="0">
                  <a:pos x="connsiteX3206" y="connsiteY3206"/>
                </a:cxn>
                <a:cxn ang="0">
                  <a:pos x="connsiteX3207" y="connsiteY3207"/>
                </a:cxn>
                <a:cxn ang="0">
                  <a:pos x="connsiteX3208" y="connsiteY3208"/>
                </a:cxn>
                <a:cxn ang="0">
                  <a:pos x="connsiteX3209" y="connsiteY3209"/>
                </a:cxn>
                <a:cxn ang="0">
                  <a:pos x="connsiteX3210" y="connsiteY3210"/>
                </a:cxn>
                <a:cxn ang="0">
                  <a:pos x="connsiteX3211" y="connsiteY3211"/>
                </a:cxn>
                <a:cxn ang="0">
                  <a:pos x="connsiteX3212" y="connsiteY3212"/>
                </a:cxn>
                <a:cxn ang="0">
                  <a:pos x="connsiteX3213" y="connsiteY3213"/>
                </a:cxn>
                <a:cxn ang="0">
                  <a:pos x="connsiteX3214" y="connsiteY3214"/>
                </a:cxn>
                <a:cxn ang="0">
                  <a:pos x="connsiteX3215" y="connsiteY3215"/>
                </a:cxn>
                <a:cxn ang="0">
                  <a:pos x="connsiteX3216" y="connsiteY3216"/>
                </a:cxn>
                <a:cxn ang="0">
                  <a:pos x="connsiteX3217" y="connsiteY3217"/>
                </a:cxn>
                <a:cxn ang="0">
                  <a:pos x="connsiteX3218" y="connsiteY3218"/>
                </a:cxn>
                <a:cxn ang="0">
                  <a:pos x="connsiteX3219" y="connsiteY3219"/>
                </a:cxn>
                <a:cxn ang="0">
                  <a:pos x="connsiteX3220" y="connsiteY3220"/>
                </a:cxn>
                <a:cxn ang="0">
                  <a:pos x="connsiteX3221" y="connsiteY3221"/>
                </a:cxn>
                <a:cxn ang="0">
                  <a:pos x="connsiteX3222" y="connsiteY3222"/>
                </a:cxn>
                <a:cxn ang="0">
                  <a:pos x="connsiteX3223" y="connsiteY3223"/>
                </a:cxn>
                <a:cxn ang="0">
                  <a:pos x="connsiteX3224" y="connsiteY3224"/>
                </a:cxn>
                <a:cxn ang="0">
                  <a:pos x="connsiteX3225" y="connsiteY3225"/>
                </a:cxn>
                <a:cxn ang="0">
                  <a:pos x="connsiteX3226" y="connsiteY3226"/>
                </a:cxn>
                <a:cxn ang="0">
                  <a:pos x="connsiteX3227" y="connsiteY3227"/>
                </a:cxn>
                <a:cxn ang="0">
                  <a:pos x="connsiteX3228" y="connsiteY3228"/>
                </a:cxn>
                <a:cxn ang="0">
                  <a:pos x="connsiteX3229" y="connsiteY3229"/>
                </a:cxn>
                <a:cxn ang="0">
                  <a:pos x="connsiteX3230" y="connsiteY3230"/>
                </a:cxn>
                <a:cxn ang="0">
                  <a:pos x="connsiteX3231" y="connsiteY3231"/>
                </a:cxn>
                <a:cxn ang="0">
                  <a:pos x="connsiteX3232" y="connsiteY3232"/>
                </a:cxn>
                <a:cxn ang="0">
                  <a:pos x="connsiteX3233" y="connsiteY3233"/>
                </a:cxn>
                <a:cxn ang="0">
                  <a:pos x="connsiteX3234" y="connsiteY3234"/>
                </a:cxn>
                <a:cxn ang="0">
                  <a:pos x="connsiteX3235" y="connsiteY3235"/>
                </a:cxn>
                <a:cxn ang="0">
                  <a:pos x="connsiteX3236" y="connsiteY3236"/>
                </a:cxn>
                <a:cxn ang="0">
                  <a:pos x="connsiteX3237" y="connsiteY3237"/>
                </a:cxn>
                <a:cxn ang="0">
                  <a:pos x="connsiteX3238" y="connsiteY3238"/>
                </a:cxn>
                <a:cxn ang="0">
                  <a:pos x="connsiteX3239" y="connsiteY3239"/>
                </a:cxn>
                <a:cxn ang="0">
                  <a:pos x="connsiteX3240" y="connsiteY3240"/>
                </a:cxn>
                <a:cxn ang="0">
                  <a:pos x="connsiteX3241" y="connsiteY3241"/>
                </a:cxn>
                <a:cxn ang="0">
                  <a:pos x="connsiteX3242" y="connsiteY3242"/>
                </a:cxn>
                <a:cxn ang="0">
                  <a:pos x="connsiteX3243" y="connsiteY3243"/>
                </a:cxn>
                <a:cxn ang="0">
                  <a:pos x="connsiteX3244" y="connsiteY3244"/>
                </a:cxn>
                <a:cxn ang="0">
                  <a:pos x="connsiteX3245" y="connsiteY3245"/>
                </a:cxn>
                <a:cxn ang="0">
                  <a:pos x="connsiteX3246" y="connsiteY3246"/>
                </a:cxn>
                <a:cxn ang="0">
                  <a:pos x="connsiteX3247" y="connsiteY3247"/>
                </a:cxn>
                <a:cxn ang="0">
                  <a:pos x="connsiteX3248" y="connsiteY3248"/>
                </a:cxn>
                <a:cxn ang="0">
                  <a:pos x="connsiteX3249" y="connsiteY3249"/>
                </a:cxn>
                <a:cxn ang="0">
                  <a:pos x="connsiteX3250" y="connsiteY3250"/>
                </a:cxn>
                <a:cxn ang="0">
                  <a:pos x="connsiteX3251" y="connsiteY3251"/>
                </a:cxn>
                <a:cxn ang="0">
                  <a:pos x="connsiteX3252" y="connsiteY3252"/>
                </a:cxn>
                <a:cxn ang="0">
                  <a:pos x="connsiteX3253" y="connsiteY3253"/>
                </a:cxn>
                <a:cxn ang="0">
                  <a:pos x="connsiteX3254" y="connsiteY3254"/>
                </a:cxn>
                <a:cxn ang="0">
                  <a:pos x="connsiteX3255" y="connsiteY3255"/>
                </a:cxn>
                <a:cxn ang="0">
                  <a:pos x="connsiteX3256" y="connsiteY3256"/>
                </a:cxn>
                <a:cxn ang="0">
                  <a:pos x="connsiteX3257" y="connsiteY3257"/>
                </a:cxn>
                <a:cxn ang="0">
                  <a:pos x="connsiteX3258" y="connsiteY3258"/>
                </a:cxn>
                <a:cxn ang="0">
                  <a:pos x="connsiteX3259" y="connsiteY3259"/>
                </a:cxn>
                <a:cxn ang="0">
                  <a:pos x="connsiteX3260" y="connsiteY3260"/>
                </a:cxn>
                <a:cxn ang="0">
                  <a:pos x="connsiteX3261" y="connsiteY3261"/>
                </a:cxn>
                <a:cxn ang="0">
                  <a:pos x="connsiteX3262" y="connsiteY3262"/>
                </a:cxn>
                <a:cxn ang="0">
                  <a:pos x="connsiteX3263" y="connsiteY3263"/>
                </a:cxn>
                <a:cxn ang="0">
                  <a:pos x="connsiteX3264" y="connsiteY3264"/>
                </a:cxn>
                <a:cxn ang="0">
                  <a:pos x="connsiteX3265" y="connsiteY3265"/>
                </a:cxn>
                <a:cxn ang="0">
                  <a:pos x="connsiteX3266" y="connsiteY3266"/>
                </a:cxn>
                <a:cxn ang="0">
                  <a:pos x="connsiteX3267" y="connsiteY3267"/>
                </a:cxn>
                <a:cxn ang="0">
                  <a:pos x="connsiteX3268" y="connsiteY3268"/>
                </a:cxn>
                <a:cxn ang="0">
                  <a:pos x="connsiteX3269" y="connsiteY3269"/>
                </a:cxn>
                <a:cxn ang="0">
                  <a:pos x="connsiteX3270" y="connsiteY3270"/>
                </a:cxn>
                <a:cxn ang="0">
                  <a:pos x="connsiteX3271" y="connsiteY3271"/>
                </a:cxn>
                <a:cxn ang="0">
                  <a:pos x="connsiteX3272" y="connsiteY3272"/>
                </a:cxn>
                <a:cxn ang="0">
                  <a:pos x="connsiteX3273" y="connsiteY3273"/>
                </a:cxn>
                <a:cxn ang="0">
                  <a:pos x="connsiteX3274" y="connsiteY3274"/>
                </a:cxn>
                <a:cxn ang="0">
                  <a:pos x="connsiteX3275" y="connsiteY3275"/>
                </a:cxn>
                <a:cxn ang="0">
                  <a:pos x="connsiteX3276" y="connsiteY3276"/>
                </a:cxn>
                <a:cxn ang="0">
                  <a:pos x="connsiteX3277" y="connsiteY3277"/>
                </a:cxn>
                <a:cxn ang="0">
                  <a:pos x="connsiteX3278" y="connsiteY3278"/>
                </a:cxn>
                <a:cxn ang="0">
                  <a:pos x="connsiteX3279" y="connsiteY3279"/>
                </a:cxn>
                <a:cxn ang="0">
                  <a:pos x="connsiteX3280" y="connsiteY3280"/>
                </a:cxn>
                <a:cxn ang="0">
                  <a:pos x="connsiteX3281" y="connsiteY3281"/>
                </a:cxn>
                <a:cxn ang="0">
                  <a:pos x="connsiteX3282" y="connsiteY3282"/>
                </a:cxn>
                <a:cxn ang="0">
                  <a:pos x="connsiteX3283" y="connsiteY3283"/>
                </a:cxn>
                <a:cxn ang="0">
                  <a:pos x="connsiteX3284" y="connsiteY3284"/>
                </a:cxn>
                <a:cxn ang="0">
                  <a:pos x="connsiteX3285" y="connsiteY3285"/>
                </a:cxn>
                <a:cxn ang="0">
                  <a:pos x="connsiteX3286" y="connsiteY3286"/>
                </a:cxn>
                <a:cxn ang="0">
                  <a:pos x="connsiteX3287" y="connsiteY3287"/>
                </a:cxn>
                <a:cxn ang="0">
                  <a:pos x="connsiteX3288" y="connsiteY3288"/>
                </a:cxn>
                <a:cxn ang="0">
                  <a:pos x="connsiteX3289" y="connsiteY3289"/>
                </a:cxn>
                <a:cxn ang="0">
                  <a:pos x="connsiteX3290" y="connsiteY3290"/>
                </a:cxn>
                <a:cxn ang="0">
                  <a:pos x="connsiteX3291" y="connsiteY3291"/>
                </a:cxn>
                <a:cxn ang="0">
                  <a:pos x="connsiteX3292" y="connsiteY3292"/>
                </a:cxn>
                <a:cxn ang="0">
                  <a:pos x="connsiteX3293" y="connsiteY3293"/>
                </a:cxn>
                <a:cxn ang="0">
                  <a:pos x="connsiteX3294" y="connsiteY3294"/>
                </a:cxn>
                <a:cxn ang="0">
                  <a:pos x="connsiteX3295" y="connsiteY3295"/>
                </a:cxn>
                <a:cxn ang="0">
                  <a:pos x="connsiteX3296" y="connsiteY3296"/>
                </a:cxn>
                <a:cxn ang="0">
                  <a:pos x="connsiteX3297" y="connsiteY3297"/>
                </a:cxn>
                <a:cxn ang="0">
                  <a:pos x="connsiteX3298" y="connsiteY3298"/>
                </a:cxn>
                <a:cxn ang="0">
                  <a:pos x="connsiteX3299" y="connsiteY3299"/>
                </a:cxn>
                <a:cxn ang="0">
                  <a:pos x="connsiteX3300" y="connsiteY3300"/>
                </a:cxn>
                <a:cxn ang="0">
                  <a:pos x="connsiteX3301" y="connsiteY3301"/>
                </a:cxn>
                <a:cxn ang="0">
                  <a:pos x="connsiteX3302" y="connsiteY3302"/>
                </a:cxn>
                <a:cxn ang="0">
                  <a:pos x="connsiteX3303" y="connsiteY3303"/>
                </a:cxn>
                <a:cxn ang="0">
                  <a:pos x="connsiteX3304" y="connsiteY3304"/>
                </a:cxn>
                <a:cxn ang="0">
                  <a:pos x="connsiteX3305" y="connsiteY3305"/>
                </a:cxn>
                <a:cxn ang="0">
                  <a:pos x="connsiteX3306" y="connsiteY3306"/>
                </a:cxn>
                <a:cxn ang="0">
                  <a:pos x="connsiteX3307" y="connsiteY3307"/>
                </a:cxn>
                <a:cxn ang="0">
                  <a:pos x="connsiteX3308" y="connsiteY3308"/>
                </a:cxn>
                <a:cxn ang="0">
                  <a:pos x="connsiteX3309" y="connsiteY3309"/>
                </a:cxn>
                <a:cxn ang="0">
                  <a:pos x="connsiteX3310" y="connsiteY3310"/>
                </a:cxn>
                <a:cxn ang="0">
                  <a:pos x="connsiteX3311" y="connsiteY3311"/>
                </a:cxn>
                <a:cxn ang="0">
                  <a:pos x="connsiteX3312" y="connsiteY3312"/>
                </a:cxn>
                <a:cxn ang="0">
                  <a:pos x="connsiteX3313" y="connsiteY3313"/>
                </a:cxn>
                <a:cxn ang="0">
                  <a:pos x="connsiteX3314" y="connsiteY3314"/>
                </a:cxn>
                <a:cxn ang="0">
                  <a:pos x="connsiteX3315" y="connsiteY3315"/>
                </a:cxn>
                <a:cxn ang="0">
                  <a:pos x="connsiteX3316" y="connsiteY3316"/>
                </a:cxn>
                <a:cxn ang="0">
                  <a:pos x="connsiteX3317" y="connsiteY3317"/>
                </a:cxn>
                <a:cxn ang="0">
                  <a:pos x="connsiteX3318" y="connsiteY3318"/>
                </a:cxn>
                <a:cxn ang="0">
                  <a:pos x="connsiteX3319" y="connsiteY3319"/>
                </a:cxn>
                <a:cxn ang="0">
                  <a:pos x="connsiteX3320" y="connsiteY3320"/>
                </a:cxn>
                <a:cxn ang="0">
                  <a:pos x="connsiteX3321" y="connsiteY3321"/>
                </a:cxn>
                <a:cxn ang="0">
                  <a:pos x="connsiteX3322" y="connsiteY3322"/>
                </a:cxn>
                <a:cxn ang="0">
                  <a:pos x="connsiteX3323" y="connsiteY3323"/>
                </a:cxn>
                <a:cxn ang="0">
                  <a:pos x="connsiteX3324" y="connsiteY3324"/>
                </a:cxn>
                <a:cxn ang="0">
                  <a:pos x="connsiteX3325" y="connsiteY3325"/>
                </a:cxn>
                <a:cxn ang="0">
                  <a:pos x="connsiteX3326" y="connsiteY3326"/>
                </a:cxn>
                <a:cxn ang="0">
                  <a:pos x="connsiteX3327" y="connsiteY3327"/>
                </a:cxn>
                <a:cxn ang="0">
                  <a:pos x="connsiteX3328" y="connsiteY3328"/>
                </a:cxn>
                <a:cxn ang="0">
                  <a:pos x="connsiteX3329" y="connsiteY3329"/>
                </a:cxn>
                <a:cxn ang="0">
                  <a:pos x="connsiteX3330" y="connsiteY3330"/>
                </a:cxn>
                <a:cxn ang="0">
                  <a:pos x="connsiteX3331" y="connsiteY3331"/>
                </a:cxn>
                <a:cxn ang="0">
                  <a:pos x="connsiteX3332" y="connsiteY3332"/>
                </a:cxn>
                <a:cxn ang="0">
                  <a:pos x="connsiteX3333" y="connsiteY3333"/>
                </a:cxn>
                <a:cxn ang="0">
                  <a:pos x="connsiteX3334" y="connsiteY3334"/>
                </a:cxn>
                <a:cxn ang="0">
                  <a:pos x="connsiteX3335" y="connsiteY3335"/>
                </a:cxn>
                <a:cxn ang="0">
                  <a:pos x="connsiteX3336" y="connsiteY3336"/>
                </a:cxn>
                <a:cxn ang="0">
                  <a:pos x="connsiteX3337" y="connsiteY3337"/>
                </a:cxn>
                <a:cxn ang="0">
                  <a:pos x="connsiteX3338" y="connsiteY3338"/>
                </a:cxn>
                <a:cxn ang="0">
                  <a:pos x="connsiteX3339" y="connsiteY3339"/>
                </a:cxn>
                <a:cxn ang="0">
                  <a:pos x="connsiteX3340" y="connsiteY3340"/>
                </a:cxn>
                <a:cxn ang="0">
                  <a:pos x="connsiteX3341" y="connsiteY3341"/>
                </a:cxn>
                <a:cxn ang="0">
                  <a:pos x="connsiteX3342" y="connsiteY3342"/>
                </a:cxn>
                <a:cxn ang="0">
                  <a:pos x="connsiteX3343" y="connsiteY3343"/>
                </a:cxn>
                <a:cxn ang="0">
                  <a:pos x="connsiteX3344" y="connsiteY3344"/>
                </a:cxn>
                <a:cxn ang="0">
                  <a:pos x="connsiteX3345" y="connsiteY3345"/>
                </a:cxn>
                <a:cxn ang="0">
                  <a:pos x="connsiteX3346" y="connsiteY3346"/>
                </a:cxn>
                <a:cxn ang="0">
                  <a:pos x="connsiteX3347" y="connsiteY3347"/>
                </a:cxn>
                <a:cxn ang="0">
                  <a:pos x="connsiteX3348" y="connsiteY3348"/>
                </a:cxn>
                <a:cxn ang="0">
                  <a:pos x="connsiteX3349" y="connsiteY3349"/>
                </a:cxn>
                <a:cxn ang="0">
                  <a:pos x="connsiteX3350" y="connsiteY3350"/>
                </a:cxn>
                <a:cxn ang="0">
                  <a:pos x="connsiteX3351" y="connsiteY3351"/>
                </a:cxn>
                <a:cxn ang="0">
                  <a:pos x="connsiteX3352" y="connsiteY3352"/>
                </a:cxn>
                <a:cxn ang="0">
                  <a:pos x="connsiteX3353" y="connsiteY3353"/>
                </a:cxn>
                <a:cxn ang="0">
                  <a:pos x="connsiteX3354" y="connsiteY3354"/>
                </a:cxn>
                <a:cxn ang="0">
                  <a:pos x="connsiteX3355" y="connsiteY3355"/>
                </a:cxn>
                <a:cxn ang="0">
                  <a:pos x="connsiteX3356" y="connsiteY3356"/>
                </a:cxn>
                <a:cxn ang="0">
                  <a:pos x="connsiteX3357" y="connsiteY3357"/>
                </a:cxn>
                <a:cxn ang="0">
                  <a:pos x="connsiteX3358" y="connsiteY3358"/>
                </a:cxn>
                <a:cxn ang="0">
                  <a:pos x="connsiteX3359" y="connsiteY3359"/>
                </a:cxn>
                <a:cxn ang="0">
                  <a:pos x="connsiteX3360" y="connsiteY3360"/>
                </a:cxn>
                <a:cxn ang="0">
                  <a:pos x="connsiteX3361" y="connsiteY3361"/>
                </a:cxn>
                <a:cxn ang="0">
                  <a:pos x="connsiteX3362" y="connsiteY3362"/>
                </a:cxn>
                <a:cxn ang="0">
                  <a:pos x="connsiteX3363" y="connsiteY3363"/>
                </a:cxn>
                <a:cxn ang="0">
                  <a:pos x="connsiteX3364" y="connsiteY3364"/>
                </a:cxn>
                <a:cxn ang="0">
                  <a:pos x="connsiteX3365" y="connsiteY3365"/>
                </a:cxn>
                <a:cxn ang="0">
                  <a:pos x="connsiteX3366" y="connsiteY3366"/>
                </a:cxn>
                <a:cxn ang="0">
                  <a:pos x="connsiteX3367" y="connsiteY3367"/>
                </a:cxn>
                <a:cxn ang="0">
                  <a:pos x="connsiteX3368" y="connsiteY3368"/>
                </a:cxn>
                <a:cxn ang="0">
                  <a:pos x="connsiteX3369" y="connsiteY3369"/>
                </a:cxn>
                <a:cxn ang="0">
                  <a:pos x="connsiteX3370" y="connsiteY3370"/>
                </a:cxn>
                <a:cxn ang="0">
                  <a:pos x="connsiteX3371" y="connsiteY3371"/>
                </a:cxn>
                <a:cxn ang="0">
                  <a:pos x="connsiteX3372" y="connsiteY3372"/>
                </a:cxn>
                <a:cxn ang="0">
                  <a:pos x="connsiteX3373" y="connsiteY3373"/>
                </a:cxn>
                <a:cxn ang="0">
                  <a:pos x="connsiteX3374" y="connsiteY3374"/>
                </a:cxn>
                <a:cxn ang="0">
                  <a:pos x="connsiteX3375" y="connsiteY3375"/>
                </a:cxn>
                <a:cxn ang="0">
                  <a:pos x="connsiteX3376" y="connsiteY3376"/>
                </a:cxn>
                <a:cxn ang="0">
                  <a:pos x="connsiteX3377" y="connsiteY3377"/>
                </a:cxn>
                <a:cxn ang="0">
                  <a:pos x="connsiteX3378" y="connsiteY3378"/>
                </a:cxn>
                <a:cxn ang="0">
                  <a:pos x="connsiteX3379" y="connsiteY3379"/>
                </a:cxn>
                <a:cxn ang="0">
                  <a:pos x="connsiteX3380" y="connsiteY3380"/>
                </a:cxn>
                <a:cxn ang="0">
                  <a:pos x="connsiteX3381" y="connsiteY3381"/>
                </a:cxn>
                <a:cxn ang="0">
                  <a:pos x="connsiteX3382" y="connsiteY3382"/>
                </a:cxn>
                <a:cxn ang="0">
                  <a:pos x="connsiteX3383" y="connsiteY3383"/>
                </a:cxn>
                <a:cxn ang="0">
                  <a:pos x="connsiteX3384" y="connsiteY3384"/>
                </a:cxn>
                <a:cxn ang="0">
                  <a:pos x="connsiteX3385" y="connsiteY3385"/>
                </a:cxn>
                <a:cxn ang="0">
                  <a:pos x="connsiteX3386" y="connsiteY3386"/>
                </a:cxn>
                <a:cxn ang="0">
                  <a:pos x="connsiteX3387" y="connsiteY3387"/>
                </a:cxn>
                <a:cxn ang="0">
                  <a:pos x="connsiteX3388" y="connsiteY3388"/>
                </a:cxn>
                <a:cxn ang="0">
                  <a:pos x="connsiteX3389" y="connsiteY3389"/>
                </a:cxn>
                <a:cxn ang="0">
                  <a:pos x="connsiteX3390" y="connsiteY3390"/>
                </a:cxn>
                <a:cxn ang="0">
                  <a:pos x="connsiteX3391" y="connsiteY3391"/>
                </a:cxn>
                <a:cxn ang="0">
                  <a:pos x="connsiteX3392" y="connsiteY3392"/>
                </a:cxn>
                <a:cxn ang="0">
                  <a:pos x="connsiteX3393" y="connsiteY3393"/>
                </a:cxn>
                <a:cxn ang="0">
                  <a:pos x="connsiteX3394" y="connsiteY3394"/>
                </a:cxn>
                <a:cxn ang="0">
                  <a:pos x="connsiteX3395" y="connsiteY3395"/>
                </a:cxn>
                <a:cxn ang="0">
                  <a:pos x="connsiteX3396" y="connsiteY3396"/>
                </a:cxn>
                <a:cxn ang="0">
                  <a:pos x="connsiteX3397" y="connsiteY3397"/>
                </a:cxn>
                <a:cxn ang="0">
                  <a:pos x="connsiteX3398" y="connsiteY3398"/>
                </a:cxn>
                <a:cxn ang="0">
                  <a:pos x="connsiteX3399" y="connsiteY3399"/>
                </a:cxn>
                <a:cxn ang="0">
                  <a:pos x="connsiteX3400" y="connsiteY3400"/>
                </a:cxn>
                <a:cxn ang="0">
                  <a:pos x="connsiteX3401" y="connsiteY3401"/>
                </a:cxn>
                <a:cxn ang="0">
                  <a:pos x="connsiteX3402" y="connsiteY3402"/>
                </a:cxn>
                <a:cxn ang="0">
                  <a:pos x="connsiteX3403" y="connsiteY3403"/>
                </a:cxn>
                <a:cxn ang="0">
                  <a:pos x="connsiteX3404" y="connsiteY3404"/>
                </a:cxn>
                <a:cxn ang="0">
                  <a:pos x="connsiteX3405" y="connsiteY3405"/>
                </a:cxn>
                <a:cxn ang="0">
                  <a:pos x="connsiteX3406" y="connsiteY3406"/>
                </a:cxn>
                <a:cxn ang="0">
                  <a:pos x="connsiteX3407" y="connsiteY3407"/>
                </a:cxn>
                <a:cxn ang="0">
                  <a:pos x="connsiteX3408" y="connsiteY3408"/>
                </a:cxn>
                <a:cxn ang="0">
                  <a:pos x="connsiteX3409" y="connsiteY3409"/>
                </a:cxn>
                <a:cxn ang="0">
                  <a:pos x="connsiteX3410" y="connsiteY3410"/>
                </a:cxn>
                <a:cxn ang="0">
                  <a:pos x="connsiteX3411" y="connsiteY3411"/>
                </a:cxn>
                <a:cxn ang="0">
                  <a:pos x="connsiteX3412" y="connsiteY3412"/>
                </a:cxn>
                <a:cxn ang="0">
                  <a:pos x="connsiteX3413" y="connsiteY3413"/>
                </a:cxn>
                <a:cxn ang="0">
                  <a:pos x="connsiteX3414" y="connsiteY3414"/>
                </a:cxn>
                <a:cxn ang="0">
                  <a:pos x="connsiteX3415" y="connsiteY3415"/>
                </a:cxn>
                <a:cxn ang="0">
                  <a:pos x="connsiteX3416" y="connsiteY3416"/>
                </a:cxn>
                <a:cxn ang="0">
                  <a:pos x="connsiteX3417" y="connsiteY3417"/>
                </a:cxn>
                <a:cxn ang="0">
                  <a:pos x="connsiteX3418" y="connsiteY3418"/>
                </a:cxn>
                <a:cxn ang="0">
                  <a:pos x="connsiteX3419" y="connsiteY3419"/>
                </a:cxn>
                <a:cxn ang="0">
                  <a:pos x="connsiteX3420" y="connsiteY3420"/>
                </a:cxn>
                <a:cxn ang="0">
                  <a:pos x="connsiteX3421" y="connsiteY3421"/>
                </a:cxn>
                <a:cxn ang="0">
                  <a:pos x="connsiteX3422" y="connsiteY3422"/>
                </a:cxn>
                <a:cxn ang="0">
                  <a:pos x="connsiteX3423" y="connsiteY3423"/>
                </a:cxn>
                <a:cxn ang="0">
                  <a:pos x="connsiteX3424" y="connsiteY3424"/>
                </a:cxn>
                <a:cxn ang="0">
                  <a:pos x="connsiteX3425" y="connsiteY3425"/>
                </a:cxn>
                <a:cxn ang="0">
                  <a:pos x="connsiteX3426" y="connsiteY3426"/>
                </a:cxn>
                <a:cxn ang="0">
                  <a:pos x="connsiteX3427" y="connsiteY3427"/>
                </a:cxn>
                <a:cxn ang="0">
                  <a:pos x="connsiteX3428" y="connsiteY3428"/>
                </a:cxn>
                <a:cxn ang="0">
                  <a:pos x="connsiteX3429" y="connsiteY3429"/>
                </a:cxn>
                <a:cxn ang="0">
                  <a:pos x="connsiteX3430" y="connsiteY3430"/>
                </a:cxn>
                <a:cxn ang="0">
                  <a:pos x="connsiteX3431" y="connsiteY3431"/>
                </a:cxn>
                <a:cxn ang="0">
                  <a:pos x="connsiteX3432" y="connsiteY3432"/>
                </a:cxn>
                <a:cxn ang="0">
                  <a:pos x="connsiteX3433" y="connsiteY3433"/>
                </a:cxn>
                <a:cxn ang="0">
                  <a:pos x="connsiteX3434" y="connsiteY3434"/>
                </a:cxn>
                <a:cxn ang="0">
                  <a:pos x="connsiteX3435" y="connsiteY3435"/>
                </a:cxn>
                <a:cxn ang="0">
                  <a:pos x="connsiteX3436" y="connsiteY3436"/>
                </a:cxn>
                <a:cxn ang="0">
                  <a:pos x="connsiteX3437" y="connsiteY3437"/>
                </a:cxn>
                <a:cxn ang="0">
                  <a:pos x="connsiteX3438" y="connsiteY3438"/>
                </a:cxn>
                <a:cxn ang="0">
                  <a:pos x="connsiteX3439" y="connsiteY3439"/>
                </a:cxn>
                <a:cxn ang="0">
                  <a:pos x="connsiteX3440" y="connsiteY3440"/>
                </a:cxn>
                <a:cxn ang="0">
                  <a:pos x="connsiteX3441" y="connsiteY3441"/>
                </a:cxn>
                <a:cxn ang="0">
                  <a:pos x="connsiteX3442" y="connsiteY3442"/>
                </a:cxn>
                <a:cxn ang="0">
                  <a:pos x="connsiteX3443" y="connsiteY3443"/>
                </a:cxn>
                <a:cxn ang="0">
                  <a:pos x="connsiteX3444" y="connsiteY3444"/>
                </a:cxn>
                <a:cxn ang="0">
                  <a:pos x="connsiteX3445" y="connsiteY3445"/>
                </a:cxn>
                <a:cxn ang="0">
                  <a:pos x="connsiteX3446" y="connsiteY3446"/>
                </a:cxn>
                <a:cxn ang="0">
                  <a:pos x="connsiteX3447" y="connsiteY3447"/>
                </a:cxn>
                <a:cxn ang="0">
                  <a:pos x="connsiteX3448" y="connsiteY3448"/>
                </a:cxn>
                <a:cxn ang="0">
                  <a:pos x="connsiteX3449" y="connsiteY3449"/>
                </a:cxn>
                <a:cxn ang="0">
                  <a:pos x="connsiteX3450" y="connsiteY3450"/>
                </a:cxn>
                <a:cxn ang="0">
                  <a:pos x="connsiteX3451" y="connsiteY3451"/>
                </a:cxn>
                <a:cxn ang="0">
                  <a:pos x="connsiteX3452" y="connsiteY3452"/>
                </a:cxn>
                <a:cxn ang="0">
                  <a:pos x="connsiteX3453" y="connsiteY3453"/>
                </a:cxn>
                <a:cxn ang="0">
                  <a:pos x="connsiteX3454" y="connsiteY3454"/>
                </a:cxn>
                <a:cxn ang="0">
                  <a:pos x="connsiteX3455" y="connsiteY3455"/>
                </a:cxn>
                <a:cxn ang="0">
                  <a:pos x="connsiteX3456" y="connsiteY3456"/>
                </a:cxn>
                <a:cxn ang="0">
                  <a:pos x="connsiteX3457" y="connsiteY3457"/>
                </a:cxn>
                <a:cxn ang="0">
                  <a:pos x="connsiteX3458" y="connsiteY3458"/>
                </a:cxn>
                <a:cxn ang="0">
                  <a:pos x="connsiteX3459" y="connsiteY3459"/>
                </a:cxn>
                <a:cxn ang="0">
                  <a:pos x="connsiteX3460" y="connsiteY3460"/>
                </a:cxn>
                <a:cxn ang="0">
                  <a:pos x="connsiteX3461" y="connsiteY3461"/>
                </a:cxn>
                <a:cxn ang="0">
                  <a:pos x="connsiteX3462" y="connsiteY3462"/>
                </a:cxn>
                <a:cxn ang="0">
                  <a:pos x="connsiteX3463" y="connsiteY3463"/>
                </a:cxn>
                <a:cxn ang="0">
                  <a:pos x="connsiteX3464" y="connsiteY3464"/>
                </a:cxn>
                <a:cxn ang="0">
                  <a:pos x="connsiteX3465" y="connsiteY3465"/>
                </a:cxn>
                <a:cxn ang="0">
                  <a:pos x="connsiteX3466" y="connsiteY3466"/>
                </a:cxn>
                <a:cxn ang="0">
                  <a:pos x="connsiteX3467" y="connsiteY3467"/>
                </a:cxn>
                <a:cxn ang="0">
                  <a:pos x="connsiteX3468" y="connsiteY3468"/>
                </a:cxn>
                <a:cxn ang="0">
                  <a:pos x="connsiteX3469" y="connsiteY3469"/>
                </a:cxn>
                <a:cxn ang="0">
                  <a:pos x="connsiteX3470" y="connsiteY3470"/>
                </a:cxn>
                <a:cxn ang="0">
                  <a:pos x="connsiteX3471" y="connsiteY3471"/>
                </a:cxn>
                <a:cxn ang="0">
                  <a:pos x="connsiteX3472" y="connsiteY3472"/>
                </a:cxn>
                <a:cxn ang="0">
                  <a:pos x="connsiteX3473" y="connsiteY3473"/>
                </a:cxn>
                <a:cxn ang="0">
                  <a:pos x="connsiteX3474" y="connsiteY3474"/>
                </a:cxn>
                <a:cxn ang="0">
                  <a:pos x="connsiteX3475" y="connsiteY3475"/>
                </a:cxn>
                <a:cxn ang="0">
                  <a:pos x="connsiteX3476" y="connsiteY3476"/>
                </a:cxn>
                <a:cxn ang="0">
                  <a:pos x="connsiteX3477" y="connsiteY3477"/>
                </a:cxn>
                <a:cxn ang="0">
                  <a:pos x="connsiteX3478" y="connsiteY3478"/>
                </a:cxn>
                <a:cxn ang="0">
                  <a:pos x="connsiteX3479" y="connsiteY3479"/>
                </a:cxn>
                <a:cxn ang="0">
                  <a:pos x="connsiteX3480" y="connsiteY3480"/>
                </a:cxn>
                <a:cxn ang="0">
                  <a:pos x="connsiteX3481" y="connsiteY3481"/>
                </a:cxn>
                <a:cxn ang="0">
                  <a:pos x="connsiteX3482" y="connsiteY3482"/>
                </a:cxn>
                <a:cxn ang="0">
                  <a:pos x="connsiteX3483" y="connsiteY3483"/>
                </a:cxn>
                <a:cxn ang="0">
                  <a:pos x="connsiteX3484" y="connsiteY3484"/>
                </a:cxn>
                <a:cxn ang="0">
                  <a:pos x="connsiteX3485" y="connsiteY3485"/>
                </a:cxn>
                <a:cxn ang="0">
                  <a:pos x="connsiteX3486" y="connsiteY3486"/>
                </a:cxn>
                <a:cxn ang="0">
                  <a:pos x="connsiteX3487" y="connsiteY3487"/>
                </a:cxn>
                <a:cxn ang="0">
                  <a:pos x="connsiteX3488" y="connsiteY3488"/>
                </a:cxn>
                <a:cxn ang="0">
                  <a:pos x="connsiteX3489" y="connsiteY3489"/>
                </a:cxn>
                <a:cxn ang="0">
                  <a:pos x="connsiteX3490" y="connsiteY3490"/>
                </a:cxn>
                <a:cxn ang="0">
                  <a:pos x="connsiteX3491" y="connsiteY3491"/>
                </a:cxn>
                <a:cxn ang="0">
                  <a:pos x="connsiteX3492" y="connsiteY3492"/>
                </a:cxn>
                <a:cxn ang="0">
                  <a:pos x="connsiteX3493" y="connsiteY3493"/>
                </a:cxn>
                <a:cxn ang="0">
                  <a:pos x="connsiteX3494" y="connsiteY3494"/>
                </a:cxn>
                <a:cxn ang="0">
                  <a:pos x="connsiteX3495" y="connsiteY3495"/>
                </a:cxn>
                <a:cxn ang="0">
                  <a:pos x="connsiteX3496" y="connsiteY3496"/>
                </a:cxn>
                <a:cxn ang="0">
                  <a:pos x="connsiteX3497" y="connsiteY3497"/>
                </a:cxn>
                <a:cxn ang="0">
                  <a:pos x="connsiteX3498" y="connsiteY3498"/>
                </a:cxn>
                <a:cxn ang="0">
                  <a:pos x="connsiteX3499" y="connsiteY3499"/>
                </a:cxn>
                <a:cxn ang="0">
                  <a:pos x="connsiteX3500" y="connsiteY3500"/>
                </a:cxn>
                <a:cxn ang="0">
                  <a:pos x="connsiteX3501" y="connsiteY3501"/>
                </a:cxn>
                <a:cxn ang="0">
                  <a:pos x="connsiteX3502" y="connsiteY3502"/>
                </a:cxn>
                <a:cxn ang="0">
                  <a:pos x="connsiteX3503" y="connsiteY3503"/>
                </a:cxn>
                <a:cxn ang="0">
                  <a:pos x="connsiteX3504" y="connsiteY3504"/>
                </a:cxn>
                <a:cxn ang="0">
                  <a:pos x="connsiteX3505" y="connsiteY3505"/>
                </a:cxn>
                <a:cxn ang="0">
                  <a:pos x="connsiteX3506" y="connsiteY3506"/>
                </a:cxn>
                <a:cxn ang="0">
                  <a:pos x="connsiteX3507" y="connsiteY3507"/>
                </a:cxn>
                <a:cxn ang="0">
                  <a:pos x="connsiteX3508" y="connsiteY3508"/>
                </a:cxn>
                <a:cxn ang="0">
                  <a:pos x="connsiteX3509" y="connsiteY3509"/>
                </a:cxn>
                <a:cxn ang="0">
                  <a:pos x="connsiteX3510" y="connsiteY3510"/>
                </a:cxn>
                <a:cxn ang="0">
                  <a:pos x="connsiteX3511" y="connsiteY3511"/>
                </a:cxn>
                <a:cxn ang="0">
                  <a:pos x="connsiteX3512" y="connsiteY3512"/>
                </a:cxn>
                <a:cxn ang="0">
                  <a:pos x="connsiteX3513" y="connsiteY3513"/>
                </a:cxn>
                <a:cxn ang="0">
                  <a:pos x="connsiteX3514" y="connsiteY3514"/>
                </a:cxn>
                <a:cxn ang="0">
                  <a:pos x="connsiteX3515" y="connsiteY3515"/>
                </a:cxn>
                <a:cxn ang="0">
                  <a:pos x="connsiteX3516" y="connsiteY3516"/>
                </a:cxn>
                <a:cxn ang="0">
                  <a:pos x="connsiteX3517" y="connsiteY3517"/>
                </a:cxn>
                <a:cxn ang="0">
                  <a:pos x="connsiteX3518" y="connsiteY3518"/>
                </a:cxn>
                <a:cxn ang="0">
                  <a:pos x="connsiteX3519" y="connsiteY3519"/>
                </a:cxn>
                <a:cxn ang="0">
                  <a:pos x="connsiteX3520" y="connsiteY3520"/>
                </a:cxn>
                <a:cxn ang="0">
                  <a:pos x="connsiteX3521" y="connsiteY3521"/>
                </a:cxn>
                <a:cxn ang="0">
                  <a:pos x="connsiteX3522" y="connsiteY3522"/>
                </a:cxn>
                <a:cxn ang="0">
                  <a:pos x="connsiteX3523" y="connsiteY3523"/>
                </a:cxn>
                <a:cxn ang="0">
                  <a:pos x="connsiteX3524" y="connsiteY3524"/>
                </a:cxn>
                <a:cxn ang="0">
                  <a:pos x="connsiteX3525" y="connsiteY3525"/>
                </a:cxn>
                <a:cxn ang="0">
                  <a:pos x="connsiteX3526" y="connsiteY3526"/>
                </a:cxn>
                <a:cxn ang="0">
                  <a:pos x="connsiteX3527" y="connsiteY3527"/>
                </a:cxn>
                <a:cxn ang="0">
                  <a:pos x="connsiteX3528" y="connsiteY3528"/>
                </a:cxn>
                <a:cxn ang="0">
                  <a:pos x="connsiteX3529" y="connsiteY3529"/>
                </a:cxn>
                <a:cxn ang="0">
                  <a:pos x="connsiteX3530" y="connsiteY3530"/>
                </a:cxn>
                <a:cxn ang="0">
                  <a:pos x="connsiteX3531" y="connsiteY3531"/>
                </a:cxn>
                <a:cxn ang="0">
                  <a:pos x="connsiteX3532" y="connsiteY3532"/>
                </a:cxn>
                <a:cxn ang="0">
                  <a:pos x="connsiteX3533" y="connsiteY3533"/>
                </a:cxn>
                <a:cxn ang="0">
                  <a:pos x="connsiteX3534" y="connsiteY3534"/>
                </a:cxn>
                <a:cxn ang="0">
                  <a:pos x="connsiteX3535" y="connsiteY3535"/>
                </a:cxn>
                <a:cxn ang="0">
                  <a:pos x="connsiteX3536" y="connsiteY3536"/>
                </a:cxn>
                <a:cxn ang="0">
                  <a:pos x="connsiteX3537" y="connsiteY3537"/>
                </a:cxn>
                <a:cxn ang="0">
                  <a:pos x="connsiteX3538" y="connsiteY3538"/>
                </a:cxn>
                <a:cxn ang="0">
                  <a:pos x="connsiteX3539" y="connsiteY3539"/>
                </a:cxn>
                <a:cxn ang="0">
                  <a:pos x="connsiteX3540" y="connsiteY3540"/>
                </a:cxn>
                <a:cxn ang="0">
                  <a:pos x="connsiteX3541" y="connsiteY3541"/>
                </a:cxn>
                <a:cxn ang="0">
                  <a:pos x="connsiteX3542" y="connsiteY3542"/>
                </a:cxn>
                <a:cxn ang="0">
                  <a:pos x="connsiteX3543" y="connsiteY3543"/>
                </a:cxn>
                <a:cxn ang="0">
                  <a:pos x="connsiteX3544" y="connsiteY3544"/>
                </a:cxn>
                <a:cxn ang="0">
                  <a:pos x="connsiteX3545" y="connsiteY3545"/>
                </a:cxn>
                <a:cxn ang="0">
                  <a:pos x="connsiteX3546" y="connsiteY3546"/>
                </a:cxn>
                <a:cxn ang="0">
                  <a:pos x="connsiteX3547" y="connsiteY3547"/>
                </a:cxn>
                <a:cxn ang="0">
                  <a:pos x="connsiteX3548" y="connsiteY3548"/>
                </a:cxn>
                <a:cxn ang="0">
                  <a:pos x="connsiteX3549" y="connsiteY3549"/>
                </a:cxn>
                <a:cxn ang="0">
                  <a:pos x="connsiteX3550" y="connsiteY3550"/>
                </a:cxn>
                <a:cxn ang="0">
                  <a:pos x="connsiteX3551" y="connsiteY3551"/>
                </a:cxn>
                <a:cxn ang="0">
                  <a:pos x="connsiteX3552" y="connsiteY3552"/>
                </a:cxn>
                <a:cxn ang="0">
                  <a:pos x="connsiteX3553" y="connsiteY3553"/>
                </a:cxn>
                <a:cxn ang="0">
                  <a:pos x="connsiteX3554" y="connsiteY3554"/>
                </a:cxn>
                <a:cxn ang="0">
                  <a:pos x="connsiteX3555" y="connsiteY3555"/>
                </a:cxn>
                <a:cxn ang="0">
                  <a:pos x="connsiteX3556" y="connsiteY3556"/>
                </a:cxn>
                <a:cxn ang="0">
                  <a:pos x="connsiteX3557" y="connsiteY3557"/>
                </a:cxn>
                <a:cxn ang="0">
                  <a:pos x="connsiteX3558" y="connsiteY3558"/>
                </a:cxn>
                <a:cxn ang="0">
                  <a:pos x="connsiteX3559" y="connsiteY3559"/>
                </a:cxn>
                <a:cxn ang="0">
                  <a:pos x="connsiteX3560" y="connsiteY3560"/>
                </a:cxn>
                <a:cxn ang="0">
                  <a:pos x="connsiteX3561" y="connsiteY3561"/>
                </a:cxn>
                <a:cxn ang="0">
                  <a:pos x="connsiteX3562" y="connsiteY3562"/>
                </a:cxn>
                <a:cxn ang="0">
                  <a:pos x="connsiteX3563" y="connsiteY3563"/>
                </a:cxn>
                <a:cxn ang="0">
                  <a:pos x="connsiteX3564" y="connsiteY3564"/>
                </a:cxn>
                <a:cxn ang="0">
                  <a:pos x="connsiteX3565" y="connsiteY3565"/>
                </a:cxn>
                <a:cxn ang="0">
                  <a:pos x="connsiteX3566" y="connsiteY3566"/>
                </a:cxn>
                <a:cxn ang="0">
                  <a:pos x="connsiteX3567" y="connsiteY3567"/>
                </a:cxn>
                <a:cxn ang="0">
                  <a:pos x="connsiteX3568" y="connsiteY3568"/>
                </a:cxn>
                <a:cxn ang="0">
                  <a:pos x="connsiteX3569" y="connsiteY3569"/>
                </a:cxn>
                <a:cxn ang="0">
                  <a:pos x="connsiteX3570" y="connsiteY3570"/>
                </a:cxn>
                <a:cxn ang="0">
                  <a:pos x="connsiteX3571" y="connsiteY3571"/>
                </a:cxn>
                <a:cxn ang="0">
                  <a:pos x="connsiteX3572" y="connsiteY3572"/>
                </a:cxn>
                <a:cxn ang="0">
                  <a:pos x="connsiteX3573" y="connsiteY3573"/>
                </a:cxn>
                <a:cxn ang="0">
                  <a:pos x="connsiteX3574" y="connsiteY3574"/>
                </a:cxn>
                <a:cxn ang="0">
                  <a:pos x="connsiteX3575" y="connsiteY3575"/>
                </a:cxn>
                <a:cxn ang="0">
                  <a:pos x="connsiteX3576" y="connsiteY3576"/>
                </a:cxn>
                <a:cxn ang="0">
                  <a:pos x="connsiteX3577" y="connsiteY3577"/>
                </a:cxn>
                <a:cxn ang="0">
                  <a:pos x="connsiteX3578" y="connsiteY3578"/>
                </a:cxn>
                <a:cxn ang="0">
                  <a:pos x="connsiteX3579" y="connsiteY3579"/>
                </a:cxn>
                <a:cxn ang="0">
                  <a:pos x="connsiteX3580" y="connsiteY3580"/>
                </a:cxn>
                <a:cxn ang="0">
                  <a:pos x="connsiteX3581" y="connsiteY3581"/>
                </a:cxn>
                <a:cxn ang="0">
                  <a:pos x="connsiteX3582" y="connsiteY3582"/>
                </a:cxn>
                <a:cxn ang="0">
                  <a:pos x="connsiteX3583" y="connsiteY3583"/>
                </a:cxn>
                <a:cxn ang="0">
                  <a:pos x="connsiteX3584" y="connsiteY3584"/>
                </a:cxn>
                <a:cxn ang="0">
                  <a:pos x="connsiteX3585" y="connsiteY3585"/>
                </a:cxn>
                <a:cxn ang="0">
                  <a:pos x="connsiteX3586" y="connsiteY3586"/>
                </a:cxn>
                <a:cxn ang="0">
                  <a:pos x="connsiteX3587" y="connsiteY3587"/>
                </a:cxn>
                <a:cxn ang="0">
                  <a:pos x="connsiteX3588" y="connsiteY3588"/>
                </a:cxn>
                <a:cxn ang="0">
                  <a:pos x="connsiteX3589" y="connsiteY3589"/>
                </a:cxn>
                <a:cxn ang="0">
                  <a:pos x="connsiteX3590" y="connsiteY3590"/>
                </a:cxn>
                <a:cxn ang="0">
                  <a:pos x="connsiteX3591" y="connsiteY3591"/>
                </a:cxn>
                <a:cxn ang="0">
                  <a:pos x="connsiteX3592" y="connsiteY3592"/>
                </a:cxn>
                <a:cxn ang="0">
                  <a:pos x="connsiteX3593" y="connsiteY3593"/>
                </a:cxn>
                <a:cxn ang="0">
                  <a:pos x="connsiteX3594" y="connsiteY3594"/>
                </a:cxn>
                <a:cxn ang="0">
                  <a:pos x="connsiteX3595" y="connsiteY3595"/>
                </a:cxn>
                <a:cxn ang="0">
                  <a:pos x="connsiteX3596" y="connsiteY3596"/>
                </a:cxn>
                <a:cxn ang="0">
                  <a:pos x="connsiteX3597" y="connsiteY3597"/>
                </a:cxn>
                <a:cxn ang="0">
                  <a:pos x="connsiteX3598" y="connsiteY3598"/>
                </a:cxn>
                <a:cxn ang="0">
                  <a:pos x="connsiteX3599" y="connsiteY3599"/>
                </a:cxn>
                <a:cxn ang="0">
                  <a:pos x="connsiteX3600" y="connsiteY3600"/>
                </a:cxn>
                <a:cxn ang="0">
                  <a:pos x="connsiteX3601" y="connsiteY3601"/>
                </a:cxn>
                <a:cxn ang="0">
                  <a:pos x="connsiteX3602" y="connsiteY3602"/>
                </a:cxn>
                <a:cxn ang="0">
                  <a:pos x="connsiteX3603" y="connsiteY3603"/>
                </a:cxn>
                <a:cxn ang="0">
                  <a:pos x="connsiteX3604" y="connsiteY3604"/>
                </a:cxn>
                <a:cxn ang="0">
                  <a:pos x="connsiteX3605" y="connsiteY3605"/>
                </a:cxn>
                <a:cxn ang="0">
                  <a:pos x="connsiteX3606" y="connsiteY3606"/>
                </a:cxn>
                <a:cxn ang="0">
                  <a:pos x="connsiteX3607" y="connsiteY3607"/>
                </a:cxn>
                <a:cxn ang="0">
                  <a:pos x="connsiteX3608" y="connsiteY3608"/>
                </a:cxn>
                <a:cxn ang="0">
                  <a:pos x="connsiteX3609" y="connsiteY3609"/>
                </a:cxn>
                <a:cxn ang="0">
                  <a:pos x="connsiteX3610" y="connsiteY3610"/>
                </a:cxn>
                <a:cxn ang="0">
                  <a:pos x="connsiteX3611" y="connsiteY3611"/>
                </a:cxn>
                <a:cxn ang="0">
                  <a:pos x="connsiteX3612" y="connsiteY3612"/>
                </a:cxn>
                <a:cxn ang="0">
                  <a:pos x="connsiteX3613" y="connsiteY3613"/>
                </a:cxn>
                <a:cxn ang="0">
                  <a:pos x="connsiteX3614" y="connsiteY3614"/>
                </a:cxn>
                <a:cxn ang="0">
                  <a:pos x="connsiteX3615" y="connsiteY3615"/>
                </a:cxn>
                <a:cxn ang="0">
                  <a:pos x="connsiteX3616" y="connsiteY3616"/>
                </a:cxn>
                <a:cxn ang="0">
                  <a:pos x="connsiteX3617" y="connsiteY3617"/>
                </a:cxn>
                <a:cxn ang="0">
                  <a:pos x="connsiteX3618" y="connsiteY3618"/>
                </a:cxn>
                <a:cxn ang="0">
                  <a:pos x="connsiteX3619" y="connsiteY3619"/>
                </a:cxn>
                <a:cxn ang="0">
                  <a:pos x="connsiteX3620" y="connsiteY3620"/>
                </a:cxn>
                <a:cxn ang="0">
                  <a:pos x="connsiteX3621" y="connsiteY3621"/>
                </a:cxn>
                <a:cxn ang="0">
                  <a:pos x="connsiteX3622" y="connsiteY3622"/>
                </a:cxn>
                <a:cxn ang="0">
                  <a:pos x="connsiteX3623" y="connsiteY3623"/>
                </a:cxn>
                <a:cxn ang="0">
                  <a:pos x="connsiteX3624" y="connsiteY3624"/>
                </a:cxn>
                <a:cxn ang="0">
                  <a:pos x="connsiteX3625" y="connsiteY3625"/>
                </a:cxn>
                <a:cxn ang="0">
                  <a:pos x="connsiteX3626" y="connsiteY3626"/>
                </a:cxn>
                <a:cxn ang="0">
                  <a:pos x="connsiteX3627" y="connsiteY3627"/>
                </a:cxn>
                <a:cxn ang="0">
                  <a:pos x="connsiteX3628" y="connsiteY3628"/>
                </a:cxn>
                <a:cxn ang="0">
                  <a:pos x="connsiteX3629" y="connsiteY3629"/>
                </a:cxn>
                <a:cxn ang="0">
                  <a:pos x="connsiteX3630" y="connsiteY3630"/>
                </a:cxn>
                <a:cxn ang="0">
                  <a:pos x="connsiteX3631" y="connsiteY3631"/>
                </a:cxn>
                <a:cxn ang="0">
                  <a:pos x="connsiteX3632" y="connsiteY3632"/>
                </a:cxn>
                <a:cxn ang="0">
                  <a:pos x="connsiteX3633" y="connsiteY3633"/>
                </a:cxn>
                <a:cxn ang="0">
                  <a:pos x="connsiteX3634" y="connsiteY3634"/>
                </a:cxn>
                <a:cxn ang="0">
                  <a:pos x="connsiteX3635" y="connsiteY3635"/>
                </a:cxn>
                <a:cxn ang="0">
                  <a:pos x="connsiteX3636" y="connsiteY3636"/>
                </a:cxn>
                <a:cxn ang="0">
                  <a:pos x="connsiteX3637" y="connsiteY3637"/>
                </a:cxn>
                <a:cxn ang="0">
                  <a:pos x="connsiteX3638" y="connsiteY3638"/>
                </a:cxn>
                <a:cxn ang="0">
                  <a:pos x="connsiteX3639" y="connsiteY3639"/>
                </a:cxn>
                <a:cxn ang="0">
                  <a:pos x="connsiteX3640" y="connsiteY3640"/>
                </a:cxn>
                <a:cxn ang="0">
                  <a:pos x="connsiteX3641" y="connsiteY3641"/>
                </a:cxn>
                <a:cxn ang="0">
                  <a:pos x="connsiteX3642" y="connsiteY3642"/>
                </a:cxn>
                <a:cxn ang="0">
                  <a:pos x="connsiteX3643" y="connsiteY3643"/>
                </a:cxn>
                <a:cxn ang="0">
                  <a:pos x="connsiteX3644" y="connsiteY3644"/>
                </a:cxn>
                <a:cxn ang="0">
                  <a:pos x="connsiteX3645" y="connsiteY3645"/>
                </a:cxn>
                <a:cxn ang="0">
                  <a:pos x="connsiteX3646" y="connsiteY3646"/>
                </a:cxn>
                <a:cxn ang="0">
                  <a:pos x="connsiteX3647" y="connsiteY3647"/>
                </a:cxn>
                <a:cxn ang="0">
                  <a:pos x="connsiteX3648" y="connsiteY3648"/>
                </a:cxn>
                <a:cxn ang="0">
                  <a:pos x="connsiteX3649" y="connsiteY3649"/>
                </a:cxn>
                <a:cxn ang="0">
                  <a:pos x="connsiteX3650" y="connsiteY3650"/>
                </a:cxn>
                <a:cxn ang="0">
                  <a:pos x="connsiteX3651" y="connsiteY3651"/>
                </a:cxn>
                <a:cxn ang="0">
                  <a:pos x="connsiteX3652" y="connsiteY3652"/>
                </a:cxn>
                <a:cxn ang="0">
                  <a:pos x="connsiteX3653" y="connsiteY3653"/>
                </a:cxn>
                <a:cxn ang="0">
                  <a:pos x="connsiteX3654" y="connsiteY3654"/>
                </a:cxn>
                <a:cxn ang="0">
                  <a:pos x="connsiteX3655" y="connsiteY3655"/>
                </a:cxn>
                <a:cxn ang="0">
                  <a:pos x="connsiteX3656" y="connsiteY3656"/>
                </a:cxn>
                <a:cxn ang="0">
                  <a:pos x="connsiteX3657" y="connsiteY3657"/>
                </a:cxn>
                <a:cxn ang="0">
                  <a:pos x="connsiteX3658" y="connsiteY3658"/>
                </a:cxn>
                <a:cxn ang="0">
                  <a:pos x="connsiteX3659" y="connsiteY3659"/>
                </a:cxn>
                <a:cxn ang="0">
                  <a:pos x="connsiteX3660" y="connsiteY3660"/>
                </a:cxn>
                <a:cxn ang="0">
                  <a:pos x="connsiteX3661" y="connsiteY3661"/>
                </a:cxn>
                <a:cxn ang="0">
                  <a:pos x="connsiteX3662" y="connsiteY3662"/>
                </a:cxn>
                <a:cxn ang="0">
                  <a:pos x="connsiteX3663" y="connsiteY3663"/>
                </a:cxn>
                <a:cxn ang="0">
                  <a:pos x="connsiteX3664" y="connsiteY3664"/>
                </a:cxn>
                <a:cxn ang="0">
                  <a:pos x="connsiteX3665" y="connsiteY3665"/>
                </a:cxn>
                <a:cxn ang="0">
                  <a:pos x="connsiteX3666" y="connsiteY3666"/>
                </a:cxn>
                <a:cxn ang="0">
                  <a:pos x="connsiteX3667" y="connsiteY3667"/>
                </a:cxn>
                <a:cxn ang="0">
                  <a:pos x="connsiteX3668" y="connsiteY3668"/>
                </a:cxn>
                <a:cxn ang="0">
                  <a:pos x="connsiteX3669" y="connsiteY3669"/>
                </a:cxn>
                <a:cxn ang="0">
                  <a:pos x="connsiteX3670" y="connsiteY3670"/>
                </a:cxn>
                <a:cxn ang="0">
                  <a:pos x="connsiteX3671" y="connsiteY3671"/>
                </a:cxn>
                <a:cxn ang="0">
                  <a:pos x="connsiteX3672" y="connsiteY3672"/>
                </a:cxn>
                <a:cxn ang="0">
                  <a:pos x="connsiteX3673" y="connsiteY3673"/>
                </a:cxn>
                <a:cxn ang="0">
                  <a:pos x="connsiteX3674" y="connsiteY3674"/>
                </a:cxn>
                <a:cxn ang="0">
                  <a:pos x="connsiteX3675" y="connsiteY3675"/>
                </a:cxn>
                <a:cxn ang="0">
                  <a:pos x="connsiteX3676" y="connsiteY3676"/>
                </a:cxn>
                <a:cxn ang="0">
                  <a:pos x="connsiteX3677" y="connsiteY3677"/>
                </a:cxn>
                <a:cxn ang="0">
                  <a:pos x="connsiteX3678" y="connsiteY3678"/>
                </a:cxn>
                <a:cxn ang="0">
                  <a:pos x="connsiteX3679" y="connsiteY3679"/>
                </a:cxn>
                <a:cxn ang="0">
                  <a:pos x="connsiteX3680" y="connsiteY3680"/>
                </a:cxn>
                <a:cxn ang="0">
                  <a:pos x="connsiteX3681" y="connsiteY3681"/>
                </a:cxn>
                <a:cxn ang="0">
                  <a:pos x="connsiteX3682" y="connsiteY3682"/>
                </a:cxn>
                <a:cxn ang="0">
                  <a:pos x="connsiteX3683" y="connsiteY3683"/>
                </a:cxn>
                <a:cxn ang="0">
                  <a:pos x="connsiteX3684" y="connsiteY3684"/>
                </a:cxn>
                <a:cxn ang="0">
                  <a:pos x="connsiteX3685" y="connsiteY3685"/>
                </a:cxn>
                <a:cxn ang="0">
                  <a:pos x="connsiteX3686" y="connsiteY3686"/>
                </a:cxn>
                <a:cxn ang="0">
                  <a:pos x="connsiteX3687" y="connsiteY3687"/>
                </a:cxn>
                <a:cxn ang="0">
                  <a:pos x="connsiteX3688" y="connsiteY3688"/>
                </a:cxn>
                <a:cxn ang="0">
                  <a:pos x="connsiteX3689" y="connsiteY3689"/>
                </a:cxn>
                <a:cxn ang="0">
                  <a:pos x="connsiteX3690" y="connsiteY3690"/>
                </a:cxn>
                <a:cxn ang="0">
                  <a:pos x="connsiteX3691" y="connsiteY3691"/>
                </a:cxn>
                <a:cxn ang="0">
                  <a:pos x="connsiteX3692" y="connsiteY3692"/>
                </a:cxn>
                <a:cxn ang="0">
                  <a:pos x="connsiteX3693" y="connsiteY3693"/>
                </a:cxn>
                <a:cxn ang="0">
                  <a:pos x="connsiteX3694" y="connsiteY3694"/>
                </a:cxn>
                <a:cxn ang="0">
                  <a:pos x="connsiteX3695" y="connsiteY3695"/>
                </a:cxn>
                <a:cxn ang="0">
                  <a:pos x="connsiteX3696" y="connsiteY3696"/>
                </a:cxn>
                <a:cxn ang="0">
                  <a:pos x="connsiteX3697" y="connsiteY3697"/>
                </a:cxn>
                <a:cxn ang="0">
                  <a:pos x="connsiteX3698" y="connsiteY3698"/>
                </a:cxn>
                <a:cxn ang="0">
                  <a:pos x="connsiteX3699" y="connsiteY3699"/>
                </a:cxn>
                <a:cxn ang="0">
                  <a:pos x="connsiteX3700" y="connsiteY3700"/>
                </a:cxn>
                <a:cxn ang="0">
                  <a:pos x="connsiteX3701" y="connsiteY3701"/>
                </a:cxn>
                <a:cxn ang="0">
                  <a:pos x="connsiteX3702" y="connsiteY3702"/>
                </a:cxn>
                <a:cxn ang="0">
                  <a:pos x="connsiteX3703" y="connsiteY3703"/>
                </a:cxn>
                <a:cxn ang="0">
                  <a:pos x="connsiteX3704" y="connsiteY3704"/>
                </a:cxn>
                <a:cxn ang="0">
                  <a:pos x="connsiteX3705" y="connsiteY3705"/>
                </a:cxn>
                <a:cxn ang="0">
                  <a:pos x="connsiteX3706" y="connsiteY3706"/>
                </a:cxn>
                <a:cxn ang="0">
                  <a:pos x="connsiteX3707" y="connsiteY3707"/>
                </a:cxn>
                <a:cxn ang="0">
                  <a:pos x="connsiteX3708" y="connsiteY3708"/>
                </a:cxn>
                <a:cxn ang="0">
                  <a:pos x="connsiteX3709" y="connsiteY3709"/>
                </a:cxn>
                <a:cxn ang="0">
                  <a:pos x="connsiteX3710" y="connsiteY3710"/>
                </a:cxn>
                <a:cxn ang="0">
                  <a:pos x="connsiteX3711" y="connsiteY3711"/>
                </a:cxn>
                <a:cxn ang="0">
                  <a:pos x="connsiteX3712" y="connsiteY3712"/>
                </a:cxn>
                <a:cxn ang="0">
                  <a:pos x="connsiteX3713" y="connsiteY3713"/>
                </a:cxn>
                <a:cxn ang="0">
                  <a:pos x="connsiteX3714" y="connsiteY3714"/>
                </a:cxn>
                <a:cxn ang="0">
                  <a:pos x="connsiteX3715" y="connsiteY3715"/>
                </a:cxn>
                <a:cxn ang="0">
                  <a:pos x="connsiteX3716" y="connsiteY3716"/>
                </a:cxn>
                <a:cxn ang="0">
                  <a:pos x="connsiteX3717" y="connsiteY3717"/>
                </a:cxn>
                <a:cxn ang="0">
                  <a:pos x="connsiteX3718" y="connsiteY3718"/>
                </a:cxn>
                <a:cxn ang="0">
                  <a:pos x="connsiteX3719" y="connsiteY3719"/>
                </a:cxn>
                <a:cxn ang="0">
                  <a:pos x="connsiteX3720" y="connsiteY3720"/>
                </a:cxn>
                <a:cxn ang="0">
                  <a:pos x="connsiteX3721" y="connsiteY3721"/>
                </a:cxn>
                <a:cxn ang="0">
                  <a:pos x="connsiteX3722" y="connsiteY3722"/>
                </a:cxn>
                <a:cxn ang="0">
                  <a:pos x="connsiteX3723" y="connsiteY3723"/>
                </a:cxn>
                <a:cxn ang="0">
                  <a:pos x="connsiteX3724" y="connsiteY3724"/>
                </a:cxn>
                <a:cxn ang="0">
                  <a:pos x="connsiteX3725" y="connsiteY3725"/>
                </a:cxn>
                <a:cxn ang="0">
                  <a:pos x="connsiteX3726" y="connsiteY3726"/>
                </a:cxn>
                <a:cxn ang="0">
                  <a:pos x="connsiteX3727" y="connsiteY3727"/>
                </a:cxn>
                <a:cxn ang="0">
                  <a:pos x="connsiteX3728" y="connsiteY3728"/>
                </a:cxn>
                <a:cxn ang="0">
                  <a:pos x="connsiteX3729" y="connsiteY3729"/>
                </a:cxn>
                <a:cxn ang="0">
                  <a:pos x="connsiteX3730" y="connsiteY3730"/>
                </a:cxn>
                <a:cxn ang="0">
                  <a:pos x="connsiteX3731" y="connsiteY3731"/>
                </a:cxn>
                <a:cxn ang="0">
                  <a:pos x="connsiteX3732" y="connsiteY3732"/>
                </a:cxn>
                <a:cxn ang="0">
                  <a:pos x="connsiteX3733" y="connsiteY3733"/>
                </a:cxn>
                <a:cxn ang="0">
                  <a:pos x="connsiteX3734" y="connsiteY3734"/>
                </a:cxn>
                <a:cxn ang="0">
                  <a:pos x="connsiteX3735" y="connsiteY3735"/>
                </a:cxn>
                <a:cxn ang="0">
                  <a:pos x="connsiteX3736" y="connsiteY3736"/>
                </a:cxn>
                <a:cxn ang="0">
                  <a:pos x="connsiteX3737" y="connsiteY3737"/>
                </a:cxn>
                <a:cxn ang="0">
                  <a:pos x="connsiteX3738" y="connsiteY3738"/>
                </a:cxn>
                <a:cxn ang="0">
                  <a:pos x="connsiteX3739" y="connsiteY3739"/>
                </a:cxn>
                <a:cxn ang="0">
                  <a:pos x="connsiteX3740" y="connsiteY3740"/>
                </a:cxn>
                <a:cxn ang="0">
                  <a:pos x="connsiteX3741" y="connsiteY3741"/>
                </a:cxn>
                <a:cxn ang="0">
                  <a:pos x="connsiteX3742" y="connsiteY3742"/>
                </a:cxn>
                <a:cxn ang="0">
                  <a:pos x="connsiteX3743" y="connsiteY3743"/>
                </a:cxn>
                <a:cxn ang="0">
                  <a:pos x="connsiteX3744" y="connsiteY3744"/>
                </a:cxn>
                <a:cxn ang="0">
                  <a:pos x="connsiteX3745" y="connsiteY3745"/>
                </a:cxn>
                <a:cxn ang="0">
                  <a:pos x="connsiteX3746" y="connsiteY3746"/>
                </a:cxn>
                <a:cxn ang="0">
                  <a:pos x="connsiteX3747" y="connsiteY3747"/>
                </a:cxn>
                <a:cxn ang="0">
                  <a:pos x="connsiteX3748" y="connsiteY3748"/>
                </a:cxn>
                <a:cxn ang="0">
                  <a:pos x="connsiteX3749" y="connsiteY3749"/>
                </a:cxn>
                <a:cxn ang="0">
                  <a:pos x="connsiteX3750" y="connsiteY3750"/>
                </a:cxn>
                <a:cxn ang="0">
                  <a:pos x="connsiteX3751" y="connsiteY3751"/>
                </a:cxn>
                <a:cxn ang="0">
                  <a:pos x="connsiteX3752" y="connsiteY3752"/>
                </a:cxn>
                <a:cxn ang="0">
                  <a:pos x="connsiteX3753" y="connsiteY3753"/>
                </a:cxn>
                <a:cxn ang="0">
                  <a:pos x="connsiteX3754" y="connsiteY3754"/>
                </a:cxn>
                <a:cxn ang="0">
                  <a:pos x="connsiteX3755" y="connsiteY3755"/>
                </a:cxn>
                <a:cxn ang="0">
                  <a:pos x="connsiteX3756" y="connsiteY3756"/>
                </a:cxn>
                <a:cxn ang="0">
                  <a:pos x="connsiteX3757" y="connsiteY3757"/>
                </a:cxn>
                <a:cxn ang="0">
                  <a:pos x="connsiteX3758" y="connsiteY3758"/>
                </a:cxn>
                <a:cxn ang="0">
                  <a:pos x="connsiteX3759" y="connsiteY3759"/>
                </a:cxn>
                <a:cxn ang="0">
                  <a:pos x="connsiteX3760" y="connsiteY3760"/>
                </a:cxn>
                <a:cxn ang="0">
                  <a:pos x="connsiteX3761" y="connsiteY3761"/>
                </a:cxn>
                <a:cxn ang="0">
                  <a:pos x="connsiteX3762" y="connsiteY3762"/>
                </a:cxn>
                <a:cxn ang="0">
                  <a:pos x="connsiteX3763" y="connsiteY3763"/>
                </a:cxn>
                <a:cxn ang="0">
                  <a:pos x="connsiteX3764" y="connsiteY3764"/>
                </a:cxn>
                <a:cxn ang="0">
                  <a:pos x="connsiteX3765" y="connsiteY3765"/>
                </a:cxn>
                <a:cxn ang="0">
                  <a:pos x="connsiteX3766" y="connsiteY3766"/>
                </a:cxn>
                <a:cxn ang="0">
                  <a:pos x="connsiteX3767" y="connsiteY3767"/>
                </a:cxn>
                <a:cxn ang="0">
                  <a:pos x="connsiteX3768" y="connsiteY3768"/>
                </a:cxn>
                <a:cxn ang="0">
                  <a:pos x="connsiteX3769" y="connsiteY3769"/>
                </a:cxn>
                <a:cxn ang="0">
                  <a:pos x="connsiteX3770" y="connsiteY3770"/>
                </a:cxn>
                <a:cxn ang="0">
                  <a:pos x="connsiteX3771" y="connsiteY3771"/>
                </a:cxn>
                <a:cxn ang="0">
                  <a:pos x="connsiteX3772" y="connsiteY3772"/>
                </a:cxn>
                <a:cxn ang="0">
                  <a:pos x="connsiteX3773" y="connsiteY3773"/>
                </a:cxn>
                <a:cxn ang="0">
                  <a:pos x="connsiteX3774" y="connsiteY3774"/>
                </a:cxn>
                <a:cxn ang="0">
                  <a:pos x="connsiteX3775" y="connsiteY3775"/>
                </a:cxn>
                <a:cxn ang="0">
                  <a:pos x="connsiteX3776" y="connsiteY3776"/>
                </a:cxn>
                <a:cxn ang="0">
                  <a:pos x="connsiteX3777" y="connsiteY3777"/>
                </a:cxn>
                <a:cxn ang="0">
                  <a:pos x="connsiteX3778" y="connsiteY3778"/>
                </a:cxn>
                <a:cxn ang="0">
                  <a:pos x="connsiteX3779" y="connsiteY3779"/>
                </a:cxn>
                <a:cxn ang="0">
                  <a:pos x="connsiteX3780" y="connsiteY3780"/>
                </a:cxn>
                <a:cxn ang="0">
                  <a:pos x="connsiteX3781" y="connsiteY3781"/>
                </a:cxn>
                <a:cxn ang="0">
                  <a:pos x="connsiteX3782" y="connsiteY3782"/>
                </a:cxn>
                <a:cxn ang="0">
                  <a:pos x="connsiteX3783" y="connsiteY3783"/>
                </a:cxn>
                <a:cxn ang="0">
                  <a:pos x="connsiteX3784" y="connsiteY3784"/>
                </a:cxn>
                <a:cxn ang="0">
                  <a:pos x="connsiteX3785" y="connsiteY3785"/>
                </a:cxn>
                <a:cxn ang="0">
                  <a:pos x="connsiteX3786" y="connsiteY3786"/>
                </a:cxn>
                <a:cxn ang="0">
                  <a:pos x="connsiteX3787" y="connsiteY3787"/>
                </a:cxn>
                <a:cxn ang="0">
                  <a:pos x="connsiteX3788" y="connsiteY3788"/>
                </a:cxn>
                <a:cxn ang="0">
                  <a:pos x="connsiteX3789" y="connsiteY3789"/>
                </a:cxn>
                <a:cxn ang="0">
                  <a:pos x="connsiteX3790" y="connsiteY3790"/>
                </a:cxn>
                <a:cxn ang="0">
                  <a:pos x="connsiteX3791" y="connsiteY3791"/>
                </a:cxn>
                <a:cxn ang="0">
                  <a:pos x="connsiteX3792" y="connsiteY3792"/>
                </a:cxn>
                <a:cxn ang="0">
                  <a:pos x="connsiteX3793" y="connsiteY3793"/>
                </a:cxn>
                <a:cxn ang="0">
                  <a:pos x="connsiteX3794" y="connsiteY3794"/>
                </a:cxn>
                <a:cxn ang="0">
                  <a:pos x="connsiteX3795" y="connsiteY3795"/>
                </a:cxn>
                <a:cxn ang="0">
                  <a:pos x="connsiteX3796" y="connsiteY3796"/>
                </a:cxn>
                <a:cxn ang="0">
                  <a:pos x="connsiteX3797" y="connsiteY3797"/>
                </a:cxn>
                <a:cxn ang="0">
                  <a:pos x="connsiteX3798" y="connsiteY3798"/>
                </a:cxn>
                <a:cxn ang="0">
                  <a:pos x="connsiteX3799" y="connsiteY3799"/>
                </a:cxn>
                <a:cxn ang="0">
                  <a:pos x="connsiteX3800" y="connsiteY3800"/>
                </a:cxn>
                <a:cxn ang="0">
                  <a:pos x="connsiteX3801" y="connsiteY3801"/>
                </a:cxn>
                <a:cxn ang="0">
                  <a:pos x="connsiteX3802" y="connsiteY3802"/>
                </a:cxn>
                <a:cxn ang="0">
                  <a:pos x="connsiteX3803" y="connsiteY3803"/>
                </a:cxn>
                <a:cxn ang="0">
                  <a:pos x="connsiteX3804" y="connsiteY3804"/>
                </a:cxn>
                <a:cxn ang="0">
                  <a:pos x="connsiteX3805" y="connsiteY3805"/>
                </a:cxn>
                <a:cxn ang="0">
                  <a:pos x="connsiteX3806" y="connsiteY3806"/>
                </a:cxn>
                <a:cxn ang="0">
                  <a:pos x="connsiteX3807" y="connsiteY3807"/>
                </a:cxn>
                <a:cxn ang="0">
                  <a:pos x="connsiteX3808" y="connsiteY3808"/>
                </a:cxn>
                <a:cxn ang="0">
                  <a:pos x="connsiteX3809" y="connsiteY3809"/>
                </a:cxn>
                <a:cxn ang="0">
                  <a:pos x="connsiteX3810" y="connsiteY3810"/>
                </a:cxn>
                <a:cxn ang="0">
                  <a:pos x="connsiteX3811" y="connsiteY3811"/>
                </a:cxn>
                <a:cxn ang="0">
                  <a:pos x="connsiteX3812" y="connsiteY3812"/>
                </a:cxn>
                <a:cxn ang="0">
                  <a:pos x="connsiteX3813" y="connsiteY3813"/>
                </a:cxn>
                <a:cxn ang="0">
                  <a:pos x="connsiteX3814" y="connsiteY3814"/>
                </a:cxn>
                <a:cxn ang="0">
                  <a:pos x="connsiteX3815" y="connsiteY3815"/>
                </a:cxn>
                <a:cxn ang="0">
                  <a:pos x="connsiteX3816" y="connsiteY3816"/>
                </a:cxn>
                <a:cxn ang="0">
                  <a:pos x="connsiteX3817" y="connsiteY3817"/>
                </a:cxn>
                <a:cxn ang="0">
                  <a:pos x="connsiteX3818" y="connsiteY3818"/>
                </a:cxn>
                <a:cxn ang="0">
                  <a:pos x="connsiteX3819" y="connsiteY3819"/>
                </a:cxn>
                <a:cxn ang="0">
                  <a:pos x="connsiteX3820" y="connsiteY3820"/>
                </a:cxn>
                <a:cxn ang="0">
                  <a:pos x="connsiteX3821" y="connsiteY3821"/>
                </a:cxn>
                <a:cxn ang="0">
                  <a:pos x="connsiteX3822" y="connsiteY3822"/>
                </a:cxn>
                <a:cxn ang="0">
                  <a:pos x="connsiteX3823" y="connsiteY3823"/>
                </a:cxn>
                <a:cxn ang="0">
                  <a:pos x="connsiteX3824" y="connsiteY3824"/>
                </a:cxn>
                <a:cxn ang="0">
                  <a:pos x="connsiteX3825" y="connsiteY3825"/>
                </a:cxn>
                <a:cxn ang="0">
                  <a:pos x="connsiteX3826" y="connsiteY3826"/>
                </a:cxn>
                <a:cxn ang="0">
                  <a:pos x="connsiteX3827" y="connsiteY3827"/>
                </a:cxn>
                <a:cxn ang="0">
                  <a:pos x="connsiteX3828" y="connsiteY3828"/>
                </a:cxn>
                <a:cxn ang="0">
                  <a:pos x="connsiteX3829" y="connsiteY3829"/>
                </a:cxn>
                <a:cxn ang="0">
                  <a:pos x="connsiteX3830" y="connsiteY3830"/>
                </a:cxn>
                <a:cxn ang="0">
                  <a:pos x="connsiteX3831" y="connsiteY3831"/>
                </a:cxn>
                <a:cxn ang="0">
                  <a:pos x="connsiteX3832" y="connsiteY3832"/>
                </a:cxn>
                <a:cxn ang="0">
                  <a:pos x="connsiteX3833" y="connsiteY3833"/>
                </a:cxn>
                <a:cxn ang="0">
                  <a:pos x="connsiteX3834" y="connsiteY3834"/>
                </a:cxn>
                <a:cxn ang="0">
                  <a:pos x="connsiteX3835" y="connsiteY3835"/>
                </a:cxn>
                <a:cxn ang="0">
                  <a:pos x="connsiteX3836" y="connsiteY3836"/>
                </a:cxn>
                <a:cxn ang="0">
                  <a:pos x="connsiteX3837" y="connsiteY3837"/>
                </a:cxn>
                <a:cxn ang="0">
                  <a:pos x="connsiteX3838" y="connsiteY3838"/>
                </a:cxn>
                <a:cxn ang="0">
                  <a:pos x="connsiteX3839" y="connsiteY3839"/>
                </a:cxn>
                <a:cxn ang="0">
                  <a:pos x="connsiteX3840" y="connsiteY3840"/>
                </a:cxn>
                <a:cxn ang="0">
                  <a:pos x="connsiteX3841" y="connsiteY3841"/>
                </a:cxn>
                <a:cxn ang="0">
                  <a:pos x="connsiteX3842" y="connsiteY3842"/>
                </a:cxn>
                <a:cxn ang="0">
                  <a:pos x="connsiteX3843" y="connsiteY3843"/>
                </a:cxn>
                <a:cxn ang="0">
                  <a:pos x="connsiteX3844" y="connsiteY3844"/>
                </a:cxn>
                <a:cxn ang="0">
                  <a:pos x="connsiteX3845" y="connsiteY3845"/>
                </a:cxn>
                <a:cxn ang="0">
                  <a:pos x="connsiteX3846" y="connsiteY3846"/>
                </a:cxn>
                <a:cxn ang="0">
                  <a:pos x="connsiteX3847" y="connsiteY3847"/>
                </a:cxn>
                <a:cxn ang="0">
                  <a:pos x="connsiteX3848" y="connsiteY3848"/>
                </a:cxn>
                <a:cxn ang="0">
                  <a:pos x="connsiteX3849" y="connsiteY3849"/>
                </a:cxn>
                <a:cxn ang="0">
                  <a:pos x="connsiteX3850" y="connsiteY3850"/>
                </a:cxn>
                <a:cxn ang="0">
                  <a:pos x="connsiteX3851" y="connsiteY3851"/>
                </a:cxn>
                <a:cxn ang="0">
                  <a:pos x="connsiteX3852" y="connsiteY3852"/>
                </a:cxn>
                <a:cxn ang="0">
                  <a:pos x="connsiteX3853" y="connsiteY3853"/>
                </a:cxn>
                <a:cxn ang="0">
                  <a:pos x="connsiteX3854" y="connsiteY3854"/>
                </a:cxn>
                <a:cxn ang="0">
                  <a:pos x="connsiteX3855" y="connsiteY3855"/>
                </a:cxn>
                <a:cxn ang="0">
                  <a:pos x="connsiteX3856" y="connsiteY3856"/>
                </a:cxn>
                <a:cxn ang="0">
                  <a:pos x="connsiteX3857" y="connsiteY3857"/>
                </a:cxn>
                <a:cxn ang="0">
                  <a:pos x="connsiteX3858" y="connsiteY3858"/>
                </a:cxn>
                <a:cxn ang="0">
                  <a:pos x="connsiteX3859" y="connsiteY3859"/>
                </a:cxn>
                <a:cxn ang="0">
                  <a:pos x="connsiteX3860" y="connsiteY3860"/>
                </a:cxn>
                <a:cxn ang="0">
                  <a:pos x="connsiteX3861" y="connsiteY3861"/>
                </a:cxn>
                <a:cxn ang="0">
                  <a:pos x="connsiteX3862" y="connsiteY3862"/>
                </a:cxn>
                <a:cxn ang="0">
                  <a:pos x="connsiteX3863" y="connsiteY3863"/>
                </a:cxn>
                <a:cxn ang="0">
                  <a:pos x="connsiteX3864" y="connsiteY3864"/>
                </a:cxn>
                <a:cxn ang="0">
                  <a:pos x="connsiteX3865" y="connsiteY3865"/>
                </a:cxn>
                <a:cxn ang="0">
                  <a:pos x="connsiteX3866" y="connsiteY3866"/>
                </a:cxn>
                <a:cxn ang="0">
                  <a:pos x="connsiteX3867" y="connsiteY3867"/>
                </a:cxn>
                <a:cxn ang="0">
                  <a:pos x="connsiteX3868" y="connsiteY3868"/>
                </a:cxn>
                <a:cxn ang="0">
                  <a:pos x="connsiteX3869" y="connsiteY3869"/>
                </a:cxn>
                <a:cxn ang="0">
                  <a:pos x="connsiteX3870" y="connsiteY3870"/>
                </a:cxn>
                <a:cxn ang="0">
                  <a:pos x="connsiteX3871" y="connsiteY3871"/>
                </a:cxn>
                <a:cxn ang="0">
                  <a:pos x="connsiteX3872" y="connsiteY3872"/>
                </a:cxn>
                <a:cxn ang="0">
                  <a:pos x="connsiteX3873" y="connsiteY3873"/>
                </a:cxn>
                <a:cxn ang="0">
                  <a:pos x="connsiteX3874" y="connsiteY3874"/>
                </a:cxn>
                <a:cxn ang="0">
                  <a:pos x="connsiteX3875" y="connsiteY3875"/>
                </a:cxn>
                <a:cxn ang="0">
                  <a:pos x="connsiteX3876" y="connsiteY3876"/>
                </a:cxn>
                <a:cxn ang="0">
                  <a:pos x="connsiteX3877" y="connsiteY3877"/>
                </a:cxn>
                <a:cxn ang="0">
                  <a:pos x="connsiteX3878" y="connsiteY3878"/>
                </a:cxn>
                <a:cxn ang="0">
                  <a:pos x="connsiteX3879" y="connsiteY3879"/>
                </a:cxn>
                <a:cxn ang="0">
                  <a:pos x="connsiteX3880" y="connsiteY3880"/>
                </a:cxn>
                <a:cxn ang="0">
                  <a:pos x="connsiteX3881" y="connsiteY3881"/>
                </a:cxn>
                <a:cxn ang="0">
                  <a:pos x="connsiteX3882" y="connsiteY3882"/>
                </a:cxn>
                <a:cxn ang="0">
                  <a:pos x="connsiteX3883" y="connsiteY3883"/>
                </a:cxn>
                <a:cxn ang="0">
                  <a:pos x="connsiteX3884" y="connsiteY3884"/>
                </a:cxn>
                <a:cxn ang="0">
                  <a:pos x="connsiteX3885" y="connsiteY3885"/>
                </a:cxn>
                <a:cxn ang="0">
                  <a:pos x="connsiteX3886" y="connsiteY3886"/>
                </a:cxn>
                <a:cxn ang="0">
                  <a:pos x="connsiteX3887" y="connsiteY3887"/>
                </a:cxn>
                <a:cxn ang="0">
                  <a:pos x="connsiteX3888" y="connsiteY3888"/>
                </a:cxn>
                <a:cxn ang="0">
                  <a:pos x="connsiteX3889" y="connsiteY3889"/>
                </a:cxn>
                <a:cxn ang="0">
                  <a:pos x="connsiteX3890" y="connsiteY3890"/>
                </a:cxn>
                <a:cxn ang="0">
                  <a:pos x="connsiteX3891" y="connsiteY3891"/>
                </a:cxn>
                <a:cxn ang="0">
                  <a:pos x="connsiteX3892" y="connsiteY3892"/>
                </a:cxn>
                <a:cxn ang="0">
                  <a:pos x="connsiteX3893" y="connsiteY3893"/>
                </a:cxn>
                <a:cxn ang="0">
                  <a:pos x="connsiteX3894" y="connsiteY3894"/>
                </a:cxn>
                <a:cxn ang="0">
                  <a:pos x="connsiteX3895" y="connsiteY3895"/>
                </a:cxn>
                <a:cxn ang="0">
                  <a:pos x="connsiteX3896" y="connsiteY3896"/>
                </a:cxn>
                <a:cxn ang="0">
                  <a:pos x="connsiteX3897" y="connsiteY3897"/>
                </a:cxn>
                <a:cxn ang="0">
                  <a:pos x="connsiteX3898" y="connsiteY3898"/>
                </a:cxn>
                <a:cxn ang="0">
                  <a:pos x="connsiteX3899" y="connsiteY3899"/>
                </a:cxn>
                <a:cxn ang="0">
                  <a:pos x="connsiteX3900" y="connsiteY3900"/>
                </a:cxn>
                <a:cxn ang="0">
                  <a:pos x="connsiteX3901" y="connsiteY3901"/>
                </a:cxn>
                <a:cxn ang="0">
                  <a:pos x="connsiteX3902" y="connsiteY3902"/>
                </a:cxn>
                <a:cxn ang="0">
                  <a:pos x="connsiteX3903" y="connsiteY3903"/>
                </a:cxn>
                <a:cxn ang="0">
                  <a:pos x="connsiteX3904" y="connsiteY3904"/>
                </a:cxn>
                <a:cxn ang="0">
                  <a:pos x="connsiteX3905" y="connsiteY3905"/>
                </a:cxn>
                <a:cxn ang="0">
                  <a:pos x="connsiteX3906" y="connsiteY3906"/>
                </a:cxn>
                <a:cxn ang="0">
                  <a:pos x="connsiteX3907" y="connsiteY3907"/>
                </a:cxn>
                <a:cxn ang="0">
                  <a:pos x="connsiteX3908" y="connsiteY3908"/>
                </a:cxn>
                <a:cxn ang="0">
                  <a:pos x="connsiteX3909" y="connsiteY3909"/>
                </a:cxn>
                <a:cxn ang="0">
                  <a:pos x="connsiteX3910" y="connsiteY3910"/>
                </a:cxn>
                <a:cxn ang="0">
                  <a:pos x="connsiteX3911" y="connsiteY3911"/>
                </a:cxn>
                <a:cxn ang="0">
                  <a:pos x="connsiteX3912" y="connsiteY3912"/>
                </a:cxn>
                <a:cxn ang="0">
                  <a:pos x="connsiteX3913" y="connsiteY3913"/>
                </a:cxn>
                <a:cxn ang="0">
                  <a:pos x="connsiteX3914" y="connsiteY3914"/>
                </a:cxn>
                <a:cxn ang="0">
                  <a:pos x="connsiteX3915" y="connsiteY3915"/>
                </a:cxn>
                <a:cxn ang="0">
                  <a:pos x="connsiteX3916" y="connsiteY3916"/>
                </a:cxn>
                <a:cxn ang="0">
                  <a:pos x="connsiteX3917" y="connsiteY3917"/>
                </a:cxn>
                <a:cxn ang="0">
                  <a:pos x="connsiteX3918" y="connsiteY3918"/>
                </a:cxn>
                <a:cxn ang="0">
                  <a:pos x="connsiteX3919" y="connsiteY3919"/>
                </a:cxn>
                <a:cxn ang="0">
                  <a:pos x="connsiteX3920" y="connsiteY3920"/>
                </a:cxn>
                <a:cxn ang="0">
                  <a:pos x="connsiteX3921" y="connsiteY3921"/>
                </a:cxn>
                <a:cxn ang="0">
                  <a:pos x="connsiteX3922" y="connsiteY3922"/>
                </a:cxn>
                <a:cxn ang="0">
                  <a:pos x="connsiteX3923" y="connsiteY3923"/>
                </a:cxn>
                <a:cxn ang="0">
                  <a:pos x="connsiteX3924" y="connsiteY3924"/>
                </a:cxn>
                <a:cxn ang="0">
                  <a:pos x="connsiteX3925" y="connsiteY3925"/>
                </a:cxn>
                <a:cxn ang="0">
                  <a:pos x="connsiteX3926" y="connsiteY3926"/>
                </a:cxn>
                <a:cxn ang="0">
                  <a:pos x="connsiteX3927" y="connsiteY3927"/>
                </a:cxn>
                <a:cxn ang="0">
                  <a:pos x="connsiteX3928" y="connsiteY3928"/>
                </a:cxn>
                <a:cxn ang="0">
                  <a:pos x="connsiteX3929" y="connsiteY3929"/>
                </a:cxn>
                <a:cxn ang="0">
                  <a:pos x="connsiteX3930" y="connsiteY3930"/>
                </a:cxn>
                <a:cxn ang="0">
                  <a:pos x="connsiteX3931" y="connsiteY3931"/>
                </a:cxn>
                <a:cxn ang="0">
                  <a:pos x="connsiteX3932" y="connsiteY3932"/>
                </a:cxn>
                <a:cxn ang="0">
                  <a:pos x="connsiteX3933" y="connsiteY3933"/>
                </a:cxn>
                <a:cxn ang="0">
                  <a:pos x="connsiteX3934" y="connsiteY3934"/>
                </a:cxn>
                <a:cxn ang="0">
                  <a:pos x="connsiteX3935" y="connsiteY3935"/>
                </a:cxn>
                <a:cxn ang="0">
                  <a:pos x="connsiteX3936" y="connsiteY3936"/>
                </a:cxn>
                <a:cxn ang="0">
                  <a:pos x="connsiteX3937" y="connsiteY3937"/>
                </a:cxn>
                <a:cxn ang="0">
                  <a:pos x="connsiteX3938" y="connsiteY3938"/>
                </a:cxn>
                <a:cxn ang="0">
                  <a:pos x="connsiteX3939" y="connsiteY3939"/>
                </a:cxn>
                <a:cxn ang="0">
                  <a:pos x="connsiteX3940" y="connsiteY3940"/>
                </a:cxn>
                <a:cxn ang="0">
                  <a:pos x="connsiteX3941" y="connsiteY3941"/>
                </a:cxn>
                <a:cxn ang="0">
                  <a:pos x="connsiteX3942" y="connsiteY3942"/>
                </a:cxn>
                <a:cxn ang="0">
                  <a:pos x="connsiteX3943" y="connsiteY3943"/>
                </a:cxn>
                <a:cxn ang="0">
                  <a:pos x="connsiteX3944" y="connsiteY3944"/>
                </a:cxn>
                <a:cxn ang="0">
                  <a:pos x="connsiteX3945" y="connsiteY3945"/>
                </a:cxn>
                <a:cxn ang="0">
                  <a:pos x="connsiteX3946" y="connsiteY3946"/>
                </a:cxn>
                <a:cxn ang="0">
                  <a:pos x="connsiteX3947" y="connsiteY3947"/>
                </a:cxn>
                <a:cxn ang="0">
                  <a:pos x="connsiteX3948" y="connsiteY3948"/>
                </a:cxn>
                <a:cxn ang="0">
                  <a:pos x="connsiteX3949" y="connsiteY3949"/>
                </a:cxn>
                <a:cxn ang="0">
                  <a:pos x="connsiteX3950" y="connsiteY3950"/>
                </a:cxn>
                <a:cxn ang="0">
                  <a:pos x="connsiteX3951" y="connsiteY3951"/>
                </a:cxn>
                <a:cxn ang="0">
                  <a:pos x="connsiteX3952" y="connsiteY3952"/>
                </a:cxn>
                <a:cxn ang="0">
                  <a:pos x="connsiteX3953" y="connsiteY3953"/>
                </a:cxn>
                <a:cxn ang="0">
                  <a:pos x="connsiteX3954" y="connsiteY3954"/>
                </a:cxn>
                <a:cxn ang="0">
                  <a:pos x="connsiteX3955" y="connsiteY3955"/>
                </a:cxn>
                <a:cxn ang="0">
                  <a:pos x="connsiteX3956" y="connsiteY3956"/>
                </a:cxn>
                <a:cxn ang="0">
                  <a:pos x="connsiteX3957" y="connsiteY3957"/>
                </a:cxn>
                <a:cxn ang="0">
                  <a:pos x="connsiteX3958" y="connsiteY3958"/>
                </a:cxn>
                <a:cxn ang="0">
                  <a:pos x="connsiteX3959" y="connsiteY3959"/>
                </a:cxn>
                <a:cxn ang="0">
                  <a:pos x="connsiteX3960" y="connsiteY3960"/>
                </a:cxn>
                <a:cxn ang="0">
                  <a:pos x="connsiteX3961" y="connsiteY3961"/>
                </a:cxn>
                <a:cxn ang="0">
                  <a:pos x="connsiteX3962" y="connsiteY3962"/>
                </a:cxn>
                <a:cxn ang="0">
                  <a:pos x="connsiteX3963" y="connsiteY3963"/>
                </a:cxn>
                <a:cxn ang="0">
                  <a:pos x="connsiteX3964" y="connsiteY3964"/>
                </a:cxn>
                <a:cxn ang="0">
                  <a:pos x="connsiteX3965" y="connsiteY3965"/>
                </a:cxn>
                <a:cxn ang="0">
                  <a:pos x="connsiteX3966" y="connsiteY3966"/>
                </a:cxn>
                <a:cxn ang="0">
                  <a:pos x="connsiteX3967" y="connsiteY3967"/>
                </a:cxn>
                <a:cxn ang="0">
                  <a:pos x="connsiteX3968" y="connsiteY3968"/>
                </a:cxn>
                <a:cxn ang="0">
                  <a:pos x="connsiteX3969" y="connsiteY3969"/>
                </a:cxn>
                <a:cxn ang="0">
                  <a:pos x="connsiteX3970" y="connsiteY3970"/>
                </a:cxn>
                <a:cxn ang="0">
                  <a:pos x="connsiteX3971" y="connsiteY3971"/>
                </a:cxn>
                <a:cxn ang="0">
                  <a:pos x="connsiteX3972" y="connsiteY3972"/>
                </a:cxn>
                <a:cxn ang="0">
                  <a:pos x="connsiteX3973" y="connsiteY3973"/>
                </a:cxn>
                <a:cxn ang="0">
                  <a:pos x="connsiteX3974" y="connsiteY3974"/>
                </a:cxn>
                <a:cxn ang="0">
                  <a:pos x="connsiteX3975" y="connsiteY3975"/>
                </a:cxn>
                <a:cxn ang="0">
                  <a:pos x="connsiteX3976" y="connsiteY3976"/>
                </a:cxn>
                <a:cxn ang="0">
                  <a:pos x="connsiteX3977" y="connsiteY3977"/>
                </a:cxn>
                <a:cxn ang="0">
                  <a:pos x="connsiteX3978" y="connsiteY3978"/>
                </a:cxn>
                <a:cxn ang="0">
                  <a:pos x="connsiteX3979" y="connsiteY3979"/>
                </a:cxn>
                <a:cxn ang="0">
                  <a:pos x="connsiteX3980" y="connsiteY3980"/>
                </a:cxn>
                <a:cxn ang="0">
                  <a:pos x="connsiteX3981" y="connsiteY3981"/>
                </a:cxn>
                <a:cxn ang="0">
                  <a:pos x="connsiteX3982" y="connsiteY3982"/>
                </a:cxn>
                <a:cxn ang="0">
                  <a:pos x="connsiteX3983" y="connsiteY3983"/>
                </a:cxn>
                <a:cxn ang="0">
                  <a:pos x="connsiteX3984" y="connsiteY3984"/>
                </a:cxn>
                <a:cxn ang="0">
                  <a:pos x="connsiteX3985" y="connsiteY3985"/>
                </a:cxn>
                <a:cxn ang="0">
                  <a:pos x="connsiteX3986" y="connsiteY3986"/>
                </a:cxn>
                <a:cxn ang="0">
                  <a:pos x="connsiteX3987" y="connsiteY3987"/>
                </a:cxn>
                <a:cxn ang="0">
                  <a:pos x="connsiteX3988" y="connsiteY3988"/>
                </a:cxn>
                <a:cxn ang="0">
                  <a:pos x="connsiteX3989" y="connsiteY3989"/>
                </a:cxn>
                <a:cxn ang="0">
                  <a:pos x="connsiteX3990" y="connsiteY3990"/>
                </a:cxn>
                <a:cxn ang="0">
                  <a:pos x="connsiteX3991" y="connsiteY3991"/>
                </a:cxn>
                <a:cxn ang="0">
                  <a:pos x="connsiteX3992" y="connsiteY3992"/>
                </a:cxn>
                <a:cxn ang="0">
                  <a:pos x="connsiteX3993" y="connsiteY3993"/>
                </a:cxn>
                <a:cxn ang="0">
                  <a:pos x="connsiteX3994" y="connsiteY3994"/>
                </a:cxn>
                <a:cxn ang="0">
                  <a:pos x="connsiteX3995" y="connsiteY3995"/>
                </a:cxn>
                <a:cxn ang="0">
                  <a:pos x="connsiteX3996" y="connsiteY3996"/>
                </a:cxn>
                <a:cxn ang="0">
                  <a:pos x="connsiteX3997" y="connsiteY3997"/>
                </a:cxn>
                <a:cxn ang="0">
                  <a:pos x="connsiteX3998" y="connsiteY3998"/>
                </a:cxn>
                <a:cxn ang="0">
                  <a:pos x="connsiteX3999" y="connsiteY3999"/>
                </a:cxn>
                <a:cxn ang="0">
                  <a:pos x="connsiteX4000" y="connsiteY4000"/>
                </a:cxn>
                <a:cxn ang="0">
                  <a:pos x="connsiteX4001" y="connsiteY4001"/>
                </a:cxn>
                <a:cxn ang="0">
                  <a:pos x="connsiteX4002" y="connsiteY4002"/>
                </a:cxn>
                <a:cxn ang="0">
                  <a:pos x="connsiteX4003" y="connsiteY4003"/>
                </a:cxn>
                <a:cxn ang="0">
                  <a:pos x="connsiteX4004" y="connsiteY4004"/>
                </a:cxn>
                <a:cxn ang="0">
                  <a:pos x="connsiteX4005" y="connsiteY4005"/>
                </a:cxn>
                <a:cxn ang="0">
                  <a:pos x="connsiteX4006" y="connsiteY4006"/>
                </a:cxn>
                <a:cxn ang="0">
                  <a:pos x="connsiteX4007" y="connsiteY4007"/>
                </a:cxn>
                <a:cxn ang="0">
                  <a:pos x="connsiteX4008" y="connsiteY4008"/>
                </a:cxn>
                <a:cxn ang="0">
                  <a:pos x="connsiteX4009" y="connsiteY4009"/>
                </a:cxn>
                <a:cxn ang="0">
                  <a:pos x="connsiteX4010" y="connsiteY4010"/>
                </a:cxn>
                <a:cxn ang="0">
                  <a:pos x="connsiteX4011" y="connsiteY4011"/>
                </a:cxn>
                <a:cxn ang="0">
                  <a:pos x="connsiteX4012" y="connsiteY4012"/>
                </a:cxn>
                <a:cxn ang="0">
                  <a:pos x="connsiteX4013" y="connsiteY4013"/>
                </a:cxn>
                <a:cxn ang="0">
                  <a:pos x="connsiteX4014" y="connsiteY4014"/>
                </a:cxn>
                <a:cxn ang="0">
                  <a:pos x="connsiteX4015" y="connsiteY4015"/>
                </a:cxn>
                <a:cxn ang="0">
                  <a:pos x="connsiteX4016" y="connsiteY4016"/>
                </a:cxn>
                <a:cxn ang="0">
                  <a:pos x="connsiteX4017" y="connsiteY4017"/>
                </a:cxn>
                <a:cxn ang="0">
                  <a:pos x="connsiteX4018" y="connsiteY4018"/>
                </a:cxn>
                <a:cxn ang="0">
                  <a:pos x="connsiteX4019" y="connsiteY4019"/>
                </a:cxn>
                <a:cxn ang="0">
                  <a:pos x="connsiteX4020" y="connsiteY4020"/>
                </a:cxn>
                <a:cxn ang="0">
                  <a:pos x="connsiteX4021" y="connsiteY4021"/>
                </a:cxn>
                <a:cxn ang="0">
                  <a:pos x="connsiteX4022" y="connsiteY4022"/>
                </a:cxn>
                <a:cxn ang="0">
                  <a:pos x="connsiteX4023" y="connsiteY4023"/>
                </a:cxn>
                <a:cxn ang="0">
                  <a:pos x="connsiteX4024" y="connsiteY4024"/>
                </a:cxn>
                <a:cxn ang="0">
                  <a:pos x="connsiteX4025" y="connsiteY4025"/>
                </a:cxn>
                <a:cxn ang="0">
                  <a:pos x="connsiteX4026" y="connsiteY4026"/>
                </a:cxn>
                <a:cxn ang="0">
                  <a:pos x="connsiteX4027" y="connsiteY4027"/>
                </a:cxn>
                <a:cxn ang="0">
                  <a:pos x="connsiteX4028" y="connsiteY4028"/>
                </a:cxn>
                <a:cxn ang="0">
                  <a:pos x="connsiteX4029" y="connsiteY4029"/>
                </a:cxn>
                <a:cxn ang="0">
                  <a:pos x="connsiteX4030" y="connsiteY4030"/>
                </a:cxn>
                <a:cxn ang="0">
                  <a:pos x="connsiteX4031" y="connsiteY4031"/>
                </a:cxn>
                <a:cxn ang="0">
                  <a:pos x="connsiteX4032" y="connsiteY4032"/>
                </a:cxn>
                <a:cxn ang="0">
                  <a:pos x="connsiteX4033" y="connsiteY4033"/>
                </a:cxn>
                <a:cxn ang="0">
                  <a:pos x="connsiteX4034" y="connsiteY4034"/>
                </a:cxn>
                <a:cxn ang="0">
                  <a:pos x="connsiteX4035" y="connsiteY4035"/>
                </a:cxn>
                <a:cxn ang="0">
                  <a:pos x="connsiteX4036" y="connsiteY4036"/>
                </a:cxn>
                <a:cxn ang="0">
                  <a:pos x="connsiteX4037" y="connsiteY4037"/>
                </a:cxn>
                <a:cxn ang="0">
                  <a:pos x="connsiteX4038" y="connsiteY4038"/>
                </a:cxn>
                <a:cxn ang="0">
                  <a:pos x="connsiteX4039" y="connsiteY4039"/>
                </a:cxn>
                <a:cxn ang="0">
                  <a:pos x="connsiteX4040" y="connsiteY4040"/>
                </a:cxn>
                <a:cxn ang="0">
                  <a:pos x="connsiteX4041" y="connsiteY4041"/>
                </a:cxn>
                <a:cxn ang="0">
                  <a:pos x="connsiteX4042" y="connsiteY4042"/>
                </a:cxn>
                <a:cxn ang="0">
                  <a:pos x="connsiteX4043" y="connsiteY4043"/>
                </a:cxn>
                <a:cxn ang="0">
                  <a:pos x="connsiteX4044" y="connsiteY4044"/>
                </a:cxn>
                <a:cxn ang="0">
                  <a:pos x="connsiteX4045" y="connsiteY4045"/>
                </a:cxn>
                <a:cxn ang="0">
                  <a:pos x="connsiteX4046" y="connsiteY4046"/>
                </a:cxn>
                <a:cxn ang="0">
                  <a:pos x="connsiteX4047" y="connsiteY4047"/>
                </a:cxn>
                <a:cxn ang="0">
                  <a:pos x="connsiteX4048" y="connsiteY4048"/>
                </a:cxn>
                <a:cxn ang="0">
                  <a:pos x="connsiteX4049" y="connsiteY4049"/>
                </a:cxn>
                <a:cxn ang="0">
                  <a:pos x="connsiteX4050" y="connsiteY4050"/>
                </a:cxn>
                <a:cxn ang="0">
                  <a:pos x="connsiteX4051" y="connsiteY4051"/>
                </a:cxn>
                <a:cxn ang="0">
                  <a:pos x="connsiteX4052" y="connsiteY4052"/>
                </a:cxn>
                <a:cxn ang="0">
                  <a:pos x="connsiteX4053" y="connsiteY4053"/>
                </a:cxn>
                <a:cxn ang="0">
                  <a:pos x="connsiteX4054" y="connsiteY4054"/>
                </a:cxn>
                <a:cxn ang="0">
                  <a:pos x="connsiteX4055" y="connsiteY4055"/>
                </a:cxn>
                <a:cxn ang="0">
                  <a:pos x="connsiteX4056" y="connsiteY4056"/>
                </a:cxn>
                <a:cxn ang="0">
                  <a:pos x="connsiteX4057" y="connsiteY4057"/>
                </a:cxn>
                <a:cxn ang="0">
                  <a:pos x="connsiteX4058" y="connsiteY4058"/>
                </a:cxn>
                <a:cxn ang="0">
                  <a:pos x="connsiteX4059" y="connsiteY4059"/>
                </a:cxn>
                <a:cxn ang="0">
                  <a:pos x="connsiteX4060" y="connsiteY4060"/>
                </a:cxn>
                <a:cxn ang="0">
                  <a:pos x="connsiteX4061" y="connsiteY4061"/>
                </a:cxn>
                <a:cxn ang="0">
                  <a:pos x="connsiteX4062" y="connsiteY4062"/>
                </a:cxn>
                <a:cxn ang="0">
                  <a:pos x="connsiteX4063" y="connsiteY4063"/>
                </a:cxn>
                <a:cxn ang="0">
                  <a:pos x="connsiteX4064" y="connsiteY4064"/>
                </a:cxn>
                <a:cxn ang="0">
                  <a:pos x="connsiteX4065" y="connsiteY4065"/>
                </a:cxn>
                <a:cxn ang="0">
                  <a:pos x="connsiteX4066" y="connsiteY4066"/>
                </a:cxn>
                <a:cxn ang="0">
                  <a:pos x="connsiteX4067" y="connsiteY4067"/>
                </a:cxn>
                <a:cxn ang="0">
                  <a:pos x="connsiteX4068" y="connsiteY4068"/>
                </a:cxn>
                <a:cxn ang="0">
                  <a:pos x="connsiteX4069" y="connsiteY4069"/>
                </a:cxn>
                <a:cxn ang="0">
                  <a:pos x="connsiteX4070" y="connsiteY4070"/>
                </a:cxn>
                <a:cxn ang="0">
                  <a:pos x="connsiteX4071" y="connsiteY4071"/>
                </a:cxn>
                <a:cxn ang="0">
                  <a:pos x="connsiteX4072" y="connsiteY4072"/>
                </a:cxn>
                <a:cxn ang="0">
                  <a:pos x="connsiteX4073" y="connsiteY4073"/>
                </a:cxn>
                <a:cxn ang="0">
                  <a:pos x="connsiteX4074" y="connsiteY4074"/>
                </a:cxn>
                <a:cxn ang="0">
                  <a:pos x="connsiteX4075" y="connsiteY4075"/>
                </a:cxn>
                <a:cxn ang="0">
                  <a:pos x="connsiteX4076" y="connsiteY4076"/>
                </a:cxn>
                <a:cxn ang="0">
                  <a:pos x="connsiteX4077" y="connsiteY4077"/>
                </a:cxn>
                <a:cxn ang="0">
                  <a:pos x="connsiteX4078" y="connsiteY4078"/>
                </a:cxn>
                <a:cxn ang="0">
                  <a:pos x="connsiteX4079" y="connsiteY4079"/>
                </a:cxn>
                <a:cxn ang="0">
                  <a:pos x="connsiteX4080" y="connsiteY4080"/>
                </a:cxn>
                <a:cxn ang="0">
                  <a:pos x="connsiteX4081" y="connsiteY4081"/>
                </a:cxn>
                <a:cxn ang="0">
                  <a:pos x="connsiteX4082" y="connsiteY4082"/>
                </a:cxn>
                <a:cxn ang="0">
                  <a:pos x="connsiteX4083" y="connsiteY4083"/>
                </a:cxn>
                <a:cxn ang="0">
                  <a:pos x="connsiteX4084" y="connsiteY4084"/>
                </a:cxn>
                <a:cxn ang="0">
                  <a:pos x="connsiteX4085" y="connsiteY4085"/>
                </a:cxn>
                <a:cxn ang="0">
                  <a:pos x="connsiteX4086" y="connsiteY4086"/>
                </a:cxn>
                <a:cxn ang="0">
                  <a:pos x="connsiteX4087" y="connsiteY4087"/>
                </a:cxn>
                <a:cxn ang="0">
                  <a:pos x="connsiteX4088" y="connsiteY4088"/>
                </a:cxn>
                <a:cxn ang="0">
                  <a:pos x="connsiteX4089" y="connsiteY4089"/>
                </a:cxn>
                <a:cxn ang="0">
                  <a:pos x="connsiteX4090" y="connsiteY4090"/>
                </a:cxn>
                <a:cxn ang="0">
                  <a:pos x="connsiteX4091" y="connsiteY4091"/>
                </a:cxn>
                <a:cxn ang="0">
                  <a:pos x="connsiteX4092" y="connsiteY4092"/>
                </a:cxn>
                <a:cxn ang="0">
                  <a:pos x="connsiteX4093" y="connsiteY4093"/>
                </a:cxn>
                <a:cxn ang="0">
                  <a:pos x="connsiteX4094" y="connsiteY4094"/>
                </a:cxn>
                <a:cxn ang="0">
                  <a:pos x="connsiteX4095" y="connsiteY4095"/>
                </a:cxn>
                <a:cxn ang="0">
                  <a:pos x="connsiteX4096" y="connsiteY4096"/>
                </a:cxn>
                <a:cxn ang="0">
                  <a:pos x="connsiteX4097" y="connsiteY4097"/>
                </a:cxn>
                <a:cxn ang="0">
                  <a:pos x="connsiteX4098" y="connsiteY4098"/>
                </a:cxn>
                <a:cxn ang="0">
                  <a:pos x="connsiteX4099" y="connsiteY4099"/>
                </a:cxn>
                <a:cxn ang="0">
                  <a:pos x="connsiteX4100" y="connsiteY4100"/>
                </a:cxn>
                <a:cxn ang="0">
                  <a:pos x="connsiteX4101" y="connsiteY4101"/>
                </a:cxn>
                <a:cxn ang="0">
                  <a:pos x="connsiteX4102" y="connsiteY4102"/>
                </a:cxn>
                <a:cxn ang="0">
                  <a:pos x="connsiteX4103" y="connsiteY4103"/>
                </a:cxn>
                <a:cxn ang="0">
                  <a:pos x="connsiteX4104" y="connsiteY4104"/>
                </a:cxn>
                <a:cxn ang="0">
                  <a:pos x="connsiteX4105" y="connsiteY4105"/>
                </a:cxn>
                <a:cxn ang="0">
                  <a:pos x="connsiteX4106" y="connsiteY4106"/>
                </a:cxn>
                <a:cxn ang="0">
                  <a:pos x="connsiteX4107" y="connsiteY4107"/>
                </a:cxn>
                <a:cxn ang="0">
                  <a:pos x="connsiteX4108" y="connsiteY4108"/>
                </a:cxn>
                <a:cxn ang="0">
                  <a:pos x="connsiteX4109" y="connsiteY4109"/>
                </a:cxn>
                <a:cxn ang="0">
                  <a:pos x="connsiteX4110" y="connsiteY4110"/>
                </a:cxn>
                <a:cxn ang="0">
                  <a:pos x="connsiteX4111" y="connsiteY4111"/>
                </a:cxn>
                <a:cxn ang="0">
                  <a:pos x="connsiteX4112" y="connsiteY4112"/>
                </a:cxn>
                <a:cxn ang="0">
                  <a:pos x="connsiteX4113" y="connsiteY4113"/>
                </a:cxn>
                <a:cxn ang="0">
                  <a:pos x="connsiteX4114" y="connsiteY4114"/>
                </a:cxn>
                <a:cxn ang="0">
                  <a:pos x="connsiteX4115" y="connsiteY4115"/>
                </a:cxn>
                <a:cxn ang="0">
                  <a:pos x="connsiteX4116" y="connsiteY4116"/>
                </a:cxn>
                <a:cxn ang="0">
                  <a:pos x="connsiteX4117" y="connsiteY4117"/>
                </a:cxn>
                <a:cxn ang="0">
                  <a:pos x="connsiteX4118" y="connsiteY4118"/>
                </a:cxn>
                <a:cxn ang="0">
                  <a:pos x="connsiteX4119" y="connsiteY4119"/>
                </a:cxn>
                <a:cxn ang="0">
                  <a:pos x="connsiteX4120" y="connsiteY4120"/>
                </a:cxn>
                <a:cxn ang="0">
                  <a:pos x="connsiteX4121" y="connsiteY4121"/>
                </a:cxn>
                <a:cxn ang="0">
                  <a:pos x="connsiteX4122" y="connsiteY4122"/>
                </a:cxn>
                <a:cxn ang="0">
                  <a:pos x="connsiteX4123" y="connsiteY4123"/>
                </a:cxn>
                <a:cxn ang="0">
                  <a:pos x="connsiteX4124" y="connsiteY4124"/>
                </a:cxn>
                <a:cxn ang="0">
                  <a:pos x="connsiteX4125" y="connsiteY4125"/>
                </a:cxn>
                <a:cxn ang="0">
                  <a:pos x="connsiteX4126" y="connsiteY4126"/>
                </a:cxn>
                <a:cxn ang="0">
                  <a:pos x="connsiteX4127" y="connsiteY4127"/>
                </a:cxn>
                <a:cxn ang="0">
                  <a:pos x="connsiteX4128" y="connsiteY4128"/>
                </a:cxn>
                <a:cxn ang="0">
                  <a:pos x="connsiteX4129" y="connsiteY4129"/>
                </a:cxn>
                <a:cxn ang="0">
                  <a:pos x="connsiteX4130" y="connsiteY4130"/>
                </a:cxn>
                <a:cxn ang="0">
                  <a:pos x="connsiteX4131" y="connsiteY4131"/>
                </a:cxn>
                <a:cxn ang="0">
                  <a:pos x="connsiteX4132" y="connsiteY4132"/>
                </a:cxn>
                <a:cxn ang="0">
                  <a:pos x="connsiteX4133" y="connsiteY4133"/>
                </a:cxn>
                <a:cxn ang="0">
                  <a:pos x="connsiteX4134" y="connsiteY4134"/>
                </a:cxn>
                <a:cxn ang="0">
                  <a:pos x="connsiteX4135" y="connsiteY4135"/>
                </a:cxn>
                <a:cxn ang="0">
                  <a:pos x="connsiteX4136" y="connsiteY4136"/>
                </a:cxn>
                <a:cxn ang="0">
                  <a:pos x="connsiteX4137" y="connsiteY4137"/>
                </a:cxn>
                <a:cxn ang="0">
                  <a:pos x="connsiteX4138" y="connsiteY4138"/>
                </a:cxn>
                <a:cxn ang="0">
                  <a:pos x="connsiteX4139" y="connsiteY4139"/>
                </a:cxn>
                <a:cxn ang="0">
                  <a:pos x="connsiteX4140" y="connsiteY4140"/>
                </a:cxn>
                <a:cxn ang="0">
                  <a:pos x="connsiteX4141" y="connsiteY4141"/>
                </a:cxn>
                <a:cxn ang="0">
                  <a:pos x="connsiteX4142" y="connsiteY4142"/>
                </a:cxn>
                <a:cxn ang="0">
                  <a:pos x="connsiteX4143" y="connsiteY4143"/>
                </a:cxn>
                <a:cxn ang="0">
                  <a:pos x="connsiteX4144" y="connsiteY4144"/>
                </a:cxn>
                <a:cxn ang="0">
                  <a:pos x="connsiteX4145" y="connsiteY4145"/>
                </a:cxn>
                <a:cxn ang="0">
                  <a:pos x="connsiteX4146" y="connsiteY4146"/>
                </a:cxn>
                <a:cxn ang="0">
                  <a:pos x="connsiteX4147" y="connsiteY4147"/>
                </a:cxn>
                <a:cxn ang="0">
                  <a:pos x="connsiteX4148" y="connsiteY4148"/>
                </a:cxn>
                <a:cxn ang="0">
                  <a:pos x="connsiteX4149" y="connsiteY4149"/>
                </a:cxn>
                <a:cxn ang="0">
                  <a:pos x="connsiteX4150" y="connsiteY4150"/>
                </a:cxn>
                <a:cxn ang="0">
                  <a:pos x="connsiteX4151" y="connsiteY4151"/>
                </a:cxn>
                <a:cxn ang="0">
                  <a:pos x="connsiteX4152" y="connsiteY4152"/>
                </a:cxn>
                <a:cxn ang="0">
                  <a:pos x="connsiteX4153" y="connsiteY4153"/>
                </a:cxn>
                <a:cxn ang="0">
                  <a:pos x="connsiteX4154" y="connsiteY4154"/>
                </a:cxn>
                <a:cxn ang="0">
                  <a:pos x="connsiteX4155" y="connsiteY4155"/>
                </a:cxn>
                <a:cxn ang="0">
                  <a:pos x="connsiteX4156" y="connsiteY4156"/>
                </a:cxn>
                <a:cxn ang="0">
                  <a:pos x="connsiteX4157" y="connsiteY4157"/>
                </a:cxn>
                <a:cxn ang="0">
                  <a:pos x="connsiteX4158" y="connsiteY4158"/>
                </a:cxn>
                <a:cxn ang="0">
                  <a:pos x="connsiteX4159" y="connsiteY4159"/>
                </a:cxn>
                <a:cxn ang="0">
                  <a:pos x="connsiteX4160" y="connsiteY4160"/>
                </a:cxn>
                <a:cxn ang="0">
                  <a:pos x="connsiteX4161" y="connsiteY4161"/>
                </a:cxn>
                <a:cxn ang="0">
                  <a:pos x="connsiteX4162" y="connsiteY4162"/>
                </a:cxn>
                <a:cxn ang="0">
                  <a:pos x="connsiteX4163" y="connsiteY4163"/>
                </a:cxn>
                <a:cxn ang="0">
                  <a:pos x="connsiteX4164" y="connsiteY4164"/>
                </a:cxn>
                <a:cxn ang="0">
                  <a:pos x="connsiteX4165" y="connsiteY4165"/>
                </a:cxn>
                <a:cxn ang="0">
                  <a:pos x="connsiteX4166" y="connsiteY4166"/>
                </a:cxn>
                <a:cxn ang="0">
                  <a:pos x="connsiteX4167" y="connsiteY4167"/>
                </a:cxn>
                <a:cxn ang="0">
                  <a:pos x="connsiteX4168" y="connsiteY4168"/>
                </a:cxn>
                <a:cxn ang="0">
                  <a:pos x="connsiteX4169" y="connsiteY4169"/>
                </a:cxn>
                <a:cxn ang="0">
                  <a:pos x="connsiteX4170" y="connsiteY4170"/>
                </a:cxn>
                <a:cxn ang="0">
                  <a:pos x="connsiteX4171" y="connsiteY4171"/>
                </a:cxn>
                <a:cxn ang="0">
                  <a:pos x="connsiteX4172" y="connsiteY4172"/>
                </a:cxn>
                <a:cxn ang="0">
                  <a:pos x="connsiteX4173" y="connsiteY4173"/>
                </a:cxn>
                <a:cxn ang="0">
                  <a:pos x="connsiteX4174" y="connsiteY4174"/>
                </a:cxn>
                <a:cxn ang="0">
                  <a:pos x="connsiteX4175" y="connsiteY4175"/>
                </a:cxn>
                <a:cxn ang="0">
                  <a:pos x="connsiteX4176" y="connsiteY4176"/>
                </a:cxn>
                <a:cxn ang="0">
                  <a:pos x="connsiteX4177" y="connsiteY4177"/>
                </a:cxn>
                <a:cxn ang="0">
                  <a:pos x="connsiteX4178" y="connsiteY4178"/>
                </a:cxn>
                <a:cxn ang="0">
                  <a:pos x="connsiteX4179" y="connsiteY4179"/>
                </a:cxn>
                <a:cxn ang="0">
                  <a:pos x="connsiteX4180" y="connsiteY4180"/>
                </a:cxn>
                <a:cxn ang="0">
                  <a:pos x="connsiteX4181" y="connsiteY4181"/>
                </a:cxn>
                <a:cxn ang="0">
                  <a:pos x="connsiteX4182" y="connsiteY4182"/>
                </a:cxn>
                <a:cxn ang="0">
                  <a:pos x="connsiteX4183" y="connsiteY4183"/>
                </a:cxn>
                <a:cxn ang="0">
                  <a:pos x="connsiteX4184" y="connsiteY4184"/>
                </a:cxn>
                <a:cxn ang="0">
                  <a:pos x="connsiteX4185" y="connsiteY4185"/>
                </a:cxn>
                <a:cxn ang="0">
                  <a:pos x="connsiteX4186" y="connsiteY4186"/>
                </a:cxn>
                <a:cxn ang="0">
                  <a:pos x="connsiteX4187" y="connsiteY4187"/>
                </a:cxn>
                <a:cxn ang="0">
                  <a:pos x="connsiteX4188" y="connsiteY4188"/>
                </a:cxn>
                <a:cxn ang="0">
                  <a:pos x="connsiteX4189" y="connsiteY4189"/>
                </a:cxn>
                <a:cxn ang="0">
                  <a:pos x="connsiteX4190" y="connsiteY4190"/>
                </a:cxn>
                <a:cxn ang="0">
                  <a:pos x="connsiteX4191" y="connsiteY4191"/>
                </a:cxn>
                <a:cxn ang="0">
                  <a:pos x="connsiteX4192" y="connsiteY4192"/>
                </a:cxn>
                <a:cxn ang="0">
                  <a:pos x="connsiteX4193" y="connsiteY4193"/>
                </a:cxn>
                <a:cxn ang="0">
                  <a:pos x="connsiteX4194" y="connsiteY4194"/>
                </a:cxn>
                <a:cxn ang="0">
                  <a:pos x="connsiteX4195" y="connsiteY4195"/>
                </a:cxn>
                <a:cxn ang="0">
                  <a:pos x="connsiteX4196" y="connsiteY4196"/>
                </a:cxn>
                <a:cxn ang="0">
                  <a:pos x="connsiteX4197" y="connsiteY4197"/>
                </a:cxn>
                <a:cxn ang="0">
                  <a:pos x="connsiteX4198" y="connsiteY4198"/>
                </a:cxn>
                <a:cxn ang="0">
                  <a:pos x="connsiteX4199" y="connsiteY4199"/>
                </a:cxn>
                <a:cxn ang="0">
                  <a:pos x="connsiteX4200" y="connsiteY4200"/>
                </a:cxn>
                <a:cxn ang="0">
                  <a:pos x="connsiteX4201" y="connsiteY4201"/>
                </a:cxn>
                <a:cxn ang="0">
                  <a:pos x="connsiteX4202" y="connsiteY4202"/>
                </a:cxn>
                <a:cxn ang="0">
                  <a:pos x="connsiteX4203" y="connsiteY4203"/>
                </a:cxn>
                <a:cxn ang="0">
                  <a:pos x="connsiteX4204" y="connsiteY4204"/>
                </a:cxn>
                <a:cxn ang="0">
                  <a:pos x="connsiteX4205" y="connsiteY4205"/>
                </a:cxn>
                <a:cxn ang="0">
                  <a:pos x="connsiteX4206" y="connsiteY4206"/>
                </a:cxn>
                <a:cxn ang="0">
                  <a:pos x="connsiteX4207" y="connsiteY4207"/>
                </a:cxn>
                <a:cxn ang="0">
                  <a:pos x="connsiteX4208" y="connsiteY4208"/>
                </a:cxn>
                <a:cxn ang="0">
                  <a:pos x="connsiteX4209" y="connsiteY4209"/>
                </a:cxn>
                <a:cxn ang="0">
                  <a:pos x="connsiteX4210" y="connsiteY4210"/>
                </a:cxn>
                <a:cxn ang="0">
                  <a:pos x="connsiteX4211" y="connsiteY4211"/>
                </a:cxn>
                <a:cxn ang="0">
                  <a:pos x="connsiteX4212" y="connsiteY4212"/>
                </a:cxn>
                <a:cxn ang="0">
                  <a:pos x="connsiteX4213" y="connsiteY4213"/>
                </a:cxn>
                <a:cxn ang="0">
                  <a:pos x="connsiteX4214" y="connsiteY4214"/>
                </a:cxn>
                <a:cxn ang="0">
                  <a:pos x="connsiteX4215" y="connsiteY4215"/>
                </a:cxn>
                <a:cxn ang="0">
                  <a:pos x="connsiteX4216" y="connsiteY4216"/>
                </a:cxn>
                <a:cxn ang="0">
                  <a:pos x="connsiteX4217" y="connsiteY4217"/>
                </a:cxn>
                <a:cxn ang="0">
                  <a:pos x="connsiteX4218" y="connsiteY4218"/>
                </a:cxn>
                <a:cxn ang="0">
                  <a:pos x="connsiteX4219" y="connsiteY4219"/>
                </a:cxn>
                <a:cxn ang="0">
                  <a:pos x="connsiteX4220" y="connsiteY4220"/>
                </a:cxn>
                <a:cxn ang="0">
                  <a:pos x="connsiteX4221" y="connsiteY4221"/>
                </a:cxn>
                <a:cxn ang="0">
                  <a:pos x="connsiteX4222" y="connsiteY4222"/>
                </a:cxn>
                <a:cxn ang="0">
                  <a:pos x="connsiteX4223" y="connsiteY4223"/>
                </a:cxn>
                <a:cxn ang="0">
                  <a:pos x="connsiteX4224" y="connsiteY4224"/>
                </a:cxn>
                <a:cxn ang="0">
                  <a:pos x="connsiteX4225" y="connsiteY4225"/>
                </a:cxn>
                <a:cxn ang="0">
                  <a:pos x="connsiteX4226" y="connsiteY4226"/>
                </a:cxn>
                <a:cxn ang="0">
                  <a:pos x="connsiteX4227" y="connsiteY4227"/>
                </a:cxn>
                <a:cxn ang="0">
                  <a:pos x="connsiteX4228" y="connsiteY4228"/>
                </a:cxn>
                <a:cxn ang="0">
                  <a:pos x="connsiteX4229" y="connsiteY4229"/>
                </a:cxn>
                <a:cxn ang="0">
                  <a:pos x="connsiteX4230" y="connsiteY4230"/>
                </a:cxn>
                <a:cxn ang="0">
                  <a:pos x="connsiteX4231" y="connsiteY4231"/>
                </a:cxn>
                <a:cxn ang="0">
                  <a:pos x="connsiteX4232" y="connsiteY4232"/>
                </a:cxn>
                <a:cxn ang="0">
                  <a:pos x="connsiteX4233" y="connsiteY4233"/>
                </a:cxn>
                <a:cxn ang="0">
                  <a:pos x="connsiteX4234" y="connsiteY4234"/>
                </a:cxn>
                <a:cxn ang="0">
                  <a:pos x="connsiteX4235" y="connsiteY4235"/>
                </a:cxn>
                <a:cxn ang="0">
                  <a:pos x="connsiteX4236" y="connsiteY4236"/>
                </a:cxn>
                <a:cxn ang="0">
                  <a:pos x="connsiteX4237" y="connsiteY4237"/>
                </a:cxn>
                <a:cxn ang="0">
                  <a:pos x="connsiteX4238" y="connsiteY4238"/>
                </a:cxn>
                <a:cxn ang="0">
                  <a:pos x="connsiteX4239" y="connsiteY4239"/>
                </a:cxn>
                <a:cxn ang="0">
                  <a:pos x="connsiteX4240" y="connsiteY4240"/>
                </a:cxn>
                <a:cxn ang="0">
                  <a:pos x="connsiteX4241" y="connsiteY4241"/>
                </a:cxn>
                <a:cxn ang="0">
                  <a:pos x="connsiteX4242" y="connsiteY4242"/>
                </a:cxn>
                <a:cxn ang="0">
                  <a:pos x="connsiteX4243" y="connsiteY4243"/>
                </a:cxn>
                <a:cxn ang="0">
                  <a:pos x="connsiteX4244" y="connsiteY4244"/>
                </a:cxn>
                <a:cxn ang="0">
                  <a:pos x="connsiteX4245" y="connsiteY4245"/>
                </a:cxn>
                <a:cxn ang="0">
                  <a:pos x="connsiteX4246" y="connsiteY4246"/>
                </a:cxn>
                <a:cxn ang="0">
                  <a:pos x="connsiteX4247" y="connsiteY4247"/>
                </a:cxn>
                <a:cxn ang="0">
                  <a:pos x="connsiteX4248" y="connsiteY4248"/>
                </a:cxn>
                <a:cxn ang="0">
                  <a:pos x="connsiteX4249" y="connsiteY4249"/>
                </a:cxn>
                <a:cxn ang="0">
                  <a:pos x="connsiteX4250" y="connsiteY4250"/>
                </a:cxn>
                <a:cxn ang="0">
                  <a:pos x="connsiteX4251" y="connsiteY4251"/>
                </a:cxn>
                <a:cxn ang="0">
                  <a:pos x="connsiteX4252" y="connsiteY4252"/>
                </a:cxn>
                <a:cxn ang="0">
                  <a:pos x="connsiteX4253" y="connsiteY4253"/>
                </a:cxn>
                <a:cxn ang="0">
                  <a:pos x="connsiteX4254" y="connsiteY4254"/>
                </a:cxn>
                <a:cxn ang="0">
                  <a:pos x="connsiteX4255" y="connsiteY4255"/>
                </a:cxn>
                <a:cxn ang="0">
                  <a:pos x="connsiteX4256" y="connsiteY4256"/>
                </a:cxn>
                <a:cxn ang="0">
                  <a:pos x="connsiteX4257" y="connsiteY4257"/>
                </a:cxn>
                <a:cxn ang="0">
                  <a:pos x="connsiteX4258" y="connsiteY4258"/>
                </a:cxn>
                <a:cxn ang="0">
                  <a:pos x="connsiteX4259" y="connsiteY4259"/>
                </a:cxn>
                <a:cxn ang="0">
                  <a:pos x="connsiteX4260" y="connsiteY4260"/>
                </a:cxn>
                <a:cxn ang="0">
                  <a:pos x="connsiteX4261" y="connsiteY4261"/>
                </a:cxn>
                <a:cxn ang="0">
                  <a:pos x="connsiteX4262" y="connsiteY4262"/>
                </a:cxn>
                <a:cxn ang="0">
                  <a:pos x="connsiteX4263" y="connsiteY4263"/>
                </a:cxn>
                <a:cxn ang="0">
                  <a:pos x="connsiteX4264" y="connsiteY4264"/>
                </a:cxn>
                <a:cxn ang="0">
                  <a:pos x="connsiteX4265" y="connsiteY4265"/>
                </a:cxn>
                <a:cxn ang="0">
                  <a:pos x="connsiteX4266" y="connsiteY4266"/>
                </a:cxn>
                <a:cxn ang="0">
                  <a:pos x="connsiteX4267" y="connsiteY4267"/>
                </a:cxn>
                <a:cxn ang="0">
                  <a:pos x="connsiteX4268" y="connsiteY4268"/>
                </a:cxn>
                <a:cxn ang="0">
                  <a:pos x="connsiteX4269" y="connsiteY4269"/>
                </a:cxn>
                <a:cxn ang="0">
                  <a:pos x="connsiteX4270" y="connsiteY4270"/>
                </a:cxn>
                <a:cxn ang="0">
                  <a:pos x="connsiteX4271" y="connsiteY4271"/>
                </a:cxn>
                <a:cxn ang="0">
                  <a:pos x="connsiteX4272" y="connsiteY4272"/>
                </a:cxn>
                <a:cxn ang="0">
                  <a:pos x="connsiteX4273" y="connsiteY4273"/>
                </a:cxn>
                <a:cxn ang="0">
                  <a:pos x="connsiteX4274" y="connsiteY4274"/>
                </a:cxn>
                <a:cxn ang="0">
                  <a:pos x="connsiteX4275" y="connsiteY4275"/>
                </a:cxn>
                <a:cxn ang="0">
                  <a:pos x="connsiteX4276" y="connsiteY4276"/>
                </a:cxn>
                <a:cxn ang="0">
                  <a:pos x="connsiteX4277" y="connsiteY4277"/>
                </a:cxn>
                <a:cxn ang="0">
                  <a:pos x="connsiteX4278" y="connsiteY4278"/>
                </a:cxn>
                <a:cxn ang="0">
                  <a:pos x="connsiteX4279" y="connsiteY4279"/>
                </a:cxn>
                <a:cxn ang="0">
                  <a:pos x="connsiteX4280" y="connsiteY4280"/>
                </a:cxn>
                <a:cxn ang="0">
                  <a:pos x="connsiteX4281" y="connsiteY4281"/>
                </a:cxn>
                <a:cxn ang="0">
                  <a:pos x="connsiteX4282" y="connsiteY4282"/>
                </a:cxn>
                <a:cxn ang="0">
                  <a:pos x="connsiteX4283" y="connsiteY4283"/>
                </a:cxn>
                <a:cxn ang="0">
                  <a:pos x="connsiteX4284" y="connsiteY4284"/>
                </a:cxn>
                <a:cxn ang="0">
                  <a:pos x="connsiteX4285" y="connsiteY4285"/>
                </a:cxn>
                <a:cxn ang="0">
                  <a:pos x="connsiteX4286" y="connsiteY4286"/>
                </a:cxn>
                <a:cxn ang="0">
                  <a:pos x="connsiteX4287" y="connsiteY4287"/>
                </a:cxn>
                <a:cxn ang="0">
                  <a:pos x="connsiteX4288" y="connsiteY4288"/>
                </a:cxn>
                <a:cxn ang="0">
                  <a:pos x="connsiteX4289" y="connsiteY4289"/>
                </a:cxn>
                <a:cxn ang="0">
                  <a:pos x="connsiteX4290" y="connsiteY4290"/>
                </a:cxn>
                <a:cxn ang="0">
                  <a:pos x="connsiteX4291" y="connsiteY4291"/>
                </a:cxn>
                <a:cxn ang="0">
                  <a:pos x="connsiteX4292" y="connsiteY4292"/>
                </a:cxn>
                <a:cxn ang="0">
                  <a:pos x="connsiteX4293" y="connsiteY4293"/>
                </a:cxn>
                <a:cxn ang="0">
                  <a:pos x="connsiteX4294" y="connsiteY4294"/>
                </a:cxn>
                <a:cxn ang="0">
                  <a:pos x="connsiteX4295" y="connsiteY4295"/>
                </a:cxn>
                <a:cxn ang="0">
                  <a:pos x="connsiteX4296" y="connsiteY4296"/>
                </a:cxn>
                <a:cxn ang="0">
                  <a:pos x="connsiteX4297" y="connsiteY4297"/>
                </a:cxn>
                <a:cxn ang="0">
                  <a:pos x="connsiteX4298" y="connsiteY4298"/>
                </a:cxn>
                <a:cxn ang="0">
                  <a:pos x="connsiteX4299" y="connsiteY4299"/>
                </a:cxn>
                <a:cxn ang="0">
                  <a:pos x="connsiteX4300" y="connsiteY4300"/>
                </a:cxn>
                <a:cxn ang="0">
                  <a:pos x="connsiteX4301" y="connsiteY4301"/>
                </a:cxn>
                <a:cxn ang="0">
                  <a:pos x="connsiteX4302" y="connsiteY4302"/>
                </a:cxn>
                <a:cxn ang="0">
                  <a:pos x="connsiteX4303" y="connsiteY4303"/>
                </a:cxn>
                <a:cxn ang="0">
                  <a:pos x="connsiteX4304" y="connsiteY4304"/>
                </a:cxn>
                <a:cxn ang="0">
                  <a:pos x="connsiteX4305" y="connsiteY4305"/>
                </a:cxn>
                <a:cxn ang="0">
                  <a:pos x="connsiteX4306" y="connsiteY4306"/>
                </a:cxn>
                <a:cxn ang="0">
                  <a:pos x="connsiteX4307" y="connsiteY4307"/>
                </a:cxn>
                <a:cxn ang="0">
                  <a:pos x="connsiteX4308" y="connsiteY4308"/>
                </a:cxn>
                <a:cxn ang="0">
                  <a:pos x="connsiteX4309" y="connsiteY4309"/>
                </a:cxn>
                <a:cxn ang="0">
                  <a:pos x="connsiteX4310" y="connsiteY4310"/>
                </a:cxn>
                <a:cxn ang="0">
                  <a:pos x="connsiteX4311" y="connsiteY4311"/>
                </a:cxn>
                <a:cxn ang="0">
                  <a:pos x="connsiteX4312" y="connsiteY4312"/>
                </a:cxn>
                <a:cxn ang="0">
                  <a:pos x="connsiteX4313" y="connsiteY4313"/>
                </a:cxn>
                <a:cxn ang="0">
                  <a:pos x="connsiteX4314" y="connsiteY4314"/>
                </a:cxn>
                <a:cxn ang="0">
                  <a:pos x="connsiteX4315" y="connsiteY4315"/>
                </a:cxn>
                <a:cxn ang="0">
                  <a:pos x="connsiteX4316" y="connsiteY4316"/>
                </a:cxn>
                <a:cxn ang="0">
                  <a:pos x="connsiteX4317" y="connsiteY4317"/>
                </a:cxn>
                <a:cxn ang="0">
                  <a:pos x="connsiteX4318" y="connsiteY4318"/>
                </a:cxn>
                <a:cxn ang="0">
                  <a:pos x="connsiteX4319" y="connsiteY4319"/>
                </a:cxn>
                <a:cxn ang="0">
                  <a:pos x="connsiteX4320" y="connsiteY4320"/>
                </a:cxn>
                <a:cxn ang="0">
                  <a:pos x="connsiteX4321" y="connsiteY4321"/>
                </a:cxn>
                <a:cxn ang="0">
                  <a:pos x="connsiteX4322" y="connsiteY4322"/>
                </a:cxn>
                <a:cxn ang="0">
                  <a:pos x="connsiteX4323" y="connsiteY4323"/>
                </a:cxn>
                <a:cxn ang="0">
                  <a:pos x="connsiteX4324" y="connsiteY4324"/>
                </a:cxn>
                <a:cxn ang="0">
                  <a:pos x="connsiteX4325" y="connsiteY4325"/>
                </a:cxn>
                <a:cxn ang="0">
                  <a:pos x="connsiteX4326" y="connsiteY4326"/>
                </a:cxn>
                <a:cxn ang="0">
                  <a:pos x="connsiteX4327" y="connsiteY4327"/>
                </a:cxn>
                <a:cxn ang="0">
                  <a:pos x="connsiteX4328" y="connsiteY4328"/>
                </a:cxn>
                <a:cxn ang="0">
                  <a:pos x="connsiteX4329" y="connsiteY4329"/>
                </a:cxn>
                <a:cxn ang="0">
                  <a:pos x="connsiteX4330" y="connsiteY4330"/>
                </a:cxn>
                <a:cxn ang="0">
                  <a:pos x="connsiteX4331" y="connsiteY4331"/>
                </a:cxn>
                <a:cxn ang="0">
                  <a:pos x="connsiteX4332" y="connsiteY4332"/>
                </a:cxn>
                <a:cxn ang="0">
                  <a:pos x="connsiteX4333" y="connsiteY4333"/>
                </a:cxn>
                <a:cxn ang="0">
                  <a:pos x="connsiteX4334" y="connsiteY4334"/>
                </a:cxn>
                <a:cxn ang="0">
                  <a:pos x="connsiteX4335" y="connsiteY4335"/>
                </a:cxn>
                <a:cxn ang="0">
                  <a:pos x="connsiteX4336" y="connsiteY4336"/>
                </a:cxn>
                <a:cxn ang="0">
                  <a:pos x="connsiteX4337" y="connsiteY4337"/>
                </a:cxn>
                <a:cxn ang="0">
                  <a:pos x="connsiteX4338" y="connsiteY4338"/>
                </a:cxn>
                <a:cxn ang="0">
                  <a:pos x="connsiteX4339" y="connsiteY4339"/>
                </a:cxn>
                <a:cxn ang="0">
                  <a:pos x="connsiteX4340" y="connsiteY4340"/>
                </a:cxn>
                <a:cxn ang="0">
                  <a:pos x="connsiteX4341" y="connsiteY4341"/>
                </a:cxn>
                <a:cxn ang="0">
                  <a:pos x="connsiteX4342" y="connsiteY4342"/>
                </a:cxn>
                <a:cxn ang="0">
                  <a:pos x="connsiteX4343" y="connsiteY4343"/>
                </a:cxn>
                <a:cxn ang="0">
                  <a:pos x="connsiteX4344" y="connsiteY4344"/>
                </a:cxn>
                <a:cxn ang="0">
                  <a:pos x="connsiteX4345" y="connsiteY4345"/>
                </a:cxn>
                <a:cxn ang="0">
                  <a:pos x="connsiteX4346" y="connsiteY4346"/>
                </a:cxn>
                <a:cxn ang="0">
                  <a:pos x="connsiteX4347" y="connsiteY4347"/>
                </a:cxn>
                <a:cxn ang="0">
                  <a:pos x="connsiteX4348" y="connsiteY4348"/>
                </a:cxn>
                <a:cxn ang="0">
                  <a:pos x="connsiteX4349" y="connsiteY4349"/>
                </a:cxn>
                <a:cxn ang="0">
                  <a:pos x="connsiteX4350" y="connsiteY4350"/>
                </a:cxn>
                <a:cxn ang="0">
                  <a:pos x="connsiteX4351" y="connsiteY4351"/>
                </a:cxn>
                <a:cxn ang="0">
                  <a:pos x="connsiteX4352" y="connsiteY4352"/>
                </a:cxn>
                <a:cxn ang="0">
                  <a:pos x="connsiteX4353" y="connsiteY4353"/>
                </a:cxn>
                <a:cxn ang="0">
                  <a:pos x="connsiteX4354" y="connsiteY4354"/>
                </a:cxn>
                <a:cxn ang="0">
                  <a:pos x="connsiteX4355" y="connsiteY4355"/>
                </a:cxn>
                <a:cxn ang="0">
                  <a:pos x="connsiteX4356" y="connsiteY4356"/>
                </a:cxn>
                <a:cxn ang="0">
                  <a:pos x="connsiteX4357" y="connsiteY4357"/>
                </a:cxn>
                <a:cxn ang="0">
                  <a:pos x="connsiteX4358" y="connsiteY4358"/>
                </a:cxn>
                <a:cxn ang="0">
                  <a:pos x="connsiteX4359" y="connsiteY4359"/>
                </a:cxn>
                <a:cxn ang="0">
                  <a:pos x="connsiteX4360" y="connsiteY4360"/>
                </a:cxn>
                <a:cxn ang="0">
                  <a:pos x="connsiteX4361" y="connsiteY4361"/>
                </a:cxn>
                <a:cxn ang="0">
                  <a:pos x="connsiteX4362" y="connsiteY4362"/>
                </a:cxn>
                <a:cxn ang="0">
                  <a:pos x="connsiteX4363" y="connsiteY4363"/>
                </a:cxn>
                <a:cxn ang="0">
                  <a:pos x="connsiteX4364" y="connsiteY4364"/>
                </a:cxn>
                <a:cxn ang="0">
                  <a:pos x="connsiteX4365" y="connsiteY4365"/>
                </a:cxn>
                <a:cxn ang="0">
                  <a:pos x="connsiteX4366" y="connsiteY4366"/>
                </a:cxn>
                <a:cxn ang="0">
                  <a:pos x="connsiteX4367" y="connsiteY4367"/>
                </a:cxn>
                <a:cxn ang="0">
                  <a:pos x="connsiteX4368" y="connsiteY4368"/>
                </a:cxn>
                <a:cxn ang="0">
                  <a:pos x="connsiteX4369" y="connsiteY4369"/>
                </a:cxn>
                <a:cxn ang="0">
                  <a:pos x="connsiteX4370" y="connsiteY4370"/>
                </a:cxn>
                <a:cxn ang="0">
                  <a:pos x="connsiteX4371" y="connsiteY4371"/>
                </a:cxn>
                <a:cxn ang="0">
                  <a:pos x="connsiteX4372" y="connsiteY4372"/>
                </a:cxn>
                <a:cxn ang="0">
                  <a:pos x="connsiteX4373" y="connsiteY4373"/>
                </a:cxn>
                <a:cxn ang="0">
                  <a:pos x="connsiteX4374" y="connsiteY4374"/>
                </a:cxn>
                <a:cxn ang="0">
                  <a:pos x="connsiteX4375" y="connsiteY4375"/>
                </a:cxn>
                <a:cxn ang="0">
                  <a:pos x="connsiteX4376" y="connsiteY4376"/>
                </a:cxn>
                <a:cxn ang="0">
                  <a:pos x="connsiteX4377" y="connsiteY4377"/>
                </a:cxn>
                <a:cxn ang="0">
                  <a:pos x="connsiteX4378" y="connsiteY4378"/>
                </a:cxn>
                <a:cxn ang="0">
                  <a:pos x="connsiteX4379" y="connsiteY4379"/>
                </a:cxn>
                <a:cxn ang="0">
                  <a:pos x="connsiteX4380" y="connsiteY4380"/>
                </a:cxn>
                <a:cxn ang="0">
                  <a:pos x="connsiteX4381" y="connsiteY4381"/>
                </a:cxn>
                <a:cxn ang="0">
                  <a:pos x="connsiteX4382" y="connsiteY4382"/>
                </a:cxn>
                <a:cxn ang="0">
                  <a:pos x="connsiteX4383" y="connsiteY4383"/>
                </a:cxn>
                <a:cxn ang="0">
                  <a:pos x="connsiteX4384" y="connsiteY4384"/>
                </a:cxn>
                <a:cxn ang="0">
                  <a:pos x="connsiteX4385" y="connsiteY4385"/>
                </a:cxn>
                <a:cxn ang="0">
                  <a:pos x="connsiteX4386" y="connsiteY4386"/>
                </a:cxn>
                <a:cxn ang="0">
                  <a:pos x="connsiteX4387" y="connsiteY4387"/>
                </a:cxn>
                <a:cxn ang="0">
                  <a:pos x="connsiteX4388" y="connsiteY4388"/>
                </a:cxn>
                <a:cxn ang="0">
                  <a:pos x="connsiteX4389" y="connsiteY4389"/>
                </a:cxn>
                <a:cxn ang="0">
                  <a:pos x="connsiteX4390" y="connsiteY4390"/>
                </a:cxn>
                <a:cxn ang="0">
                  <a:pos x="connsiteX4391" y="connsiteY4391"/>
                </a:cxn>
                <a:cxn ang="0">
                  <a:pos x="connsiteX4392" y="connsiteY4392"/>
                </a:cxn>
                <a:cxn ang="0">
                  <a:pos x="connsiteX4393" y="connsiteY4393"/>
                </a:cxn>
                <a:cxn ang="0">
                  <a:pos x="connsiteX4394" y="connsiteY4394"/>
                </a:cxn>
                <a:cxn ang="0">
                  <a:pos x="connsiteX4395" y="connsiteY4395"/>
                </a:cxn>
                <a:cxn ang="0">
                  <a:pos x="connsiteX4396" y="connsiteY4396"/>
                </a:cxn>
                <a:cxn ang="0">
                  <a:pos x="connsiteX4397" y="connsiteY4397"/>
                </a:cxn>
                <a:cxn ang="0">
                  <a:pos x="connsiteX4398" y="connsiteY4398"/>
                </a:cxn>
                <a:cxn ang="0">
                  <a:pos x="connsiteX4399" y="connsiteY4399"/>
                </a:cxn>
                <a:cxn ang="0">
                  <a:pos x="connsiteX4400" y="connsiteY4400"/>
                </a:cxn>
                <a:cxn ang="0">
                  <a:pos x="connsiteX4401" y="connsiteY4401"/>
                </a:cxn>
                <a:cxn ang="0">
                  <a:pos x="connsiteX4402" y="connsiteY4402"/>
                </a:cxn>
                <a:cxn ang="0">
                  <a:pos x="connsiteX4403" y="connsiteY4403"/>
                </a:cxn>
                <a:cxn ang="0">
                  <a:pos x="connsiteX4404" y="connsiteY4404"/>
                </a:cxn>
                <a:cxn ang="0">
                  <a:pos x="connsiteX4405" y="connsiteY4405"/>
                </a:cxn>
                <a:cxn ang="0">
                  <a:pos x="connsiteX4406" y="connsiteY4406"/>
                </a:cxn>
                <a:cxn ang="0">
                  <a:pos x="connsiteX4407" y="connsiteY4407"/>
                </a:cxn>
                <a:cxn ang="0">
                  <a:pos x="connsiteX4408" y="connsiteY4408"/>
                </a:cxn>
                <a:cxn ang="0">
                  <a:pos x="connsiteX4409" y="connsiteY4409"/>
                </a:cxn>
                <a:cxn ang="0">
                  <a:pos x="connsiteX4410" y="connsiteY4410"/>
                </a:cxn>
                <a:cxn ang="0">
                  <a:pos x="connsiteX4411" y="connsiteY4411"/>
                </a:cxn>
                <a:cxn ang="0">
                  <a:pos x="connsiteX4412" y="connsiteY4412"/>
                </a:cxn>
                <a:cxn ang="0">
                  <a:pos x="connsiteX4413" y="connsiteY4413"/>
                </a:cxn>
                <a:cxn ang="0">
                  <a:pos x="connsiteX4414" y="connsiteY4414"/>
                </a:cxn>
                <a:cxn ang="0">
                  <a:pos x="connsiteX4415" y="connsiteY4415"/>
                </a:cxn>
                <a:cxn ang="0">
                  <a:pos x="connsiteX4416" y="connsiteY4416"/>
                </a:cxn>
                <a:cxn ang="0">
                  <a:pos x="connsiteX4417" y="connsiteY4417"/>
                </a:cxn>
                <a:cxn ang="0">
                  <a:pos x="connsiteX4418" y="connsiteY4418"/>
                </a:cxn>
                <a:cxn ang="0">
                  <a:pos x="connsiteX4419" y="connsiteY4419"/>
                </a:cxn>
                <a:cxn ang="0">
                  <a:pos x="connsiteX4420" y="connsiteY4420"/>
                </a:cxn>
                <a:cxn ang="0">
                  <a:pos x="connsiteX4421" y="connsiteY4421"/>
                </a:cxn>
                <a:cxn ang="0">
                  <a:pos x="connsiteX4422" y="connsiteY4422"/>
                </a:cxn>
                <a:cxn ang="0">
                  <a:pos x="connsiteX4423" y="connsiteY4423"/>
                </a:cxn>
                <a:cxn ang="0">
                  <a:pos x="connsiteX4424" y="connsiteY4424"/>
                </a:cxn>
                <a:cxn ang="0">
                  <a:pos x="connsiteX4425" y="connsiteY4425"/>
                </a:cxn>
                <a:cxn ang="0">
                  <a:pos x="connsiteX4426" y="connsiteY4426"/>
                </a:cxn>
                <a:cxn ang="0">
                  <a:pos x="connsiteX4427" y="connsiteY4427"/>
                </a:cxn>
                <a:cxn ang="0">
                  <a:pos x="connsiteX4428" y="connsiteY4428"/>
                </a:cxn>
                <a:cxn ang="0">
                  <a:pos x="connsiteX4429" y="connsiteY4429"/>
                </a:cxn>
                <a:cxn ang="0">
                  <a:pos x="connsiteX4430" y="connsiteY4430"/>
                </a:cxn>
                <a:cxn ang="0">
                  <a:pos x="connsiteX4431" y="connsiteY4431"/>
                </a:cxn>
                <a:cxn ang="0">
                  <a:pos x="connsiteX4432" y="connsiteY4432"/>
                </a:cxn>
                <a:cxn ang="0">
                  <a:pos x="connsiteX4433" y="connsiteY4433"/>
                </a:cxn>
                <a:cxn ang="0">
                  <a:pos x="connsiteX4434" y="connsiteY4434"/>
                </a:cxn>
                <a:cxn ang="0">
                  <a:pos x="connsiteX4435" y="connsiteY4435"/>
                </a:cxn>
                <a:cxn ang="0">
                  <a:pos x="connsiteX4436" y="connsiteY4436"/>
                </a:cxn>
                <a:cxn ang="0">
                  <a:pos x="connsiteX4437" y="connsiteY4437"/>
                </a:cxn>
                <a:cxn ang="0">
                  <a:pos x="connsiteX4438" y="connsiteY4438"/>
                </a:cxn>
                <a:cxn ang="0">
                  <a:pos x="connsiteX4439" y="connsiteY4439"/>
                </a:cxn>
                <a:cxn ang="0">
                  <a:pos x="connsiteX4440" y="connsiteY4440"/>
                </a:cxn>
                <a:cxn ang="0">
                  <a:pos x="connsiteX4441" y="connsiteY4441"/>
                </a:cxn>
                <a:cxn ang="0">
                  <a:pos x="connsiteX4442" y="connsiteY4442"/>
                </a:cxn>
                <a:cxn ang="0">
                  <a:pos x="connsiteX4443" y="connsiteY4443"/>
                </a:cxn>
                <a:cxn ang="0">
                  <a:pos x="connsiteX4444" y="connsiteY4444"/>
                </a:cxn>
                <a:cxn ang="0">
                  <a:pos x="connsiteX4445" y="connsiteY4445"/>
                </a:cxn>
                <a:cxn ang="0">
                  <a:pos x="connsiteX4446" y="connsiteY4446"/>
                </a:cxn>
                <a:cxn ang="0">
                  <a:pos x="connsiteX4447" y="connsiteY4447"/>
                </a:cxn>
                <a:cxn ang="0">
                  <a:pos x="connsiteX4448" y="connsiteY4448"/>
                </a:cxn>
                <a:cxn ang="0">
                  <a:pos x="connsiteX4449" y="connsiteY4449"/>
                </a:cxn>
                <a:cxn ang="0">
                  <a:pos x="connsiteX4450" y="connsiteY4450"/>
                </a:cxn>
                <a:cxn ang="0">
                  <a:pos x="connsiteX4451" y="connsiteY4451"/>
                </a:cxn>
                <a:cxn ang="0">
                  <a:pos x="connsiteX4452" y="connsiteY4452"/>
                </a:cxn>
                <a:cxn ang="0">
                  <a:pos x="connsiteX4453" y="connsiteY4453"/>
                </a:cxn>
                <a:cxn ang="0">
                  <a:pos x="connsiteX4454" y="connsiteY4454"/>
                </a:cxn>
                <a:cxn ang="0">
                  <a:pos x="connsiteX4455" y="connsiteY4455"/>
                </a:cxn>
                <a:cxn ang="0">
                  <a:pos x="connsiteX4456" y="connsiteY4456"/>
                </a:cxn>
                <a:cxn ang="0">
                  <a:pos x="connsiteX4457" y="connsiteY4457"/>
                </a:cxn>
                <a:cxn ang="0">
                  <a:pos x="connsiteX4458" y="connsiteY4458"/>
                </a:cxn>
                <a:cxn ang="0">
                  <a:pos x="connsiteX4459" y="connsiteY4459"/>
                </a:cxn>
                <a:cxn ang="0">
                  <a:pos x="connsiteX4460" y="connsiteY4460"/>
                </a:cxn>
                <a:cxn ang="0">
                  <a:pos x="connsiteX4461" y="connsiteY4461"/>
                </a:cxn>
                <a:cxn ang="0">
                  <a:pos x="connsiteX4462" y="connsiteY4462"/>
                </a:cxn>
                <a:cxn ang="0">
                  <a:pos x="connsiteX4463" y="connsiteY4463"/>
                </a:cxn>
                <a:cxn ang="0">
                  <a:pos x="connsiteX4464" y="connsiteY4464"/>
                </a:cxn>
                <a:cxn ang="0">
                  <a:pos x="connsiteX4465" y="connsiteY4465"/>
                </a:cxn>
                <a:cxn ang="0">
                  <a:pos x="connsiteX4466" y="connsiteY4466"/>
                </a:cxn>
                <a:cxn ang="0">
                  <a:pos x="connsiteX4467" y="connsiteY4467"/>
                </a:cxn>
                <a:cxn ang="0">
                  <a:pos x="connsiteX4468" y="connsiteY4468"/>
                </a:cxn>
                <a:cxn ang="0">
                  <a:pos x="connsiteX4469" y="connsiteY4469"/>
                </a:cxn>
                <a:cxn ang="0">
                  <a:pos x="connsiteX4470" y="connsiteY4470"/>
                </a:cxn>
                <a:cxn ang="0">
                  <a:pos x="connsiteX4471" y="connsiteY4471"/>
                </a:cxn>
                <a:cxn ang="0">
                  <a:pos x="connsiteX4472" y="connsiteY4472"/>
                </a:cxn>
                <a:cxn ang="0">
                  <a:pos x="connsiteX4473" y="connsiteY4473"/>
                </a:cxn>
                <a:cxn ang="0">
                  <a:pos x="connsiteX4474" y="connsiteY4474"/>
                </a:cxn>
                <a:cxn ang="0">
                  <a:pos x="connsiteX4475" y="connsiteY4475"/>
                </a:cxn>
                <a:cxn ang="0">
                  <a:pos x="connsiteX4476" y="connsiteY4476"/>
                </a:cxn>
                <a:cxn ang="0">
                  <a:pos x="connsiteX4477" y="connsiteY4477"/>
                </a:cxn>
                <a:cxn ang="0">
                  <a:pos x="connsiteX4478" y="connsiteY4478"/>
                </a:cxn>
                <a:cxn ang="0">
                  <a:pos x="connsiteX4479" y="connsiteY4479"/>
                </a:cxn>
                <a:cxn ang="0">
                  <a:pos x="connsiteX4480" y="connsiteY4480"/>
                </a:cxn>
                <a:cxn ang="0">
                  <a:pos x="connsiteX4481" y="connsiteY4481"/>
                </a:cxn>
                <a:cxn ang="0">
                  <a:pos x="connsiteX4482" y="connsiteY4482"/>
                </a:cxn>
                <a:cxn ang="0">
                  <a:pos x="connsiteX4483" y="connsiteY4483"/>
                </a:cxn>
                <a:cxn ang="0">
                  <a:pos x="connsiteX4484" y="connsiteY4484"/>
                </a:cxn>
                <a:cxn ang="0">
                  <a:pos x="connsiteX4485" y="connsiteY4485"/>
                </a:cxn>
                <a:cxn ang="0">
                  <a:pos x="connsiteX4486" y="connsiteY4486"/>
                </a:cxn>
                <a:cxn ang="0">
                  <a:pos x="connsiteX4487" y="connsiteY4487"/>
                </a:cxn>
                <a:cxn ang="0">
                  <a:pos x="connsiteX4488" y="connsiteY4488"/>
                </a:cxn>
                <a:cxn ang="0">
                  <a:pos x="connsiteX4489" y="connsiteY4489"/>
                </a:cxn>
                <a:cxn ang="0">
                  <a:pos x="connsiteX4490" y="connsiteY4490"/>
                </a:cxn>
                <a:cxn ang="0">
                  <a:pos x="connsiteX4491" y="connsiteY4491"/>
                </a:cxn>
                <a:cxn ang="0">
                  <a:pos x="connsiteX4492" y="connsiteY4492"/>
                </a:cxn>
                <a:cxn ang="0">
                  <a:pos x="connsiteX4493" y="connsiteY4493"/>
                </a:cxn>
                <a:cxn ang="0">
                  <a:pos x="connsiteX4494" y="connsiteY4494"/>
                </a:cxn>
                <a:cxn ang="0">
                  <a:pos x="connsiteX4495" y="connsiteY4495"/>
                </a:cxn>
                <a:cxn ang="0">
                  <a:pos x="connsiteX4496" y="connsiteY4496"/>
                </a:cxn>
                <a:cxn ang="0">
                  <a:pos x="connsiteX4497" y="connsiteY4497"/>
                </a:cxn>
                <a:cxn ang="0">
                  <a:pos x="connsiteX4498" y="connsiteY4498"/>
                </a:cxn>
                <a:cxn ang="0">
                  <a:pos x="connsiteX4499" y="connsiteY4499"/>
                </a:cxn>
                <a:cxn ang="0">
                  <a:pos x="connsiteX4500" y="connsiteY4500"/>
                </a:cxn>
                <a:cxn ang="0">
                  <a:pos x="connsiteX4501" y="connsiteY4501"/>
                </a:cxn>
                <a:cxn ang="0">
                  <a:pos x="connsiteX4502" y="connsiteY4502"/>
                </a:cxn>
                <a:cxn ang="0">
                  <a:pos x="connsiteX4503" y="connsiteY4503"/>
                </a:cxn>
                <a:cxn ang="0">
                  <a:pos x="connsiteX4504" y="connsiteY4504"/>
                </a:cxn>
                <a:cxn ang="0">
                  <a:pos x="connsiteX4505" y="connsiteY4505"/>
                </a:cxn>
                <a:cxn ang="0">
                  <a:pos x="connsiteX4506" y="connsiteY4506"/>
                </a:cxn>
                <a:cxn ang="0">
                  <a:pos x="connsiteX4507" y="connsiteY4507"/>
                </a:cxn>
                <a:cxn ang="0">
                  <a:pos x="connsiteX4508" y="connsiteY4508"/>
                </a:cxn>
                <a:cxn ang="0">
                  <a:pos x="connsiteX4509" y="connsiteY4509"/>
                </a:cxn>
                <a:cxn ang="0">
                  <a:pos x="connsiteX4510" y="connsiteY4510"/>
                </a:cxn>
                <a:cxn ang="0">
                  <a:pos x="connsiteX4511" y="connsiteY4511"/>
                </a:cxn>
                <a:cxn ang="0">
                  <a:pos x="connsiteX4512" y="connsiteY4512"/>
                </a:cxn>
                <a:cxn ang="0">
                  <a:pos x="connsiteX4513" y="connsiteY4513"/>
                </a:cxn>
                <a:cxn ang="0">
                  <a:pos x="connsiteX4514" y="connsiteY4514"/>
                </a:cxn>
                <a:cxn ang="0">
                  <a:pos x="connsiteX4515" y="connsiteY4515"/>
                </a:cxn>
                <a:cxn ang="0">
                  <a:pos x="connsiteX4516" y="connsiteY4516"/>
                </a:cxn>
                <a:cxn ang="0">
                  <a:pos x="connsiteX4517" y="connsiteY4517"/>
                </a:cxn>
                <a:cxn ang="0">
                  <a:pos x="connsiteX4518" y="connsiteY4518"/>
                </a:cxn>
                <a:cxn ang="0">
                  <a:pos x="connsiteX4519" y="connsiteY4519"/>
                </a:cxn>
                <a:cxn ang="0">
                  <a:pos x="connsiteX4520" y="connsiteY4520"/>
                </a:cxn>
                <a:cxn ang="0">
                  <a:pos x="connsiteX4521" y="connsiteY4521"/>
                </a:cxn>
                <a:cxn ang="0">
                  <a:pos x="connsiteX4522" y="connsiteY4522"/>
                </a:cxn>
                <a:cxn ang="0">
                  <a:pos x="connsiteX4523" y="connsiteY4523"/>
                </a:cxn>
                <a:cxn ang="0">
                  <a:pos x="connsiteX4524" y="connsiteY4524"/>
                </a:cxn>
                <a:cxn ang="0">
                  <a:pos x="connsiteX4525" y="connsiteY4525"/>
                </a:cxn>
                <a:cxn ang="0">
                  <a:pos x="connsiteX4526" y="connsiteY4526"/>
                </a:cxn>
                <a:cxn ang="0">
                  <a:pos x="connsiteX4527" y="connsiteY4527"/>
                </a:cxn>
                <a:cxn ang="0">
                  <a:pos x="connsiteX4528" y="connsiteY4528"/>
                </a:cxn>
                <a:cxn ang="0">
                  <a:pos x="connsiteX4529" y="connsiteY4529"/>
                </a:cxn>
                <a:cxn ang="0">
                  <a:pos x="connsiteX4530" y="connsiteY4530"/>
                </a:cxn>
                <a:cxn ang="0">
                  <a:pos x="connsiteX4531" y="connsiteY4531"/>
                </a:cxn>
                <a:cxn ang="0">
                  <a:pos x="connsiteX4532" y="connsiteY4532"/>
                </a:cxn>
                <a:cxn ang="0">
                  <a:pos x="connsiteX4533" y="connsiteY4533"/>
                </a:cxn>
                <a:cxn ang="0">
                  <a:pos x="connsiteX4534" y="connsiteY4534"/>
                </a:cxn>
                <a:cxn ang="0">
                  <a:pos x="connsiteX4535" y="connsiteY4535"/>
                </a:cxn>
                <a:cxn ang="0">
                  <a:pos x="connsiteX4536" y="connsiteY4536"/>
                </a:cxn>
                <a:cxn ang="0">
                  <a:pos x="connsiteX4537" y="connsiteY4537"/>
                </a:cxn>
                <a:cxn ang="0">
                  <a:pos x="connsiteX4538" y="connsiteY4538"/>
                </a:cxn>
                <a:cxn ang="0">
                  <a:pos x="connsiteX4539" y="connsiteY4539"/>
                </a:cxn>
                <a:cxn ang="0">
                  <a:pos x="connsiteX4540" y="connsiteY4540"/>
                </a:cxn>
                <a:cxn ang="0">
                  <a:pos x="connsiteX4541" y="connsiteY4541"/>
                </a:cxn>
                <a:cxn ang="0">
                  <a:pos x="connsiteX4542" y="connsiteY4542"/>
                </a:cxn>
                <a:cxn ang="0">
                  <a:pos x="connsiteX4543" y="connsiteY4543"/>
                </a:cxn>
                <a:cxn ang="0">
                  <a:pos x="connsiteX4544" y="connsiteY4544"/>
                </a:cxn>
                <a:cxn ang="0">
                  <a:pos x="connsiteX4545" y="connsiteY4545"/>
                </a:cxn>
                <a:cxn ang="0">
                  <a:pos x="connsiteX4546" y="connsiteY4546"/>
                </a:cxn>
                <a:cxn ang="0">
                  <a:pos x="connsiteX4547" y="connsiteY4547"/>
                </a:cxn>
                <a:cxn ang="0">
                  <a:pos x="connsiteX4548" y="connsiteY4548"/>
                </a:cxn>
                <a:cxn ang="0">
                  <a:pos x="connsiteX4549" y="connsiteY4549"/>
                </a:cxn>
                <a:cxn ang="0">
                  <a:pos x="connsiteX4550" y="connsiteY4550"/>
                </a:cxn>
                <a:cxn ang="0">
                  <a:pos x="connsiteX4551" y="connsiteY4551"/>
                </a:cxn>
                <a:cxn ang="0">
                  <a:pos x="connsiteX4552" y="connsiteY4552"/>
                </a:cxn>
                <a:cxn ang="0">
                  <a:pos x="connsiteX4553" y="connsiteY4553"/>
                </a:cxn>
                <a:cxn ang="0">
                  <a:pos x="connsiteX4554" y="connsiteY4554"/>
                </a:cxn>
                <a:cxn ang="0">
                  <a:pos x="connsiteX4555" y="connsiteY4555"/>
                </a:cxn>
                <a:cxn ang="0">
                  <a:pos x="connsiteX4556" y="connsiteY4556"/>
                </a:cxn>
                <a:cxn ang="0">
                  <a:pos x="connsiteX4557" y="connsiteY4557"/>
                </a:cxn>
                <a:cxn ang="0">
                  <a:pos x="connsiteX4558" y="connsiteY4558"/>
                </a:cxn>
                <a:cxn ang="0">
                  <a:pos x="connsiteX4559" y="connsiteY4559"/>
                </a:cxn>
                <a:cxn ang="0">
                  <a:pos x="connsiteX4560" y="connsiteY4560"/>
                </a:cxn>
                <a:cxn ang="0">
                  <a:pos x="connsiteX4561" y="connsiteY4561"/>
                </a:cxn>
                <a:cxn ang="0">
                  <a:pos x="connsiteX4562" y="connsiteY4562"/>
                </a:cxn>
                <a:cxn ang="0">
                  <a:pos x="connsiteX4563" y="connsiteY4563"/>
                </a:cxn>
                <a:cxn ang="0">
                  <a:pos x="connsiteX4564" y="connsiteY4564"/>
                </a:cxn>
                <a:cxn ang="0">
                  <a:pos x="connsiteX4565" y="connsiteY4565"/>
                </a:cxn>
                <a:cxn ang="0">
                  <a:pos x="connsiteX4566" y="connsiteY4566"/>
                </a:cxn>
                <a:cxn ang="0">
                  <a:pos x="connsiteX4567" y="connsiteY4567"/>
                </a:cxn>
                <a:cxn ang="0">
                  <a:pos x="connsiteX4568" y="connsiteY4568"/>
                </a:cxn>
                <a:cxn ang="0">
                  <a:pos x="connsiteX4569" y="connsiteY4569"/>
                </a:cxn>
                <a:cxn ang="0">
                  <a:pos x="connsiteX4570" y="connsiteY4570"/>
                </a:cxn>
                <a:cxn ang="0">
                  <a:pos x="connsiteX4571" y="connsiteY4571"/>
                </a:cxn>
                <a:cxn ang="0">
                  <a:pos x="connsiteX4572" y="connsiteY4572"/>
                </a:cxn>
                <a:cxn ang="0">
                  <a:pos x="connsiteX4573" y="connsiteY4573"/>
                </a:cxn>
                <a:cxn ang="0">
                  <a:pos x="connsiteX4574" y="connsiteY4574"/>
                </a:cxn>
                <a:cxn ang="0">
                  <a:pos x="connsiteX4575" y="connsiteY4575"/>
                </a:cxn>
                <a:cxn ang="0">
                  <a:pos x="connsiteX4576" y="connsiteY4576"/>
                </a:cxn>
                <a:cxn ang="0">
                  <a:pos x="connsiteX4577" y="connsiteY4577"/>
                </a:cxn>
                <a:cxn ang="0">
                  <a:pos x="connsiteX4578" y="connsiteY4578"/>
                </a:cxn>
                <a:cxn ang="0">
                  <a:pos x="connsiteX4579" y="connsiteY4579"/>
                </a:cxn>
                <a:cxn ang="0">
                  <a:pos x="connsiteX4580" y="connsiteY4580"/>
                </a:cxn>
                <a:cxn ang="0">
                  <a:pos x="connsiteX4581" y="connsiteY4581"/>
                </a:cxn>
                <a:cxn ang="0">
                  <a:pos x="connsiteX4582" y="connsiteY4582"/>
                </a:cxn>
                <a:cxn ang="0">
                  <a:pos x="connsiteX4583" y="connsiteY4583"/>
                </a:cxn>
                <a:cxn ang="0">
                  <a:pos x="connsiteX4584" y="connsiteY4584"/>
                </a:cxn>
                <a:cxn ang="0">
                  <a:pos x="connsiteX4585" y="connsiteY4585"/>
                </a:cxn>
                <a:cxn ang="0">
                  <a:pos x="connsiteX4586" y="connsiteY4586"/>
                </a:cxn>
                <a:cxn ang="0">
                  <a:pos x="connsiteX4587" y="connsiteY4587"/>
                </a:cxn>
                <a:cxn ang="0">
                  <a:pos x="connsiteX4588" y="connsiteY4588"/>
                </a:cxn>
                <a:cxn ang="0">
                  <a:pos x="connsiteX4589" y="connsiteY4589"/>
                </a:cxn>
                <a:cxn ang="0">
                  <a:pos x="connsiteX4590" y="connsiteY4590"/>
                </a:cxn>
                <a:cxn ang="0">
                  <a:pos x="connsiteX4591" y="connsiteY4591"/>
                </a:cxn>
                <a:cxn ang="0">
                  <a:pos x="connsiteX4592" y="connsiteY4592"/>
                </a:cxn>
                <a:cxn ang="0">
                  <a:pos x="connsiteX4593" y="connsiteY4593"/>
                </a:cxn>
                <a:cxn ang="0">
                  <a:pos x="connsiteX4594" y="connsiteY4594"/>
                </a:cxn>
                <a:cxn ang="0">
                  <a:pos x="connsiteX4595" y="connsiteY4595"/>
                </a:cxn>
                <a:cxn ang="0">
                  <a:pos x="connsiteX4596" y="connsiteY4596"/>
                </a:cxn>
                <a:cxn ang="0">
                  <a:pos x="connsiteX4597" y="connsiteY4597"/>
                </a:cxn>
                <a:cxn ang="0">
                  <a:pos x="connsiteX4598" y="connsiteY4598"/>
                </a:cxn>
                <a:cxn ang="0">
                  <a:pos x="connsiteX4599" y="connsiteY4599"/>
                </a:cxn>
                <a:cxn ang="0">
                  <a:pos x="connsiteX4600" y="connsiteY4600"/>
                </a:cxn>
                <a:cxn ang="0">
                  <a:pos x="connsiteX4601" y="connsiteY4601"/>
                </a:cxn>
                <a:cxn ang="0">
                  <a:pos x="connsiteX4602" y="connsiteY4602"/>
                </a:cxn>
                <a:cxn ang="0">
                  <a:pos x="connsiteX4603" y="connsiteY4603"/>
                </a:cxn>
                <a:cxn ang="0">
                  <a:pos x="connsiteX4604" y="connsiteY4604"/>
                </a:cxn>
                <a:cxn ang="0">
                  <a:pos x="connsiteX4605" y="connsiteY4605"/>
                </a:cxn>
                <a:cxn ang="0">
                  <a:pos x="connsiteX4606" y="connsiteY4606"/>
                </a:cxn>
                <a:cxn ang="0">
                  <a:pos x="connsiteX4607" y="connsiteY4607"/>
                </a:cxn>
                <a:cxn ang="0">
                  <a:pos x="connsiteX4608" y="connsiteY4608"/>
                </a:cxn>
                <a:cxn ang="0">
                  <a:pos x="connsiteX4609" y="connsiteY4609"/>
                </a:cxn>
                <a:cxn ang="0">
                  <a:pos x="connsiteX4610" y="connsiteY4610"/>
                </a:cxn>
                <a:cxn ang="0">
                  <a:pos x="connsiteX4611" y="connsiteY4611"/>
                </a:cxn>
                <a:cxn ang="0">
                  <a:pos x="connsiteX4612" y="connsiteY4612"/>
                </a:cxn>
                <a:cxn ang="0">
                  <a:pos x="connsiteX4613" y="connsiteY4613"/>
                </a:cxn>
                <a:cxn ang="0">
                  <a:pos x="connsiteX4614" y="connsiteY4614"/>
                </a:cxn>
                <a:cxn ang="0">
                  <a:pos x="connsiteX4615" y="connsiteY4615"/>
                </a:cxn>
                <a:cxn ang="0">
                  <a:pos x="connsiteX4616" y="connsiteY4616"/>
                </a:cxn>
                <a:cxn ang="0">
                  <a:pos x="connsiteX4617" y="connsiteY4617"/>
                </a:cxn>
                <a:cxn ang="0">
                  <a:pos x="connsiteX4618" y="connsiteY4618"/>
                </a:cxn>
                <a:cxn ang="0">
                  <a:pos x="connsiteX4619" y="connsiteY4619"/>
                </a:cxn>
                <a:cxn ang="0">
                  <a:pos x="connsiteX4620" y="connsiteY4620"/>
                </a:cxn>
                <a:cxn ang="0">
                  <a:pos x="connsiteX4621" y="connsiteY4621"/>
                </a:cxn>
                <a:cxn ang="0">
                  <a:pos x="connsiteX4622" y="connsiteY4622"/>
                </a:cxn>
                <a:cxn ang="0">
                  <a:pos x="connsiteX4623" y="connsiteY4623"/>
                </a:cxn>
                <a:cxn ang="0">
                  <a:pos x="connsiteX4624" y="connsiteY4624"/>
                </a:cxn>
                <a:cxn ang="0">
                  <a:pos x="connsiteX4625" y="connsiteY4625"/>
                </a:cxn>
                <a:cxn ang="0">
                  <a:pos x="connsiteX4626" y="connsiteY4626"/>
                </a:cxn>
                <a:cxn ang="0">
                  <a:pos x="connsiteX4627" y="connsiteY4627"/>
                </a:cxn>
                <a:cxn ang="0">
                  <a:pos x="connsiteX4628" y="connsiteY4628"/>
                </a:cxn>
                <a:cxn ang="0">
                  <a:pos x="connsiteX4629" y="connsiteY4629"/>
                </a:cxn>
                <a:cxn ang="0">
                  <a:pos x="connsiteX4630" y="connsiteY4630"/>
                </a:cxn>
                <a:cxn ang="0">
                  <a:pos x="connsiteX4631" y="connsiteY4631"/>
                </a:cxn>
                <a:cxn ang="0">
                  <a:pos x="connsiteX4632" y="connsiteY4632"/>
                </a:cxn>
                <a:cxn ang="0">
                  <a:pos x="connsiteX4633" y="connsiteY4633"/>
                </a:cxn>
                <a:cxn ang="0">
                  <a:pos x="connsiteX4634" y="connsiteY4634"/>
                </a:cxn>
                <a:cxn ang="0">
                  <a:pos x="connsiteX4635" y="connsiteY4635"/>
                </a:cxn>
                <a:cxn ang="0">
                  <a:pos x="connsiteX4636" y="connsiteY4636"/>
                </a:cxn>
                <a:cxn ang="0">
                  <a:pos x="connsiteX4637" y="connsiteY4637"/>
                </a:cxn>
                <a:cxn ang="0">
                  <a:pos x="connsiteX4638" y="connsiteY4638"/>
                </a:cxn>
                <a:cxn ang="0">
                  <a:pos x="connsiteX4639" y="connsiteY4639"/>
                </a:cxn>
                <a:cxn ang="0">
                  <a:pos x="connsiteX4640" y="connsiteY4640"/>
                </a:cxn>
                <a:cxn ang="0">
                  <a:pos x="connsiteX4641" y="connsiteY4641"/>
                </a:cxn>
                <a:cxn ang="0">
                  <a:pos x="connsiteX4642" y="connsiteY4642"/>
                </a:cxn>
                <a:cxn ang="0">
                  <a:pos x="connsiteX4643" y="connsiteY4643"/>
                </a:cxn>
                <a:cxn ang="0">
                  <a:pos x="connsiteX4644" y="connsiteY4644"/>
                </a:cxn>
                <a:cxn ang="0">
                  <a:pos x="connsiteX4645" y="connsiteY4645"/>
                </a:cxn>
                <a:cxn ang="0">
                  <a:pos x="connsiteX4646" y="connsiteY4646"/>
                </a:cxn>
                <a:cxn ang="0">
                  <a:pos x="connsiteX4647" y="connsiteY4647"/>
                </a:cxn>
                <a:cxn ang="0">
                  <a:pos x="connsiteX4648" y="connsiteY4648"/>
                </a:cxn>
                <a:cxn ang="0">
                  <a:pos x="connsiteX4649" y="connsiteY4649"/>
                </a:cxn>
                <a:cxn ang="0">
                  <a:pos x="connsiteX4650" y="connsiteY4650"/>
                </a:cxn>
                <a:cxn ang="0">
                  <a:pos x="connsiteX4651" y="connsiteY4651"/>
                </a:cxn>
                <a:cxn ang="0">
                  <a:pos x="connsiteX4652" y="connsiteY4652"/>
                </a:cxn>
                <a:cxn ang="0">
                  <a:pos x="connsiteX4653" y="connsiteY4653"/>
                </a:cxn>
                <a:cxn ang="0">
                  <a:pos x="connsiteX4654" y="connsiteY4654"/>
                </a:cxn>
                <a:cxn ang="0">
                  <a:pos x="connsiteX4655" y="connsiteY4655"/>
                </a:cxn>
                <a:cxn ang="0">
                  <a:pos x="connsiteX4656" y="connsiteY4656"/>
                </a:cxn>
                <a:cxn ang="0">
                  <a:pos x="connsiteX4657" y="connsiteY4657"/>
                </a:cxn>
                <a:cxn ang="0">
                  <a:pos x="connsiteX4658" y="connsiteY4658"/>
                </a:cxn>
                <a:cxn ang="0">
                  <a:pos x="connsiteX4659" y="connsiteY4659"/>
                </a:cxn>
                <a:cxn ang="0">
                  <a:pos x="connsiteX4660" y="connsiteY4660"/>
                </a:cxn>
                <a:cxn ang="0">
                  <a:pos x="connsiteX4661" y="connsiteY4661"/>
                </a:cxn>
                <a:cxn ang="0">
                  <a:pos x="connsiteX4662" y="connsiteY4662"/>
                </a:cxn>
                <a:cxn ang="0">
                  <a:pos x="connsiteX4663" y="connsiteY4663"/>
                </a:cxn>
                <a:cxn ang="0">
                  <a:pos x="connsiteX4664" y="connsiteY4664"/>
                </a:cxn>
                <a:cxn ang="0">
                  <a:pos x="connsiteX4665" y="connsiteY4665"/>
                </a:cxn>
                <a:cxn ang="0">
                  <a:pos x="connsiteX4666" y="connsiteY4666"/>
                </a:cxn>
                <a:cxn ang="0">
                  <a:pos x="connsiteX4667" y="connsiteY4667"/>
                </a:cxn>
                <a:cxn ang="0">
                  <a:pos x="connsiteX4668" y="connsiteY4668"/>
                </a:cxn>
                <a:cxn ang="0">
                  <a:pos x="connsiteX4669" y="connsiteY4669"/>
                </a:cxn>
                <a:cxn ang="0">
                  <a:pos x="connsiteX4670" y="connsiteY4670"/>
                </a:cxn>
                <a:cxn ang="0">
                  <a:pos x="connsiteX4671" y="connsiteY4671"/>
                </a:cxn>
                <a:cxn ang="0">
                  <a:pos x="connsiteX4672" y="connsiteY4672"/>
                </a:cxn>
                <a:cxn ang="0">
                  <a:pos x="connsiteX4673" y="connsiteY4673"/>
                </a:cxn>
                <a:cxn ang="0">
                  <a:pos x="connsiteX4674" y="connsiteY4674"/>
                </a:cxn>
                <a:cxn ang="0">
                  <a:pos x="connsiteX4675" y="connsiteY4675"/>
                </a:cxn>
                <a:cxn ang="0">
                  <a:pos x="connsiteX4676" y="connsiteY4676"/>
                </a:cxn>
                <a:cxn ang="0">
                  <a:pos x="connsiteX4677" y="connsiteY4677"/>
                </a:cxn>
                <a:cxn ang="0">
                  <a:pos x="connsiteX4678" y="connsiteY4678"/>
                </a:cxn>
                <a:cxn ang="0">
                  <a:pos x="connsiteX4679" y="connsiteY4679"/>
                </a:cxn>
                <a:cxn ang="0">
                  <a:pos x="connsiteX4680" y="connsiteY4680"/>
                </a:cxn>
                <a:cxn ang="0">
                  <a:pos x="connsiteX4681" y="connsiteY4681"/>
                </a:cxn>
                <a:cxn ang="0">
                  <a:pos x="connsiteX4682" y="connsiteY4682"/>
                </a:cxn>
                <a:cxn ang="0">
                  <a:pos x="connsiteX4683" y="connsiteY4683"/>
                </a:cxn>
                <a:cxn ang="0">
                  <a:pos x="connsiteX4684" y="connsiteY4684"/>
                </a:cxn>
                <a:cxn ang="0">
                  <a:pos x="connsiteX4685" y="connsiteY4685"/>
                </a:cxn>
                <a:cxn ang="0">
                  <a:pos x="connsiteX4686" y="connsiteY4686"/>
                </a:cxn>
                <a:cxn ang="0">
                  <a:pos x="connsiteX4687" y="connsiteY4687"/>
                </a:cxn>
                <a:cxn ang="0">
                  <a:pos x="connsiteX4688" y="connsiteY4688"/>
                </a:cxn>
                <a:cxn ang="0">
                  <a:pos x="connsiteX4689" y="connsiteY4689"/>
                </a:cxn>
                <a:cxn ang="0">
                  <a:pos x="connsiteX4690" y="connsiteY4690"/>
                </a:cxn>
                <a:cxn ang="0">
                  <a:pos x="connsiteX4691" y="connsiteY4691"/>
                </a:cxn>
                <a:cxn ang="0">
                  <a:pos x="connsiteX4692" y="connsiteY4692"/>
                </a:cxn>
                <a:cxn ang="0">
                  <a:pos x="connsiteX4693" y="connsiteY4693"/>
                </a:cxn>
                <a:cxn ang="0">
                  <a:pos x="connsiteX4694" y="connsiteY4694"/>
                </a:cxn>
                <a:cxn ang="0">
                  <a:pos x="connsiteX4695" y="connsiteY4695"/>
                </a:cxn>
                <a:cxn ang="0">
                  <a:pos x="connsiteX4696" y="connsiteY4696"/>
                </a:cxn>
                <a:cxn ang="0">
                  <a:pos x="connsiteX4697" y="connsiteY4697"/>
                </a:cxn>
                <a:cxn ang="0">
                  <a:pos x="connsiteX4698" y="connsiteY4698"/>
                </a:cxn>
                <a:cxn ang="0">
                  <a:pos x="connsiteX4699" y="connsiteY4699"/>
                </a:cxn>
                <a:cxn ang="0">
                  <a:pos x="connsiteX4700" y="connsiteY4700"/>
                </a:cxn>
                <a:cxn ang="0">
                  <a:pos x="connsiteX4701" y="connsiteY4701"/>
                </a:cxn>
                <a:cxn ang="0">
                  <a:pos x="connsiteX4702" y="connsiteY4702"/>
                </a:cxn>
                <a:cxn ang="0">
                  <a:pos x="connsiteX4703" y="connsiteY4703"/>
                </a:cxn>
                <a:cxn ang="0">
                  <a:pos x="connsiteX4704" y="connsiteY4704"/>
                </a:cxn>
                <a:cxn ang="0">
                  <a:pos x="connsiteX4705" y="connsiteY4705"/>
                </a:cxn>
                <a:cxn ang="0">
                  <a:pos x="connsiteX4706" y="connsiteY4706"/>
                </a:cxn>
                <a:cxn ang="0">
                  <a:pos x="connsiteX4707" y="connsiteY4707"/>
                </a:cxn>
                <a:cxn ang="0">
                  <a:pos x="connsiteX4708" y="connsiteY4708"/>
                </a:cxn>
                <a:cxn ang="0">
                  <a:pos x="connsiteX4709" y="connsiteY4709"/>
                </a:cxn>
                <a:cxn ang="0">
                  <a:pos x="connsiteX4710" y="connsiteY4710"/>
                </a:cxn>
                <a:cxn ang="0">
                  <a:pos x="connsiteX4711" y="connsiteY4711"/>
                </a:cxn>
                <a:cxn ang="0">
                  <a:pos x="connsiteX4712" y="connsiteY4712"/>
                </a:cxn>
                <a:cxn ang="0">
                  <a:pos x="connsiteX4713" y="connsiteY4713"/>
                </a:cxn>
                <a:cxn ang="0">
                  <a:pos x="connsiteX4714" y="connsiteY4714"/>
                </a:cxn>
                <a:cxn ang="0">
                  <a:pos x="connsiteX4715" y="connsiteY4715"/>
                </a:cxn>
                <a:cxn ang="0">
                  <a:pos x="connsiteX4716" y="connsiteY4716"/>
                </a:cxn>
                <a:cxn ang="0">
                  <a:pos x="connsiteX4717" y="connsiteY4717"/>
                </a:cxn>
                <a:cxn ang="0">
                  <a:pos x="connsiteX4718" y="connsiteY4718"/>
                </a:cxn>
                <a:cxn ang="0">
                  <a:pos x="connsiteX4719" y="connsiteY4719"/>
                </a:cxn>
                <a:cxn ang="0">
                  <a:pos x="connsiteX4720" y="connsiteY4720"/>
                </a:cxn>
                <a:cxn ang="0">
                  <a:pos x="connsiteX4721" y="connsiteY4721"/>
                </a:cxn>
                <a:cxn ang="0">
                  <a:pos x="connsiteX4722" y="connsiteY4722"/>
                </a:cxn>
                <a:cxn ang="0">
                  <a:pos x="connsiteX4723" y="connsiteY4723"/>
                </a:cxn>
                <a:cxn ang="0">
                  <a:pos x="connsiteX4724" y="connsiteY4724"/>
                </a:cxn>
                <a:cxn ang="0">
                  <a:pos x="connsiteX4725" y="connsiteY4725"/>
                </a:cxn>
                <a:cxn ang="0">
                  <a:pos x="connsiteX4726" y="connsiteY4726"/>
                </a:cxn>
                <a:cxn ang="0">
                  <a:pos x="connsiteX4727" y="connsiteY4727"/>
                </a:cxn>
                <a:cxn ang="0">
                  <a:pos x="connsiteX4728" y="connsiteY4728"/>
                </a:cxn>
                <a:cxn ang="0">
                  <a:pos x="connsiteX4729" y="connsiteY4729"/>
                </a:cxn>
                <a:cxn ang="0">
                  <a:pos x="connsiteX4730" y="connsiteY4730"/>
                </a:cxn>
                <a:cxn ang="0">
                  <a:pos x="connsiteX4731" y="connsiteY4731"/>
                </a:cxn>
                <a:cxn ang="0">
                  <a:pos x="connsiteX4732" y="connsiteY4732"/>
                </a:cxn>
                <a:cxn ang="0">
                  <a:pos x="connsiteX4733" y="connsiteY4733"/>
                </a:cxn>
                <a:cxn ang="0">
                  <a:pos x="connsiteX4734" y="connsiteY4734"/>
                </a:cxn>
                <a:cxn ang="0">
                  <a:pos x="connsiteX4735" y="connsiteY4735"/>
                </a:cxn>
                <a:cxn ang="0">
                  <a:pos x="connsiteX4736" y="connsiteY4736"/>
                </a:cxn>
                <a:cxn ang="0">
                  <a:pos x="connsiteX4737" y="connsiteY4737"/>
                </a:cxn>
                <a:cxn ang="0">
                  <a:pos x="connsiteX4738" y="connsiteY4738"/>
                </a:cxn>
                <a:cxn ang="0">
                  <a:pos x="connsiteX4739" y="connsiteY4739"/>
                </a:cxn>
                <a:cxn ang="0">
                  <a:pos x="connsiteX4740" y="connsiteY4740"/>
                </a:cxn>
                <a:cxn ang="0">
                  <a:pos x="connsiteX4741" y="connsiteY4741"/>
                </a:cxn>
                <a:cxn ang="0">
                  <a:pos x="connsiteX4742" y="connsiteY4742"/>
                </a:cxn>
                <a:cxn ang="0">
                  <a:pos x="connsiteX4743" y="connsiteY4743"/>
                </a:cxn>
                <a:cxn ang="0">
                  <a:pos x="connsiteX4744" y="connsiteY4744"/>
                </a:cxn>
                <a:cxn ang="0">
                  <a:pos x="connsiteX4745" y="connsiteY4745"/>
                </a:cxn>
                <a:cxn ang="0">
                  <a:pos x="connsiteX4746" y="connsiteY4746"/>
                </a:cxn>
                <a:cxn ang="0">
                  <a:pos x="connsiteX4747" y="connsiteY4747"/>
                </a:cxn>
                <a:cxn ang="0">
                  <a:pos x="connsiteX4748" y="connsiteY4748"/>
                </a:cxn>
                <a:cxn ang="0">
                  <a:pos x="connsiteX4749" y="connsiteY4749"/>
                </a:cxn>
                <a:cxn ang="0">
                  <a:pos x="connsiteX4750" y="connsiteY4750"/>
                </a:cxn>
                <a:cxn ang="0">
                  <a:pos x="connsiteX4751" y="connsiteY4751"/>
                </a:cxn>
                <a:cxn ang="0">
                  <a:pos x="connsiteX4752" y="connsiteY4752"/>
                </a:cxn>
                <a:cxn ang="0">
                  <a:pos x="connsiteX4753" y="connsiteY4753"/>
                </a:cxn>
                <a:cxn ang="0">
                  <a:pos x="connsiteX4754" y="connsiteY4754"/>
                </a:cxn>
                <a:cxn ang="0">
                  <a:pos x="connsiteX4755" y="connsiteY4755"/>
                </a:cxn>
                <a:cxn ang="0">
                  <a:pos x="connsiteX4756" y="connsiteY4756"/>
                </a:cxn>
                <a:cxn ang="0">
                  <a:pos x="connsiteX4757" y="connsiteY4757"/>
                </a:cxn>
                <a:cxn ang="0">
                  <a:pos x="connsiteX4758" y="connsiteY4758"/>
                </a:cxn>
                <a:cxn ang="0">
                  <a:pos x="connsiteX4759" y="connsiteY4759"/>
                </a:cxn>
                <a:cxn ang="0">
                  <a:pos x="connsiteX4760" y="connsiteY4760"/>
                </a:cxn>
                <a:cxn ang="0">
                  <a:pos x="connsiteX4761" y="connsiteY4761"/>
                </a:cxn>
                <a:cxn ang="0">
                  <a:pos x="connsiteX4762" y="connsiteY4762"/>
                </a:cxn>
                <a:cxn ang="0">
                  <a:pos x="connsiteX4763" y="connsiteY4763"/>
                </a:cxn>
                <a:cxn ang="0">
                  <a:pos x="connsiteX4764" y="connsiteY4764"/>
                </a:cxn>
                <a:cxn ang="0">
                  <a:pos x="connsiteX4765" y="connsiteY4765"/>
                </a:cxn>
                <a:cxn ang="0">
                  <a:pos x="connsiteX4766" y="connsiteY4766"/>
                </a:cxn>
                <a:cxn ang="0">
                  <a:pos x="connsiteX4767" y="connsiteY4767"/>
                </a:cxn>
                <a:cxn ang="0">
                  <a:pos x="connsiteX4768" y="connsiteY4768"/>
                </a:cxn>
                <a:cxn ang="0">
                  <a:pos x="connsiteX4769" y="connsiteY4769"/>
                </a:cxn>
                <a:cxn ang="0">
                  <a:pos x="connsiteX4770" y="connsiteY4770"/>
                </a:cxn>
                <a:cxn ang="0">
                  <a:pos x="connsiteX4771" y="connsiteY4771"/>
                </a:cxn>
                <a:cxn ang="0">
                  <a:pos x="connsiteX4772" y="connsiteY4772"/>
                </a:cxn>
                <a:cxn ang="0">
                  <a:pos x="connsiteX4773" y="connsiteY4773"/>
                </a:cxn>
                <a:cxn ang="0">
                  <a:pos x="connsiteX4774" y="connsiteY4774"/>
                </a:cxn>
                <a:cxn ang="0">
                  <a:pos x="connsiteX4775" y="connsiteY4775"/>
                </a:cxn>
                <a:cxn ang="0">
                  <a:pos x="connsiteX4776" y="connsiteY4776"/>
                </a:cxn>
                <a:cxn ang="0">
                  <a:pos x="connsiteX4777" y="connsiteY4777"/>
                </a:cxn>
                <a:cxn ang="0">
                  <a:pos x="connsiteX4778" y="connsiteY4778"/>
                </a:cxn>
                <a:cxn ang="0">
                  <a:pos x="connsiteX4779" y="connsiteY4779"/>
                </a:cxn>
                <a:cxn ang="0">
                  <a:pos x="connsiteX4780" y="connsiteY4780"/>
                </a:cxn>
                <a:cxn ang="0">
                  <a:pos x="connsiteX4781" y="connsiteY4781"/>
                </a:cxn>
                <a:cxn ang="0">
                  <a:pos x="connsiteX4782" y="connsiteY4782"/>
                </a:cxn>
                <a:cxn ang="0">
                  <a:pos x="connsiteX4783" y="connsiteY4783"/>
                </a:cxn>
                <a:cxn ang="0">
                  <a:pos x="connsiteX4784" y="connsiteY4784"/>
                </a:cxn>
                <a:cxn ang="0">
                  <a:pos x="connsiteX4785" y="connsiteY4785"/>
                </a:cxn>
                <a:cxn ang="0">
                  <a:pos x="connsiteX4786" y="connsiteY4786"/>
                </a:cxn>
                <a:cxn ang="0">
                  <a:pos x="connsiteX4787" y="connsiteY4787"/>
                </a:cxn>
                <a:cxn ang="0">
                  <a:pos x="connsiteX4788" y="connsiteY4788"/>
                </a:cxn>
                <a:cxn ang="0">
                  <a:pos x="connsiteX4789" y="connsiteY4789"/>
                </a:cxn>
                <a:cxn ang="0">
                  <a:pos x="connsiteX4790" y="connsiteY4790"/>
                </a:cxn>
                <a:cxn ang="0">
                  <a:pos x="connsiteX4791" y="connsiteY4791"/>
                </a:cxn>
                <a:cxn ang="0">
                  <a:pos x="connsiteX4792" y="connsiteY4792"/>
                </a:cxn>
                <a:cxn ang="0">
                  <a:pos x="connsiteX4793" y="connsiteY4793"/>
                </a:cxn>
                <a:cxn ang="0">
                  <a:pos x="connsiteX4794" y="connsiteY4794"/>
                </a:cxn>
                <a:cxn ang="0">
                  <a:pos x="connsiteX4795" y="connsiteY4795"/>
                </a:cxn>
                <a:cxn ang="0">
                  <a:pos x="connsiteX4796" y="connsiteY4796"/>
                </a:cxn>
                <a:cxn ang="0">
                  <a:pos x="connsiteX4797" y="connsiteY4797"/>
                </a:cxn>
                <a:cxn ang="0">
                  <a:pos x="connsiteX4798" y="connsiteY4798"/>
                </a:cxn>
                <a:cxn ang="0">
                  <a:pos x="connsiteX4799" y="connsiteY4799"/>
                </a:cxn>
                <a:cxn ang="0">
                  <a:pos x="connsiteX4800" y="connsiteY4800"/>
                </a:cxn>
                <a:cxn ang="0">
                  <a:pos x="connsiteX4801" y="connsiteY4801"/>
                </a:cxn>
                <a:cxn ang="0">
                  <a:pos x="connsiteX4802" y="connsiteY4802"/>
                </a:cxn>
                <a:cxn ang="0">
                  <a:pos x="connsiteX4803" y="connsiteY4803"/>
                </a:cxn>
                <a:cxn ang="0">
                  <a:pos x="connsiteX4804" y="connsiteY4804"/>
                </a:cxn>
                <a:cxn ang="0">
                  <a:pos x="connsiteX4805" y="connsiteY4805"/>
                </a:cxn>
                <a:cxn ang="0">
                  <a:pos x="connsiteX4806" y="connsiteY4806"/>
                </a:cxn>
                <a:cxn ang="0">
                  <a:pos x="connsiteX4807" y="connsiteY4807"/>
                </a:cxn>
                <a:cxn ang="0">
                  <a:pos x="connsiteX4808" y="connsiteY4808"/>
                </a:cxn>
                <a:cxn ang="0">
                  <a:pos x="connsiteX4809" y="connsiteY4809"/>
                </a:cxn>
                <a:cxn ang="0">
                  <a:pos x="connsiteX4810" y="connsiteY4810"/>
                </a:cxn>
                <a:cxn ang="0">
                  <a:pos x="connsiteX4811" y="connsiteY4811"/>
                </a:cxn>
                <a:cxn ang="0">
                  <a:pos x="connsiteX4812" y="connsiteY4812"/>
                </a:cxn>
                <a:cxn ang="0">
                  <a:pos x="connsiteX4813" y="connsiteY4813"/>
                </a:cxn>
                <a:cxn ang="0">
                  <a:pos x="connsiteX4814" y="connsiteY4814"/>
                </a:cxn>
                <a:cxn ang="0">
                  <a:pos x="connsiteX4815" y="connsiteY4815"/>
                </a:cxn>
                <a:cxn ang="0">
                  <a:pos x="connsiteX4816" y="connsiteY4816"/>
                </a:cxn>
                <a:cxn ang="0">
                  <a:pos x="connsiteX4817" y="connsiteY4817"/>
                </a:cxn>
                <a:cxn ang="0">
                  <a:pos x="connsiteX4818" y="connsiteY4818"/>
                </a:cxn>
                <a:cxn ang="0">
                  <a:pos x="connsiteX4819" y="connsiteY4819"/>
                </a:cxn>
                <a:cxn ang="0">
                  <a:pos x="connsiteX4820" y="connsiteY4820"/>
                </a:cxn>
                <a:cxn ang="0">
                  <a:pos x="connsiteX4821" y="connsiteY4821"/>
                </a:cxn>
                <a:cxn ang="0">
                  <a:pos x="connsiteX4822" y="connsiteY4822"/>
                </a:cxn>
                <a:cxn ang="0">
                  <a:pos x="connsiteX4823" y="connsiteY4823"/>
                </a:cxn>
                <a:cxn ang="0">
                  <a:pos x="connsiteX4824" y="connsiteY4824"/>
                </a:cxn>
                <a:cxn ang="0">
                  <a:pos x="connsiteX4825" y="connsiteY4825"/>
                </a:cxn>
                <a:cxn ang="0">
                  <a:pos x="connsiteX4826" y="connsiteY4826"/>
                </a:cxn>
                <a:cxn ang="0">
                  <a:pos x="connsiteX4827" y="connsiteY4827"/>
                </a:cxn>
                <a:cxn ang="0">
                  <a:pos x="connsiteX4828" y="connsiteY4828"/>
                </a:cxn>
                <a:cxn ang="0">
                  <a:pos x="connsiteX4829" y="connsiteY4829"/>
                </a:cxn>
                <a:cxn ang="0">
                  <a:pos x="connsiteX4830" y="connsiteY4830"/>
                </a:cxn>
                <a:cxn ang="0">
                  <a:pos x="connsiteX4831" y="connsiteY4831"/>
                </a:cxn>
                <a:cxn ang="0">
                  <a:pos x="connsiteX4832" y="connsiteY4832"/>
                </a:cxn>
                <a:cxn ang="0">
                  <a:pos x="connsiteX4833" y="connsiteY4833"/>
                </a:cxn>
                <a:cxn ang="0">
                  <a:pos x="connsiteX4834" y="connsiteY4834"/>
                </a:cxn>
                <a:cxn ang="0">
                  <a:pos x="connsiteX4835" y="connsiteY4835"/>
                </a:cxn>
                <a:cxn ang="0">
                  <a:pos x="connsiteX4836" y="connsiteY4836"/>
                </a:cxn>
                <a:cxn ang="0">
                  <a:pos x="connsiteX4837" y="connsiteY4837"/>
                </a:cxn>
                <a:cxn ang="0">
                  <a:pos x="connsiteX4838" y="connsiteY4838"/>
                </a:cxn>
                <a:cxn ang="0">
                  <a:pos x="connsiteX4839" y="connsiteY4839"/>
                </a:cxn>
                <a:cxn ang="0">
                  <a:pos x="connsiteX4840" y="connsiteY4840"/>
                </a:cxn>
                <a:cxn ang="0">
                  <a:pos x="connsiteX4841" y="connsiteY4841"/>
                </a:cxn>
                <a:cxn ang="0">
                  <a:pos x="connsiteX4842" y="connsiteY4842"/>
                </a:cxn>
                <a:cxn ang="0">
                  <a:pos x="connsiteX4843" y="connsiteY4843"/>
                </a:cxn>
                <a:cxn ang="0">
                  <a:pos x="connsiteX4844" y="connsiteY4844"/>
                </a:cxn>
                <a:cxn ang="0">
                  <a:pos x="connsiteX4845" y="connsiteY4845"/>
                </a:cxn>
                <a:cxn ang="0">
                  <a:pos x="connsiteX4846" y="connsiteY4846"/>
                </a:cxn>
                <a:cxn ang="0">
                  <a:pos x="connsiteX4847" y="connsiteY4847"/>
                </a:cxn>
                <a:cxn ang="0">
                  <a:pos x="connsiteX4848" y="connsiteY4848"/>
                </a:cxn>
                <a:cxn ang="0">
                  <a:pos x="connsiteX4849" y="connsiteY4849"/>
                </a:cxn>
                <a:cxn ang="0">
                  <a:pos x="connsiteX4850" y="connsiteY4850"/>
                </a:cxn>
                <a:cxn ang="0">
                  <a:pos x="connsiteX4851" y="connsiteY4851"/>
                </a:cxn>
                <a:cxn ang="0">
                  <a:pos x="connsiteX4852" y="connsiteY4852"/>
                </a:cxn>
                <a:cxn ang="0">
                  <a:pos x="connsiteX4853" y="connsiteY4853"/>
                </a:cxn>
                <a:cxn ang="0">
                  <a:pos x="connsiteX4854" y="connsiteY4854"/>
                </a:cxn>
                <a:cxn ang="0">
                  <a:pos x="connsiteX4855" y="connsiteY4855"/>
                </a:cxn>
                <a:cxn ang="0">
                  <a:pos x="connsiteX4856" y="connsiteY4856"/>
                </a:cxn>
                <a:cxn ang="0">
                  <a:pos x="connsiteX4857" y="connsiteY4857"/>
                </a:cxn>
                <a:cxn ang="0">
                  <a:pos x="connsiteX4858" y="connsiteY4858"/>
                </a:cxn>
                <a:cxn ang="0">
                  <a:pos x="connsiteX4859" y="connsiteY4859"/>
                </a:cxn>
                <a:cxn ang="0">
                  <a:pos x="connsiteX4860" y="connsiteY4860"/>
                </a:cxn>
                <a:cxn ang="0">
                  <a:pos x="connsiteX4861" y="connsiteY4861"/>
                </a:cxn>
                <a:cxn ang="0">
                  <a:pos x="connsiteX4862" y="connsiteY4862"/>
                </a:cxn>
                <a:cxn ang="0">
                  <a:pos x="connsiteX4863" y="connsiteY4863"/>
                </a:cxn>
                <a:cxn ang="0">
                  <a:pos x="connsiteX4864" y="connsiteY4864"/>
                </a:cxn>
                <a:cxn ang="0">
                  <a:pos x="connsiteX4865" y="connsiteY4865"/>
                </a:cxn>
                <a:cxn ang="0">
                  <a:pos x="connsiteX4866" y="connsiteY4866"/>
                </a:cxn>
                <a:cxn ang="0">
                  <a:pos x="connsiteX4867" y="connsiteY4867"/>
                </a:cxn>
                <a:cxn ang="0">
                  <a:pos x="connsiteX4868" y="connsiteY4868"/>
                </a:cxn>
                <a:cxn ang="0">
                  <a:pos x="connsiteX4869" y="connsiteY4869"/>
                </a:cxn>
                <a:cxn ang="0">
                  <a:pos x="connsiteX4870" y="connsiteY4870"/>
                </a:cxn>
                <a:cxn ang="0">
                  <a:pos x="connsiteX4871" y="connsiteY4871"/>
                </a:cxn>
                <a:cxn ang="0">
                  <a:pos x="connsiteX4872" y="connsiteY4872"/>
                </a:cxn>
                <a:cxn ang="0">
                  <a:pos x="connsiteX4873" y="connsiteY4873"/>
                </a:cxn>
                <a:cxn ang="0">
                  <a:pos x="connsiteX4874" y="connsiteY4874"/>
                </a:cxn>
                <a:cxn ang="0">
                  <a:pos x="connsiteX4875" y="connsiteY4875"/>
                </a:cxn>
                <a:cxn ang="0">
                  <a:pos x="connsiteX4876" y="connsiteY4876"/>
                </a:cxn>
                <a:cxn ang="0">
                  <a:pos x="connsiteX4877" y="connsiteY4877"/>
                </a:cxn>
                <a:cxn ang="0">
                  <a:pos x="connsiteX4878" y="connsiteY4878"/>
                </a:cxn>
                <a:cxn ang="0">
                  <a:pos x="connsiteX4879" y="connsiteY4879"/>
                </a:cxn>
                <a:cxn ang="0">
                  <a:pos x="connsiteX4880" y="connsiteY4880"/>
                </a:cxn>
                <a:cxn ang="0">
                  <a:pos x="connsiteX4881" y="connsiteY4881"/>
                </a:cxn>
                <a:cxn ang="0">
                  <a:pos x="connsiteX4882" y="connsiteY4882"/>
                </a:cxn>
                <a:cxn ang="0">
                  <a:pos x="connsiteX4883" y="connsiteY4883"/>
                </a:cxn>
                <a:cxn ang="0">
                  <a:pos x="connsiteX4884" y="connsiteY4884"/>
                </a:cxn>
                <a:cxn ang="0">
                  <a:pos x="connsiteX4885" y="connsiteY4885"/>
                </a:cxn>
                <a:cxn ang="0">
                  <a:pos x="connsiteX4886" y="connsiteY4886"/>
                </a:cxn>
                <a:cxn ang="0">
                  <a:pos x="connsiteX4887" y="connsiteY4887"/>
                </a:cxn>
                <a:cxn ang="0">
                  <a:pos x="connsiteX4888" y="connsiteY4888"/>
                </a:cxn>
                <a:cxn ang="0">
                  <a:pos x="connsiteX4889" y="connsiteY4889"/>
                </a:cxn>
                <a:cxn ang="0">
                  <a:pos x="connsiteX4890" y="connsiteY4890"/>
                </a:cxn>
                <a:cxn ang="0">
                  <a:pos x="connsiteX4891" y="connsiteY4891"/>
                </a:cxn>
                <a:cxn ang="0">
                  <a:pos x="connsiteX4892" y="connsiteY4892"/>
                </a:cxn>
                <a:cxn ang="0">
                  <a:pos x="connsiteX4893" y="connsiteY4893"/>
                </a:cxn>
                <a:cxn ang="0">
                  <a:pos x="connsiteX4894" y="connsiteY4894"/>
                </a:cxn>
                <a:cxn ang="0">
                  <a:pos x="connsiteX4895" y="connsiteY4895"/>
                </a:cxn>
                <a:cxn ang="0">
                  <a:pos x="connsiteX4896" y="connsiteY4896"/>
                </a:cxn>
                <a:cxn ang="0">
                  <a:pos x="connsiteX4897" y="connsiteY4897"/>
                </a:cxn>
                <a:cxn ang="0">
                  <a:pos x="connsiteX4898" y="connsiteY4898"/>
                </a:cxn>
                <a:cxn ang="0">
                  <a:pos x="connsiteX4899" y="connsiteY4899"/>
                </a:cxn>
                <a:cxn ang="0">
                  <a:pos x="connsiteX4900" y="connsiteY4900"/>
                </a:cxn>
                <a:cxn ang="0">
                  <a:pos x="connsiteX4901" y="connsiteY4901"/>
                </a:cxn>
                <a:cxn ang="0">
                  <a:pos x="connsiteX4902" y="connsiteY4902"/>
                </a:cxn>
                <a:cxn ang="0">
                  <a:pos x="connsiteX4903" y="connsiteY4903"/>
                </a:cxn>
                <a:cxn ang="0">
                  <a:pos x="connsiteX4904" y="connsiteY4904"/>
                </a:cxn>
                <a:cxn ang="0">
                  <a:pos x="connsiteX4905" y="connsiteY4905"/>
                </a:cxn>
                <a:cxn ang="0">
                  <a:pos x="connsiteX4906" y="connsiteY4906"/>
                </a:cxn>
                <a:cxn ang="0">
                  <a:pos x="connsiteX4907" y="connsiteY4907"/>
                </a:cxn>
                <a:cxn ang="0">
                  <a:pos x="connsiteX4908" y="connsiteY4908"/>
                </a:cxn>
                <a:cxn ang="0">
                  <a:pos x="connsiteX4909" y="connsiteY4909"/>
                </a:cxn>
                <a:cxn ang="0">
                  <a:pos x="connsiteX4910" y="connsiteY4910"/>
                </a:cxn>
                <a:cxn ang="0">
                  <a:pos x="connsiteX4911" y="connsiteY4911"/>
                </a:cxn>
                <a:cxn ang="0">
                  <a:pos x="connsiteX4912" y="connsiteY4912"/>
                </a:cxn>
                <a:cxn ang="0">
                  <a:pos x="connsiteX4913" y="connsiteY4913"/>
                </a:cxn>
                <a:cxn ang="0">
                  <a:pos x="connsiteX4914" y="connsiteY4914"/>
                </a:cxn>
                <a:cxn ang="0">
                  <a:pos x="connsiteX4915" y="connsiteY4915"/>
                </a:cxn>
                <a:cxn ang="0">
                  <a:pos x="connsiteX4916" y="connsiteY4916"/>
                </a:cxn>
                <a:cxn ang="0">
                  <a:pos x="connsiteX4917" y="connsiteY4917"/>
                </a:cxn>
                <a:cxn ang="0">
                  <a:pos x="connsiteX4918" y="connsiteY4918"/>
                </a:cxn>
                <a:cxn ang="0">
                  <a:pos x="connsiteX4919" y="connsiteY4919"/>
                </a:cxn>
                <a:cxn ang="0">
                  <a:pos x="connsiteX4920" y="connsiteY4920"/>
                </a:cxn>
                <a:cxn ang="0">
                  <a:pos x="connsiteX4921" y="connsiteY4921"/>
                </a:cxn>
                <a:cxn ang="0">
                  <a:pos x="connsiteX4922" y="connsiteY4922"/>
                </a:cxn>
                <a:cxn ang="0">
                  <a:pos x="connsiteX4923" y="connsiteY4923"/>
                </a:cxn>
                <a:cxn ang="0">
                  <a:pos x="connsiteX4924" y="connsiteY4924"/>
                </a:cxn>
                <a:cxn ang="0">
                  <a:pos x="connsiteX4925" y="connsiteY4925"/>
                </a:cxn>
                <a:cxn ang="0">
                  <a:pos x="connsiteX4926" y="connsiteY4926"/>
                </a:cxn>
                <a:cxn ang="0">
                  <a:pos x="connsiteX4927" y="connsiteY4927"/>
                </a:cxn>
                <a:cxn ang="0">
                  <a:pos x="connsiteX4928" y="connsiteY4928"/>
                </a:cxn>
                <a:cxn ang="0">
                  <a:pos x="connsiteX4929" y="connsiteY4929"/>
                </a:cxn>
                <a:cxn ang="0">
                  <a:pos x="connsiteX4930" y="connsiteY4930"/>
                </a:cxn>
                <a:cxn ang="0">
                  <a:pos x="connsiteX4931" y="connsiteY4931"/>
                </a:cxn>
                <a:cxn ang="0">
                  <a:pos x="connsiteX4932" y="connsiteY4932"/>
                </a:cxn>
                <a:cxn ang="0">
                  <a:pos x="connsiteX4933" y="connsiteY4933"/>
                </a:cxn>
                <a:cxn ang="0">
                  <a:pos x="connsiteX4934" y="connsiteY4934"/>
                </a:cxn>
                <a:cxn ang="0">
                  <a:pos x="connsiteX4935" y="connsiteY4935"/>
                </a:cxn>
                <a:cxn ang="0">
                  <a:pos x="connsiteX4936" y="connsiteY4936"/>
                </a:cxn>
                <a:cxn ang="0">
                  <a:pos x="connsiteX4937" y="connsiteY4937"/>
                </a:cxn>
                <a:cxn ang="0">
                  <a:pos x="connsiteX4938" y="connsiteY4938"/>
                </a:cxn>
                <a:cxn ang="0">
                  <a:pos x="connsiteX4939" y="connsiteY4939"/>
                </a:cxn>
                <a:cxn ang="0">
                  <a:pos x="connsiteX4940" y="connsiteY4940"/>
                </a:cxn>
                <a:cxn ang="0">
                  <a:pos x="connsiteX4941" y="connsiteY4941"/>
                </a:cxn>
                <a:cxn ang="0">
                  <a:pos x="connsiteX4942" y="connsiteY4942"/>
                </a:cxn>
                <a:cxn ang="0">
                  <a:pos x="connsiteX4943" y="connsiteY4943"/>
                </a:cxn>
                <a:cxn ang="0">
                  <a:pos x="connsiteX4944" y="connsiteY4944"/>
                </a:cxn>
                <a:cxn ang="0">
                  <a:pos x="connsiteX4945" y="connsiteY4945"/>
                </a:cxn>
                <a:cxn ang="0">
                  <a:pos x="connsiteX4946" y="connsiteY4946"/>
                </a:cxn>
                <a:cxn ang="0">
                  <a:pos x="connsiteX4947" y="connsiteY4947"/>
                </a:cxn>
                <a:cxn ang="0">
                  <a:pos x="connsiteX4948" y="connsiteY4948"/>
                </a:cxn>
                <a:cxn ang="0">
                  <a:pos x="connsiteX4949" y="connsiteY4949"/>
                </a:cxn>
                <a:cxn ang="0">
                  <a:pos x="connsiteX4950" y="connsiteY4950"/>
                </a:cxn>
                <a:cxn ang="0">
                  <a:pos x="connsiteX4951" y="connsiteY4951"/>
                </a:cxn>
                <a:cxn ang="0">
                  <a:pos x="connsiteX4952" y="connsiteY4952"/>
                </a:cxn>
                <a:cxn ang="0">
                  <a:pos x="connsiteX4953" y="connsiteY4953"/>
                </a:cxn>
                <a:cxn ang="0">
                  <a:pos x="connsiteX4954" y="connsiteY4954"/>
                </a:cxn>
                <a:cxn ang="0">
                  <a:pos x="connsiteX4955" y="connsiteY4955"/>
                </a:cxn>
                <a:cxn ang="0">
                  <a:pos x="connsiteX4956" y="connsiteY4956"/>
                </a:cxn>
                <a:cxn ang="0">
                  <a:pos x="connsiteX4957" y="connsiteY4957"/>
                </a:cxn>
                <a:cxn ang="0">
                  <a:pos x="connsiteX4958" y="connsiteY4958"/>
                </a:cxn>
                <a:cxn ang="0">
                  <a:pos x="connsiteX4959" y="connsiteY4959"/>
                </a:cxn>
                <a:cxn ang="0">
                  <a:pos x="connsiteX4960" y="connsiteY4960"/>
                </a:cxn>
                <a:cxn ang="0">
                  <a:pos x="connsiteX4961" y="connsiteY4961"/>
                </a:cxn>
                <a:cxn ang="0">
                  <a:pos x="connsiteX4962" y="connsiteY4962"/>
                </a:cxn>
                <a:cxn ang="0">
                  <a:pos x="connsiteX4963" y="connsiteY4963"/>
                </a:cxn>
                <a:cxn ang="0">
                  <a:pos x="connsiteX4964" y="connsiteY4964"/>
                </a:cxn>
                <a:cxn ang="0">
                  <a:pos x="connsiteX4965" y="connsiteY4965"/>
                </a:cxn>
                <a:cxn ang="0">
                  <a:pos x="connsiteX4966" y="connsiteY4966"/>
                </a:cxn>
                <a:cxn ang="0">
                  <a:pos x="connsiteX4967" y="connsiteY4967"/>
                </a:cxn>
                <a:cxn ang="0">
                  <a:pos x="connsiteX4968" y="connsiteY4968"/>
                </a:cxn>
                <a:cxn ang="0">
                  <a:pos x="connsiteX4969" y="connsiteY4969"/>
                </a:cxn>
                <a:cxn ang="0">
                  <a:pos x="connsiteX4970" y="connsiteY4970"/>
                </a:cxn>
                <a:cxn ang="0">
                  <a:pos x="connsiteX4971" y="connsiteY4971"/>
                </a:cxn>
                <a:cxn ang="0">
                  <a:pos x="connsiteX4972" y="connsiteY4972"/>
                </a:cxn>
                <a:cxn ang="0">
                  <a:pos x="connsiteX4973" y="connsiteY4973"/>
                </a:cxn>
                <a:cxn ang="0">
                  <a:pos x="connsiteX4974" y="connsiteY4974"/>
                </a:cxn>
                <a:cxn ang="0">
                  <a:pos x="connsiteX4975" y="connsiteY4975"/>
                </a:cxn>
                <a:cxn ang="0">
                  <a:pos x="connsiteX4976" y="connsiteY4976"/>
                </a:cxn>
                <a:cxn ang="0">
                  <a:pos x="connsiteX4977" y="connsiteY4977"/>
                </a:cxn>
                <a:cxn ang="0">
                  <a:pos x="connsiteX4978" y="connsiteY4978"/>
                </a:cxn>
                <a:cxn ang="0">
                  <a:pos x="connsiteX4979" y="connsiteY4979"/>
                </a:cxn>
                <a:cxn ang="0">
                  <a:pos x="connsiteX4980" y="connsiteY4980"/>
                </a:cxn>
                <a:cxn ang="0">
                  <a:pos x="connsiteX4981" y="connsiteY4981"/>
                </a:cxn>
                <a:cxn ang="0">
                  <a:pos x="connsiteX4982" y="connsiteY4982"/>
                </a:cxn>
                <a:cxn ang="0">
                  <a:pos x="connsiteX4983" y="connsiteY4983"/>
                </a:cxn>
                <a:cxn ang="0">
                  <a:pos x="connsiteX4984" y="connsiteY4984"/>
                </a:cxn>
                <a:cxn ang="0">
                  <a:pos x="connsiteX4985" y="connsiteY4985"/>
                </a:cxn>
                <a:cxn ang="0">
                  <a:pos x="connsiteX4986" y="connsiteY4986"/>
                </a:cxn>
                <a:cxn ang="0">
                  <a:pos x="connsiteX4987" y="connsiteY4987"/>
                </a:cxn>
                <a:cxn ang="0">
                  <a:pos x="connsiteX4988" y="connsiteY4988"/>
                </a:cxn>
                <a:cxn ang="0">
                  <a:pos x="connsiteX4989" y="connsiteY4989"/>
                </a:cxn>
                <a:cxn ang="0">
                  <a:pos x="connsiteX4990" y="connsiteY4990"/>
                </a:cxn>
                <a:cxn ang="0">
                  <a:pos x="connsiteX4991" y="connsiteY4991"/>
                </a:cxn>
                <a:cxn ang="0">
                  <a:pos x="connsiteX4992" y="connsiteY4992"/>
                </a:cxn>
                <a:cxn ang="0">
                  <a:pos x="connsiteX4993" y="connsiteY4993"/>
                </a:cxn>
                <a:cxn ang="0">
                  <a:pos x="connsiteX4994" y="connsiteY4994"/>
                </a:cxn>
                <a:cxn ang="0">
                  <a:pos x="connsiteX4995" y="connsiteY4995"/>
                </a:cxn>
                <a:cxn ang="0">
                  <a:pos x="connsiteX4996" y="connsiteY4996"/>
                </a:cxn>
                <a:cxn ang="0">
                  <a:pos x="connsiteX4997" y="connsiteY4997"/>
                </a:cxn>
                <a:cxn ang="0">
                  <a:pos x="connsiteX4998" y="connsiteY4998"/>
                </a:cxn>
                <a:cxn ang="0">
                  <a:pos x="connsiteX4999" y="connsiteY4999"/>
                </a:cxn>
                <a:cxn ang="0">
                  <a:pos x="connsiteX5000" y="connsiteY5000"/>
                </a:cxn>
                <a:cxn ang="0">
                  <a:pos x="connsiteX5001" y="connsiteY5001"/>
                </a:cxn>
                <a:cxn ang="0">
                  <a:pos x="connsiteX5002" y="connsiteY5002"/>
                </a:cxn>
                <a:cxn ang="0">
                  <a:pos x="connsiteX5003" y="connsiteY5003"/>
                </a:cxn>
                <a:cxn ang="0">
                  <a:pos x="connsiteX5004" y="connsiteY5004"/>
                </a:cxn>
                <a:cxn ang="0">
                  <a:pos x="connsiteX5005" y="connsiteY5005"/>
                </a:cxn>
                <a:cxn ang="0">
                  <a:pos x="connsiteX5006" y="connsiteY5006"/>
                </a:cxn>
                <a:cxn ang="0">
                  <a:pos x="connsiteX5007" y="connsiteY5007"/>
                </a:cxn>
                <a:cxn ang="0">
                  <a:pos x="connsiteX5008" y="connsiteY5008"/>
                </a:cxn>
                <a:cxn ang="0">
                  <a:pos x="connsiteX5009" y="connsiteY5009"/>
                </a:cxn>
                <a:cxn ang="0">
                  <a:pos x="connsiteX5010" y="connsiteY5010"/>
                </a:cxn>
                <a:cxn ang="0">
                  <a:pos x="connsiteX5011" y="connsiteY5011"/>
                </a:cxn>
                <a:cxn ang="0">
                  <a:pos x="connsiteX5012" y="connsiteY5012"/>
                </a:cxn>
                <a:cxn ang="0">
                  <a:pos x="connsiteX5013" y="connsiteY5013"/>
                </a:cxn>
                <a:cxn ang="0">
                  <a:pos x="connsiteX5014" y="connsiteY5014"/>
                </a:cxn>
                <a:cxn ang="0">
                  <a:pos x="connsiteX5015" y="connsiteY5015"/>
                </a:cxn>
                <a:cxn ang="0">
                  <a:pos x="connsiteX5016" y="connsiteY5016"/>
                </a:cxn>
                <a:cxn ang="0">
                  <a:pos x="connsiteX5017" y="connsiteY5017"/>
                </a:cxn>
                <a:cxn ang="0">
                  <a:pos x="connsiteX5018" y="connsiteY5018"/>
                </a:cxn>
                <a:cxn ang="0">
                  <a:pos x="connsiteX5019" y="connsiteY5019"/>
                </a:cxn>
                <a:cxn ang="0">
                  <a:pos x="connsiteX5020" y="connsiteY5020"/>
                </a:cxn>
                <a:cxn ang="0">
                  <a:pos x="connsiteX5021" y="connsiteY5021"/>
                </a:cxn>
                <a:cxn ang="0">
                  <a:pos x="connsiteX5022" y="connsiteY5022"/>
                </a:cxn>
                <a:cxn ang="0">
                  <a:pos x="connsiteX5023" y="connsiteY5023"/>
                </a:cxn>
                <a:cxn ang="0">
                  <a:pos x="connsiteX5024" y="connsiteY5024"/>
                </a:cxn>
                <a:cxn ang="0">
                  <a:pos x="connsiteX5025" y="connsiteY5025"/>
                </a:cxn>
                <a:cxn ang="0">
                  <a:pos x="connsiteX5026" y="connsiteY5026"/>
                </a:cxn>
                <a:cxn ang="0">
                  <a:pos x="connsiteX5027" y="connsiteY5027"/>
                </a:cxn>
                <a:cxn ang="0">
                  <a:pos x="connsiteX5028" y="connsiteY5028"/>
                </a:cxn>
                <a:cxn ang="0">
                  <a:pos x="connsiteX5029" y="connsiteY5029"/>
                </a:cxn>
                <a:cxn ang="0">
                  <a:pos x="connsiteX5030" y="connsiteY5030"/>
                </a:cxn>
                <a:cxn ang="0">
                  <a:pos x="connsiteX5031" y="connsiteY5031"/>
                </a:cxn>
                <a:cxn ang="0">
                  <a:pos x="connsiteX5032" y="connsiteY5032"/>
                </a:cxn>
                <a:cxn ang="0">
                  <a:pos x="connsiteX5033" y="connsiteY5033"/>
                </a:cxn>
                <a:cxn ang="0">
                  <a:pos x="connsiteX5034" y="connsiteY5034"/>
                </a:cxn>
                <a:cxn ang="0">
                  <a:pos x="connsiteX5035" y="connsiteY5035"/>
                </a:cxn>
                <a:cxn ang="0">
                  <a:pos x="connsiteX5036" y="connsiteY5036"/>
                </a:cxn>
                <a:cxn ang="0">
                  <a:pos x="connsiteX5037" y="connsiteY5037"/>
                </a:cxn>
                <a:cxn ang="0">
                  <a:pos x="connsiteX5038" y="connsiteY5038"/>
                </a:cxn>
                <a:cxn ang="0">
                  <a:pos x="connsiteX5039" y="connsiteY5039"/>
                </a:cxn>
                <a:cxn ang="0">
                  <a:pos x="connsiteX5040" y="connsiteY5040"/>
                </a:cxn>
                <a:cxn ang="0">
                  <a:pos x="connsiteX5041" y="connsiteY5041"/>
                </a:cxn>
                <a:cxn ang="0">
                  <a:pos x="connsiteX5042" y="connsiteY5042"/>
                </a:cxn>
                <a:cxn ang="0">
                  <a:pos x="connsiteX5043" y="connsiteY5043"/>
                </a:cxn>
                <a:cxn ang="0">
                  <a:pos x="connsiteX5044" y="connsiteY5044"/>
                </a:cxn>
                <a:cxn ang="0">
                  <a:pos x="connsiteX5045" y="connsiteY5045"/>
                </a:cxn>
                <a:cxn ang="0">
                  <a:pos x="connsiteX5046" y="connsiteY5046"/>
                </a:cxn>
                <a:cxn ang="0">
                  <a:pos x="connsiteX5047" y="connsiteY5047"/>
                </a:cxn>
                <a:cxn ang="0">
                  <a:pos x="connsiteX5048" y="connsiteY5048"/>
                </a:cxn>
                <a:cxn ang="0">
                  <a:pos x="connsiteX5049" y="connsiteY5049"/>
                </a:cxn>
                <a:cxn ang="0">
                  <a:pos x="connsiteX5050" y="connsiteY5050"/>
                </a:cxn>
                <a:cxn ang="0">
                  <a:pos x="connsiteX5051" y="connsiteY5051"/>
                </a:cxn>
                <a:cxn ang="0">
                  <a:pos x="connsiteX5052" y="connsiteY5052"/>
                </a:cxn>
                <a:cxn ang="0">
                  <a:pos x="connsiteX5053" y="connsiteY5053"/>
                </a:cxn>
                <a:cxn ang="0">
                  <a:pos x="connsiteX5054" y="connsiteY5054"/>
                </a:cxn>
                <a:cxn ang="0">
                  <a:pos x="connsiteX5055" y="connsiteY5055"/>
                </a:cxn>
                <a:cxn ang="0">
                  <a:pos x="connsiteX5056" y="connsiteY5056"/>
                </a:cxn>
                <a:cxn ang="0">
                  <a:pos x="connsiteX5057" y="connsiteY5057"/>
                </a:cxn>
                <a:cxn ang="0">
                  <a:pos x="connsiteX5058" y="connsiteY5058"/>
                </a:cxn>
                <a:cxn ang="0">
                  <a:pos x="connsiteX5059" y="connsiteY5059"/>
                </a:cxn>
                <a:cxn ang="0">
                  <a:pos x="connsiteX5060" y="connsiteY5060"/>
                </a:cxn>
                <a:cxn ang="0">
                  <a:pos x="connsiteX5061" y="connsiteY5061"/>
                </a:cxn>
                <a:cxn ang="0">
                  <a:pos x="connsiteX5062" y="connsiteY5062"/>
                </a:cxn>
                <a:cxn ang="0">
                  <a:pos x="connsiteX5063" y="connsiteY5063"/>
                </a:cxn>
                <a:cxn ang="0">
                  <a:pos x="connsiteX5064" y="connsiteY5064"/>
                </a:cxn>
                <a:cxn ang="0">
                  <a:pos x="connsiteX5065" y="connsiteY5065"/>
                </a:cxn>
                <a:cxn ang="0">
                  <a:pos x="connsiteX5066" y="connsiteY5066"/>
                </a:cxn>
                <a:cxn ang="0">
                  <a:pos x="connsiteX5067" y="connsiteY5067"/>
                </a:cxn>
                <a:cxn ang="0">
                  <a:pos x="connsiteX5068" y="connsiteY5068"/>
                </a:cxn>
                <a:cxn ang="0">
                  <a:pos x="connsiteX5069" y="connsiteY5069"/>
                </a:cxn>
                <a:cxn ang="0">
                  <a:pos x="connsiteX5070" y="connsiteY5070"/>
                </a:cxn>
                <a:cxn ang="0">
                  <a:pos x="connsiteX5071" y="connsiteY5071"/>
                </a:cxn>
                <a:cxn ang="0">
                  <a:pos x="connsiteX5072" y="connsiteY5072"/>
                </a:cxn>
                <a:cxn ang="0">
                  <a:pos x="connsiteX5073" y="connsiteY5073"/>
                </a:cxn>
                <a:cxn ang="0">
                  <a:pos x="connsiteX5074" y="connsiteY5074"/>
                </a:cxn>
                <a:cxn ang="0">
                  <a:pos x="connsiteX5075" y="connsiteY5075"/>
                </a:cxn>
                <a:cxn ang="0">
                  <a:pos x="connsiteX5076" y="connsiteY5076"/>
                </a:cxn>
                <a:cxn ang="0">
                  <a:pos x="connsiteX5077" y="connsiteY5077"/>
                </a:cxn>
                <a:cxn ang="0">
                  <a:pos x="connsiteX5078" y="connsiteY5078"/>
                </a:cxn>
                <a:cxn ang="0">
                  <a:pos x="connsiteX5079" y="connsiteY5079"/>
                </a:cxn>
                <a:cxn ang="0">
                  <a:pos x="connsiteX5080" y="connsiteY5080"/>
                </a:cxn>
                <a:cxn ang="0">
                  <a:pos x="connsiteX5081" y="connsiteY5081"/>
                </a:cxn>
                <a:cxn ang="0">
                  <a:pos x="connsiteX5082" y="connsiteY5082"/>
                </a:cxn>
                <a:cxn ang="0">
                  <a:pos x="connsiteX5083" y="connsiteY5083"/>
                </a:cxn>
                <a:cxn ang="0">
                  <a:pos x="connsiteX5084" y="connsiteY5084"/>
                </a:cxn>
                <a:cxn ang="0">
                  <a:pos x="connsiteX5085" y="connsiteY5085"/>
                </a:cxn>
                <a:cxn ang="0">
                  <a:pos x="connsiteX5086" y="connsiteY5086"/>
                </a:cxn>
                <a:cxn ang="0">
                  <a:pos x="connsiteX5087" y="connsiteY5087"/>
                </a:cxn>
                <a:cxn ang="0">
                  <a:pos x="connsiteX5088" y="connsiteY5088"/>
                </a:cxn>
                <a:cxn ang="0">
                  <a:pos x="connsiteX5089" y="connsiteY5089"/>
                </a:cxn>
                <a:cxn ang="0">
                  <a:pos x="connsiteX5090" y="connsiteY5090"/>
                </a:cxn>
                <a:cxn ang="0">
                  <a:pos x="connsiteX5091" y="connsiteY5091"/>
                </a:cxn>
                <a:cxn ang="0">
                  <a:pos x="connsiteX5092" y="connsiteY5092"/>
                </a:cxn>
                <a:cxn ang="0">
                  <a:pos x="connsiteX5093" y="connsiteY5093"/>
                </a:cxn>
                <a:cxn ang="0">
                  <a:pos x="connsiteX5094" y="connsiteY5094"/>
                </a:cxn>
                <a:cxn ang="0">
                  <a:pos x="connsiteX5095" y="connsiteY5095"/>
                </a:cxn>
                <a:cxn ang="0">
                  <a:pos x="connsiteX5096" y="connsiteY5096"/>
                </a:cxn>
                <a:cxn ang="0">
                  <a:pos x="connsiteX5097" y="connsiteY5097"/>
                </a:cxn>
                <a:cxn ang="0">
                  <a:pos x="connsiteX5098" y="connsiteY5098"/>
                </a:cxn>
                <a:cxn ang="0">
                  <a:pos x="connsiteX5099" y="connsiteY5099"/>
                </a:cxn>
                <a:cxn ang="0">
                  <a:pos x="connsiteX5100" y="connsiteY5100"/>
                </a:cxn>
                <a:cxn ang="0">
                  <a:pos x="connsiteX5101" y="connsiteY5101"/>
                </a:cxn>
                <a:cxn ang="0">
                  <a:pos x="connsiteX5102" y="connsiteY5102"/>
                </a:cxn>
                <a:cxn ang="0">
                  <a:pos x="connsiteX5103" y="connsiteY5103"/>
                </a:cxn>
                <a:cxn ang="0">
                  <a:pos x="connsiteX5104" y="connsiteY5104"/>
                </a:cxn>
                <a:cxn ang="0">
                  <a:pos x="connsiteX5105" y="connsiteY5105"/>
                </a:cxn>
                <a:cxn ang="0">
                  <a:pos x="connsiteX5106" y="connsiteY5106"/>
                </a:cxn>
                <a:cxn ang="0">
                  <a:pos x="connsiteX5107" y="connsiteY5107"/>
                </a:cxn>
                <a:cxn ang="0">
                  <a:pos x="connsiteX5108" y="connsiteY5108"/>
                </a:cxn>
                <a:cxn ang="0">
                  <a:pos x="connsiteX5109" y="connsiteY5109"/>
                </a:cxn>
                <a:cxn ang="0">
                  <a:pos x="connsiteX5110" y="connsiteY5110"/>
                </a:cxn>
                <a:cxn ang="0">
                  <a:pos x="connsiteX5111" y="connsiteY5111"/>
                </a:cxn>
                <a:cxn ang="0">
                  <a:pos x="connsiteX5112" y="connsiteY5112"/>
                </a:cxn>
                <a:cxn ang="0">
                  <a:pos x="connsiteX5113" y="connsiteY5113"/>
                </a:cxn>
                <a:cxn ang="0">
                  <a:pos x="connsiteX5114" y="connsiteY5114"/>
                </a:cxn>
                <a:cxn ang="0">
                  <a:pos x="connsiteX5115" y="connsiteY5115"/>
                </a:cxn>
                <a:cxn ang="0">
                  <a:pos x="connsiteX5116" y="connsiteY5116"/>
                </a:cxn>
                <a:cxn ang="0">
                  <a:pos x="connsiteX5117" y="connsiteY5117"/>
                </a:cxn>
                <a:cxn ang="0">
                  <a:pos x="connsiteX5118" y="connsiteY5118"/>
                </a:cxn>
                <a:cxn ang="0">
                  <a:pos x="connsiteX5119" y="connsiteY5119"/>
                </a:cxn>
                <a:cxn ang="0">
                  <a:pos x="connsiteX5120" y="connsiteY5120"/>
                </a:cxn>
                <a:cxn ang="0">
                  <a:pos x="connsiteX5121" y="connsiteY5121"/>
                </a:cxn>
                <a:cxn ang="0">
                  <a:pos x="connsiteX5122" y="connsiteY5122"/>
                </a:cxn>
                <a:cxn ang="0">
                  <a:pos x="connsiteX5123" y="connsiteY5123"/>
                </a:cxn>
                <a:cxn ang="0">
                  <a:pos x="connsiteX5124" y="connsiteY5124"/>
                </a:cxn>
                <a:cxn ang="0">
                  <a:pos x="connsiteX5125" y="connsiteY5125"/>
                </a:cxn>
                <a:cxn ang="0">
                  <a:pos x="connsiteX5126" y="connsiteY5126"/>
                </a:cxn>
                <a:cxn ang="0">
                  <a:pos x="connsiteX5127" y="connsiteY5127"/>
                </a:cxn>
                <a:cxn ang="0">
                  <a:pos x="connsiteX5128" y="connsiteY5128"/>
                </a:cxn>
                <a:cxn ang="0">
                  <a:pos x="connsiteX5129" y="connsiteY5129"/>
                </a:cxn>
                <a:cxn ang="0">
                  <a:pos x="connsiteX5130" y="connsiteY5130"/>
                </a:cxn>
                <a:cxn ang="0">
                  <a:pos x="connsiteX5131" y="connsiteY5131"/>
                </a:cxn>
                <a:cxn ang="0">
                  <a:pos x="connsiteX5132" y="connsiteY5132"/>
                </a:cxn>
                <a:cxn ang="0">
                  <a:pos x="connsiteX5133" y="connsiteY5133"/>
                </a:cxn>
                <a:cxn ang="0">
                  <a:pos x="connsiteX5134" y="connsiteY5134"/>
                </a:cxn>
                <a:cxn ang="0">
                  <a:pos x="connsiteX5135" y="connsiteY5135"/>
                </a:cxn>
                <a:cxn ang="0">
                  <a:pos x="connsiteX5136" y="connsiteY5136"/>
                </a:cxn>
                <a:cxn ang="0">
                  <a:pos x="connsiteX5137" y="connsiteY5137"/>
                </a:cxn>
                <a:cxn ang="0">
                  <a:pos x="connsiteX5138" y="connsiteY5138"/>
                </a:cxn>
                <a:cxn ang="0">
                  <a:pos x="connsiteX5139" y="connsiteY5139"/>
                </a:cxn>
                <a:cxn ang="0">
                  <a:pos x="connsiteX5140" y="connsiteY5140"/>
                </a:cxn>
                <a:cxn ang="0">
                  <a:pos x="connsiteX5141" y="connsiteY5141"/>
                </a:cxn>
                <a:cxn ang="0">
                  <a:pos x="connsiteX5142" y="connsiteY5142"/>
                </a:cxn>
                <a:cxn ang="0">
                  <a:pos x="connsiteX5143" y="connsiteY5143"/>
                </a:cxn>
                <a:cxn ang="0">
                  <a:pos x="connsiteX5144" y="connsiteY5144"/>
                </a:cxn>
                <a:cxn ang="0">
                  <a:pos x="connsiteX5145" y="connsiteY5145"/>
                </a:cxn>
                <a:cxn ang="0">
                  <a:pos x="connsiteX5146" y="connsiteY5146"/>
                </a:cxn>
                <a:cxn ang="0">
                  <a:pos x="connsiteX5147" y="connsiteY5147"/>
                </a:cxn>
                <a:cxn ang="0">
                  <a:pos x="connsiteX5148" y="connsiteY5148"/>
                </a:cxn>
                <a:cxn ang="0">
                  <a:pos x="connsiteX5149" y="connsiteY5149"/>
                </a:cxn>
                <a:cxn ang="0">
                  <a:pos x="connsiteX5150" y="connsiteY5150"/>
                </a:cxn>
                <a:cxn ang="0">
                  <a:pos x="connsiteX5151" y="connsiteY5151"/>
                </a:cxn>
                <a:cxn ang="0">
                  <a:pos x="connsiteX5152" y="connsiteY5152"/>
                </a:cxn>
                <a:cxn ang="0">
                  <a:pos x="connsiteX5153" y="connsiteY5153"/>
                </a:cxn>
                <a:cxn ang="0">
                  <a:pos x="connsiteX5154" y="connsiteY5154"/>
                </a:cxn>
                <a:cxn ang="0">
                  <a:pos x="connsiteX5155" y="connsiteY5155"/>
                </a:cxn>
                <a:cxn ang="0">
                  <a:pos x="connsiteX5156" y="connsiteY5156"/>
                </a:cxn>
                <a:cxn ang="0">
                  <a:pos x="connsiteX5157" y="connsiteY5157"/>
                </a:cxn>
                <a:cxn ang="0">
                  <a:pos x="connsiteX5158" y="connsiteY5158"/>
                </a:cxn>
                <a:cxn ang="0">
                  <a:pos x="connsiteX5159" y="connsiteY5159"/>
                </a:cxn>
                <a:cxn ang="0">
                  <a:pos x="connsiteX5160" y="connsiteY5160"/>
                </a:cxn>
                <a:cxn ang="0">
                  <a:pos x="connsiteX5161" y="connsiteY5161"/>
                </a:cxn>
                <a:cxn ang="0">
                  <a:pos x="connsiteX5162" y="connsiteY5162"/>
                </a:cxn>
                <a:cxn ang="0">
                  <a:pos x="connsiteX5163" y="connsiteY5163"/>
                </a:cxn>
                <a:cxn ang="0">
                  <a:pos x="connsiteX5164" y="connsiteY5164"/>
                </a:cxn>
                <a:cxn ang="0">
                  <a:pos x="connsiteX5165" y="connsiteY5165"/>
                </a:cxn>
                <a:cxn ang="0">
                  <a:pos x="connsiteX5166" y="connsiteY5166"/>
                </a:cxn>
                <a:cxn ang="0">
                  <a:pos x="connsiteX5167" y="connsiteY5167"/>
                </a:cxn>
                <a:cxn ang="0">
                  <a:pos x="connsiteX5168" y="connsiteY5168"/>
                </a:cxn>
                <a:cxn ang="0">
                  <a:pos x="connsiteX5169" y="connsiteY5169"/>
                </a:cxn>
                <a:cxn ang="0">
                  <a:pos x="connsiteX5170" y="connsiteY5170"/>
                </a:cxn>
                <a:cxn ang="0">
                  <a:pos x="connsiteX5171" y="connsiteY5171"/>
                </a:cxn>
                <a:cxn ang="0">
                  <a:pos x="connsiteX5172" y="connsiteY5172"/>
                </a:cxn>
                <a:cxn ang="0">
                  <a:pos x="connsiteX5173" y="connsiteY5173"/>
                </a:cxn>
                <a:cxn ang="0">
                  <a:pos x="connsiteX5174" y="connsiteY5174"/>
                </a:cxn>
                <a:cxn ang="0">
                  <a:pos x="connsiteX5175" y="connsiteY5175"/>
                </a:cxn>
                <a:cxn ang="0">
                  <a:pos x="connsiteX5176" y="connsiteY5176"/>
                </a:cxn>
                <a:cxn ang="0">
                  <a:pos x="connsiteX5177" y="connsiteY5177"/>
                </a:cxn>
                <a:cxn ang="0">
                  <a:pos x="connsiteX5178" y="connsiteY5178"/>
                </a:cxn>
                <a:cxn ang="0">
                  <a:pos x="connsiteX5179" y="connsiteY5179"/>
                </a:cxn>
                <a:cxn ang="0">
                  <a:pos x="connsiteX5180" y="connsiteY5180"/>
                </a:cxn>
                <a:cxn ang="0">
                  <a:pos x="connsiteX5181" y="connsiteY5181"/>
                </a:cxn>
                <a:cxn ang="0">
                  <a:pos x="connsiteX5182" y="connsiteY5182"/>
                </a:cxn>
                <a:cxn ang="0">
                  <a:pos x="connsiteX5183" y="connsiteY5183"/>
                </a:cxn>
                <a:cxn ang="0">
                  <a:pos x="connsiteX5184" y="connsiteY5184"/>
                </a:cxn>
                <a:cxn ang="0">
                  <a:pos x="connsiteX5185" y="connsiteY5185"/>
                </a:cxn>
                <a:cxn ang="0">
                  <a:pos x="connsiteX5186" y="connsiteY5186"/>
                </a:cxn>
                <a:cxn ang="0">
                  <a:pos x="connsiteX5187" y="connsiteY5187"/>
                </a:cxn>
                <a:cxn ang="0">
                  <a:pos x="connsiteX5188" y="connsiteY5188"/>
                </a:cxn>
                <a:cxn ang="0">
                  <a:pos x="connsiteX5189" y="connsiteY5189"/>
                </a:cxn>
                <a:cxn ang="0">
                  <a:pos x="connsiteX5190" y="connsiteY5190"/>
                </a:cxn>
                <a:cxn ang="0">
                  <a:pos x="connsiteX5191" y="connsiteY5191"/>
                </a:cxn>
                <a:cxn ang="0">
                  <a:pos x="connsiteX5192" y="connsiteY5192"/>
                </a:cxn>
                <a:cxn ang="0">
                  <a:pos x="connsiteX5193" y="connsiteY5193"/>
                </a:cxn>
                <a:cxn ang="0">
                  <a:pos x="connsiteX5194" y="connsiteY5194"/>
                </a:cxn>
                <a:cxn ang="0">
                  <a:pos x="connsiteX5195" y="connsiteY5195"/>
                </a:cxn>
                <a:cxn ang="0">
                  <a:pos x="connsiteX5196" y="connsiteY5196"/>
                </a:cxn>
                <a:cxn ang="0">
                  <a:pos x="connsiteX5197" y="connsiteY5197"/>
                </a:cxn>
                <a:cxn ang="0">
                  <a:pos x="connsiteX5198" y="connsiteY5198"/>
                </a:cxn>
                <a:cxn ang="0">
                  <a:pos x="connsiteX5199" y="connsiteY5199"/>
                </a:cxn>
                <a:cxn ang="0">
                  <a:pos x="connsiteX5200" y="connsiteY5200"/>
                </a:cxn>
                <a:cxn ang="0">
                  <a:pos x="connsiteX5201" y="connsiteY5201"/>
                </a:cxn>
                <a:cxn ang="0">
                  <a:pos x="connsiteX5202" y="connsiteY5202"/>
                </a:cxn>
                <a:cxn ang="0">
                  <a:pos x="connsiteX5203" y="connsiteY5203"/>
                </a:cxn>
                <a:cxn ang="0">
                  <a:pos x="connsiteX5204" y="connsiteY5204"/>
                </a:cxn>
                <a:cxn ang="0">
                  <a:pos x="connsiteX5205" y="connsiteY5205"/>
                </a:cxn>
                <a:cxn ang="0">
                  <a:pos x="connsiteX5206" y="connsiteY5206"/>
                </a:cxn>
                <a:cxn ang="0">
                  <a:pos x="connsiteX5207" y="connsiteY5207"/>
                </a:cxn>
                <a:cxn ang="0">
                  <a:pos x="connsiteX5208" y="connsiteY5208"/>
                </a:cxn>
                <a:cxn ang="0">
                  <a:pos x="connsiteX5209" y="connsiteY5209"/>
                </a:cxn>
                <a:cxn ang="0">
                  <a:pos x="connsiteX5210" y="connsiteY5210"/>
                </a:cxn>
                <a:cxn ang="0">
                  <a:pos x="connsiteX5211" y="connsiteY5211"/>
                </a:cxn>
                <a:cxn ang="0">
                  <a:pos x="connsiteX5212" y="connsiteY5212"/>
                </a:cxn>
                <a:cxn ang="0">
                  <a:pos x="connsiteX5213" y="connsiteY5213"/>
                </a:cxn>
                <a:cxn ang="0">
                  <a:pos x="connsiteX5214" y="connsiteY5214"/>
                </a:cxn>
                <a:cxn ang="0">
                  <a:pos x="connsiteX5215" y="connsiteY5215"/>
                </a:cxn>
                <a:cxn ang="0">
                  <a:pos x="connsiteX5216" y="connsiteY5216"/>
                </a:cxn>
                <a:cxn ang="0">
                  <a:pos x="connsiteX5217" y="connsiteY5217"/>
                </a:cxn>
                <a:cxn ang="0">
                  <a:pos x="connsiteX5218" y="connsiteY5218"/>
                </a:cxn>
                <a:cxn ang="0">
                  <a:pos x="connsiteX5219" y="connsiteY5219"/>
                </a:cxn>
                <a:cxn ang="0">
                  <a:pos x="connsiteX5220" y="connsiteY5220"/>
                </a:cxn>
                <a:cxn ang="0">
                  <a:pos x="connsiteX5221" y="connsiteY5221"/>
                </a:cxn>
                <a:cxn ang="0">
                  <a:pos x="connsiteX5222" y="connsiteY5222"/>
                </a:cxn>
                <a:cxn ang="0">
                  <a:pos x="connsiteX5223" y="connsiteY5223"/>
                </a:cxn>
                <a:cxn ang="0">
                  <a:pos x="connsiteX5224" y="connsiteY5224"/>
                </a:cxn>
                <a:cxn ang="0">
                  <a:pos x="connsiteX5225" y="connsiteY5225"/>
                </a:cxn>
                <a:cxn ang="0">
                  <a:pos x="connsiteX5226" y="connsiteY5226"/>
                </a:cxn>
                <a:cxn ang="0">
                  <a:pos x="connsiteX5227" y="connsiteY5227"/>
                </a:cxn>
                <a:cxn ang="0">
                  <a:pos x="connsiteX5228" y="connsiteY5228"/>
                </a:cxn>
                <a:cxn ang="0">
                  <a:pos x="connsiteX5229" y="connsiteY5229"/>
                </a:cxn>
                <a:cxn ang="0">
                  <a:pos x="connsiteX5230" y="connsiteY5230"/>
                </a:cxn>
                <a:cxn ang="0">
                  <a:pos x="connsiteX5231" y="connsiteY5231"/>
                </a:cxn>
                <a:cxn ang="0">
                  <a:pos x="connsiteX5232" y="connsiteY5232"/>
                </a:cxn>
                <a:cxn ang="0">
                  <a:pos x="connsiteX5233" y="connsiteY5233"/>
                </a:cxn>
                <a:cxn ang="0">
                  <a:pos x="connsiteX5234" y="connsiteY5234"/>
                </a:cxn>
                <a:cxn ang="0">
                  <a:pos x="connsiteX5235" y="connsiteY5235"/>
                </a:cxn>
                <a:cxn ang="0">
                  <a:pos x="connsiteX5236" y="connsiteY5236"/>
                </a:cxn>
                <a:cxn ang="0">
                  <a:pos x="connsiteX5237" y="connsiteY5237"/>
                </a:cxn>
                <a:cxn ang="0">
                  <a:pos x="connsiteX5238" y="connsiteY5238"/>
                </a:cxn>
                <a:cxn ang="0">
                  <a:pos x="connsiteX5239" y="connsiteY5239"/>
                </a:cxn>
                <a:cxn ang="0">
                  <a:pos x="connsiteX5240" y="connsiteY5240"/>
                </a:cxn>
                <a:cxn ang="0">
                  <a:pos x="connsiteX5241" y="connsiteY5241"/>
                </a:cxn>
                <a:cxn ang="0">
                  <a:pos x="connsiteX5242" y="connsiteY5242"/>
                </a:cxn>
                <a:cxn ang="0">
                  <a:pos x="connsiteX5243" y="connsiteY5243"/>
                </a:cxn>
                <a:cxn ang="0">
                  <a:pos x="connsiteX5244" y="connsiteY5244"/>
                </a:cxn>
                <a:cxn ang="0">
                  <a:pos x="connsiteX5245" y="connsiteY5245"/>
                </a:cxn>
                <a:cxn ang="0">
                  <a:pos x="connsiteX5246" y="connsiteY5246"/>
                </a:cxn>
                <a:cxn ang="0">
                  <a:pos x="connsiteX5247" y="connsiteY5247"/>
                </a:cxn>
                <a:cxn ang="0">
                  <a:pos x="connsiteX5248" y="connsiteY5248"/>
                </a:cxn>
                <a:cxn ang="0">
                  <a:pos x="connsiteX5249" y="connsiteY5249"/>
                </a:cxn>
                <a:cxn ang="0">
                  <a:pos x="connsiteX5250" y="connsiteY5250"/>
                </a:cxn>
                <a:cxn ang="0">
                  <a:pos x="connsiteX5251" y="connsiteY5251"/>
                </a:cxn>
                <a:cxn ang="0">
                  <a:pos x="connsiteX5252" y="connsiteY5252"/>
                </a:cxn>
                <a:cxn ang="0">
                  <a:pos x="connsiteX5253" y="connsiteY5253"/>
                </a:cxn>
                <a:cxn ang="0">
                  <a:pos x="connsiteX5254" y="connsiteY5254"/>
                </a:cxn>
                <a:cxn ang="0">
                  <a:pos x="connsiteX5255" y="connsiteY5255"/>
                </a:cxn>
                <a:cxn ang="0">
                  <a:pos x="connsiteX5256" y="connsiteY5256"/>
                </a:cxn>
                <a:cxn ang="0">
                  <a:pos x="connsiteX5257" y="connsiteY5257"/>
                </a:cxn>
                <a:cxn ang="0">
                  <a:pos x="connsiteX5258" y="connsiteY5258"/>
                </a:cxn>
                <a:cxn ang="0">
                  <a:pos x="connsiteX5259" y="connsiteY5259"/>
                </a:cxn>
                <a:cxn ang="0">
                  <a:pos x="connsiteX5260" y="connsiteY5260"/>
                </a:cxn>
                <a:cxn ang="0">
                  <a:pos x="connsiteX5261" y="connsiteY5261"/>
                </a:cxn>
                <a:cxn ang="0">
                  <a:pos x="connsiteX5262" y="connsiteY5262"/>
                </a:cxn>
                <a:cxn ang="0">
                  <a:pos x="connsiteX5263" y="connsiteY5263"/>
                </a:cxn>
                <a:cxn ang="0">
                  <a:pos x="connsiteX5264" y="connsiteY5264"/>
                </a:cxn>
                <a:cxn ang="0">
                  <a:pos x="connsiteX5265" y="connsiteY5265"/>
                </a:cxn>
                <a:cxn ang="0">
                  <a:pos x="connsiteX5266" y="connsiteY5266"/>
                </a:cxn>
                <a:cxn ang="0">
                  <a:pos x="connsiteX5267" y="connsiteY5267"/>
                </a:cxn>
                <a:cxn ang="0">
                  <a:pos x="connsiteX5268" y="connsiteY5268"/>
                </a:cxn>
                <a:cxn ang="0">
                  <a:pos x="connsiteX5269" y="connsiteY5269"/>
                </a:cxn>
                <a:cxn ang="0">
                  <a:pos x="connsiteX5270" y="connsiteY5270"/>
                </a:cxn>
                <a:cxn ang="0">
                  <a:pos x="connsiteX5271" y="connsiteY5271"/>
                </a:cxn>
                <a:cxn ang="0">
                  <a:pos x="connsiteX5272" y="connsiteY5272"/>
                </a:cxn>
                <a:cxn ang="0">
                  <a:pos x="connsiteX5273" y="connsiteY5273"/>
                </a:cxn>
                <a:cxn ang="0">
                  <a:pos x="connsiteX5274" y="connsiteY5274"/>
                </a:cxn>
                <a:cxn ang="0">
                  <a:pos x="connsiteX5275" y="connsiteY5275"/>
                </a:cxn>
                <a:cxn ang="0">
                  <a:pos x="connsiteX5276" y="connsiteY5276"/>
                </a:cxn>
                <a:cxn ang="0">
                  <a:pos x="connsiteX5277" y="connsiteY5277"/>
                </a:cxn>
                <a:cxn ang="0">
                  <a:pos x="connsiteX5278" y="connsiteY5278"/>
                </a:cxn>
                <a:cxn ang="0">
                  <a:pos x="connsiteX5279" y="connsiteY5279"/>
                </a:cxn>
                <a:cxn ang="0">
                  <a:pos x="connsiteX5280" y="connsiteY5280"/>
                </a:cxn>
                <a:cxn ang="0">
                  <a:pos x="connsiteX5281" y="connsiteY5281"/>
                </a:cxn>
                <a:cxn ang="0">
                  <a:pos x="connsiteX5282" y="connsiteY5282"/>
                </a:cxn>
                <a:cxn ang="0">
                  <a:pos x="connsiteX5283" y="connsiteY5283"/>
                </a:cxn>
                <a:cxn ang="0">
                  <a:pos x="connsiteX5284" y="connsiteY5284"/>
                </a:cxn>
                <a:cxn ang="0">
                  <a:pos x="connsiteX5285" y="connsiteY5285"/>
                </a:cxn>
                <a:cxn ang="0">
                  <a:pos x="connsiteX5286" y="connsiteY5286"/>
                </a:cxn>
                <a:cxn ang="0">
                  <a:pos x="connsiteX5287" y="connsiteY5287"/>
                </a:cxn>
                <a:cxn ang="0">
                  <a:pos x="connsiteX5288" y="connsiteY5288"/>
                </a:cxn>
                <a:cxn ang="0">
                  <a:pos x="connsiteX5289" y="connsiteY5289"/>
                </a:cxn>
                <a:cxn ang="0">
                  <a:pos x="connsiteX5290" y="connsiteY5290"/>
                </a:cxn>
                <a:cxn ang="0">
                  <a:pos x="connsiteX5291" y="connsiteY5291"/>
                </a:cxn>
                <a:cxn ang="0">
                  <a:pos x="connsiteX5292" y="connsiteY5292"/>
                </a:cxn>
                <a:cxn ang="0">
                  <a:pos x="connsiteX5293" y="connsiteY5293"/>
                </a:cxn>
                <a:cxn ang="0">
                  <a:pos x="connsiteX5294" y="connsiteY5294"/>
                </a:cxn>
                <a:cxn ang="0">
                  <a:pos x="connsiteX5295" y="connsiteY5295"/>
                </a:cxn>
                <a:cxn ang="0">
                  <a:pos x="connsiteX5296" y="connsiteY5296"/>
                </a:cxn>
                <a:cxn ang="0">
                  <a:pos x="connsiteX5297" y="connsiteY5297"/>
                </a:cxn>
                <a:cxn ang="0">
                  <a:pos x="connsiteX5298" y="connsiteY5298"/>
                </a:cxn>
                <a:cxn ang="0">
                  <a:pos x="connsiteX5299" y="connsiteY5299"/>
                </a:cxn>
                <a:cxn ang="0">
                  <a:pos x="connsiteX5300" y="connsiteY5300"/>
                </a:cxn>
                <a:cxn ang="0">
                  <a:pos x="connsiteX5301" y="connsiteY5301"/>
                </a:cxn>
                <a:cxn ang="0">
                  <a:pos x="connsiteX5302" y="connsiteY5302"/>
                </a:cxn>
                <a:cxn ang="0">
                  <a:pos x="connsiteX5303" y="connsiteY5303"/>
                </a:cxn>
                <a:cxn ang="0">
                  <a:pos x="connsiteX5304" y="connsiteY5304"/>
                </a:cxn>
                <a:cxn ang="0">
                  <a:pos x="connsiteX5305" y="connsiteY5305"/>
                </a:cxn>
                <a:cxn ang="0">
                  <a:pos x="connsiteX5306" y="connsiteY5306"/>
                </a:cxn>
                <a:cxn ang="0">
                  <a:pos x="connsiteX5307" y="connsiteY5307"/>
                </a:cxn>
                <a:cxn ang="0">
                  <a:pos x="connsiteX5308" y="connsiteY5308"/>
                </a:cxn>
                <a:cxn ang="0">
                  <a:pos x="connsiteX5309" y="connsiteY5309"/>
                </a:cxn>
                <a:cxn ang="0">
                  <a:pos x="connsiteX5310" y="connsiteY5310"/>
                </a:cxn>
                <a:cxn ang="0">
                  <a:pos x="connsiteX5311" y="connsiteY5311"/>
                </a:cxn>
                <a:cxn ang="0">
                  <a:pos x="connsiteX5312" y="connsiteY5312"/>
                </a:cxn>
                <a:cxn ang="0">
                  <a:pos x="connsiteX5313" y="connsiteY5313"/>
                </a:cxn>
                <a:cxn ang="0">
                  <a:pos x="connsiteX5314" y="connsiteY5314"/>
                </a:cxn>
                <a:cxn ang="0">
                  <a:pos x="connsiteX5315" y="connsiteY5315"/>
                </a:cxn>
                <a:cxn ang="0">
                  <a:pos x="connsiteX5316" y="connsiteY5316"/>
                </a:cxn>
                <a:cxn ang="0">
                  <a:pos x="connsiteX5317" y="connsiteY5317"/>
                </a:cxn>
                <a:cxn ang="0">
                  <a:pos x="connsiteX5318" y="connsiteY5318"/>
                </a:cxn>
                <a:cxn ang="0">
                  <a:pos x="connsiteX5319" y="connsiteY5319"/>
                </a:cxn>
                <a:cxn ang="0">
                  <a:pos x="connsiteX5320" y="connsiteY5320"/>
                </a:cxn>
                <a:cxn ang="0">
                  <a:pos x="connsiteX5321" y="connsiteY5321"/>
                </a:cxn>
                <a:cxn ang="0">
                  <a:pos x="connsiteX5322" y="connsiteY5322"/>
                </a:cxn>
                <a:cxn ang="0">
                  <a:pos x="connsiteX5323" y="connsiteY5323"/>
                </a:cxn>
                <a:cxn ang="0">
                  <a:pos x="connsiteX5324" y="connsiteY5324"/>
                </a:cxn>
                <a:cxn ang="0">
                  <a:pos x="connsiteX5325" y="connsiteY5325"/>
                </a:cxn>
                <a:cxn ang="0">
                  <a:pos x="connsiteX5326" y="connsiteY5326"/>
                </a:cxn>
                <a:cxn ang="0">
                  <a:pos x="connsiteX5327" y="connsiteY5327"/>
                </a:cxn>
                <a:cxn ang="0">
                  <a:pos x="connsiteX5328" y="connsiteY5328"/>
                </a:cxn>
                <a:cxn ang="0">
                  <a:pos x="connsiteX5329" y="connsiteY5329"/>
                </a:cxn>
                <a:cxn ang="0">
                  <a:pos x="connsiteX5330" y="connsiteY5330"/>
                </a:cxn>
                <a:cxn ang="0">
                  <a:pos x="connsiteX5331" y="connsiteY5331"/>
                </a:cxn>
                <a:cxn ang="0">
                  <a:pos x="connsiteX5332" y="connsiteY5332"/>
                </a:cxn>
                <a:cxn ang="0">
                  <a:pos x="connsiteX5333" y="connsiteY5333"/>
                </a:cxn>
                <a:cxn ang="0">
                  <a:pos x="connsiteX5334" y="connsiteY5334"/>
                </a:cxn>
                <a:cxn ang="0">
                  <a:pos x="connsiteX5335" y="connsiteY5335"/>
                </a:cxn>
                <a:cxn ang="0">
                  <a:pos x="connsiteX5336" y="connsiteY5336"/>
                </a:cxn>
                <a:cxn ang="0">
                  <a:pos x="connsiteX5337" y="connsiteY5337"/>
                </a:cxn>
                <a:cxn ang="0">
                  <a:pos x="connsiteX5338" y="connsiteY5338"/>
                </a:cxn>
                <a:cxn ang="0">
                  <a:pos x="connsiteX5339" y="connsiteY5339"/>
                </a:cxn>
                <a:cxn ang="0">
                  <a:pos x="connsiteX5340" y="connsiteY5340"/>
                </a:cxn>
                <a:cxn ang="0">
                  <a:pos x="connsiteX5341" y="connsiteY5341"/>
                </a:cxn>
                <a:cxn ang="0">
                  <a:pos x="connsiteX5342" y="connsiteY5342"/>
                </a:cxn>
                <a:cxn ang="0">
                  <a:pos x="connsiteX5343" y="connsiteY5343"/>
                </a:cxn>
                <a:cxn ang="0">
                  <a:pos x="connsiteX5344" y="connsiteY5344"/>
                </a:cxn>
                <a:cxn ang="0">
                  <a:pos x="connsiteX5345" y="connsiteY5345"/>
                </a:cxn>
                <a:cxn ang="0">
                  <a:pos x="connsiteX5346" y="connsiteY5346"/>
                </a:cxn>
                <a:cxn ang="0">
                  <a:pos x="connsiteX5347" y="connsiteY5347"/>
                </a:cxn>
                <a:cxn ang="0">
                  <a:pos x="connsiteX5348" y="connsiteY5348"/>
                </a:cxn>
                <a:cxn ang="0">
                  <a:pos x="connsiteX5349" y="connsiteY5349"/>
                </a:cxn>
                <a:cxn ang="0">
                  <a:pos x="connsiteX5350" y="connsiteY5350"/>
                </a:cxn>
                <a:cxn ang="0">
                  <a:pos x="connsiteX5351" y="connsiteY5351"/>
                </a:cxn>
                <a:cxn ang="0">
                  <a:pos x="connsiteX5352" y="connsiteY5352"/>
                </a:cxn>
                <a:cxn ang="0">
                  <a:pos x="connsiteX5353" y="connsiteY5353"/>
                </a:cxn>
                <a:cxn ang="0">
                  <a:pos x="connsiteX5354" y="connsiteY5354"/>
                </a:cxn>
                <a:cxn ang="0">
                  <a:pos x="connsiteX5355" y="connsiteY5355"/>
                </a:cxn>
                <a:cxn ang="0">
                  <a:pos x="connsiteX5356" y="connsiteY5356"/>
                </a:cxn>
                <a:cxn ang="0">
                  <a:pos x="connsiteX5357" y="connsiteY5357"/>
                </a:cxn>
                <a:cxn ang="0">
                  <a:pos x="connsiteX5358" y="connsiteY5358"/>
                </a:cxn>
                <a:cxn ang="0">
                  <a:pos x="connsiteX5359" y="connsiteY5359"/>
                </a:cxn>
                <a:cxn ang="0">
                  <a:pos x="connsiteX5360" y="connsiteY5360"/>
                </a:cxn>
                <a:cxn ang="0">
                  <a:pos x="connsiteX5361" y="connsiteY5361"/>
                </a:cxn>
                <a:cxn ang="0">
                  <a:pos x="connsiteX5362" y="connsiteY5362"/>
                </a:cxn>
                <a:cxn ang="0">
                  <a:pos x="connsiteX5363" y="connsiteY5363"/>
                </a:cxn>
                <a:cxn ang="0">
                  <a:pos x="connsiteX5364" y="connsiteY5364"/>
                </a:cxn>
                <a:cxn ang="0">
                  <a:pos x="connsiteX5365" y="connsiteY5365"/>
                </a:cxn>
                <a:cxn ang="0">
                  <a:pos x="connsiteX5366" y="connsiteY5366"/>
                </a:cxn>
                <a:cxn ang="0">
                  <a:pos x="connsiteX5367" y="connsiteY5367"/>
                </a:cxn>
                <a:cxn ang="0">
                  <a:pos x="connsiteX5368" y="connsiteY5368"/>
                </a:cxn>
                <a:cxn ang="0">
                  <a:pos x="connsiteX5369" y="connsiteY5369"/>
                </a:cxn>
                <a:cxn ang="0">
                  <a:pos x="connsiteX5370" y="connsiteY5370"/>
                </a:cxn>
                <a:cxn ang="0">
                  <a:pos x="connsiteX5371" y="connsiteY5371"/>
                </a:cxn>
                <a:cxn ang="0">
                  <a:pos x="connsiteX5372" y="connsiteY5372"/>
                </a:cxn>
                <a:cxn ang="0">
                  <a:pos x="connsiteX5373" y="connsiteY5373"/>
                </a:cxn>
                <a:cxn ang="0">
                  <a:pos x="connsiteX5374" y="connsiteY5374"/>
                </a:cxn>
                <a:cxn ang="0">
                  <a:pos x="connsiteX5375" y="connsiteY5375"/>
                </a:cxn>
                <a:cxn ang="0">
                  <a:pos x="connsiteX5376" y="connsiteY5376"/>
                </a:cxn>
                <a:cxn ang="0">
                  <a:pos x="connsiteX5377" y="connsiteY5377"/>
                </a:cxn>
                <a:cxn ang="0">
                  <a:pos x="connsiteX5378" y="connsiteY5378"/>
                </a:cxn>
                <a:cxn ang="0">
                  <a:pos x="connsiteX5379" y="connsiteY5379"/>
                </a:cxn>
                <a:cxn ang="0">
                  <a:pos x="connsiteX5380" y="connsiteY5380"/>
                </a:cxn>
                <a:cxn ang="0">
                  <a:pos x="connsiteX5381" y="connsiteY5381"/>
                </a:cxn>
                <a:cxn ang="0">
                  <a:pos x="connsiteX5382" y="connsiteY5382"/>
                </a:cxn>
                <a:cxn ang="0">
                  <a:pos x="connsiteX5383" y="connsiteY5383"/>
                </a:cxn>
                <a:cxn ang="0">
                  <a:pos x="connsiteX5384" y="connsiteY5384"/>
                </a:cxn>
                <a:cxn ang="0">
                  <a:pos x="connsiteX5385" y="connsiteY5385"/>
                </a:cxn>
                <a:cxn ang="0">
                  <a:pos x="connsiteX5386" y="connsiteY5386"/>
                </a:cxn>
                <a:cxn ang="0">
                  <a:pos x="connsiteX5387" y="connsiteY5387"/>
                </a:cxn>
                <a:cxn ang="0">
                  <a:pos x="connsiteX5388" y="connsiteY5388"/>
                </a:cxn>
                <a:cxn ang="0">
                  <a:pos x="connsiteX5389" y="connsiteY5389"/>
                </a:cxn>
                <a:cxn ang="0">
                  <a:pos x="connsiteX5390" y="connsiteY5390"/>
                </a:cxn>
                <a:cxn ang="0">
                  <a:pos x="connsiteX5391" y="connsiteY5391"/>
                </a:cxn>
                <a:cxn ang="0">
                  <a:pos x="connsiteX5392" y="connsiteY5392"/>
                </a:cxn>
                <a:cxn ang="0">
                  <a:pos x="connsiteX5393" y="connsiteY5393"/>
                </a:cxn>
                <a:cxn ang="0">
                  <a:pos x="connsiteX5394" y="connsiteY5394"/>
                </a:cxn>
                <a:cxn ang="0">
                  <a:pos x="connsiteX5395" y="connsiteY5395"/>
                </a:cxn>
                <a:cxn ang="0">
                  <a:pos x="connsiteX5396" y="connsiteY5396"/>
                </a:cxn>
                <a:cxn ang="0">
                  <a:pos x="connsiteX5397" y="connsiteY5397"/>
                </a:cxn>
                <a:cxn ang="0">
                  <a:pos x="connsiteX5398" y="connsiteY5398"/>
                </a:cxn>
                <a:cxn ang="0">
                  <a:pos x="connsiteX5399" y="connsiteY5399"/>
                </a:cxn>
                <a:cxn ang="0">
                  <a:pos x="connsiteX5400" y="connsiteY5400"/>
                </a:cxn>
                <a:cxn ang="0">
                  <a:pos x="connsiteX5401" y="connsiteY5401"/>
                </a:cxn>
                <a:cxn ang="0">
                  <a:pos x="connsiteX5402" y="connsiteY5402"/>
                </a:cxn>
                <a:cxn ang="0">
                  <a:pos x="connsiteX5403" y="connsiteY5403"/>
                </a:cxn>
                <a:cxn ang="0">
                  <a:pos x="connsiteX5404" y="connsiteY5404"/>
                </a:cxn>
                <a:cxn ang="0">
                  <a:pos x="connsiteX5405" y="connsiteY5405"/>
                </a:cxn>
                <a:cxn ang="0">
                  <a:pos x="connsiteX5406" y="connsiteY5406"/>
                </a:cxn>
                <a:cxn ang="0">
                  <a:pos x="connsiteX5407" y="connsiteY5407"/>
                </a:cxn>
                <a:cxn ang="0">
                  <a:pos x="connsiteX5408" y="connsiteY5408"/>
                </a:cxn>
                <a:cxn ang="0">
                  <a:pos x="connsiteX5409" y="connsiteY5409"/>
                </a:cxn>
                <a:cxn ang="0">
                  <a:pos x="connsiteX5410" y="connsiteY5410"/>
                </a:cxn>
                <a:cxn ang="0">
                  <a:pos x="connsiteX5411" y="connsiteY5411"/>
                </a:cxn>
                <a:cxn ang="0">
                  <a:pos x="connsiteX5412" y="connsiteY5412"/>
                </a:cxn>
                <a:cxn ang="0">
                  <a:pos x="connsiteX5413" y="connsiteY5413"/>
                </a:cxn>
                <a:cxn ang="0">
                  <a:pos x="connsiteX5414" y="connsiteY5414"/>
                </a:cxn>
                <a:cxn ang="0">
                  <a:pos x="connsiteX5415" y="connsiteY5415"/>
                </a:cxn>
                <a:cxn ang="0">
                  <a:pos x="connsiteX5416" y="connsiteY5416"/>
                </a:cxn>
                <a:cxn ang="0">
                  <a:pos x="connsiteX5417" y="connsiteY5417"/>
                </a:cxn>
                <a:cxn ang="0">
                  <a:pos x="connsiteX5418" y="connsiteY5418"/>
                </a:cxn>
                <a:cxn ang="0">
                  <a:pos x="connsiteX5419" y="connsiteY5419"/>
                </a:cxn>
                <a:cxn ang="0">
                  <a:pos x="connsiteX5420" y="connsiteY5420"/>
                </a:cxn>
                <a:cxn ang="0">
                  <a:pos x="connsiteX5421" y="connsiteY5421"/>
                </a:cxn>
                <a:cxn ang="0">
                  <a:pos x="connsiteX5422" y="connsiteY5422"/>
                </a:cxn>
                <a:cxn ang="0">
                  <a:pos x="connsiteX5423" y="connsiteY5423"/>
                </a:cxn>
                <a:cxn ang="0">
                  <a:pos x="connsiteX5424" y="connsiteY5424"/>
                </a:cxn>
                <a:cxn ang="0">
                  <a:pos x="connsiteX5425" y="connsiteY5425"/>
                </a:cxn>
                <a:cxn ang="0">
                  <a:pos x="connsiteX5426" y="connsiteY5426"/>
                </a:cxn>
                <a:cxn ang="0">
                  <a:pos x="connsiteX5427" y="connsiteY5427"/>
                </a:cxn>
                <a:cxn ang="0">
                  <a:pos x="connsiteX5428" y="connsiteY5428"/>
                </a:cxn>
                <a:cxn ang="0">
                  <a:pos x="connsiteX5429" y="connsiteY5429"/>
                </a:cxn>
                <a:cxn ang="0">
                  <a:pos x="connsiteX5430" y="connsiteY5430"/>
                </a:cxn>
                <a:cxn ang="0">
                  <a:pos x="connsiteX5431" y="connsiteY5431"/>
                </a:cxn>
                <a:cxn ang="0">
                  <a:pos x="connsiteX5432" y="connsiteY5432"/>
                </a:cxn>
                <a:cxn ang="0">
                  <a:pos x="connsiteX5433" y="connsiteY5433"/>
                </a:cxn>
                <a:cxn ang="0">
                  <a:pos x="connsiteX5434" y="connsiteY5434"/>
                </a:cxn>
                <a:cxn ang="0">
                  <a:pos x="connsiteX5435" y="connsiteY5435"/>
                </a:cxn>
                <a:cxn ang="0">
                  <a:pos x="connsiteX5436" y="connsiteY5436"/>
                </a:cxn>
                <a:cxn ang="0">
                  <a:pos x="connsiteX5437" y="connsiteY5437"/>
                </a:cxn>
                <a:cxn ang="0">
                  <a:pos x="connsiteX5438" y="connsiteY5438"/>
                </a:cxn>
                <a:cxn ang="0">
                  <a:pos x="connsiteX5439" y="connsiteY5439"/>
                </a:cxn>
                <a:cxn ang="0">
                  <a:pos x="connsiteX5440" y="connsiteY5440"/>
                </a:cxn>
                <a:cxn ang="0">
                  <a:pos x="connsiteX5441" y="connsiteY5441"/>
                </a:cxn>
                <a:cxn ang="0">
                  <a:pos x="connsiteX5442" y="connsiteY5442"/>
                </a:cxn>
                <a:cxn ang="0">
                  <a:pos x="connsiteX5443" y="connsiteY5443"/>
                </a:cxn>
                <a:cxn ang="0">
                  <a:pos x="connsiteX5444" y="connsiteY5444"/>
                </a:cxn>
                <a:cxn ang="0">
                  <a:pos x="connsiteX5445" y="connsiteY5445"/>
                </a:cxn>
                <a:cxn ang="0">
                  <a:pos x="connsiteX5446" y="connsiteY5446"/>
                </a:cxn>
                <a:cxn ang="0">
                  <a:pos x="connsiteX5447" y="connsiteY5447"/>
                </a:cxn>
                <a:cxn ang="0">
                  <a:pos x="connsiteX5448" y="connsiteY5448"/>
                </a:cxn>
                <a:cxn ang="0">
                  <a:pos x="connsiteX5449" y="connsiteY5449"/>
                </a:cxn>
                <a:cxn ang="0">
                  <a:pos x="connsiteX5450" y="connsiteY5450"/>
                </a:cxn>
                <a:cxn ang="0">
                  <a:pos x="connsiteX5451" y="connsiteY5451"/>
                </a:cxn>
                <a:cxn ang="0">
                  <a:pos x="connsiteX5452" y="connsiteY5452"/>
                </a:cxn>
                <a:cxn ang="0">
                  <a:pos x="connsiteX5453" y="connsiteY5453"/>
                </a:cxn>
                <a:cxn ang="0">
                  <a:pos x="connsiteX5454" y="connsiteY5454"/>
                </a:cxn>
                <a:cxn ang="0">
                  <a:pos x="connsiteX5455" y="connsiteY5455"/>
                </a:cxn>
                <a:cxn ang="0">
                  <a:pos x="connsiteX5456" y="connsiteY5456"/>
                </a:cxn>
                <a:cxn ang="0">
                  <a:pos x="connsiteX5457" y="connsiteY5457"/>
                </a:cxn>
                <a:cxn ang="0">
                  <a:pos x="connsiteX5458" y="connsiteY5458"/>
                </a:cxn>
                <a:cxn ang="0">
                  <a:pos x="connsiteX5459" y="connsiteY5459"/>
                </a:cxn>
                <a:cxn ang="0">
                  <a:pos x="connsiteX5460" y="connsiteY5460"/>
                </a:cxn>
                <a:cxn ang="0">
                  <a:pos x="connsiteX5461" y="connsiteY5461"/>
                </a:cxn>
                <a:cxn ang="0">
                  <a:pos x="connsiteX5462" y="connsiteY5462"/>
                </a:cxn>
                <a:cxn ang="0">
                  <a:pos x="connsiteX5463" y="connsiteY5463"/>
                </a:cxn>
                <a:cxn ang="0">
                  <a:pos x="connsiteX5464" y="connsiteY5464"/>
                </a:cxn>
                <a:cxn ang="0">
                  <a:pos x="connsiteX5465" y="connsiteY5465"/>
                </a:cxn>
                <a:cxn ang="0">
                  <a:pos x="connsiteX5466" y="connsiteY5466"/>
                </a:cxn>
                <a:cxn ang="0">
                  <a:pos x="connsiteX5467" y="connsiteY5467"/>
                </a:cxn>
                <a:cxn ang="0">
                  <a:pos x="connsiteX5468" y="connsiteY5468"/>
                </a:cxn>
                <a:cxn ang="0">
                  <a:pos x="connsiteX5469" y="connsiteY5469"/>
                </a:cxn>
                <a:cxn ang="0">
                  <a:pos x="connsiteX5470" y="connsiteY5470"/>
                </a:cxn>
                <a:cxn ang="0">
                  <a:pos x="connsiteX5471" y="connsiteY5471"/>
                </a:cxn>
                <a:cxn ang="0">
                  <a:pos x="connsiteX5472" y="connsiteY5472"/>
                </a:cxn>
                <a:cxn ang="0">
                  <a:pos x="connsiteX5473" y="connsiteY5473"/>
                </a:cxn>
                <a:cxn ang="0">
                  <a:pos x="connsiteX5474" y="connsiteY5474"/>
                </a:cxn>
                <a:cxn ang="0">
                  <a:pos x="connsiteX5475" y="connsiteY5475"/>
                </a:cxn>
                <a:cxn ang="0">
                  <a:pos x="connsiteX5476" y="connsiteY5476"/>
                </a:cxn>
                <a:cxn ang="0">
                  <a:pos x="connsiteX5477" y="connsiteY5477"/>
                </a:cxn>
                <a:cxn ang="0">
                  <a:pos x="connsiteX5478" y="connsiteY5478"/>
                </a:cxn>
                <a:cxn ang="0">
                  <a:pos x="connsiteX5479" y="connsiteY5479"/>
                </a:cxn>
                <a:cxn ang="0">
                  <a:pos x="connsiteX5480" y="connsiteY5480"/>
                </a:cxn>
                <a:cxn ang="0">
                  <a:pos x="connsiteX5481" y="connsiteY5481"/>
                </a:cxn>
                <a:cxn ang="0">
                  <a:pos x="connsiteX5482" y="connsiteY5482"/>
                </a:cxn>
                <a:cxn ang="0">
                  <a:pos x="connsiteX5483" y="connsiteY5483"/>
                </a:cxn>
                <a:cxn ang="0">
                  <a:pos x="connsiteX5484" y="connsiteY5484"/>
                </a:cxn>
                <a:cxn ang="0">
                  <a:pos x="connsiteX5485" y="connsiteY5485"/>
                </a:cxn>
                <a:cxn ang="0">
                  <a:pos x="connsiteX5486" y="connsiteY5486"/>
                </a:cxn>
                <a:cxn ang="0">
                  <a:pos x="connsiteX5487" y="connsiteY5487"/>
                </a:cxn>
                <a:cxn ang="0">
                  <a:pos x="connsiteX5488" y="connsiteY5488"/>
                </a:cxn>
                <a:cxn ang="0">
                  <a:pos x="connsiteX5489" y="connsiteY5489"/>
                </a:cxn>
                <a:cxn ang="0">
                  <a:pos x="connsiteX5490" y="connsiteY5490"/>
                </a:cxn>
                <a:cxn ang="0">
                  <a:pos x="connsiteX5491" y="connsiteY5491"/>
                </a:cxn>
                <a:cxn ang="0">
                  <a:pos x="connsiteX5492" y="connsiteY5492"/>
                </a:cxn>
                <a:cxn ang="0">
                  <a:pos x="connsiteX5493" y="connsiteY5493"/>
                </a:cxn>
                <a:cxn ang="0">
                  <a:pos x="connsiteX5494" y="connsiteY5494"/>
                </a:cxn>
                <a:cxn ang="0">
                  <a:pos x="connsiteX5495" y="connsiteY5495"/>
                </a:cxn>
                <a:cxn ang="0">
                  <a:pos x="connsiteX5496" y="connsiteY5496"/>
                </a:cxn>
                <a:cxn ang="0">
                  <a:pos x="connsiteX5497" y="connsiteY5497"/>
                </a:cxn>
                <a:cxn ang="0">
                  <a:pos x="connsiteX5498" y="connsiteY5498"/>
                </a:cxn>
                <a:cxn ang="0">
                  <a:pos x="connsiteX5499" y="connsiteY5499"/>
                </a:cxn>
                <a:cxn ang="0">
                  <a:pos x="connsiteX5500" y="connsiteY5500"/>
                </a:cxn>
                <a:cxn ang="0">
                  <a:pos x="connsiteX5501" y="connsiteY5501"/>
                </a:cxn>
                <a:cxn ang="0">
                  <a:pos x="connsiteX5502" y="connsiteY5502"/>
                </a:cxn>
                <a:cxn ang="0">
                  <a:pos x="connsiteX5503" y="connsiteY5503"/>
                </a:cxn>
                <a:cxn ang="0">
                  <a:pos x="connsiteX5504" y="connsiteY5504"/>
                </a:cxn>
                <a:cxn ang="0">
                  <a:pos x="connsiteX5505" y="connsiteY5505"/>
                </a:cxn>
                <a:cxn ang="0">
                  <a:pos x="connsiteX5506" y="connsiteY5506"/>
                </a:cxn>
                <a:cxn ang="0">
                  <a:pos x="connsiteX5507" y="connsiteY5507"/>
                </a:cxn>
                <a:cxn ang="0">
                  <a:pos x="connsiteX5508" y="connsiteY5508"/>
                </a:cxn>
                <a:cxn ang="0">
                  <a:pos x="connsiteX5509" y="connsiteY5509"/>
                </a:cxn>
                <a:cxn ang="0">
                  <a:pos x="connsiteX5510" y="connsiteY5510"/>
                </a:cxn>
                <a:cxn ang="0">
                  <a:pos x="connsiteX5511" y="connsiteY5511"/>
                </a:cxn>
                <a:cxn ang="0">
                  <a:pos x="connsiteX5512" y="connsiteY5512"/>
                </a:cxn>
                <a:cxn ang="0">
                  <a:pos x="connsiteX5513" y="connsiteY5513"/>
                </a:cxn>
                <a:cxn ang="0">
                  <a:pos x="connsiteX5514" y="connsiteY5514"/>
                </a:cxn>
                <a:cxn ang="0">
                  <a:pos x="connsiteX5515" y="connsiteY5515"/>
                </a:cxn>
                <a:cxn ang="0">
                  <a:pos x="connsiteX5516" y="connsiteY5516"/>
                </a:cxn>
                <a:cxn ang="0">
                  <a:pos x="connsiteX5517" y="connsiteY5517"/>
                </a:cxn>
                <a:cxn ang="0">
                  <a:pos x="connsiteX5518" y="connsiteY5518"/>
                </a:cxn>
                <a:cxn ang="0">
                  <a:pos x="connsiteX5519" y="connsiteY5519"/>
                </a:cxn>
                <a:cxn ang="0">
                  <a:pos x="connsiteX5520" y="connsiteY5520"/>
                </a:cxn>
                <a:cxn ang="0">
                  <a:pos x="connsiteX5521" y="connsiteY5521"/>
                </a:cxn>
                <a:cxn ang="0">
                  <a:pos x="connsiteX5522" y="connsiteY5522"/>
                </a:cxn>
                <a:cxn ang="0">
                  <a:pos x="connsiteX5523" y="connsiteY5523"/>
                </a:cxn>
                <a:cxn ang="0">
                  <a:pos x="connsiteX5524" y="connsiteY5524"/>
                </a:cxn>
                <a:cxn ang="0">
                  <a:pos x="connsiteX5525" y="connsiteY5525"/>
                </a:cxn>
                <a:cxn ang="0">
                  <a:pos x="connsiteX5526" y="connsiteY5526"/>
                </a:cxn>
                <a:cxn ang="0">
                  <a:pos x="connsiteX5527" y="connsiteY5527"/>
                </a:cxn>
                <a:cxn ang="0">
                  <a:pos x="connsiteX5528" y="connsiteY5528"/>
                </a:cxn>
                <a:cxn ang="0">
                  <a:pos x="connsiteX5529" y="connsiteY5529"/>
                </a:cxn>
                <a:cxn ang="0">
                  <a:pos x="connsiteX5530" y="connsiteY5530"/>
                </a:cxn>
                <a:cxn ang="0">
                  <a:pos x="connsiteX5531" y="connsiteY5531"/>
                </a:cxn>
                <a:cxn ang="0">
                  <a:pos x="connsiteX5532" y="connsiteY5532"/>
                </a:cxn>
                <a:cxn ang="0">
                  <a:pos x="connsiteX5533" y="connsiteY5533"/>
                </a:cxn>
                <a:cxn ang="0">
                  <a:pos x="connsiteX5534" y="connsiteY5534"/>
                </a:cxn>
                <a:cxn ang="0">
                  <a:pos x="connsiteX5535" y="connsiteY5535"/>
                </a:cxn>
                <a:cxn ang="0">
                  <a:pos x="connsiteX5536" y="connsiteY5536"/>
                </a:cxn>
                <a:cxn ang="0">
                  <a:pos x="connsiteX5537" y="connsiteY5537"/>
                </a:cxn>
                <a:cxn ang="0">
                  <a:pos x="connsiteX5538" y="connsiteY5538"/>
                </a:cxn>
                <a:cxn ang="0">
                  <a:pos x="connsiteX5539" y="connsiteY5539"/>
                </a:cxn>
                <a:cxn ang="0">
                  <a:pos x="connsiteX5540" y="connsiteY5540"/>
                </a:cxn>
                <a:cxn ang="0">
                  <a:pos x="connsiteX5541" y="connsiteY5541"/>
                </a:cxn>
                <a:cxn ang="0">
                  <a:pos x="connsiteX5542" y="connsiteY5542"/>
                </a:cxn>
                <a:cxn ang="0">
                  <a:pos x="connsiteX5543" y="connsiteY5543"/>
                </a:cxn>
                <a:cxn ang="0">
                  <a:pos x="connsiteX5544" y="connsiteY5544"/>
                </a:cxn>
                <a:cxn ang="0">
                  <a:pos x="connsiteX5545" y="connsiteY5545"/>
                </a:cxn>
                <a:cxn ang="0">
                  <a:pos x="connsiteX5546" y="connsiteY5546"/>
                </a:cxn>
                <a:cxn ang="0">
                  <a:pos x="connsiteX5547" y="connsiteY5547"/>
                </a:cxn>
                <a:cxn ang="0">
                  <a:pos x="connsiteX5548" y="connsiteY5548"/>
                </a:cxn>
                <a:cxn ang="0">
                  <a:pos x="connsiteX5549" y="connsiteY5549"/>
                </a:cxn>
                <a:cxn ang="0">
                  <a:pos x="connsiteX5550" y="connsiteY5550"/>
                </a:cxn>
                <a:cxn ang="0">
                  <a:pos x="connsiteX5551" y="connsiteY5551"/>
                </a:cxn>
                <a:cxn ang="0">
                  <a:pos x="connsiteX5552" y="connsiteY5552"/>
                </a:cxn>
                <a:cxn ang="0">
                  <a:pos x="connsiteX5553" y="connsiteY5553"/>
                </a:cxn>
                <a:cxn ang="0">
                  <a:pos x="connsiteX5554" y="connsiteY5554"/>
                </a:cxn>
                <a:cxn ang="0">
                  <a:pos x="connsiteX5555" y="connsiteY5555"/>
                </a:cxn>
                <a:cxn ang="0">
                  <a:pos x="connsiteX5556" y="connsiteY5556"/>
                </a:cxn>
                <a:cxn ang="0">
                  <a:pos x="connsiteX5557" y="connsiteY5557"/>
                </a:cxn>
                <a:cxn ang="0">
                  <a:pos x="connsiteX5558" y="connsiteY5558"/>
                </a:cxn>
                <a:cxn ang="0">
                  <a:pos x="connsiteX5559" y="connsiteY5559"/>
                </a:cxn>
                <a:cxn ang="0">
                  <a:pos x="connsiteX5560" y="connsiteY5560"/>
                </a:cxn>
                <a:cxn ang="0">
                  <a:pos x="connsiteX5561" y="connsiteY5561"/>
                </a:cxn>
                <a:cxn ang="0">
                  <a:pos x="connsiteX5562" y="connsiteY5562"/>
                </a:cxn>
                <a:cxn ang="0">
                  <a:pos x="connsiteX5563" y="connsiteY5563"/>
                </a:cxn>
                <a:cxn ang="0">
                  <a:pos x="connsiteX5564" y="connsiteY5564"/>
                </a:cxn>
                <a:cxn ang="0">
                  <a:pos x="connsiteX5565" y="connsiteY5565"/>
                </a:cxn>
                <a:cxn ang="0">
                  <a:pos x="connsiteX5566" y="connsiteY5566"/>
                </a:cxn>
                <a:cxn ang="0">
                  <a:pos x="connsiteX5567" y="connsiteY5567"/>
                </a:cxn>
                <a:cxn ang="0">
                  <a:pos x="connsiteX5568" y="connsiteY5568"/>
                </a:cxn>
                <a:cxn ang="0">
                  <a:pos x="connsiteX5569" y="connsiteY5569"/>
                </a:cxn>
                <a:cxn ang="0">
                  <a:pos x="connsiteX5570" y="connsiteY5570"/>
                </a:cxn>
                <a:cxn ang="0">
                  <a:pos x="connsiteX5571" y="connsiteY5571"/>
                </a:cxn>
                <a:cxn ang="0">
                  <a:pos x="connsiteX5572" y="connsiteY5572"/>
                </a:cxn>
                <a:cxn ang="0">
                  <a:pos x="connsiteX5573" y="connsiteY5573"/>
                </a:cxn>
                <a:cxn ang="0">
                  <a:pos x="connsiteX5574" y="connsiteY5574"/>
                </a:cxn>
                <a:cxn ang="0">
                  <a:pos x="connsiteX5575" y="connsiteY5575"/>
                </a:cxn>
                <a:cxn ang="0">
                  <a:pos x="connsiteX5576" y="connsiteY5576"/>
                </a:cxn>
                <a:cxn ang="0">
                  <a:pos x="connsiteX5577" y="connsiteY5577"/>
                </a:cxn>
                <a:cxn ang="0">
                  <a:pos x="connsiteX5578" y="connsiteY5578"/>
                </a:cxn>
                <a:cxn ang="0">
                  <a:pos x="connsiteX5579" y="connsiteY5579"/>
                </a:cxn>
                <a:cxn ang="0">
                  <a:pos x="connsiteX5580" y="connsiteY5580"/>
                </a:cxn>
                <a:cxn ang="0">
                  <a:pos x="connsiteX5581" y="connsiteY5581"/>
                </a:cxn>
                <a:cxn ang="0">
                  <a:pos x="connsiteX5582" y="connsiteY5582"/>
                </a:cxn>
                <a:cxn ang="0">
                  <a:pos x="connsiteX5583" y="connsiteY5583"/>
                </a:cxn>
                <a:cxn ang="0">
                  <a:pos x="connsiteX5584" y="connsiteY5584"/>
                </a:cxn>
                <a:cxn ang="0">
                  <a:pos x="connsiteX5585" y="connsiteY5585"/>
                </a:cxn>
                <a:cxn ang="0">
                  <a:pos x="connsiteX5586" y="connsiteY5586"/>
                </a:cxn>
                <a:cxn ang="0">
                  <a:pos x="connsiteX5587" y="connsiteY5587"/>
                </a:cxn>
                <a:cxn ang="0">
                  <a:pos x="connsiteX5588" y="connsiteY5588"/>
                </a:cxn>
                <a:cxn ang="0">
                  <a:pos x="connsiteX5589" y="connsiteY5589"/>
                </a:cxn>
                <a:cxn ang="0">
                  <a:pos x="connsiteX5590" y="connsiteY5590"/>
                </a:cxn>
                <a:cxn ang="0">
                  <a:pos x="connsiteX5591" y="connsiteY5591"/>
                </a:cxn>
                <a:cxn ang="0">
                  <a:pos x="connsiteX5592" y="connsiteY5592"/>
                </a:cxn>
                <a:cxn ang="0">
                  <a:pos x="connsiteX5593" y="connsiteY5593"/>
                </a:cxn>
                <a:cxn ang="0">
                  <a:pos x="connsiteX5594" y="connsiteY5594"/>
                </a:cxn>
                <a:cxn ang="0">
                  <a:pos x="connsiteX5595" y="connsiteY5595"/>
                </a:cxn>
                <a:cxn ang="0">
                  <a:pos x="connsiteX5596" y="connsiteY5596"/>
                </a:cxn>
                <a:cxn ang="0">
                  <a:pos x="connsiteX5597" y="connsiteY5597"/>
                </a:cxn>
                <a:cxn ang="0">
                  <a:pos x="connsiteX5598" y="connsiteY5598"/>
                </a:cxn>
                <a:cxn ang="0">
                  <a:pos x="connsiteX5599" y="connsiteY5599"/>
                </a:cxn>
                <a:cxn ang="0">
                  <a:pos x="connsiteX5600" y="connsiteY5600"/>
                </a:cxn>
                <a:cxn ang="0">
                  <a:pos x="connsiteX5601" y="connsiteY5601"/>
                </a:cxn>
                <a:cxn ang="0">
                  <a:pos x="connsiteX5602" y="connsiteY5602"/>
                </a:cxn>
                <a:cxn ang="0">
                  <a:pos x="connsiteX5603" y="connsiteY5603"/>
                </a:cxn>
                <a:cxn ang="0">
                  <a:pos x="connsiteX5604" y="connsiteY5604"/>
                </a:cxn>
                <a:cxn ang="0">
                  <a:pos x="connsiteX5605" y="connsiteY5605"/>
                </a:cxn>
                <a:cxn ang="0">
                  <a:pos x="connsiteX5606" y="connsiteY5606"/>
                </a:cxn>
                <a:cxn ang="0">
                  <a:pos x="connsiteX5607" y="connsiteY5607"/>
                </a:cxn>
                <a:cxn ang="0">
                  <a:pos x="connsiteX5608" y="connsiteY5608"/>
                </a:cxn>
                <a:cxn ang="0">
                  <a:pos x="connsiteX5609" y="connsiteY5609"/>
                </a:cxn>
                <a:cxn ang="0">
                  <a:pos x="connsiteX5610" y="connsiteY5610"/>
                </a:cxn>
                <a:cxn ang="0">
                  <a:pos x="connsiteX5611" y="connsiteY5611"/>
                </a:cxn>
                <a:cxn ang="0">
                  <a:pos x="connsiteX5612" y="connsiteY5612"/>
                </a:cxn>
                <a:cxn ang="0">
                  <a:pos x="connsiteX5613" y="connsiteY5613"/>
                </a:cxn>
                <a:cxn ang="0">
                  <a:pos x="connsiteX5614" y="connsiteY5614"/>
                </a:cxn>
                <a:cxn ang="0">
                  <a:pos x="connsiteX5615" y="connsiteY5615"/>
                </a:cxn>
                <a:cxn ang="0">
                  <a:pos x="connsiteX5616" y="connsiteY5616"/>
                </a:cxn>
                <a:cxn ang="0">
                  <a:pos x="connsiteX5617" y="connsiteY5617"/>
                </a:cxn>
                <a:cxn ang="0">
                  <a:pos x="connsiteX5618" y="connsiteY5618"/>
                </a:cxn>
                <a:cxn ang="0">
                  <a:pos x="connsiteX5619" y="connsiteY5619"/>
                </a:cxn>
                <a:cxn ang="0">
                  <a:pos x="connsiteX5620" y="connsiteY5620"/>
                </a:cxn>
                <a:cxn ang="0">
                  <a:pos x="connsiteX5621" y="connsiteY5621"/>
                </a:cxn>
                <a:cxn ang="0">
                  <a:pos x="connsiteX5622" y="connsiteY5622"/>
                </a:cxn>
                <a:cxn ang="0">
                  <a:pos x="connsiteX5623" y="connsiteY5623"/>
                </a:cxn>
                <a:cxn ang="0">
                  <a:pos x="connsiteX5624" y="connsiteY5624"/>
                </a:cxn>
                <a:cxn ang="0">
                  <a:pos x="connsiteX5625" y="connsiteY5625"/>
                </a:cxn>
                <a:cxn ang="0">
                  <a:pos x="connsiteX5626" y="connsiteY5626"/>
                </a:cxn>
                <a:cxn ang="0">
                  <a:pos x="connsiteX5627" y="connsiteY5627"/>
                </a:cxn>
                <a:cxn ang="0">
                  <a:pos x="connsiteX5628" y="connsiteY5628"/>
                </a:cxn>
                <a:cxn ang="0">
                  <a:pos x="connsiteX5629" y="connsiteY5629"/>
                </a:cxn>
                <a:cxn ang="0">
                  <a:pos x="connsiteX5630" y="connsiteY5630"/>
                </a:cxn>
                <a:cxn ang="0">
                  <a:pos x="connsiteX5631" y="connsiteY5631"/>
                </a:cxn>
                <a:cxn ang="0">
                  <a:pos x="connsiteX5632" y="connsiteY5632"/>
                </a:cxn>
                <a:cxn ang="0">
                  <a:pos x="connsiteX5633" y="connsiteY5633"/>
                </a:cxn>
                <a:cxn ang="0">
                  <a:pos x="connsiteX5634" y="connsiteY5634"/>
                </a:cxn>
                <a:cxn ang="0">
                  <a:pos x="connsiteX5635" y="connsiteY5635"/>
                </a:cxn>
                <a:cxn ang="0">
                  <a:pos x="connsiteX5636" y="connsiteY5636"/>
                </a:cxn>
                <a:cxn ang="0">
                  <a:pos x="connsiteX5637" y="connsiteY5637"/>
                </a:cxn>
                <a:cxn ang="0">
                  <a:pos x="connsiteX5638" y="connsiteY5638"/>
                </a:cxn>
                <a:cxn ang="0">
                  <a:pos x="connsiteX5639" y="connsiteY5639"/>
                </a:cxn>
                <a:cxn ang="0">
                  <a:pos x="connsiteX5640" y="connsiteY5640"/>
                </a:cxn>
                <a:cxn ang="0">
                  <a:pos x="connsiteX5641" y="connsiteY5641"/>
                </a:cxn>
                <a:cxn ang="0">
                  <a:pos x="connsiteX5642" y="connsiteY5642"/>
                </a:cxn>
                <a:cxn ang="0">
                  <a:pos x="connsiteX5643" y="connsiteY5643"/>
                </a:cxn>
                <a:cxn ang="0">
                  <a:pos x="connsiteX5644" y="connsiteY5644"/>
                </a:cxn>
                <a:cxn ang="0">
                  <a:pos x="connsiteX5645" y="connsiteY5645"/>
                </a:cxn>
                <a:cxn ang="0">
                  <a:pos x="connsiteX5646" y="connsiteY5646"/>
                </a:cxn>
                <a:cxn ang="0">
                  <a:pos x="connsiteX5647" y="connsiteY5647"/>
                </a:cxn>
                <a:cxn ang="0">
                  <a:pos x="connsiteX5648" y="connsiteY5648"/>
                </a:cxn>
                <a:cxn ang="0">
                  <a:pos x="connsiteX5649" y="connsiteY5649"/>
                </a:cxn>
                <a:cxn ang="0">
                  <a:pos x="connsiteX5650" y="connsiteY5650"/>
                </a:cxn>
                <a:cxn ang="0">
                  <a:pos x="connsiteX5651" y="connsiteY5651"/>
                </a:cxn>
                <a:cxn ang="0">
                  <a:pos x="connsiteX5652" y="connsiteY5652"/>
                </a:cxn>
                <a:cxn ang="0">
                  <a:pos x="connsiteX5653" y="connsiteY5653"/>
                </a:cxn>
                <a:cxn ang="0">
                  <a:pos x="connsiteX5654" y="connsiteY5654"/>
                </a:cxn>
                <a:cxn ang="0">
                  <a:pos x="connsiteX5655" y="connsiteY5655"/>
                </a:cxn>
                <a:cxn ang="0">
                  <a:pos x="connsiteX5656" y="connsiteY5656"/>
                </a:cxn>
                <a:cxn ang="0">
                  <a:pos x="connsiteX5657" y="connsiteY5657"/>
                </a:cxn>
                <a:cxn ang="0">
                  <a:pos x="connsiteX5658" y="connsiteY5658"/>
                </a:cxn>
                <a:cxn ang="0">
                  <a:pos x="connsiteX5659" y="connsiteY5659"/>
                </a:cxn>
                <a:cxn ang="0">
                  <a:pos x="connsiteX5660" y="connsiteY5660"/>
                </a:cxn>
                <a:cxn ang="0">
                  <a:pos x="connsiteX5661" y="connsiteY5661"/>
                </a:cxn>
                <a:cxn ang="0">
                  <a:pos x="connsiteX5662" y="connsiteY5662"/>
                </a:cxn>
                <a:cxn ang="0">
                  <a:pos x="connsiteX5663" y="connsiteY5663"/>
                </a:cxn>
                <a:cxn ang="0">
                  <a:pos x="connsiteX5664" y="connsiteY5664"/>
                </a:cxn>
                <a:cxn ang="0">
                  <a:pos x="connsiteX5665" y="connsiteY5665"/>
                </a:cxn>
                <a:cxn ang="0">
                  <a:pos x="connsiteX5666" y="connsiteY5666"/>
                </a:cxn>
                <a:cxn ang="0">
                  <a:pos x="connsiteX5667" y="connsiteY5667"/>
                </a:cxn>
                <a:cxn ang="0">
                  <a:pos x="connsiteX5668" y="connsiteY5668"/>
                </a:cxn>
                <a:cxn ang="0">
                  <a:pos x="connsiteX5669" y="connsiteY5669"/>
                </a:cxn>
                <a:cxn ang="0">
                  <a:pos x="connsiteX5670" y="connsiteY5670"/>
                </a:cxn>
                <a:cxn ang="0">
                  <a:pos x="connsiteX5671" y="connsiteY5671"/>
                </a:cxn>
                <a:cxn ang="0">
                  <a:pos x="connsiteX5672" y="connsiteY5672"/>
                </a:cxn>
                <a:cxn ang="0">
                  <a:pos x="connsiteX5673" y="connsiteY5673"/>
                </a:cxn>
                <a:cxn ang="0">
                  <a:pos x="connsiteX5674" y="connsiteY5674"/>
                </a:cxn>
                <a:cxn ang="0">
                  <a:pos x="connsiteX5675" y="connsiteY5675"/>
                </a:cxn>
                <a:cxn ang="0">
                  <a:pos x="connsiteX5676" y="connsiteY5676"/>
                </a:cxn>
                <a:cxn ang="0">
                  <a:pos x="connsiteX5677" y="connsiteY5677"/>
                </a:cxn>
                <a:cxn ang="0">
                  <a:pos x="connsiteX5678" y="connsiteY5678"/>
                </a:cxn>
                <a:cxn ang="0">
                  <a:pos x="connsiteX5679" y="connsiteY5679"/>
                </a:cxn>
                <a:cxn ang="0">
                  <a:pos x="connsiteX5680" y="connsiteY5680"/>
                </a:cxn>
                <a:cxn ang="0">
                  <a:pos x="connsiteX5681" y="connsiteY5681"/>
                </a:cxn>
                <a:cxn ang="0">
                  <a:pos x="connsiteX5682" y="connsiteY5682"/>
                </a:cxn>
                <a:cxn ang="0">
                  <a:pos x="connsiteX5683" y="connsiteY5683"/>
                </a:cxn>
                <a:cxn ang="0">
                  <a:pos x="connsiteX5684" y="connsiteY5684"/>
                </a:cxn>
                <a:cxn ang="0">
                  <a:pos x="connsiteX5685" y="connsiteY5685"/>
                </a:cxn>
                <a:cxn ang="0">
                  <a:pos x="connsiteX5686" y="connsiteY5686"/>
                </a:cxn>
                <a:cxn ang="0">
                  <a:pos x="connsiteX5687" y="connsiteY5687"/>
                </a:cxn>
                <a:cxn ang="0">
                  <a:pos x="connsiteX5688" y="connsiteY5688"/>
                </a:cxn>
                <a:cxn ang="0">
                  <a:pos x="connsiteX5689" y="connsiteY5689"/>
                </a:cxn>
                <a:cxn ang="0">
                  <a:pos x="connsiteX5690" y="connsiteY5690"/>
                </a:cxn>
                <a:cxn ang="0">
                  <a:pos x="connsiteX5691" y="connsiteY5691"/>
                </a:cxn>
                <a:cxn ang="0">
                  <a:pos x="connsiteX5692" y="connsiteY5692"/>
                </a:cxn>
                <a:cxn ang="0">
                  <a:pos x="connsiteX5693" y="connsiteY5693"/>
                </a:cxn>
                <a:cxn ang="0">
                  <a:pos x="connsiteX5694" y="connsiteY5694"/>
                </a:cxn>
                <a:cxn ang="0">
                  <a:pos x="connsiteX5695" y="connsiteY5695"/>
                </a:cxn>
                <a:cxn ang="0">
                  <a:pos x="connsiteX5696" y="connsiteY5696"/>
                </a:cxn>
                <a:cxn ang="0">
                  <a:pos x="connsiteX5697" y="connsiteY5697"/>
                </a:cxn>
                <a:cxn ang="0">
                  <a:pos x="connsiteX5698" y="connsiteY5698"/>
                </a:cxn>
                <a:cxn ang="0">
                  <a:pos x="connsiteX5699" y="connsiteY5699"/>
                </a:cxn>
                <a:cxn ang="0">
                  <a:pos x="connsiteX5700" y="connsiteY5700"/>
                </a:cxn>
                <a:cxn ang="0">
                  <a:pos x="connsiteX5701" y="connsiteY5701"/>
                </a:cxn>
                <a:cxn ang="0">
                  <a:pos x="connsiteX5702" y="connsiteY5702"/>
                </a:cxn>
                <a:cxn ang="0">
                  <a:pos x="connsiteX5703" y="connsiteY5703"/>
                </a:cxn>
                <a:cxn ang="0">
                  <a:pos x="connsiteX5704" y="connsiteY5704"/>
                </a:cxn>
                <a:cxn ang="0">
                  <a:pos x="connsiteX5705" y="connsiteY5705"/>
                </a:cxn>
                <a:cxn ang="0">
                  <a:pos x="connsiteX5706" y="connsiteY5706"/>
                </a:cxn>
                <a:cxn ang="0">
                  <a:pos x="connsiteX5707" y="connsiteY5707"/>
                </a:cxn>
                <a:cxn ang="0">
                  <a:pos x="connsiteX5708" y="connsiteY5708"/>
                </a:cxn>
                <a:cxn ang="0">
                  <a:pos x="connsiteX5709" y="connsiteY5709"/>
                </a:cxn>
                <a:cxn ang="0">
                  <a:pos x="connsiteX5710" y="connsiteY5710"/>
                </a:cxn>
                <a:cxn ang="0">
                  <a:pos x="connsiteX5711" y="connsiteY5711"/>
                </a:cxn>
                <a:cxn ang="0">
                  <a:pos x="connsiteX5712" y="connsiteY5712"/>
                </a:cxn>
                <a:cxn ang="0">
                  <a:pos x="connsiteX5713" y="connsiteY5713"/>
                </a:cxn>
                <a:cxn ang="0">
                  <a:pos x="connsiteX5714" y="connsiteY5714"/>
                </a:cxn>
                <a:cxn ang="0">
                  <a:pos x="connsiteX5715" y="connsiteY5715"/>
                </a:cxn>
                <a:cxn ang="0">
                  <a:pos x="connsiteX5716" y="connsiteY5716"/>
                </a:cxn>
                <a:cxn ang="0">
                  <a:pos x="connsiteX5717" y="connsiteY5717"/>
                </a:cxn>
                <a:cxn ang="0">
                  <a:pos x="connsiteX5718" y="connsiteY5718"/>
                </a:cxn>
                <a:cxn ang="0">
                  <a:pos x="connsiteX5719" y="connsiteY5719"/>
                </a:cxn>
                <a:cxn ang="0">
                  <a:pos x="connsiteX5720" y="connsiteY5720"/>
                </a:cxn>
                <a:cxn ang="0">
                  <a:pos x="connsiteX5721" y="connsiteY5721"/>
                </a:cxn>
                <a:cxn ang="0">
                  <a:pos x="connsiteX5722" y="connsiteY5722"/>
                </a:cxn>
                <a:cxn ang="0">
                  <a:pos x="connsiteX5723" y="connsiteY5723"/>
                </a:cxn>
                <a:cxn ang="0">
                  <a:pos x="connsiteX5724" y="connsiteY5724"/>
                </a:cxn>
                <a:cxn ang="0">
                  <a:pos x="connsiteX5725" y="connsiteY5725"/>
                </a:cxn>
                <a:cxn ang="0">
                  <a:pos x="connsiteX5726" y="connsiteY5726"/>
                </a:cxn>
                <a:cxn ang="0">
                  <a:pos x="connsiteX5727" y="connsiteY5727"/>
                </a:cxn>
                <a:cxn ang="0">
                  <a:pos x="connsiteX5728" y="connsiteY5728"/>
                </a:cxn>
                <a:cxn ang="0">
                  <a:pos x="connsiteX5729" y="connsiteY5729"/>
                </a:cxn>
                <a:cxn ang="0">
                  <a:pos x="connsiteX5730" y="connsiteY5730"/>
                </a:cxn>
                <a:cxn ang="0">
                  <a:pos x="connsiteX5731" y="connsiteY5731"/>
                </a:cxn>
                <a:cxn ang="0">
                  <a:pos x="connsiteX5732" y="connsiteY5732"/>
                </a:cxn>
                <a:cxn ang="0">
                  <a:pos x="connsiteX5733" y="connsiteY5733"/>
                </a:cxn>
                <a:cxn ang="0">
                  <a:pos x="connsiteX5734" y="connsiteY5734"/>
                </a:cxn>
                <a:cxn ang="0">
                  <a:pos x="connsiteX5735" y="connsiteY5735"/>
                </a:cxn>
                <a:cxn ang="0">
                  <a:pos x="connsiteX5736" y="connsiteY5736"/>
                </a:cxn>
                <a:cxn ang="0">
                  <a:pos x="connsiteX5737" y="connsiteY5737"/>
                </a:cxn>
                <a:cxn ang="0">
                  <a:pos x="connsiteX5738" y="connsiteY5738"/>
                </a:cxn>
                <a:cxn ang="0">
                  <a:pos x="connsiteX5739" y="connsiteY5739"/>
                </a:cxn>
                <a:cxn ang="0">
                  <a:pos x="connsiteX5740" y="connsiteY5740"/>
                </a:cxn>
                <a:cxn ang="0">
                  <a:pos x="connsiteX5741" y="connsiteY5741"/>
                </a:cxn>
                <a:cxn ang="0">
                  <a:pos x="connsiteX5742" y="connsiteY5742"/>
                </a:cxn>
                <a:cxn ang="0">
                  <a:pos x="connsiteX5743" y="connsiteY5743"/>
                </a:cxn>
                <a:cxn ang="0">
                  <a:pos x="connsiteX5744" y="connsiteY5744"/>
                </a:cxn>
                <a:cxn ang="0">
                  <a:pos x="connsiteX5745" y="connsiteY5745"/>
                </a:cxn>
                <a:cxn ang="0">
                  <a:pos x="connsiteX5746" y="connsiteY5746"/>
                </a:cxn>
                <a:cxn ang="0">
                  <a:pos x="connsiteX5747" y="connsiteY5747"/>
                </a:cxn>
                <a:cxn ang="0">
                  <a:pos x="connsiteX5748" y="connsiteY5748"/>
                </a:cxn>
                <a:cxn ang="0">
                  <a:pos x="connsiteX5749" y="connsiteY5749"/>
                </a:cxn>
                <a:cxn ang="0">
                  <a:pos x="connsiteX5750" y="connsiteY5750"/>
                </a:cxn>
                <a:cxn ang="0">
                  <a:pos x="connsiteX5751" y="connsiteY5751"/>
                </a:cxn>
                <a:cxn ang="0">
                  <a:pos x="connsiteX5752" y="connsiteY5752"/>
                </a:cxn>
                <a:cxn ang="0">
                  <a:pos x="connsiteX5753" y="connsiteY5753"/>
                </a:cxn>
                <a:cxn ang="0">
                  <a:pos x="connsiteX5754" y="connsiteY5754"/>
                </a:cxn>
                <a:cxn ang="0">
                  <a:pos x="connsiteX5755" y="connsiteY5755"/>
                </a:cxn>
                <a:cxn ang="0">
                  <a:pos x="connsiteX5756" y="connsiteY5756"/>
                </a:cxn>
                <a:cxn ang="0">
                  <a:pos x="connsiteX5757" y="connsiteY5757"/>
                </a:cxn>
                <a:cxn ang="0">
                  <a:pos x="connsiteX5758" y="connsiteY5758"/>
                </a:cxn>
                <a:cxn ang="0">
                  <a:pos x="connsiteX5759" y="connsiteY5759"/>
                </a:cxn>
                <a:cxn ang="0">
                  <a:pos x="connsiteX5760" y="connsiteY5760"/>
                </a:cxn>
                <a:cxn ang="0">
                  <a:pos x="connsiteX5761" y="connsiteY5761"/>
                </a:cxn>
                <a:cxn ang="0">
                  <a:pos x="connsiteX5762" y="connsiteY5762"/>
                </a:cxn>
                <a:cxn ang="0">
                  <a:pos x="connsiteX5763" y="connsiteY5763"/>
                </a:cxn>
                <a:cxn ang="0">
                  <a:pos x="connsiteX5764" y="connsiteY5764"/>
                </a:cxn>
                <a:cxn ang="0">
                  <a:pos x="connsiteX5765" y="connsiteY5765"/>
                </a:cxn>
                <a:cxn ang="0">
                  <a:pos x="connsiteX5766" y="connsiteY5766"/>
                </a:cxn>
                <a:cxn ang="0">
                  <a:pos x="connsiteX5767" y="connsiteY5767"/>
                </a:cxn>
                <a:cxn ang="0">
                  <a:pos x="connsiteX5768" y="connsiteY5768"/>
                </a:cxn>
                <a:cxn ang="0">
                  <a:pos x="connsiteX5769" y="connsiteY5769"/>
                </a:cxn>
                <a:cxn ang="0">
                  <a:pos x="connsiteX5770" y="connsiteY5770"/>
                </a:cxn>
                <a:cxn ang="0">
                  <a:pos x="connsiteX5771" y="connsiteY5771"/>
                </a:cxn>
                <a:cxn ang="0">
                  <a:pos x="connsiteX5772" y="connsiteY5772"/>
                </a:cxn>
                <a:cxn ang="0">
                  <a:pos x="connsiteX5773" y="connsiteY5773"/>
                </a:cxn>
                <a:cxn ang="0">
                  <a:pos x="connsiteX5774" y="connsiteY5774"/>
                </a:cxn>
                <a:cxn ang="0">
                  <a:pos x="connsiteX5775" y="connsiteY5775"/>
                </a:cxn>
                <a:cxn ang="0">
                  <a:pos x="connsiteX5776" y="connsiteY5776"/>
                </a:cxn>
                <a:cxn ang="0">
                  <a:pos x="connsiteX5777" y="connsiteY5777"/>
                </a:cxn>
                <a:cxn ang="0">
                  <a:pos x="connsiteX5778" y="connsiteY5778"/>
                </a:cxn>
                <a:cxn ang="0">
                  <a:pos x="connsiteX5779" y="connsiteY5779"/>
                </a:cxn>
                <a:cxn ang="0">
                  <a:pos x="connsiteX5780" y="connsiteY5780"/>
                </a:cxn>
                <a:cxn ang="0">
                  <a:pos x="connsiteX5781" y="connsiteY5781"/>
                </a:cxn>
                <a:cxn ang="0">
                  <a:pos x="connsiteX5782" y="connsiteY5782"/>
                </a:cxn>
                <a:cxn ang="0">
                  <a:pos x="connsiteX5783" y="connsiteY5783"/>
                </a:cxn>
                <a:cxn ang="0">
                  <a:pos x="connsiteX5784" y="connsiteY5784"/>
                </a:cxn>
                <a:cxn ang="0">
                  <a:pos x="connsiteX5785" y="connsiteY5785"/>
                </a:cxn>
                <a:cxn ang="0">
                  <a:pos x="connsiteX5786" y="connsiteY5786"/>
                </a:cxn>
                <a:cxn ang="0">
                  <a:pos x="connsiteX5787" y="connsiteY5787"/>
                </a:cxn>
                <a:cxn ang="0">
                  <a:pos x="connsiteX5788" y="connsiteY5788"/>
                </a:cxn>
                <a:cxn ang="0">
                  <a:pos x="connsiteX5789" y="connsiteY5789"/>
                </a:cxn>
                <a:cxn ang="0">
                  <a:pos x="connsiteX5790" y="connsiteY5790"/>
                </a:cxn>
                <a:cxn ang="0">
                  <a:pos x="connsiteX5791" y="connsiteY5791"/>
                </a:cxn>
                <a:cxn ang="0">
                  <a:pos x="connsiteX5792" y="connsiteY5792"/>
                </a:cxn>
                <a:cxn ang="0">
                  <a:pos x="connsiteX5793" y="connsiteY5793"/>
                </a:cxn>
                <a:cxn ang="0">
                  <a:pos x="connsiteX5794" y="connsiteY5794"/>
                </a:cxn>
                <a:cxn ang="0">
                  <a:pos x="connsiteX5795" y="connsiteY5795"/>
                </a:cxn>
                <a:cxn ang="0">
                  <a:pos x="connsiteX5796" y="connsiteY5796"/>
                </a:cxn>
                <a:cxn ang="0">
                  <a:pos x="connsiteX5797" y="connsiteY5797"/>
                </a:cxn>
                <a:cxn ang="0">
                  <a:pos x="connsiteX5798" y="connsiteY5798"/>
                </a:cxn>
                <a:cxn ang="0">
                  <a:pos x="connsiteX5799" y="connsiteY5799"/>
                </a:cxn>
                <a:cxn ang="0">
                  <a:pos x="connsiteX5800" y="connsiteY5800"/>
                </a:cxn>
                <a:cxn ang="0">
                  <a:pos x="connsiteX5801" y="connsiteY5801"/>
                </a:cxn>
                <a:cxn ang="0">
                  <a:pos x="connsiteX5802" y="connsiteY5802"/>
                </a:cxn>
                <a:cxn ang="0">
                  <a:pos x="connsiteX5803" y="connsiteY5803"/>
                </a:cxn>
                <a:cxn ang="0">
                  <a:pos x="connsiteX5804" y="connsiteY5804"/>
                </a:cxn>
                <a:cxn ang="0">
                  <a:pos x="connsiteX5805" y="connsiteY5805"/>
                </a:cxn>
                <a:cxn ang="0">
                  <a:pos x="connsiteX5806" y="connsiteY5806"/>
                </a:cxn>
                <a:cxn ang="0">
                  <a:pos x="connsiteX5807" y="connsiteY5807"/>
                </a:cxn>
                <a:cxn ang="0">
                  <a:pos x="connsiteX5808" y="connsiteY5808"/>
                </a:cxn>
                <a:cxn ang="0">
                  <a:pos x="connsiteX5809" y="connsiteY5809"/>
                </a:cxn>
                <a:cxn ang="0">
                  <a:pos x="connsiteX5810" y="connsiteY5810"/>
                </a:cxn>
                <a:cxn ang="0">
                  <a:pos x="connsiteX5811" y="connsiteY5811"/>
                </a:cxn>
                <a:cxn ang="0">
                  <a:pos x="connsiteX5812" y="connsiteY5812"/>
                </a:cxn>
                <a:cxn ang="0">
                  <a:pos x="connsiteX5813" y="connsiteY5813"/>
                </a:cxn>
                <a:cxn ang="0">
                  <a:pos x="connsiteX5814" y="connsiteY5814"/>
                </a:cxn>
                <a:cxn ang="0">
                  <a:pos x="connsiteX5815" y="connsiteY5815"/>
                </a:cxn>
                <a:cxn ang="0">
                  <a:pos x="connsiteX5816" y="connsiteY5816"/>
                </a:cxn>
                <a:cxn ang="0">
                  <a:pos x="connsiteX5817" y="connsiteY5817"/>
                </a:cxn>
                <a:cxn ang="0">
                  <a:pos x="connsiteX5818" y="connsiteY5818"/>
                </a:cxn>
                <a:cxn ang="0">
                  <a:pos x="connsiteX5819" y="connsiteY5819"/>
                </a:cxn>
                <a:cxn ang="0">
                  <a:pos x="connsiteX5820" y="connsiteY5820"/>
                </a:cxn>
                <a:cxn ang="0">
                  <a:pos x="connsiteX5821" y="connsiteY5821"/>
                </a:cxn>
                <a:cxn ang="0">
                  <a:pos x="connsiteX5822" y="connsiteY5822"/>
                </a:cxn>
                <a:cxn ang="0">
                  <a:pos x="connsiteX5823" y="connsiteY5823"/>
                </a:cxn>
                <a:cxn ang="0">
                  <a:pos x="connsiteX5824" y="connsiteY5824"/>
                </a:cxn>
                <a:cxn ang="0">
                  <a:pos x="connsiteX5825" y="connsiteY5825"/>
                </a:cxn>
                <a:cxn ang="0">
                  <a:pos x="connsiteX5826" y="connsiteY5826"/>
                </a:cxn>
                <a:cxn ang="0">
                  <a:pos x="connsiteX5827" y="connsiteY5827"/>
                </a:cxn>
                <a:cxn ang="0">
                  <a:pos x="connsiteX5828" y="connsiteY5828"/>
                </a:cxn>
                <a:cxn ang="0">
                  <a:pos x="connsiteX5829" y="connsiteY5829"/>
                </a:cxn>
                <a:cxn ang="0">
                  <a:pos x="connsiteX5830" y="connsiteY5830"/>
                </a:cxn>
                <a:cxn ang="0">
                  <a:pos x="connsiteX5831" y="connsiteY5831"/>
                </a:cxn>
                <a:cxn ang="0">
                  <a:pos x="connsiteX5832" y="connsiteY5832"/>
                </a:cxn>
                <a:cxn ang="0">
                  <a:pos x="connsiteX5833" y="connsiteY5833"/>
                </a:cxn>
                <a:cxn ang="0">
                  <a:pos x="connsiteX5834" y="connsiteY5834"/>
                </a:cxn>
                <a:cxn ang="0">
                  <a:pos x="connsiteX5835" y="connsiteY5835"/>
                </a:cxn>
                <a:cxn ang="0">
                  <a:pos x="connsiteX5836" y="connsiteY5836"/>
                </a:cxn>
                <a:cxn ang="0">
                  <a:pos x="connsiteX5837" y="connsiteY5837"/>
                </a:cxn>
                <a:cxn ang="0">
                  <a:pos x="connsiteX5838" y="connsiteY5838"/>
                </a:cxn>
                <a:cxn ang="0">
                  <a:pos x="connsiteX5839" y="connsiteY5839"/>
                </a:cxn>
                <a:cxn ang="0">
                  <a:pos x="connsiteX5840" y="connsiteY5840"/>
                </a:cxn>
                <a:cxn ang="0">
                  <a:pos x="connsiteX5841" y="connsiteY5841"/>
                </a:cxn>
                <a:cxn ang="0">
                  <a:pos x="connsiteX5842" y="connsiteY5842"/>
                </a:cxn>
                <a:cxn ang="0">
                  <a:pos x="connsiteX5843" y="connsiteY5843"/>
                </a:cxn>
                <a:cxn ang="0">
                  <a:pos x="connsiteX5844" y="connsiteY5844"/>
                </a:cxn>
                <a:cxn ang="0">
                  <a:pos x="connsiteX5845" y="connsiteY5845"/>
                </a:cxn>
                <a:cxn ang="0">
                  <a:pos x="connsiteX5846" y="connsiteY5846"/>
                </a:cxn>
                <a:cxn ang="0">
                  <a:pos x="connsiteX5847" y="connsiteY5847"/>
                </a:cxn>
                <a:cxn ang="0">
                  <a:pos x="connsiteX5848" y="connsiteY5848"/>
                </a:cxn>
                <a:cxn ang="0">
                  <a:pos x="connsiteX5849" y="connsiteY5849"/>
                </a:cxn>
                <a:cxn ang="0">
                  <a:pos x="connsiteX5850" y="connsiteY5850"/>
                </a:cxn>
                <a:cxn ang="0">
                  <a:pos x="connsiteX5851" y="connsiteY5851"/>
                </a:cxn>
                <a:cxn ang="0">
                  <a:pos x="connsiteX5852" y="connsiteY5852"/>
                </a:cxn>
                <a:cxn ang="0">
                  <a:pos x="connsiteX5853" y="connsiteY5853"/>
                </a:cxn>
                <a:cxn ang="0">
                  <a:pos x="connsiteX5854" y="connsiteY5854"/>
                </a:cxn>
                <a:cxn ang="0">
                  <a:pos x="connsiteX5855" y="connsiteY5855"/>
                </a:cxn>
                <a:cxn ang="0">
                  <a:pos x="connsiteX5856" y="connsiteY5856"/>
                </a:cxn>
                <a:cxn ang="0">
                  <a:pos x="connsiteX5857" y="connsiteY5857"/>
                </a:cxn>
                <a:cxn ang="0">
                  <a:pos x="connsiteX5858" y="connsiteY5858"/>
                </a:cxn>
                <a:cxn ang="0">
                  <a:pos x="connsiteX5859" y="connsiteY5859"/>
                </a:cxn>
                <a:cxn ang="0">
                  <a:pos x="connsiteX5860" y="connsiteY5860"/>
                </a:cxn>
                <a:cxn ang="0">
                  <a:pos x="connsiteX5861" y="connsiteY5861"/>
                </a:cxn>
                <a:cxn ang="0">
                  <a:pos x="connsiteX5862" y="connsiteY5862"/>
                </a:cxn>
                <a:cxn ang="0">
                  <a:pos x="connsiteX5863" y="connsiteY5863"/>
                </a:cxn>
                <a:cxn ang="0">
                  <a:pos x="connsiteX5864" y="connsiteY5864"/>
                </a:cxn>
                <a:cxn ang="0">
                  <a:pos x="connsiteX5865" y="connsiteY5865"/>
                </a:cxn>
                <a:cxn ang="0">
                  <a:pos x="connsiteX5866" y="connsiteY5866"/>
                </a:cxn>
                <a:cxn ang="0">
                  <a:pos x="connsiteX5867" y="connsiteY5867"/>
                </a:cxn>
                <a:cxn ang="0">
                  <a:pos x="connsiteX5868" y="connsiteY5868"/>
                </a:cxn>
                <a:cxn ang="0">
                  <a:pos x="connsiteX5869" y="connsiteY5869"/>
                </a:cxn>
                <a:cxn ang="0">
                  <a:pos x="connsiteX5870" y="connsiteY5870"/>
                </a:cxn>
                <a:cxn ang="0">
                  <a:pos x="connsiteX5871" y="connsiteY5871"/>
                </a:cxn>
                <a:cxn ang="0">
                  <a:pos x="connsiteX5872" y="connsiteY5872"/>
                </a:cxn>
                <a:cxn ang="0">
                  <a:pos x="connsiteX5873" y="connsiteY5873"/>
                </a:cxn>
                <a:cxn ang="0">
                  <a:pos x="connsiteX5874" y="connsiteY5874"/>
                </a:cxn>
                <a:cxn ang="0">
                  <a:pos x="connsiteX5875" y="connsiteY5875"/>
                </a:cxn>
                <a:cxn ang="0">
                  <a:pos x="connsiteX5876" y="connsiteY5876"/>
                </a:cxn>
                <a:cxn ang="0">
                  <a:pos x="connsiteX5877" y="connsiteY5877"/>
                </a:cxn>
                <a:cxn ang="0">
                  <a:pos x="connsiteX5878" y="connsiteY5878"/>
                </a:cxn>
                <a:cxn ang="0">
                  <a:pos x="connsiteX5879" y="connsiteY5879"/>
                </a:cxn>
                <a:cxn ang="0">
                  <a:pos x="connsiteX5880" y="connsiteY5880"/>
                </a:cxn>
                <a:cxn ang="0">
                  <a:pos x="connsiteX5881" y="connsiteY5881"/>
                </a:cxn>
                <a:cxn ang="0">
                  <a:pos x="connsiteX5882" y="connsiteY5882"/>
                </a:cxn>
                <a:cxn ang="0">
                  <a:pos x="connsiteX5883" y="connsiteY5883"/>
                </a:cxn>
                <a:cxn ang="0">
                  <a:pos x="connsiteX5884" y="connsiteY5884"/>
                </a:cxn>
                <a:cxn ang="0">
                  <a:pos x="connsiteX5885" y="connsiteY5885"/>
                </a:cxn>
                <a:cxn ang="0">
                  <a:pos x="connsiteX5886" y="connsiteY5886"/>
                </a:cxn>
                <a:cxn ang="0">
                  <a:pos x="connsiteX5887" y="connsiteY5887"/>
                </a:cxn>
                <a:cxn ang="0">
                  <a:pos x="connsiteX5888" y="connsiteY5888"/>
                </a:cxn>
                <a:cxn ang="0">
                  <a:pos x="connsiteX5889" y="connsiteY5889"/>
                </a:cxn>
                <a:cxn ang="0">
                  <a:pos x="connsiteX5890" y="connsiteY5890"/>
                </a:cxn>
                <a:cxn ang="0">
                  <a:pos x="connsiteX5891" y="connsiteY5891"/>
                </a:cxn>
                <a:cxn ang="0">
                  <a:pos x="connsiteX5892" y="connsiteY5892"/>
                </a:cxn>
                <a:cxn ang="0">
                  <a:pos x="connsiteX5893" y="connsiteY5893"/>
                </a:cxn>
                <a:cxn ang="0">
                  <a:pos x="connsiteX5894" y="connsiteY5894"/>
                </a:cxn>
                <a:cxn ang="0">
                  <a:pos x="connsiteX5895" y="connsiteY5895"/>
                </a:cxn>
                <a:cxn ang="0">
                  <a:pos x="connsiteX5896" y="connsiteY5896"/>
                </a:cxn>
                <a:cxn ang="0">
                  <a:pos x="connsiteX5897" y="connsiteY5897"/>
                </a:cxn>
                <a:cxn ang="0">
                  <a:pos x="connsiteX5898" y="connsiteY5898"/>
                </a:cxn>
                <a:cxn ang="0">
                  <a:pos x="connsiteX5899" y="connsiteY5899"/>
                </a:cxn>
                <a:cxn ang="0">
                  <a:pos x="connsiteX5900" y="connsiteY5900"/>
                </a:cxn>
                <a:cxn ang="0">
                  <a:pos x="connsiteX5901" y="connsiteY5901"/>
                </a:cxn>
                <a:cxn ang="0">
                  <a:pos x="connsiteX5902" y="connsiteY5902"/>
                </a:cxn>
                <a:cxn ang="0">
                  <a:pos x="connsiteX5903" y="connsiteY5903"/>
                </a:cxn>
                <a:cxn ang="0">
                  <a:pos x="connsiteX5904" y="connsiteY5904"/>
                </a:cxn>
                <a:cxn ang="0">
                  <a:pos x="connsiteX5905" y="connsiteY5905"/>
                </a:cxn>
                <a:cxn ang="0">
                  <a:pos x="connsiteX5906" y="connsiteY5906"/>
                </a:cxn>
                <a:cxn ang="0">
                  <a:pos x="connsiteX5907" y="connsiteY5907"/>
                </a:cxn>
                <a:cxn ang="0">
                  <a:pos x="connsiteX5908" y="connsiteY5908"/>
                </a:cxn>
                <a:cxn ang="0">
                  <a:pos x="connsiteX5909" y="connsiteY5909"/>
                </a:cxn>
                <a:cxn ang="0">
                  <a:pos x="connsiteX5910" y="connsiteY5910"/>
                </a:cxn>
                <a:cxn ang="0">
                  <a:pos x="connsiteX5911" y="connsiteY5911"/>
                </a:cxn>
                <a:cxn ang="0">
                  <a:pos x="connsiteX5912" y="connsiteY5912"/>
                </a:cxn>
                <a:cxn ang="0">
                  <a:pos x="connsiteX5913" y="connsiteY5913"/>
                </a:cxn>
                <a:cxn ang="0">
                  <a:pos x="connsiteX5914" y="connsiteY5914"/>
                </a:cxn>
                <a:cxn ang="0">
                  <a:pos x="connsiteX5915" y="connsiteY5915"/>
                </a:cxn>
                <a:cxn ang="0">
                  <a:pos x="connsiteX5916" y="connsiteY5916"/>
                </a:cxn>
                <a:cxn ang="0">
                  <a:pos x="connsiteX5917" y="connsiteY5917"/>
                </a:cxn>
                <a:cxn ang="0">
                  <a:pos x="connsiteX5918" y="connsiteY5918"/>
                </a:cxn>
                <a:cxn ang="0">
                  <a:pos x="connsiteX5919" y="connsiteY5919"/>
                </a:cxn>
                <a:cxn ang="0">
                  <a:pos x="connsiteX5920" y="connsiteY5920"/>
                </a:cxn>
                <a:cxn ang="0">
                  <a:pos x="connsiteX5921" y="connsiteY5921"/>
                </a:cxn>
                <a:cxn ang="0">
                  <a:pos x="connsiteX5922" y="connsiteY5922"/>
                </a:cxn>
                <a:cxn ang="0">
                  <a:pos x="connsiteX5923" y="connsiteY5923"/>
                </a:cxn>
                <a:cxn ang="0">
                  <a:pos x="connsiteX5924" y="connsiteY5924"/>
                </a:cxn>
                <a:cxn ang="0">
                  <a:pos x="connsiteX5925" y="connsiteY5925"/>
                </a:cxn>
                <a:cxn ang="0">
                  <a:pos x="connsiteX5926" y="connsiteY5926"/>
                </a:cxn>
                <a:cxn ang="0">
                  <a:pos x="connsiteX5927" y="connsiteY5927"/>
                </a:cxn>
                <a:cxn ang="0">
                  <a:pos x="connsiteX5928" y="connsiteY5928"/>
                </a:cxn>
                <a:cxn ang="0">
                  <a:pos x="connsiteX5929" y="connsiteY5929"/>
                </a:cxn>
                <a:cxn ang="0">
                  <a:pos x="connsiteX5930" y="connsiteY5930"/>
                </a:cxn>
                <a:cxn ang="0">
                  <a:pos x="connsiteX5931" y="connsiteY5931"/>
                </a:cxn>
                <a:cxn ang="0">
                  <a:pos x="connsiteX5932" y="connsiteY5932"/>
                </a:cxn>
                <a:cxn ang="0">
                  <a:pos x="connsiteX5933" y="connsiteY5933"/>
                </a:cxn>
                <a:cxn ang="0">
                  <a:pos x="connsiteX5934" y="connsiteY5934"/>
                </a:cxn>
                <a:cxn ang="0">
                  <a:pos x="connsiteX5935" y="connsiteY5935"/>
                </a:cxn>
                <a:cxn ang="0">
                  <a:pos x="connsiteX5936" y="connsiteY5936"/>
                </a:cxn>
                <a:cxn ang="0">
                  <a:pos x="connsiteX5937" y="connsiteY5937"/>
                </a:cxn>
                <a:cxn ang="0">
                  <a:pos x="connsiteX5938" y="connsiteY5938"/>
                </a:cxn>
                <a:cxn ang="0">
                  <a:pos x="connsiteX5939" y="connsiteY5939"/>
                </a:cxn>
                <a:cxn ang="0">
                  <a:pos x="connsiteX5940" y="connsiteY5940"/>
                </a:cxn>
                <a:cxn ang="0">
                  <a:pos x="connsiteX5941" y="connsiteY5941"/>
                </a:cxn>
                <a:cxn ang="0">
                  <a:pos x="connsiteX5942" y="connsiteY5942"/>
                </a:cxn>
                <a:cxn ang="0">
                  <a:pos x="connsiteX5943" y="connsiteY5943"/>
                </a:cxn>
                <a:cxn ang="0">
                  <a:pos x="connsiteX5944" y="connsiteY5944"/>
                </a:cxn>
                <a:cxn ang="0">
                  <a:pos x="connsiteX5945" y="connsiteY5945"/>
                </a:cxn>
                <a:cxn ang="0">
                  <a:pos x="connsiteX5946" y="connsiteY5946"/>
                </a:cxn>
                <a:cxn ang="0">
                  <a:pos x="connsiteX5947" y="connsiteY5947"/>
                </a:cxn>
                <a:cxn ang="0">
                  <a:pos x="connsiteX5948" y="connsiteY5948"/>
                </a:cxn>
                <a:cxn ang="0">
                  <a:pos x="connsiteX5949" y="connsiteY5949"/>
                </a:cxn>
                <a:cxn ang="0">
                  <a:pos x="connsiteX5950" y="connsiteY5950"/>
                </a:cxn>
                <a:cxn ang="0">
                  <a:pos x="connsiteX5951" y="connsiteY5951"/>
                </a:cxn>
                <a:cxn ang="0">
                  <a:pos x="connsiteX5952" y="connsiteY5952"/>
                </a:cxn>
                <a:cxn ang="0">
                  <a:pos x="connsiteX5953" y="connsiteY5953"/>
                </a:cxn>
                <a:cxn ang="0">
                  <a:pos x="connsiteX5954" y="connsiteY5954"/>
                </a:cxn>
                <a:cxn ang="0">
                  <a:pos x="connsiteX5955" y="connsiteY5955"/>
                </a:cxn>
                <a:cxn ang="0">
                  <a:pos x="connsiteX5956" y="connsiteY5956"/>
                </a:cxn>
                <a:cxn ang="0">
                  <a:pos x="connsiteX5957" y="connsiteY5957"/>
                </a:cxn>
                <a:cxn ang="0">
                  <a:pos x="connsiteX5958" y="connsiteY5958"/>
                </a:cxn>
                <a:cxn ang="0">
                  <a:pos x="connsiteX5959" y="connsiteY5959"/>
                </a:cxn>
                <a:cxn ang="0">
                  <a:pos x="connsiteX5960" y="connsiteY5960"/>
                </a:cxn>
                <a:cxn ang="0">
                  <a:pos x="connsiteX5961" y="connsiteY5961"/>
                </a:cxn>
                <a:cxn ang="0">
                  <a:pos x="connsiteX5962" y="connsiteY5962"/>
                </a:cxn>
                <a:cxn ang="0">
                  <a:pos x="connsiteX5963" y="connsiteY5963"/>
                </a:cxn>
                <a:cxn ang="0">
                  <a:pos x="connsiteX5964" y="connsiteY5964"/>
                </a:cxn>
                <a:cxn ang="0">
                  <a:pos x="connsiteX5965" y="connsiteY5965"/>
                </a:cxn>
                <a:cxn ang="0">
                  <a:pos x="connsiteX5966" y="connsiteY5966"/>
                </a:cxn>
                <a:cxn ang="0">
                  <a:pos x="connsiteX5967" y="connsiteY5967"/>
                </a:cxn>
                <a:cxn ang="0">
                  <a:pos x="connsiteX5968" y="connsiteY5968"/>
                </a:cxn>
                <a:cxn ang="0">
                  <a:pos x="connsiteX5969" y="connsiteY5969"/>
                </a:cxn>
                <a:cxn ang="0">
                  <a:pos x="connsiteX5970" y="connsiteY5970"/>
                </a:cxn>
                <a:cxn ang="0">
                  <a:pos x="connsiteX5971" y="connsiteY5971"/>
                </a:cxn>
                <a:cxn ang="0">
                  <a:pos x="connsiteX5972" y="connsiteY5972"/>
                </a:cxn>
                <a:cxn ang="0">
                  <a:pos x="connsiteX5973" y="connsiteY5973"/>
                </a:cxn>
                <a:cxn ang="0">
                  <a:pos x="connsiteX5974" y="connsiteY5974"/>
                </a:cxn>
                <a:cxn ang="0">
                  <a:pos x="connsiteX5975" y="connsiteY5975"/>
                </a:cxn>
                <a:cxn ang="0">
                  <a:pos x="connsiteX5976" y="connsiteY5976"/>
                </a:cxn>
                <a:cxn ang="0">
                  <a:pos x="connsiteX5977" y="connsiteY5977"/>
                </a:cxn>
                <a:cxn ang="0">
                  <a:pos x="connsiteX5978" y="connsiteY5978"/>
                </a:cxn>
                <a:cxn ang="0">
                  <a:pos x="connsiteX5979" y="connsiteY5979"/>
                </a:cxn>
                <a:cxn ang="0">
                  <a:pos x="connsiteX5980" y="connsiteY5980"/>
                </a:cxn>
                <a:cxn ang="0">
                  <a:pos x="connsiteX5981" y="connsiteY5981"/>
                </a:cxn>
                <a:cxn ang="0">
                  <a:pos x="connsiteX5982" y="connsiteY5982"/>
                </a:cxn>
                <a:cxn ang="0">
                  <a:pos x="connsiteX5983" y="connsiteY5983"/>
                </a:cxn>
                <a:cxn ang="0">
                  <a:pos x="connsiteX5984" y="connsiteY5984"/>
                </a:cxn>
                <a:cxn ang="0">
                  <a:pos x="connsiteX5985" y="connsiteY5985"/>
                </a:cxn>
                <a:cxn ang="0">
                  <a:pos x="connsiteX5986" y="connsiteY5986"/>
                </a:cxn>
                <a:cxn ang="0">
                  <a:pos x="connsiteX5987" y="connsiteY5987"/>
                </a:cxn>
                <a:cxn ang="0">
                  <a:pos x="connsiteX5988" y="connsiteY5988"/>
                </a:cxn>
                <a:cxn ang="0">
                  <a:pos x="connsiteX5989" y="connsiteY5989"/>
                </a:cxn>
                <a:cxn ang="0">
                  <a:pos x="connsiteX5990" y="connsiteY5990"/>
                </a:cxn>
                <a:cxn ang="0">
                  <a:pos x="connsiteX5991" y="connsiteY5991"/>
                </a:cxn>
                <a:cxn ang="0">
                  <a:pos x="connsiteX5992" y="connsiteY5992"/>
                </a:cxn>
                <a:cxn ang="0">
                  <a:pos x="connsiteX5993" y="connsiteY5993"/>
                </a:cxn>
                <a:cxn ang="0">
                  <a:pos x="connsiteX5994" y="connsiteY5994"/>
                </a:cxn>
                <a:cxn ang="0">
                  <a:pos x="connsiteX5995" y="connsiteY5995"/>
                </a:cxn>
                <a:cxn ang="0">
                  <a:pos x="connsiteX5996" y="connsiteY5996"/>
                </a:cxn>
                <a:cxn ang="0">
                  <a:pos x="connsiteX5997" y="connsiteY5997"/>
                </a:cxn>
                <a:cxn ang="0">
                  <a:pos x="connsiteX5998" y="connsiteY5998"/>
                </a:cxn>
                <a:cxn ang="0">
                  <a:pos x="connsiteX5999" y="connsiteY5999"/>
                </a:cxn>
                <a:cxn ang="0">
                  <a:pos x="connsiteX6000" y="connsiteY6000"/>
                </a:cxn>
                <a:cxn ang="0">
                  <a:pos x="connsiteX6001" y="connsiteY6001"/>
                </a:cxn>
                <a:cxn ang="0">
                  <a:pos x="connsiteX6002" y="connsiteY6002"/>
                </a:cxn>
                <a:cxn ang="0">
                  <a:pos x="connsiteX6003" y="connsiteY6003"/>
                </a:cxn>
                <a:cxn ang="0">
                  <a:pos x="connsiteX6004" y="connsiteY6004"/>
                </a:cxn>
                <a:cxn ang="0">
                  <a:pos x="connsiteX6005" y="connsiteY6005"/>
                </a:cxn>
                <a:cxn ang="0">
                  <a:pos x="connsiteX6006" y="connsiteY6006"/>
                </a:cxn>
                <a:cxn ang="0">
                  <a:pos x="connsiteX6007" y="connsiteY6007"/>
                </a:cxn>
                <a:cxn ang="0">
                  <a:pos x="connsiteX6008" y="connsiteY6008"/>
                </a:cxn>
                <a:cxn ang="0">
                  <a:pos x="connsiteX6009" y="connsiteY6009"/>
                </a:cxn>
                <a:cxn ang="0">
                  <a:pos x="connsiteX6010" y="connsiteY6010"/>
                </a:cxn>
                <a:cxn ang="0">
                  <a:pos x="connsiteX6011" y="connsiteY6011"/>
                </a:cxn>
                <a:cxn ang="0">
                  <a:pos x="connsiteX6012" y="connsiteY6012"/>
                </a:cxn>
                <a:cxn ang="0">
                  <a:pos x="connsiteX6013" y="connsiteY6013"/>
                </a:cxn>
                <a:cxn ang="0">
                  <a:pos x="connsiteX6014" y="connsiteY6014"/>
                </a:cxn>
                <a:cxn ang="0">
                  <a:pos x="connsiteX6015" y="connsiteY6015"/>
                </a:cxn>
                <a:cxn ang="0">
                  <a:pos x="connsiteX6016" y="connsiteY6016"/>
                </a:cxn>
                <a:cxn ang="0">
                  <a:pos x="connsiteX6017" y="connsiteY6017"/>
                </a:cxn>
                <a:cxn ang="0">
                  <a:pos x="connsiteX6018" y="connsiteY6018"/>
                </a:cxn>
                <a:cxn ang="0">
                  <a:pos x="connsiteX6019" y="connsiteY6019"/>
                </a:cxn>
                <a:cxn ang="0">
                  <a:pos x="connsiteX6020" y="connsiteY6020"/>
                </a:cxn>
                <a:cxn ang="0">
                  <a:pos x="connsiteX6021" y="connsiteY6021"/>
                </a:cxn>
                <a:cxn ang="0">
                  <a:pos x="connsiteX6022" y="connsiteY6022"/>
                </a:cxn>
                <a:cxn ang="0">
                  <a:pos x="connsiteX6023" y="connsiteY6023"/>
                </a:cxn>
                <a:cxn ang="0">
                  <a:pos x="connsiteX6024" y="connsiteY6024"/>
                </a:cxn>
                <a:cxn ang="0">
                  <a:pos x="connsiteX6025" y="connsiteY6025"/>
                </a:cxn>
                <a:cxn ang="0">
                  <a:pos x="connsiteX6026" y="connsiteY6026"/>
                </a:cxn>
                <a:cxn ang="0">
                  <a:pos x="connsiteX6027" y="connsiteY6027"/>
                </a:cxn>
                <a:cxn ang="0">
                  <a:pos x="connsiteX6028" y="connsiteY6028"/>
                </a:cxn>
                <a:cxn ang="0">
                  <a:pos x="connsiteX6029" y="connsiteY6029"/>
                </a:cxn>
                <a:cxn ang="0">
                  <a:pos x="connsiteX6030" y="connsiteY6030"/>
                </a:cxn>
                <a:cxn ang="0">
                  <a:pos x="connsiteX6031" y="connsiteY6031"/>
                </a:cxn>
                <a:cxn ang="0">
                  <a:pos x="connsiteX6032" y="connsiteY6032"/>
                </a:cxn>
                <a:cxn ang="0">
                  <a:pos x="connsiteX6033" y="connsiteY6033"/>
                </a:cxn>
                <a:cxn ang="0">
                  <a:pos x="connsiteX6034" y="connsiteY6034"/>
                </a:cxn>
                <a:cxn ang="0">
                  <a:pos x="connsiteX6035" y="connsiteY6035"/>
                </a:cxn>
                <a:cxn ang="0">
                  <a:pos x="connsiteX6036" y="connsiteY6036"/>
                </a:cxn>
                <a:cxn ang="0">
                  <a:pos x="connsiteX6037" y="connsiteY6037"/>
                </a:cxn>
                <a:cxn ang="0">
                  <a:pos x="connsiteX6038" y="connsiteY6038"/>
                </a:cxn>
                <a:cxn ang="0">
                  <a:pos x="connsiteX6039" y="connsiteY6039"/>
                </a:cxn>
                <a:cxn ang="0">
                  <a:pos x="connsiteX6040" y="connsiteY6040"/>
                </a:cxn>
                <a:cxn ang="0">
                  <a:pos x="connsiteX6041" y="connsiteY6041"/>
                </a:cxn>
                <a:cxn ang="0">
                  <a:pos x="connsiteX6042" y="connsiteY6042"/>
                </a:cxn>
                <a:cxn ang="0">
                  <a:pos x="connsiteX6043" y="connsiteY6043"/>
                </a:cxn>
                <a:cxn ang="0">
                  <a:pos x="connsiteX6044" y="connsiteY6044"/>
                </a:cxn>
                <a:cxn ang="0">
                  <a:pos x="connsiteX6045" y="connsiteY6045"/>
                </a:cxn>
                <a:cxn ang="0">
                  <a:pos x="connsiteX6046" y="connsiteY6046"/>
                </a:cxn>
                <a:cxn ang="0">
                  <a:pos x="connsiteX6047" y="connsiteY6047"/>
                </a:cxn>
                <a:cxn ang="0">
                  <a:pos x="connsiteX6048" y="connsiteY6048"/>
                </a:cxn>
                <a:cxn ang="0">
                  <a:pos x="connsiteX6049" y="connsiteY6049"/>
                </a:cxn>
                <a:cxn ang="0">
                  <a:pos x="connsiteX6050" y="connsiteY6050"/>
                </a:cxn>
                <a:cxn ang="0">
                  <a:pos x="connsiteX6051" y="connsiteY6051"/>
                </a:cxn>
                <a:cxn ang="0">
                  <a:pos x="connsiteX6052" y="connsiteY6052"/>
                </a:cxn>
                <a:cxn ang="0">
                  <a:pos x="connsiteX6053" y="connsiteY6053"/>
                </a:cxn>
                <a:cxn ang="0">
                  <a:pos x="connsiteX6054" y="connsiteY6054"/>
                </a:cxn>
                <a:cxn ang="0">
                  <a:pos x="connsiteX6055" y="connsiteY6055"/>
                </a:cxn>
                <a:cxn ang="0">
                  <a:pos x="connsiteX6056" y="connsiteY6056"/>
                </a:cxn>
                <a:cxn ang="0">
                  <a:pos x="connsiteX6057" y="connsiteY6057"/>
                </a:cxn>
                <a:cxn ang="0">
                  <a:pos x="connsiteX6058" y="connsiteY6058"/>
                </a:cxn>
                <a:cxn ang="0">
                  <a:pos x="connsiteX6059" y="connsiteY6059"/>
                </a:cxn>
                <a:cxn ang="0">
                  <a:pos x="connsiteX6060" y="connsiteY6060"/>
                </a:cxn>
                <a:cxn ang="0">
                  <a:pos x="connsiteX6061" y="connsiteY6061"/>
                </a:cxn>
                <a:cxn ang="0">
                  <a:pos x="connsiteX6062" y="connsiteY6062"/>
                </a:cxn>
                <a:cxn ang="0">
                  <a:pos x="connsiteX6063" y="connsiteY6063"/>
                </a:cxn>
                <a:cxn ang="0">
                  <a:pos x="connsiteX6064" y="connsiteY6064"/>
                </a:cxn>
                <a:cxn ang="0">
                  <a:pos x="connsiteX6065" y="connsiteY6065"/>
                </a:cxn>
                <a:cxn ang="0">
                  <a:pos x="connsiteX6066" y="connsiteY6066"/>
                </a:cxn>
                <a:cxn ang="0">
                  <a:pos x="connsiteX6067" y="connsiteY6067"/>
                </a:cxn>
                <a:cxn ang="0">
                  <a:pos x="connsiteX6068" y="connsiteY6068"/>
                </a:cxn>
                <a:cxn ang="0">
                  <a:pos x="connsiteX6069" y="connsiteY6069"/>
                </a:cxn>
                <a:cxn ang="0">
                  <a:pos x="connsiteX6070" y="connsiteY6070"/>
                </a:cxn>
                <a:cxn ang="0">
                  <a:pos x="connsiteX6071" y="connsiteY6071"/>
                </a:cxn>
                <a:cxn ang="0">
                  <a:pos x="connsiteX6072" y="connsiteY6072"/>
                </a:cxn>
                <a:cxn ang="0">
                  <a:pos x="connsiteX6073" y="connsiteY6073"/>
                </a:cxn>
                <a:cxn ang="0">
                  <a:pos x="connsiteX6074" y="connsiteY6074"/>
                </a:cxn>
                <a:cxn ang="0">
                  <a:pos x="connsiteX6075" y="connsiteY6075"/>
                </a:cxn>
                <a:cxn ang="0">
                  <a:pos x="connsiteX6076" y="connsiteY6076"/>
                </a:cxn>
                <a:cxn ang="0">
                  <a:pos x="connsiteX6077" y="connsiteY6077"/>
                </a:cxn>
                <a:cxn ang="0">
                  <a:pos x="connsiteX6078" y="connsiteY6078"/>
                </a:cxn>
                <a:cxn ang="0">
                  <a:pos x="connsiteX6079" y="connsiteY6079"/>
                </a:cxn>
                <a:cxn ang="0">
                  <a:pos x="connsiteX6080" y="connsiteY6080"/>
                </a:cxn>
                <a:cxn ang="0">
                  <a:pos x="connsiteX6081" y="connsiteY6081"/>
                </a:cxn>
                <a:cxn ang="0">
                  <a:pos x="connsiteX6082" y="connsiteY6082"/>
                </a:cxn>
                <a:cxn ang="0">
                  <a:pos x="connsiteX6083" y="connsiteY6083"/>
                </a:cxn>
                <a:cxn ang="0">
                  <a:pos x="connsiteX6084" y="connsiteY6084"/>
                </a:cxn>
                <a:cxn ang="0">
                  <a:pos x="connsiteX6085" y="connsiteY6085"/>
                </a:cxn>
                <a:cxn ang="0">
                  <a:pos x="connsiteX6086" y="connsiteY6086"/>
                </a:cxn>
                <a:cxn ang="0">
                  <a:pos x="connsiteX6087" y="connsiteY6087"/>
                </a:cxn>
                <a:cxn ang="0">
                  <a:pos x="connsiteX6088" y="connsiteY6088"/>
                </a:cxn>
                <a:cxn ang="0">
                  <a:pos x="connsiteX6089" y="connsiteY6089"/>
                </a:cxn>
                <a:cxn ang="0">
                  <a:pos x="connsiteX6090" y="connsiteY6090"/>
                </a:cxn>
                <a:cxn ang="0">
                  <a:pos x="connsiteX6091" y="connsiteY6091"/>
                </a:cxn>
                <a:cxn ang="0">
                  <a:pos x="connsiteX6092" y="connsiteY6092"/>
                </a:cxn>
                <a:cxn ang="0">
                  <a:pos x="connsiteX6093" y="connsiteY6093"/>
                </a:cxn>
                <a:cxn ang="0">
                  <a:pos x="connsiteX6094" y="connsiteY6094"/>
                </a:cxn>
                <a:cxn ang="0">
                  <a:pos x="connsiteX6095" y="connsiteY6095"/>
                </a:cxn>
                <a:cxn ang="0">
                  <a:pos x="connsiteX6096" y="connsiteY6096"/>
                </a:cxn>
                <a:cxn ang="0">
                  <a:pos x="connsiteX6097" y="connsiteY6097"/>
                </a:cxn>
                <a:cxn ang="0">
                  <a:pos x="connsiteX6098" y="connsiteY6098"/>
                </a:cxn>
                <a:cxn ang="0">
                  <a:pos x="connsiteX6099" y="connsiteY6099"/>
                </a:cxn>
                <a:cxn ang="0">
                  <a:pos x="connsiteX6100" y="connsiteY6100"/>
                </a:cxn>
                <a:cxn ang="0">
                  <a:pos x="connsiteX6101" y="connsiteY6101"/>
                </a:cxn>
                <a:cxn ang="0">
                  <a:pos x="connsiteX6102" y="connsiteY6102"/>
                </a:cxn>
                <a:cxn ang="0">
                  <a:pos x="connsiteX6103" y="connsiteY6103"/>
                </a:cxn>
                <a:cxn ang="0">
                  <a:pos x="connsiteX6104" y="connsiteY6104"/>
                </a:cxn>
                <a:cxn ang="0">
                  <a:pos x="connsiteX6105" y="connsiteY6105"/>
                </a:cxn>
                <a:cxn ang="0">
                  <a:pos x="connsiteX6106" y="connsiteY6106"/>
                </a:cxn>
                <a:cxn ang="0">
                  <a:pos x="connsiteX6107" y="connsiteY6107"/>
                </a:cxn>
                <a:cxn ang="0">
                  <a:pos x="connsiteX6108" y="connsiteY6108"/>
                </a:cxn>
                <a:cxn ang="0">
                  <a:pos x="connsiteX6109" y="connsiteY6109"/>
                </a:cxn>
                <a:cxn ang="0">
                  <a:pos x="connsiteX6110" y="connsiteY6110"/>
                </a:cxn>
                <a:cxn ang="0">
                  <a:pos x="connsiteX6111" y="connsiteY6111"/>
                </a:cxn>
                <a:cxn ang="0">
                  <a:pos x="connsiteX6112" y="connsiteY6112"/>
                </a:cxn>
                <a:cxn ang="0">
                  <a:pos x="connsiteX6113" y="connsiteY6113"/>
                </a:cxn>
                <a:cxn ang="0">
                  <a:pos x="connsiteX6114" y="connsiteY6114"/>
                </a:cxn>
                <a:cxn ang="0">
                  <a:pos x="connsiteX6115" y="connsiteY6115"/>
                </a:cxn>
                <a:cxn ang="0">
                  <a:pos x="connsiteX6116" y="connsiteY6116"/>
                </a:cxn>
                <a:cxn ang="0">
                  <a:pos x="connsiteX6117" y="connsiteY6117"/>
                </a:cxn>
                <a:cxn ang="0">
                  <a:pos x="connsiteX6118" y="connsiteY6118"/>
                </a:cxn>
                <a:cxn ang="0">
                  <a:pos x="connsiteX6119" y="connsiteY6119"/>
                </a:cxn>
                <a:cxn ang="0">
                  <a:pos x="connsiteX6120" y="connsiteY6120"/>
                </a:cxn>
                <a:cxn ang="0">
                  <a:pos x="connsiteX6121" y="connsiteY6121"/>
                </a:cxn>
                <a:cxn ang="0">
                  <a:pos x="connsiteX6122" y="connsiteY6122"/>
                </a:cxn>
                <a:cxn ang="0">
                  <a:pos x="connsiteX6123" y="connsiteY6123"/>
                </a:cxn>
                <a:cxn ang="0">
                  <a:pos x="connsiteX6124" y="connsiteY6124"/>
                </a:cxn>
                <a:cxn ang="0">
                  <a:pos x="connsiteX6125" y="connsiteY6125"/>
                </a:cxn>
                <a:cxn ang="0">
                  <a:pos x="connsiteX6126" y="connsiteY6126"/>
                </a:cxn>
                <a:cxn ang="0">
                  <a:pos x="connsiteX6127" y="connsiteY6127"/>
                </a:cxn>
                <a:cxn ang="0">
                  <a:pos x="connsiteX6128" y="connsiteY6128"/>
                </a:cxn>
                <a:cxn ang="0">
                  <a:pos x="connsiteX6129" y="connsiteY6129"/>
                </a:cxn>
                <a:cxn ang="0">
                  <a:pos x="connsiteX6130" y="connsiteY6130"/>
                </a:cxn>
                <a:cxn ang="0">
                  <a:pos x="connsiteX6131" y="connsiteY6131"/>
                </a:cxn>
                <a:cxn ang="0">
                  <a:pos x="connsiteX6132" y="connsiteY6132"/>
                </a:cxn>
                <a:cxn ang="0">
                  <a:pos x="connsiteX6133" y="connsiteY6133"/>
                </a:cxn>
                <a:cxn ang="0">
                  <a:pos x="connsiteX6134" y="connsiteY6134"/>
                </a:cxn>
                <a:cxn ang="0">
                  <a:pos x="connsiteX6135" y="connsiteY6135"/>
                </a:cxn>
                <a:cxn ang="0">
                  <a:pos x="connsiteX6136" y="connsiteY6136"/>
                </a:cxn>
                <a:cxn ang="0">
                  <a:pos x="connsiteX6137" y="connsiteY6137"/>
                </a:cxn>
                <a:cxn ang="0">
                  <a:pos x="connsiteX6138" y="connsiteY6138"/>
                </a:cxn>
                <a:cxn ang="0">
                  <a:pos x="connsiteX6139" y="connsiteY6139"/>
                </a:cxn>
                <a:cxn ang="0">
                  <a:pos x="connsiteX6140" y="connsiteY6140"/>
                </a:cxn>
                <a:cxn ang="0">
                  <a:pos x="connsiteX6141" y="connsiteY6141"/>
                </a:cxn>
                <a:cxn ang="0">
                  <a:pos x="connsiteX6142" y="connsiteY6142"/>
                </a:cxn>
                <a:cxn ang="0">
                  <a:pos x="connsiteX6143" y="connsiteY6143"/>
                </a:cxn>
                <a:cxn ang="0">
                  <a:pos x="connsiteX6144" y="connsiteY6144"/>
                </a:cxn>
                <a:cxn ang="0">
                  <a:pos x="connsiteX6145" y="connsiteY6145"/>
                </a:cxn>
                <a:cxn ang="0">
                  <a:pos x="connsiteX6146" y="connsiteY6146"/>
                </a:cxn>
                <a:cxn ang="0">
                  <a:pos x="connsiteX6147" y="connsiteY6147"/>
                </a:cxn>
                <a:cxn ang="0">
                  <a:pos x="connsiteX6148" y="connsiteY6148"/>
                </a:cxn>
                <a:cxn ang="0">
                  <a:pos x="connsiteX6149" y="connsiteY6149"/>
                </a:cxn>
                <a:cxn ang="0">
                  <a:pos x="connsiteX6150" y="connsiteY6150"/>
                </a:cxn>
                <a:cxn ang="0">
                  <a:pos x="connsiteX6151" y="connsiteY6151"/>
                </a:cxn>
                <a:cxn ang="0">
                  <a:pos x="connsiteX6152" y="connsiteY6152"/>
                </a:cxn>
                <a:cxn ang="0">
                  <a:pos x="connsiteX6153" y="connsiteY6153"/>
                </a:cxn>
                <a:cxn ang="0">
                  <a:pos x="connsiteX6154" y="connsiteY6154"/>
                </a:cxn>
                <a:cxn ang="0">
                  <a:pos x="connsiteX6155" y="connsiteY6155"/>
                </a:cxn>
                <a:cxn ang="0">
                  <a:pos x="connsiteX6156" y="connsiteY6156"/>
                </a:cxn>
                <a:cxn ang="0">
                  <a:pos x="connsiteX6157" y="connsiteY6157"/>
                </a:cxn>
                <a:cxn ang="0">
                  <a:pos x="connsiteX6158" y="connsiteY6158"/>
                </a:cxn>
                <a:cxn ang="0">
                  <a:pos x="connsiteX6159" y="connsiteY6159"/>
                </a:cxn>
                <a:cxn ang="0">
                  <a:pos x="connsiteX6160" y="connsiteY6160"/>
                </a:cxn>
                <a:cxn ang="0">
                  <a:pos x="connsiteX6161" y="connsiteY6161"/>
                </a:cxn>
                <a:cxn ang="0">
                  <a:pos x="connsiteX6162" y="connsiteY6162"/>
                </a:cxn>
                <a:cxn ang="0">
                  <a:pos x="connsiteX6163" y="connsiteY6163"/>
                </a:cxn>
                <a:cxn ang="0">
                  <a:pos x="connsiteX6164" y="connsiteY6164"/>
                </a:cxn>
                <a:cxn ang="0">
                  <a:pos x="connsiteX6165" y="connsiteY6165"/>
                </a:cxn>
                <a:cxn ang="0">
                  <a:pos x="connsiteX6166" y="connsiteY6166"/>
                </a:cxn>
                <a:cxn ang="0">
                  <a:pos x="connsiteX6167" y="connsiteY6167"/>
                </a:cxn>
                <a:cxn ang="0">
                  <a:pos x="connsiteX6168" y="connsiteY6168"/>
                </a:cxn>
                <a:cxn ang="0">
                  <a:pos x="connsiteX6169" y="connsiteY6169"/>
                </a:cxn>
                <a:cxn ang="0">
                  <a:pos x="connsiteX6170" y="connsiteY6170"/>
                </a:cxn>
                <a:cxn ang="0">
                  <a:pos x="connsiteX6171" y="connsiteY6171"/>
                </a:cxn>
                <a:cxn ang="0">
                  <a:pos x="connsiteX6172" y="connsiteY6172"/>
                </a:cxn>
                <a:cxn ang="0">
                  <a:pos x="connsiteX6173" y="connsiteY6173"/>
                </a:cxn>
                <a:cxn ang="0">
                  <a:pos x="connsiteX6174" y="connsiteY6174"/>
                </a:cxn>
                <a:cxn ang="0">
                  <a:pos x="connsiteX6175" y="connsiteY6175"/>
                </a:cxn>
                <a:cxn ang="0">
                  <a:pos x="connsiteX6176" y="connsiteY6176"/>
                </a:cxn>
                <a:cxn ang="0">
                  <a:pos x="connsiteX6177" y="connsiteY6177"/>
                </a:cxn>
                <a:cxn ang="0">
                  <a:pos x="connsiteX6178" y="connsiteY6178"/>
                </a:cxn>
                <a:cxn ang="0">
                  <a:pos x="connsiteX6179" y="connsiteY6179"/>
                </a:cxn>
                <a:cxn ang="0">
                  <a:pos x="connsiteX6180" y="connsiteY6180"/>
                </a:cxn>
                <a:cxn ang="0">
                  <a:pos x="connsiteX6181" y="connsiteY6181"/>
                </a:cxn>
                <a:cxn ang="0">
                  <a:pos x="connsiteX6182" y="connsiteY6182"/>
                </a:cxn>
                <a:cxn ang="0">
                  <a:pos x="connsiteX6183" y="connsiteY6183"/>
                </a:cxn>
                <a:cxn ang="0">
                  <a:pos x="connsiteX6184" y="connsiteY6184"/>
                </a:cxn>
                <a:cxn ang="0">
                  <a:pos x="connsiteX6185" y="connsiteY6185"/>
                </a:cxn>
                <a:cxn ang="0">
                  <a:pos x="connsiteX6186" y="connsiteY6186"/>
                </a:cxn>
                <a:cxn ang="0">
                  <a:pos x="connsiteX6187" y="connsiteY6187"/>
                </a:cxn>
                <a:cxn ang="0">
                  <a:pos x="connsiteX6188" y="connsiteY6188"/>
                </a:cxn>
                <a:cxn ang="0">
                  <a:pos x="connsiteX6189" y="connsiteY6189"/>
                </a:cxn>
                <a:cxn ang="0">
                  <a:pos x="connsiteX6190" y="connsiteY6190"/>
                </a:cxn>
                <a:cxn ang="0">
                  <a:pos x="connsiteX6191" y="connsiteY6191"/>
                </a:cxn>
                <a:cxn ang="0">
                  <a:pos x="connsiteX6192" y="connsiteY6192"/>
                </a:cxn>
                <a:cxn ang="0">
                  <a:pos x="connsiteX6193" y="connsiteY6193"/>
                </a:cxn>
                <a:cxn ang="0">
                  <a:pos x="connsiteX6194" y="connsiteY6194"/>
                </a:cxn>
                <a:cxn ang="0">
                  <a:pos x="connsiteX6195" y="connsiteY6195"/>
                </a:cxn>
                <a:cxn ang="0">
                  <a:pos x="connsiteX6196" y="connsiteY6196"/>
                </a:cxn>
                <a:cxn ang="0">
                  <a:pos x="connsiteX6197" y="connsiteY6197"/>
                </a:cxn>
                <a:cxn ang="0">
                  <a:pos x="connsiteX6198" y="connsiteY6198"/>
                </a:cxn>
                <a:cxn ang="0">
                  <a:pos x="connsiteX6199" y="connsiteY6199"/>
                </a:cxn>
                <a:cxn ang="0">
                  <a:pos x="connsiteX6200" y="connsiteY6200"/>
                </a:cxn>
                <a:cxn ang="0">
                  <a:pos x="connsiteX6201" y="connsiteY6201"/>
                </a:cxn>
                <a:cxn ang="0">
                  <a:pos x="connsiteX6202" y="connsiteY6202"/>
                </a:cxn>
                <a:cxn ang="0">
                  <a:pos x="connsiteX6203" y="connsiteY6203"/>
                </a:cxn>
                <a:cxn ang="0">
                  <a:pos x="connsiteX6204" y="connsiteY6204"/>
                </a:cxn>
                <a:cxn ang="0">
                  <a:pos x="connsiteX6205" y="connsiteY6205"/>
                </a:cxn>
                <a:cxn ang="0">
                  <a:pos x="connsiteX6206" y="connsiteY6206"/>
                </a:cxn>
                <a:cxn ang="0">
                  <a:pos x="connsiteX6207" y="connsiteY6207"/>
                </a:cxn>
                <a:cxn ang="0">
                  <a:pos x="connsiteX6208" y="connsiteY6208"/>
                </a:cxn>
                <a:cxn ang="0">
                  <a:pos x="connsiteX6209" y="connsiteY6209"/>
                </a:cxn>
                <a:cxn ang="0">
                  <a:pos x="connsiteX6210" y="connsiteY6210"/>
                </a:cxn>
                <a:cxn ang="0">
                  <a:pos x="connsiteX6211" y="connsiteY6211"/>
                </a:cxn>
                <a:cxn ang="0">
                  <a:pos x="connsiteX6212" y="connsiteY6212"/>
                </a:cxn>
                <a:cxn ang="0">
                  <a:pos x="connsiteX6213" y="connsiteY6213"/>
                </a:cxn>
                <a:cxn ang="0">
                  <a:pos x="connsiteX6214" y="connsiteY6214"/>
                </a:cxn>
                <a:cxn ang="0">
                  <a:pos x="connsiteX6215" y="connsiteY6215"/>
                </a:cxn>
                <a:cxn ang="0">
                  <a:pos x="connsiteX6216" y="connsiteY6216"/>
                </a:cxn>
                <a:cxn ang="0">
                  <a:pos x="connsiteX6217" y="connsiteY6217"/>
                </a:cxn>
                <a:cxn ang="0">
                  <a:pos x="connsiteX6218" y="connsiteY6218"/>
                </a:cxn>
                <a:cxn ang="0">
                  <a:pos x="connsiteX6219" y="connsiteY6219"/>
                </a:cxn>
                <a:cxn ang="0">
                  <a:pos x="connsiteX6220" y="connsiteY6220"/>
                </a:cxn>
                <a:cxn ang="0">
                  <a:pos x="connsiteX6221" y="connsiteY6221"/>
                </a:cxn>
                <a:cxn ang="0">
                  <a:pos x="connsiteX6222" y="connsiteY6222"/>
                </a:cxn>
                <a:cxn ang="0">
                  <a:pos x="connsiteX6223" y="connsiteY6223"/>
                </a:cxn>
                <a:cxn ang="0">
                  <a:pos x="connsiteX6224" y="connsiteY6224"/>
                </a:cxn>
                <a:cxn ang="0">
                  <a:pos x="connsiteX6225" y="connsiteY6225"/>
                </a:cxn>
                <a:cxn ang="0">
                  <a:pos x="connsiteX6226" y="connsiteY6226"/>
                </a:cxn>
                <a:cxn ang="0">
                  <a:pos x="connsiteX6227" y="connsiteY6227"/>
                </a:cxn>
                <a:cxn ang="0">
                  <a:pos x="connsiteX6228" y="connsiteY6228"/>
                </a:cxn>
                <a:cxn ang="0">
                  <a:pos x="connsiteX6229" y="connsiteY6229"/>
                </a:cxn>
                <a:cxn ang="0">
                  <a:pos x="connsiteX6230" y="connsiteY6230"/>
                </a:cxn>
                <a:cxn ang="0">
                  <a:pos x="connsiteX6231" y="connsiteY6231"/>
                </a:cxn>
                <a:cxn ang="0">
                  <a:pos x="connsiteX6232" y="connsiteY6232"/>
                </a:cxn>
                <a:cxn ang="0">
                  <a:pos x="connsiteX6233" y="connsiteY6233"/>
                </a:cxn>
                <a:cxn ang="0">
                  <a:pos x="connsiteX6234" y="connsiteY6234"/>
                </a:cxn>
                <a:cxn ang="0">
                  <a:pos x="connsiteX6235" y="connsiteY6235"/>
                </a:cxn>
                <a:cxn ang="0">
                  <a:pos x="connsiteX6236" y="connsiteY6236"/>
                </a:cxn>
                <a:cxn ang="0">
                  <a:pos x="connsiteX6237" y="connsiteY6237"/>
                </a:cxn>
                <a:cxn ang="0">
                  <a:pos x="connsiteX6238" y="connsiteY6238"/>
                </a:cxn>
                <a:cxn ang="0">
                  <a:pos x="connsiteX6239" y="connsiteY6239"/>
                </a:cxn>
                <a:cxn ang="0">
                  <a:pos x="connsiteX6240" y="connsiteY6240"/>
                </a:cxn>
                <a:cxn ang="0">
                  <a:pos x="connsiteX6241" y="connsiteY6241"/>
                </a:cxn>
                <a:cxn ang="0">
                  <a:pos x="connsiteX6242" y="connsiteY6242"/>
                </a:cxn>
                <a:cxn ang="0">
                  <a:pos x="connsiteX6243" y="connsiteY6243"/>
                </a:cxn>
                <a:cxn ang="0">
                  <a:pos x="connsiteX6244" y="connsiteY6244"/>
                </a:cxn>
                <a:cxn ang="0">
                  <a:pos x="connsiteX6245" y="connsiteY6245"/>
                </a:cxn>
                <a:cxn ang="0">
                  <a:pos x="connsiteX6246" y="connsiteY6246"/>
                </a:cxn>
                <a:cxn ang="0">
                  <a:pos x="connsiteX6247" y="connsiteY6247"/>
                </a:cxn>
                <a:cxn ang="0">
                  <a:pos x="connsiteX6248" y="connsiteY6248"/>
                </a:cxn>
                <a:cxn ang="0">
                  <a:pos x="connsiteX6249" y="connsiteY6249"/>
                </a:cxn>
                <a:cxn ang="0">
                  <a:pos x="connsiteX6250" y="connsiteY6250"/>
                </a:cxn>
                <a:cxn ang="0">
                  <a:pos x="connsiteX6251" y="connsiteY6251"/>
                </a:cxn>
                <a:cxn ang="0">
                  <a:pos x="connsiteX6252" y="connsiteY6252"/>
                </a:cxn>
                <a:cxn ang="0">
                  <a:pos x="connsiteX6253" y="connsiteY6253"/>
                </a:cxn>
                <a:cxn ang="0">
                  <a:pos x="connsiteX6254" y="connsiteY6254"/>
                </a:cxn>
                <a:cxn ang="0">
                  <a:pos x="connsiteX6255" y="connsiteY6255"/>
                </a:cxn>
                <a:cxn ang="0">
                  <a:pos x="connsiteX6256" y="connsiteY6256"/>
                </a:cxn>
                <a:cxn ang="0">
                  <a:pos x="connsiteX6257" y="connsiteY6257"/>
                </a:cxn>
                <a:cxn ang="0">
                  <a:pos x="connsiteX6258" y="connsiteY6258"/>
                </a:cxn>
                <a:cxn ang="0">
                  <a:pos x="connsiteX6259" y="connsiteY6259"/>
                </a:cxn>
                <a:cxn ang="0">
                  <a:pos x="connsiteX6260" y="connsiteY6260"/>
                </a:cxn>
                <a:cxn ang="0">
                  <a:pos x="connsiteX6261" y="connsiteY6261"/>
                </a:cxn>
                <a:cxn ang="0">
                  <a:pos x="connsiteX6262" y="connsiteY6262"/>
                </a:cxn>
                <a:cxn ang="0">
                  <a:pos x="connsiteX6263" y="connsiteY6263"/>
                </a:cxn>
                <a:cxn ang="0">
                  <a:pos x="connsiteX6264" y="connsiteY6264"/>
                </a:cxn>
                <a:cxn ang="0">
                  <a:pos x="connsiteX6265" y="connsiteY6265"/>
                </a:cxn>
                <a:cxn ang="0">
                  <a:pos x="connsiteX6266" y="connsiteY6266"/>
                </a:cxn>
                <a:cxn ang="0">
                  <a:pos x="connsiteX6267" y="connsiteY6267"/>
                </a:cxn>
                <a:cxn ang="0">
                  <a:pos x="connsiteX6268" y="connsiteY6268"/>
                </a:cxn>
                <a:cxn ang="0">
                  <a:pos x="connsiteX6269" y="connsiteY6269"/>
                </a:cxn>
                <a:cxn ang="0">
                  <a:pos x="connsiteX6270" y="connsiteY6270"/>
                </a:cxn>
                <a:cxn ang="0">
                  <a:pos x="connsiteX6271" y="connsiteY6271"/>
                </a:cxn>
                <a:cxn ang="0">
                  <a:pos x="connsiteX6272" y="connsiteY6272"/>
                </a:cxn>
                <a:cxn ang="0">
                  <a:pos x="connsiteX6273" y="connsiteY6273"/>
                </a:cxn>
                <a:cxn ang="0">
                  <a:pos x="connsiteX6274" y="connsiteY6274"/>
                </a:cxn>
                <a:cxn ang="0">
                  <a:pos x="connsiteX6275" y="connsiteY6275"/>
                </a:cxn>
                <a:cxn ang="0">
                  <a:pos x="connsiteX6276" y="connsiteY6276"/>
                </a:cxn>
                <a:cxn ang="0">
                  <a:pos x="connsiteX6277" y="connsiteY6277"/>
                </a:cxn>
                <a:cxn ang="0">
                  <a:pos x="connsiteX6278" y="connsiteY6278"/>
                </a:cxn>
                <a:cxn ang="0">
                  <a:pos x="connsiteX6279" y="connsiteY6279"/>
                </a:cxn>
                <a:cxn ang="0">
                  <a:pos x="connsiteX6280" y="connsiteY6280"/>
                </a:cxn>
                <a:cxn ang="0">
                  <a:pos x="connsiteX6281" y="connsiteY6281"/>
                </a:cxn>
                <a:cxn ang="0">
                  <a:pos x="connsiteX6282" y="connsiteY6282"/>
                </a:cxn>
                <a:cxn ang="0">
                  <a:pos x="connsiteX6283" y="connsiteY6283"/>
                </a:cxn>
                <a:cxn ang="0">
                  <a:pos x="connsiteX6284" y="connsiteY6284"/>
                </a:cxn>
                <a:cxn ang="0">
                  <a:pos x="connsiteX6285" y="connsiteY6285"/>
                </a:cxn>
                <a:cxn ang="0">
                  <a:pos x="connsiteX6286" y="connsiteY6286"/>
                </a:cxn>
                <a:cxn ang="0">
                  <a:pos x="connsiteX6287" y="connsiteY6287"/>
                </a:cxn>
                <a:cxn ang="0">
                  <a:pos x="connsiteX6288" y="connsiteY6288"/>
                </a:cxn>
                <a:cxn ang="0">
                  <a:pos x="connsiteX6289" y="connsiteY6289"/>
                </a:cxn>
                <a:cxn ang="0">
                  <a:pos x="connsiteX6290" y="connsiteY6290"/>
                </a:cxn>
                <a:cxn ang="0">
                  <a:pos x="connsiteX6291" y="connsiteY6291"/>
                </a:cxn>
                <a:cxn ang="0">
                  <a:pos x="connsiteX6292" y="connsiteY6292"/>
                </a:cxn>
                <a:cxn ang="0">
                  <a:pos x="connsiteX6293" y="connsiteY6293"/>
                </a:cxn>
                <a:cxn ang="0">
                  <a:pos x="connsiteX6294" y="connsiteY6294"/>
                </a:cxn>
                <a:cxn ang="0">
                  <a:pos x="connsiteX6295" y="connsiteY6295"/>
                </a:cxn>
                <a:cxn ang="0">
                  <a:pos x="connsiteX6296" y="connsiteY6296"/>
                </a:cxn>
                <a:cxn ang="0">
                  <a:pos x="connsiteX6297" y="connsiteY6297"/>
                </a:cxn>
                <a:cxn ang="0">
                  <a:pos x="connsiteX6298" y="connsiteY6298"/>
                </a:cxn>
                <a:cxn ang="0">
                  <a:pos x="connsiteX6299" y="connsiteY6299"/>
                </a:cxn>
                <a:cxn ang="0">
                  <a:pos x="connsiteX6300" y="connsiteY6300"/>
                </a:cxn>
                <a:cxn ang="0">
                  <a:pos x="connsiteX6301" y="connsiteY6301"/>
                </a:cxn>
                <a:cxn ang="0">
                  <a:pos x="connsiteX6302" y="connsiteY6302"/>
                </a:cxn>
                <a:cxn ang="0">
                  <a:pos x="connsiteX6303" y="connsiteY6303"/>
                </a:cxn>
                <a:cxn ang="0">
                  <a:pos x="connsiteX6304" y="connsiteY6304"/>
                </a:cxn>
                <a:cxn ang="0">
                  <a:pos x="connsiteX6305" y="connsiteY6305"/>
                </a:cxn>
                <a:cxn ang="0">
                  <a:pos x="connsiteX6306" y="connsiteY6306"/>
                </a:cxn>
                <a:cxn ang="0">
                  <a:pos x="connsiteX6307" y="connsiteY6307"/>
                </a:cxn>
                <a:cxn ang="0">
                  <a:pos x="connsiteX6308" y="connsiteY6308"/>
                </a:cxn>
                <a:cxn ang="0">
                  <a:pos x="connsiteX6309" y="connsiteY6309"/>
                </a:cxn>
                <a:cxn ang="0">
                  <a:pos x="connsiteX6310" y="connsiteY6310"/>
                </a:cxn>
                <a:cxn ang="0">
                  <a:pos x="connsiteX6311" y="connsiteY6311"/>
                </a:cxn>
                <a:cxn ang="0">
                  <a:pos x="connsiteX6312" y="connsiteY6312"/>
                </a:cxn>
                <a:cxn ang="0">
                  <a:pos x="connsiteX6313" y="connsiteY6313"/>
                </a:cxn>
                <a:cxn ang="0">
                  <a:pos x="connsiteX6314" y="connsiteY6314"/>
                </a:cxn>
                <a:cxn ang="0">
                  <a:pos x="connsiteX6315" y="connsiteY6315"/>
                </a:cxn>
                <a:cxn ang="0">
                  <a:pos x="connsiteX6316" y="connsiteY6316"/>
                </a:cxn>
                <a:cxn ang="0">
                  <a:pos x="connsiteX6317" y="connsiteY6317"/>
                </a:cxn>
                <a:cxn ang="0">
                  <a:pos x="connsiteX6318" y="connsiteY6318"/>
                </a:cxn>
                <a:cxn ang="0">
                  <a:pos x="connsiteX6319" y="connsiteY6319"/>
                </a:cxn>
                <a:cxn ang="0">
                  <a:pos x="connsiteX6320" y="connsiteY6320"/>
                </a:cxn>
                <a:cxn ang="0">
                  <a:pos x="connsiteX6321" y="connsiteY6321"/>
                </a:cxn>
                <a:cxn ang="0">
                  <a:pos x="connsiteX6322" y="connsiteY6322"/>
                </a:cxn>
                <a:cxn ang="0">
                  <a:pos x="connsiteX6323" y="connsiteY6323"/>
                </a:cxn>
                <a:cxn ang="0">
                  <a:pos x="connsiteX6324" y="connsiteY6324"/>
                </a:cxn>
                <a:cxn ang="0">
                  <a:pos x="connsiteX6325" y="connsiteY6325"/>
                </a:cxn>
                <a:cxn ang="0">
                  <a:pos x="connsiteX6326" y="connsiteY6326"/>
                </a:cxn>
                <a:cxn ang="0">
                  <a:pos x="connsiteX6327" y="connsiteY6327"/>
                </a:cxn>
                <a:cxn ang="0">
                  <a:pos x="connsiteX6328" y="connsiteY6328"/>
                </a:cxn>
                <a:cxn ang="0">
                  <a:pos x="connsiteX6329" y="connsiteY6329"/>
                </a:cxn>
                <a:cxn ang="0">
                  <a:pos x="connsiteX6330" y="connsiteY6330"/>
                </a:cxn>
                <a:cxn ang="0">
                  <a:pos x="connsiteX6331" y="connsiteY6331"/>
                </a:cxn>
                <a:cxn ang="0">
                  <a:pos x="connsiteX6332" y="connsiteY6332"/>
                </a:cxn>
                <a:cxn ang="0">
                  <a:pos x="connsiteX6333" y="connsiteY6333"/>
                </a:cxn>
                <a:cxn ang="0">
                  <a:pos x="connsiteX6334" y="connsiteY6334"/>
                </a:cxn>
                <a:cxn ang="0">
                  <a:pos x="connsiteX6335" y="connsiteY6335"/>
                </a:cxn>
                <a:cxn ang="0">
                  <a:pos x="connsiteX6336" y="connsiteY6336"/>
                </a:cxn>
                <a:cxn ang="0">
                  <a:pos x="connsiteX6337" y="connsiteY6337"/>
                </a:cxn>
                <a:cxn ang="0">
                  <a:pos x="connsiteX6338" y="connsiteY6338"/>
                </a:cxn>
                <a:cxn ang="0">
                  <a:pos x="connsiteX6339" y="connsiteY6339"/>
                </a:cxn>
                <a:cxn ang="0">
                  <a:pos x="connsiteX6340" y="connsiteY6340"/>
                </a:cxn>
                <a:cxn ang="0">
                  <a:pos x="connsiteX6341" y="connsiteY6341"/>
                </a:cxn>
                <a:cxn ang="0">
                  <a:pos x="connsiteX6342" y="connsiteY6342"/>
                </a:cxn>
                <a:cxn ang="0">
                  <a:pos x="connsiteX6343" y="connsiteY6343"/>
                </a:cxn>
                <a:cxn ang="0">
                  <a:pos x="connsiteX6344" y="connsiteY6344"/>
                </a:cxn>
                <a:cxn ang="0">
                  <a:pos x="connsiteX6345" y="connsiteY6345"/>
                </a:cxn>
                <a:cxn ang="0">
                  <a:pos x="connsiteX6346" y="connsiteY6346"/>
                </a:cxn>
                <a:cxn ang="0">
                  <a:pos x="connsiteX6347" y="connsiteY6347"/>
                </a:cxn>
                <a:cxn ang="0">
                  <a:pos x="connsiteX6348" y="connsiteY6348"/>
                </a:cxn>
                <a:cxn ang="0">
                  <a:pos x="connsiteX6349" y="connsiteY6349"/>
                </a:cxn>
                <a:cxn ang="0">
                  <a:pos x="connsiteX6350" y="connsiteY6350"/>
                </a:cxn>
                <a:cxn ang="0">
                  <a:pos x="connsiteX6351" y="connsiteY6351"/>
                </a:cxn>
                <a:cxn ang="0">
                  <a:pos x="connsiteX6352" y="connsiteY6352"/>
                </a:cxn>
                <a:cxn ang="0">
                  <a:pos x="connsiteX6353" y="connsiteY6353"/>
                </a:cxn>
                <a:cxn ang="0">
                  <a:pos x="connsiteX6354" y="connsiteY6354"/>
                </a:cxn>
                <a:cxn ang="0">
                  <a:pos x="connsiteX6355" y="connsiteY6355"/>
                </a:cxn>
                <a:cxn ang="0">
                  <a:pos x="connsiteX6356" y="connsiteY6356"/>
                </a:cxn>
                <a:cxn ang="0">
                  <a:pos x="connsiteX6357" y="connsiteY6357"/>
                </a:cxn>
                <a:cxn ang="0">
                  <a:pos x="connsiteX6358" y="connsiteY6358"/>
                </a:cxn>
                <a:cxn ang="0">
                  <a:pos x="connsiteX6359" y="connsiteY6359"/>
                </a:cxn>
                <a:cxn ang="0">
                  <a:pos x="connsiteX6360" y="connsiteY6360"/>
                </a:cxn>
                <a:cxn ang="0">
                  <a:pos x="connsiteX6361" y="connsiteY6361"/>
                </a:cxn>
                <a:cxn ang="0">
                  <a:pos x="connsiteX6362" y="connsiteY6362"/>
                </a:cxn>
                <a:cxn ang="0">
                  <a:pos x="connsiteX6363" y="connsiteY6363"/>
                </a:cxn>
                <a:cxn ang="0">
                  <a:pos x="connsiteX6364" y="connsiteY6364"/>
                </a:cxn>
                <a:cxn ang="0">
                  <a:pos x="connsiteX6365" y="connsiteY6365"/>
                </a:cxn>
                <a:cxn ang="0">
                  <a:pos x="connsiteX6366" y="connsiteY6366"/>
                </a:cxn>
                <a:cxn ang="0">
                  <a:pos x="connsiteX6367" y="connsiteY6367"/>
                </a:cxn>
                <a:cxn ang="0">
                  <a:pos x="connsiteX6368" y="connsiteY6368"/>
                </a:cxn>
                <a:cxn ang="0">
                  <a:pos x="connsiteX6369" y="connsiteY6369"/>
                </a:cxn>
                <a:cxn ang="0">
                  <a:pos x="connsiteX6370" y="connsiteY6370"/>
                </a:cxn>
                <a:cxn ang="0">
                  <a:pos x="connsiteX6371" y="connsiteY6371"/>
                </a:cxn>
                <a:cxn ang="0">
                  <a:pos x="connsiteX6372" y="connsiteY6372"/>
                </a:cxn>
                <a:cxn ang="0">
                  <a:pos x="connsiteX6373" y="connsiteY6373"/>
                </a:cxn>
                <a:cxn ang="0">
                  <a:pos x="connsiteX6374" y="connsiteY6374"/>
                </a:cxn>
                <a:cxn ang="0">
                  <a:pos x="connsiteX6375" y="connsiteY6375"/>
                </a:cxn>
                <a:cxn ang="0">
                  <a:pos x="connsiteX6376" y="connsiteY6376"/>
                </a:cxn>
                <a:cxn ang="0">
                  <a:pos x="connsiteX6377" y="connsiteY6377"/>
                </a:cxn>
                <a:cxn ang="0">
                  <a:pos x="connsiteX6378" y="connsiteY6378"/>
                </a:cxn>
                <a:cxn ang="0">
                  <a:pos x="connsiteX6379" y="connsiteY6379"/>
                </a:cxn>
                <a:cxn ang="0">
                  <a:pos x="connsiteX6380" y="connsiteY6380"/>
                </a:cxn>
                <a:cxn ang="0">
                  <a:pos x="connsiteX6381" y="connsiteY6381"/>
                </a:cxn>
                <a:cxn ang="0">
                  <a:pos x="connsiteX6382" y="connsiteY6382"/>
                </a:cxn>
                <a:cxn ang="0">
                  <a:pos x="connsiteX6383" y="connsiteY6383"/>
                </a:cxn>
                <a:cxn ang="0">
                  <a:pos x="connsiteX6384" y="connsiteY6384"/>
                </a:cxn>
                <a:cxn ang="0">
                  <a:pos x="connsiteX6385" y="connsiteY6385"/>
                </a:cxn>
                <a:cxn ang="0">
                  <a:pos x="connsiteX6386" y="connsiteY6386"/>
                </a:cxn>
                <a:cxn ang="0">
                  <a:pos x="connsiteX6387" y="connsiteY6387"/>
                </a:cxn>
                <a:cxn ang="0">
                  <a:pos x="connsiteX6388" y="connsiteY6388"/>
                </a:cxn>
                <a:cxn ang="0">
                  <a:pos x="connsiteX6389" y="connsiteY6389"/>
                </a:cxn>
                <a:cxn ang="0">
                  <a:pos x="connsiteX6390" y="connsiteY6390"/>
                </a:cxn>
                <a:cxn ang="0">
                  <a:pos x="connsiteX6391" y="connsiteY6391"/>
                </a:cxn>
                <a:cxn ang="0">
                  <a:pos x="connsiteX6392" y="connsiteY6392"/>
                </a:cxn>
                <a:cxn ang="0">
                  <a:pos x="connsiteX6393" y="connsiteY6393"/>
                </a:cxn>
                <a:cxn ang="0">
                  <a:pos x="connsiteX6394" y="connsiteY6394"/>
                </a:cxn>
                <a:cxn ang="0">
                  <a:pos x="connsiteX6395" y="connsiteY6395"/>
                </a:cxn>
                <a:cxn ang="0">
                  <a:pos x="connsiteX6396" y="connsiteY6396"/>
                </a:cxn>
                <a:cxn ang="0">
                  <a:pos x="connsiteX6397" y="connsiteY6397"/>
                </a:cxn>
                <a:cxn ang="0">
                  <a:pos x="connsiteX6398" y="connsiteY6398"/>
                </a:cxn>
                <a:cxn ang="0">
                  <a:pos x="connsiteX6399" y="connsiteY6399"/>
                </a:cxn>
                <a:cxn ang="0">
                  <a:pos x="connsiteX6400" y="connsiteY6400"/>
                </a:cxn>
                <a:cxn ang="0">
                  <a:pos x="connsiteX6401" y="connsiteY6401"/>
                </a:cxn>
                <a:cxn ang="0">
                  <a:pos x="connsiteX6402" y="connsiteY6402"/>
                </a:cxn>
                <a:cxn ang="0">
                  <a:pos x="connsiteX6403" y="connsiteY6403"/>
                </a:cxn>
                <a:cxn ang="0">
                  <a:pos x="connsiteX6404" y="connsiteY6404"/>
                </a:cxn>
                <a:cxn ang="0">
                  <a:pos x="connsiteX6405" y="connsiteY6405"/>
                </a:cxn>
                <a:cxn ang="0">
                  <a:pos x="connsiteX6406" y="connsiteY6406"/>
                </a:cxn>
                <a:cxn ang="0">
                  <a:pos x="connsiteX6407" y="connsiteY6407"/>
                </a:cxn>
                <a:cxn ang="0">
                  <a:pos x="connsiteX6408" y="connsiteY6408"/>
                </a:cxn>
                <a:cxn ang="0">
                  <a:pos x="connsiteX6409" y="connsiteY6409"/>
                </a:cxn>
                <a:cxn ang="0">
                  <a:pos x="connsiteX6410" y="connsiteY6410"/>
                </a:cxn>
                <a:cxn ang="0">
                  <a:pos x="connsiteX6411" y="connsiteY6411"/>
                </a:cxn>
                <a:cxn ang="0">
                  <a:pos x="connsiteX6412" y="connsiteY6412"/>
                </a:cxn>
                <a:cxn ang="0">
                  <a:pos x="connsiteX6413" y="connsiteY6413"/>
                </a:cxn>
                <a:cxn ang="0">
                  <a:pos x="connsiteX6414" y="connsiteY6414"/>
                </a:cxn>
                <a:cxn ang="0">
                  <a:pos x="connsiteX6415" y="connsiteY6415"/>
                </a:cxn>
                <a:cxn ang="0">
                  <a:pos x="connsiteX6416" y="connsiteY6416"/>
                </a:cxn>
                <a:cxn ang="0">
                  <a:pos x="connsiteX6417" y="connsiteY6417"/>
                </a:cxn>
                <a:cxn ang="0">
                  <a:pos x="connsiteX6418" y="connsiteY6418"/>
                </a:cxn>
                <a:cxn ang="0">
                  <a:pos x="connsiteX6419" y="connsiteY6419"/>
                </a:cxn>
                <a:cxn ang="0">
                  <a:pos x="connsiteX6420" y="connsiteY6420"/>
                </a:cxn>
                <a:cxn ang="0">
                  <a:pos x="connsiteX6421" y="connsiteY6421"/>
                </a:cxn>
                <a:cxn ang="0">
                  <a:pos x="connsiteX6422" y="connsiteY6422"/>
                </a:cxn>
                <a:cxn ang="0">
                  <a:pos x="connsiteX6423" y="connsiteY6423"/>
                </a:cxn>
                <a:cxn ang="0">
                  <a:pos x="connsiteX6424" y="connsiteY6424"/>
                </a:cxn>
                <a:cxn ang="0">
                  <a:pos x="connsiteX6425" y="connsiteY6425"/>
                </a:cxn>
                <a:cxn ang="0">
                  <a:pos x="connsiteX6426" y="connsiteY6426"/>
                </a:cxn>
                <a:cxn ang="0">
                  <a:pos x="connsiteX6427" y="connsiteY6427"/>
                </a:cxn>
                <a:cxn ang="0">
                  <a:pos x="connsiteX6428" y="connsiteY6428"/>
                </a:cxn>
                <a:cxn ang="0">
                  <a:pos x="connsiteX6429" y="connsiteY6429"/>
                </a:cxn>
                <a:cxn ang="0">
                  <a:pos x="connsiteX6430" y="connsiteY6430"/>
                </a:cxn>
                <a:cxn ang="0">
                  <a:pos x="connsiteX6431" y="connsiteY6431"/>
                </a:cxn>
                <a:cxn ang="0">
                  <a:pos x="connsiteX6432" y="connsiteY6432"/>
                </a:cxn>
                <a:cxn ang="0">
                  <a:pos x="connsiteX6433" y="connsiteY6433"/>
                </a:cxn>
                <a:cxn ang="0">
                  <a:pos x="connsiteX6434" y="connsiteY6434"/>
                </a:cxn>
                <a:cxn ang="0">
                  <a:pos x="connsiteX6435" y="connsiteY6435"/>
                </a:cxn>
                <a:cxn ang="0">
                  <a:pos x="connsiteX6436" y="connsiteY6436"/>
                </a:cxn>
                <a:cxn ang="0">
                  <a:pos x="connsiteX6437" y="connsiteY6437"/>
                </a:cxn>
                <a:cxn ang="0">
                  <a:pos x="connsiteX6438" y="connsiteY6438"/>
                </a:cxn>
                <a:cxn ang="0">
                  <a:pos x="connsiteX6439" y="connsiteY6439"/>
                </a:cxn>
                <a:cxn ang="0">
                  <a:pos x="connsiteX6440" y="connsiteY6440"/>
                </a:cxn>
                <a:cxn ang="0">
                  <a:pos x="connsiteX6441" y="connsiteY6441"/>
                </a:cxn>
                <a:cxn ang="0">
                  <a:pos x="connsiteX6442" y="connsiteY6442"/>
                </a:cxn>
                <a:cxn ang="0">
                  <a:pos x="connsiteX6443" y="connsiteY6443"/>
                </a:cxn>
                <a:cxn ang="0">
                  <a:pos x="connsiteX6444" y="connsiteY6444"/>
                </a:cxn>
                <a:cxn ang="0">
                  <a:pos x="connsiteX6445" y="connsiteY6445"/>
                </a:cxn>
                <a:cxn ang="0">
                  <a:pos x="connsiteX6446" y="connsiteY6446"/>
                </a:cxn>
                <a:cxn ang="0">
                  <a:pos x="connsiteX6447" y="connsiteY6447"/>
                </a:cxn>
                <a:cxn ang="0">
                  <a:pos x="connsiteX6448" y="connsiteY6448"/>
                </a:cxn>
                <a:cxn ang="0">
                  <a:pos x="connsiteX6449" y="connsiteY6449"/>
                </a:cxn>
                <a:cxn ang="0">
                  <a:pos x="connsiteX6450" y="connsiteY6450"/>
                </a:cxn>
                <a:cxn ang="0">
                  <a:pos x="connsiteX6451" y="connsiteY6451"/>
                </a:cxn>
                <a:cxn ang="0">
                  <a:pos x="connsiteX6452" y="connsiteY6452"/>
                </a:cxn>
                <a:cxn ang="0">
                  <a:pos x="connsiteX6453" y="connsiteY6453"/>
                </a:cxn>
                <a:cxn ang="0">
                  <a:pos x="connsiteX6454" y="connsiteY6454"/>
                </a:cxn>
                <a:cxn ang="0">
                  <a:pos x="connsiteX6455" y="connsiteY6455"/>
                </a:cxn>
                <a:cxn ang="0">
                  <a:pos x="connsiteX6456" y="connsiteY6456"/>
                </a:cxn>
                <a:cxn ang="0">
                  <a:pos x="connsiteX6457" y="connsiteY6457"/>
                </a:cxn>
                <a:cxn ang="0">
                  <a:pos x="connsiteX6458" y="connsiteY6458"/>
                </a:cxn>
                <a:cxn ang="0">
                  <a:pos x="connsiteX6459" y="connsiteY6459"/>
                </a:cxn>
                <a:cxn ang="0">
                  <a:pos x="connsiteX6460" y="connsiteY6460"/>
                </a:cxn>
                <a:cxn ang="0">
                  <a:pos x="connsiteX6461" y="connsiteY6461"/>
                </a:cxn>
                <a:cxn ang="0">
                  <a:pos x="connsiteX6462" y="connsiteY6462"/>
                </a:cxn>
                <a:cxn ang="0">
                  <a:pos x="connsiteX6463" y="connsiteY6463"/>
                </a:cxn>
                <a:cxn ang="0">
                  <a:pos x="connsiteX6464" y="connsiteY6464"/>
                </a:cxn>
                <a:cxn ang="0">
                  <a:pos x="connsiteX6465" y="connsiteY6465"/>
                </a:cxn>
                <a:cxn ang="0">
                  <a:pos x="connsiteX6466" y="connsiteY6466"/>
                </a:cxn>
                <a:cxn ang="0">
                  <a:pos x="connsiteX6467" y="connsiteY6467"/>
                </a:cxn>
                <a:cxn ang="0">
                  <a:pos x="connsiteX6468" y="connsiteY6468"/>
                </a:cxn>
                <a:cxn ang="0">
                  <a:pos x="connsiteX6469" y="connsiteY6469"/>
                </a:cxn>
                <a:cxn ang="0">
                  <a:pos x="connsiteX6470" y="connsiteY6470"/>
                </a:cxn>
                <a:cxn ang="0">
                  <a:pos x="connsiteX6471" y="connsiteY6471"/>
                </a:cxn>
                <a:cxn ang="0">
                  <a:pos x="connsiteX6472" y="connsiteY6472"/>
                </a:cxn>
                <a:cxn ang="0">
                  <a:pos x="connsiteX6473" y="connsiteY6473"/>
                </a:cxn>
                <a:cxn ang="0">
                  <a:pos x="connsiteX6474" y="connsiteY6474"/>
                </a:cxn>
                <a:cxn ang="0">
                  <a:pos x="connsiteX6475" y="connsiteY6475"/>
                </a:cxn>
                <a:cxn ang="0">
                  <a:pos x="connsiteX6476" y="connsiteY6476"/>
                </a:cxn>
                <a:cxn ang="0">
                  <a:pos x="connsiteX6477" y="connsiteY6477"/>
                </a:cxn>
                <a:cxn ang="0">
                  <a:pos x="connsiteX6478" y="connsiteY6478"/>
                </a:cxn>
                <a:cxn ang="0">
                  <a:pos x="connsiteX6479" y="connsiteY6479"/>
                </a:cxn>
                <a:cxn ang="0">
                  <a:pos x="connsiteX6480" y="connsiteY6480"/>
                </a:cxn>
                <a:cxn ang="0">
                  <a:pos x="connsiteX6481" y="connsiteY6481"/>
                </a:cxn>
                <a:cxn ang="0">
                  <a:pos x="connsiteX6482" y="connsiteY6482"/>
                </a:cxn>
                <a:cxn ang="0">
                  <a:pos x="connsiteX6483" y="connsiteY6483"/>
                </a:cxn>
                <a:cxn ang="0">
                  <a:pos x="connsiteX6484" y="connsiteY6484"/>
                </a:cxn>
                <a:cxn ang="0">
                  <a:pos x="connsiteX6485" y="connsiteY6485"/>
                </a:cxn>
                <a:cxn ang="0">
                  <a:pos x="connsiteX6486" y="connsiteY6486"/>
                </a:cxn>
                <a:cxn ang="0">
                  <a:pos x="connsiteX6487" y="connsiteY6487"/>
                </a:cxn>
                <a:cxn ang="0">
                  <a:pos x="connsiteX6488" y="connsiteY6488"/>
                </a:cxn>
                <a:cxn ang="0">
                  <a:pos x="connsiteX6489" y="connsiteY6489"/>
                </a:cxn>
                <a:cxn ang="0">
                  <a:pos x="connsiteX6490" y="connsiteY6490"/>
                </a:cxn>
                <a:cxn ang="0">
                  <a:pos x="connsiteX6491" y="connsiteY6491"/>
                </a:cxn>
                <a:cxn ang="0">
                  <a:pos x="connsiteX6492" y="connsiteY6492"/>
                </a:cxn>
                <a:cxn ang="0">
                  <a:pos x="connsiteX6493" y="connsiteY6493"/>
                </a:cxn>
                <a:cxn ang="0">
                  <a:pos x="connsiteX6494" y="connsiteY6494"/>
                </a:cxn>
                <a:cxn ang="0">
                  <a:pos x="connsiteX6495" y="connsiteY6495"/>
                </a:cxn>
                <a:cxn ang="0">
                  <a:pos x="connsiteX6496" y="connsiteY6496"/>
                </a:cxn>
                <a:cxn ang="0">
                  <a:pos x="connsiteX6497" y="connsiteY6497"/>
                </a:cxn>
                <a:cxn ang="0">
                  <a:pos x="connsiteX6498" y="connsiteY6498"/>
                </a:cxn>
                <a:cxn ang="0">
                  <a:pos x="connsiteX6499" y="connsiteY6499"/>
                </a:cxn>
                <a:cxn ang="0">
                  <a:pos x="connsiteX6500" y="connsiteY6500"/>
                </a:cxn>
                <a:cxn ang="0">
                  <a:pos x="connsiteX6501" y="connsiteY6501"/>
                </a:cxn>
                <a:cxn ang="0">
                  <a:pos x="connsiteX6502" y="connsiteY6502"/>
                </a:cxn>
                <a:cxn ang="0">
                  <a:pos x="connsiteX6503" y="connsiteY6503"/>
                </a:cxn>
                <a:cxn ang="0">
                  <a:pos x="connsiteX6504" y="connsiteY6504"/>
                </a:cxn>
                <a:cxn ang="0">
                  <a:pos x="connsiteX6505" y="connsiteY6505"/>
                </a:cxn>
                <a:cxn ang="0">
                  <a:pos x="connsiteX6506" y="connsiteY6506"/>
                </a:cxn>
                <a:cxn ang="0">
                  <a:pos x="connsiteX6507" y="connsiteY6507"/>
                </a:cxn>
                <a:cxn ang="0">
                  <a:pos x="connsiteX6508" y="connsiteY6508"/>
                </a:cxn>
                <a:cxn ang="0">
                  <a:pos x="connsiteX6509" y="connsiteY6509"/>
                </a:cxn>
                <a:cxn ang="0">
                  <a:pos x="connsiteX6510" y="connsiteY6510"/>
                </a:cxn>
                <a:cxn ang="0">
                  <a:pos x="connsiteX6511" y="connsiteY6511"/>
                </a:cxn>
                <a:cxn ang="0">
                  <a:pos x="connsiteX6512" y="connsiteY6512"/>
                </a:cxn>
                <a:cxn ang="0">
                  <a:pos x="connsiteX6513" y="connsiteY6513"/>
                </a:cxn>
                <a:cxn ang="0">
                  <a:pos x="connsiteX6514" y="connsiteY6514"/>
                </a:cxn>
                <a:cxn ang="0">
                  <a:pos x="connsiteX6515" y="connsiteY6515"/>
                </a:cxn>
                <a:cxn ang="0">
                  <a:pos x="connsiteX6516" y="connsiteY6516"/>
                </a:cxn>
                <a:cxn ang="0">
                  <a:pos x="connsiteX6517" y="connsiteY6517"/>
                </a:cxn>
                <a:cxn ang="0">
                  <a:pos x="connsiteX6518" y="connsiteY6518"/>
                </a:cxn>
                <a:cxn ang="0">
                  <a:pos x="connsiteX6519" y="connsiteY6519"/>
                </a:cxn>
                <a:cxn ang="0">
                  <a:pos x="connsiteX6520" y="connsiteY6520"/>
                </a:cxn>
                <a:cxn ang="0">
                  <a:pos x="connsiteX6521" y="connsiteY6521"/>
                </a:cxn>
                <a:cxn ang="0">
                  <a:pos x="connsiteX6522" y="connsiteY6522"/>
                </a:cxn>
                <a:cxn ang="0">
                  <a:pos x="connsiteX6523" y="connsiteY6523"/>
                </a:cxn>
                <a:cxn ang="0">
                  <a:pos x="connsiteX6524" y="connsiteY6524"/>
                </a:cxn>
                <a:cxn ang="0">
                  <a:pos x="connsiteX6525" y="connsiteY6525"/>
                </a:cxn>
                <a:cxn ang="0">
                  <a:pos x="connsiteX6526" y="connsiteY6526"/>
                </a:cxn>
                <a:cxn ang="0">
                  <a:pos x="connsiteX6527" y="connsiteY6527"/>
                </a:cxn>
                <a:cxn ang="0">
                  <a:pos x="connsiteX6528" y="connsiteY6528"/>
                </a:cxn>
                <a:cxn ang="0">
                  <a:pos x="connsiteX6529" y="connsiteY6529"/>
                </a:cxn>
                <a:cxn ang="0">
                  <a:pos x="connsiteX6530" y="connsiteY6530"/>
                </a:cxn>
                <a:cxn ang="0">
                  <a:pos x="connsiteX6531" y="connsiteY6531"/>
                </a:cxn>
                <a:cxn ang="0">
                  <a:pos x="connsiteX6532" y="connsiteY6532"/>
                </a:cxn>
                <a:cxn ang="0">
                  <a:pos x="connsiteX6533" y="connsiteY6533"/>
                </a:cxn>
                <a:cxn ang="0">
                  <a:pos x="connsiteX6534" y="connsiteY6534"/>
                </a:cxn>
                <a:cxn ang="0">
                  <a:pos x="connsiteX6535" y="connsiteY6535"/>
                </a:cxn>
                <a:cxn ang="0">
                  <a:pos x="connsiteX6536" y="connsiteY6536"/>
                </a:cxn>
                <a:cxn ang="0">
                  <a:pos x="connsiteX6537" y="connsiteY6537"/>
                </a:cxn>
                <a:cxn ang="0">
                  <a:pos x="connsiteX6538" y="connsiteY6538"/>
                </a:cxn>
                <a:cxn ang="0">
                  <a:pos x="connsiteX6539" y="connsiteY6539"/>
                </a:cxn>
                <a:cxn ang="0">
                  <a:pos x="connsiteX6540" y="connsiteY6540"/>
                </a:cxn>
                <a:cxn ang="0">
                  <a:pos x="connsiteX6541" y="connsiteY6541"/>
                </a:cxn>
                <a:cxn ang="0">
                  <a:pos x="connsiteX6542" y="connsiteY6542"/>
                </a:cxn>
                <a:cxn ang="0">
                  <a:pos x="connsiteX6543" y="connsiteY6543"/>
                </a:cxn>
                <a:cxn ang="0">
                  <a:pos x="connsiteX6544" y="connsiteY6544"/>
                </a:cxn>
                <a:cxn ang="0">
                  <a:pos x="connsiteX6545" y="connsiteY6545"/>
                </a:cxn>
                <a:cxn ang="0">
                  <a:pos x="connsiteX6546" y="connsiteY6546"/>
                </a:cxn>
                <a:cxn ang="0">
                  <a:pos x="connsiteX6547" y="connsiteY6547"/>
                </a:cxn>
                <a:cxn ang="0">
                  <a:pos x="connsiteX6548" y="connsiteY6548"/>
                </a:cxn>
                <a:cxn ang="0">
                  <a:pos x="connsiteX6549" y="connsiteY6549"/>
                </a:cxn>
                <a:cxn ang="0">
                  <a:pos x="connsiteX6550" y="connsiteY6550"/>
                </a:cxn>
                <a:cxn ang="0">
                  <a:pos x="connsiteX6551" y="connsiteY6551"/>
                </a:cxn>
                <a:cxn ang="0">
                  <a:pos x="connsiteX6552" y="connsiteY6552"/>
                </a:cxn>
                <a:cxn ang="0">
                  <a:pos x="connsiteX6553" y="connsiteY6553"/>
                </a:cxn>
                <a:cxn ang="0">
                  <a:pos x="connsiteX6554" y="connsiteY6554"/>
                </a:cxn>
                <a:cxn ang="0">
                  <a:pos x="connsiteX6555" y="connsiteY6555"/>
                </a:cxn>
                <a:cxn ang="0">
                  <a:pos x="connsiteX6556" y="connsiteY6556"/>
                </a:cxn>
                <a:cxn ang="0">
                  <a:pos x="connsiteX6557" y="connsiteY6557"/>
                </a:cxn>
                <a:cxn ang="0">
                  <a:pos x="connsiteX6558" y="connsiteY6558"/>
                </a:cxn>
                <a:cxn ang="0">
                  <a:pos x="connsiteX6559" y="connsiteY6559"/>
                </a:cxn>
                <a:cxn ang="0">
                  <a:pos x="connsiteX6560" y="connsiteY6560"/>
                </a:cxn>
                <a:cxn ang="0">
                  <a:pos x="connsiteX6561" y="connsiteY6561"/>
                </a:cxn>
                <a:cxn ang="0">
                  <a:pos x="connsiteX6562" y="connsiteY6562"/>
                </a:cxn>
                <a:cxn ang="0">
                  <a:pos x="connsiteX6563" y="connsiteY6563"/>
                </a:cxn>
                <a:cxn ang="0">
                  <a:pos x="connsiteX6564" y="connsiteY6564"/>
                </a:cxn>
                <a:cxn ang="0">
                  <a:pos x="connsiteX6565" y="connsiteY6565"/>
                </a:cxn>
                <a:cxn ang="0">
                  <a:pos x="connsiteX6566" y="connsiteY6566"/>
                </a:cxn>
                <a:cxn ang="0">
                  <a:pos x="connsiteX6567" y="connsiteY6567"/>
                </a:cxn>
                <a:cxn ang="0">
                  <a:pos x="connsiteX6568" y="connsiteY6568"/>
                </a:cxn>
                <a:cxn ang="0">
                  <a:pos x="connsiteX6569" y="connsiteY6569"/>
                </a:cxn>
                <a:cxn ang="0">
                  <a:pos x="connsiteX6570" y="connsiteY6570"/>
                </a:cxn>
                <a:cxn ang="0">
                  <a:pos x="connsiteX6571" y="connsiteY6571"/>
                </a:cxn>
                <a:cxn ang="0">
                  <a:pos x="connsiteX6572" y="connsiteY6572"/>
                </a:cxn>
                <a:cxn ang="0">
                  <a:pos x="connsiteX6573" y="connsiteY6573"/>
                </a:cxn>
                <a:cxn ang="0">
                  <a:pos x="connsiteX6574" y="connsiteY6574"/>
                </a:cxn>
                <a:cxn ang="0">
                  <a:pos x="connsiteX6575" y="connsiteY6575"/>
                </a:cxn>
                <a:cxn ang="0">
                  <a:pos x="connsiteX6576" y="connsiteY6576"/>
                </a:cxn>
                <a:cxn ang="0">
                  <a:pos x="connsiteX6577" y="connsiteY6577"/>
                </a:cxn>
                <a:cxn ang="0">
                  <a:pos x="connsiteX6578" y="connsiteY6578"/>
                </a:cxn>
                <a:cxn ang="0">
                  <a:pos x="connsiteX6579" y="connsiteY6579"/>
                </a:cxn>
                <a:cxn ang="0">
                  <a:pos x="connsiteX6580" y="connsiteY6580"/>
                </a:cxn>
                <a:cxn ang="0">
                  <a:pos x="connsiteX6581" y="connsiteY6581"/>
                </a:cxn>
                <a:cxn ang="0">
                  <a:pos x="connsiteX6582" y="connsiteY6582"/>
                </a:cxn>
                <a:cxn ang="0">
                  <a:pos x="connsiteX6583" y="connsiteY6583"/>
                </a:cxn>
                <a:cxn ang="0">
                  <a:pos x="connsiteX6584" y="connsiteY6584"/>
                </a:cxn>
                <a:cxn ang="0">
                  <a:pos x="connsiteX6585" y="connsiteY6585"/>
                </a:cxn>
                <a:cxn ang="0">
                  <a:pos x="connsiteX6586" y="connsiteY6586"/>
                </a:cxn>
                <a:cxn ang="0">
                  <a:pos x="connsiteX6587" y="connsiteY6587"/>
                </a:cxn>
                <a:cxn ang="0">
                  <a:pos x="connsiteX6588" y="connsiteY6588"/>
                </a:cxn>
                <a:cxn ang="0">
                  <a:pos x="connsiteX6589" y="connsiteY6589"/>
                </a:cxn>
                <a:cxn ang="0">
                  <a:pos x="connsiteX6590" y="connsiteY6590"/>
                </a:cxn>
                <a:cxn ang="0">
                  <a:pos x="connsiteX6591" y="connsiteY6591"/>
                </a:cxn>
                <a:cxn ang="0">
                  <a:pos x="connsiteX6592" y="connsiteY6592"/>
                </a:cxn>
                <a:cxn ang="0">
                  <a:pos x="connsiteX6593" y="connsiteY6593"/>
                </a:cxn>
                <a:cxn ang="0">
                  <a:pos x="connsiteX6594" y="connsiteY6594"/>
                </a:cxn>
                <a:cxn ang="0">
                  <a:pos x="connsiteX6595" y="connsiteY6595"/>
                </a:cxn>
                <a:cxn ang="0">
                  <a:pos x="connsiteX6596" y="connsiteY6596"/>
                </a:cxn>
                <a:cxn ang="0">
                  <a:pos x="connsiteX6597" y="connsiteY6597"/>
                </a:cxn>
                <a:cxn ang="0">
                  <a:pos x="connsiteX6598" y="connsiteY6598"/>
                </a:cxn>
                <a:cxn ang="0">
                  <a:pos x="connsiteX6599" y="connsiteY6599"/>
                </a:cxn>
                <a:cxn ang="0">
                  <a:pos x="connsiteX6600" y="connsiteY6600"/>
                </a:cxn>
                <a:cxn ang="0">
                  <a:pos x="connsiteX6601" y="connsiteY6601"/>
                </a:cxn>
                <a:cxn ang="0">
                  <a:pos x="connsiteX6602" y="connsiteY6602"/>
                </a:cxn>
                <a:cxn ang="0">
                  <a:pos x="connsiteX6603" y="connsiteY6603"/>
                </a:cxn>
                <a:cxn ang="0">
                  <a:pos x="connsiteX6604" y="connsiteY6604"/>
                </a:cxn>
                <a:cxn ang="0">
                  <a:pos x="connsiteX6605" y="connsiteY6605"/>
                </a:cxn>
                <a:cxn ang="0">
                  <a:pos x="connsiteX6606" y="connsiteY6606"/>
                </a:cxn>
                <a:cxn ang="0">
                  <a:pos x="connsiteX6607" y="connsiteY6607"/>
                </a:cxn>
                <a:cxn ang="0">
                  <a:pos x="connsiteX6608" y="connsiteY6608"/>
                </a:cxn>
                <a:cxn ang="0">
                  <a:pos x="connsiteX6609" y="connsiteY6609"/>
                </a:cxn>
                <a:cxn ang="0">
                  <a:pos x="connsiteX6610" y="connsiteY6610"/>
                </a:cxn>
                <a:cxn ang="0">
                  <a:pos x="connsiteX6611" y="connsiteY6611"/>
                </a:cxn>
                <a:cxn ang="0">
                  <a:pos x="connsiteX6612" y="connsiteY6612"/>
                </a:cxn>
                <a:cxn ang="0">
                  <a:pos x="connsiteX6613" y="connsiteY6613"/>
                </a:cxn>
                <a:cxn ang="0">
                  <a:pos x="connsiteX6614" y="connsiteY6614"/>
                </a:cxn>
                <a:cxn ang="0">
                  <a:pos x="connsiteX6615" y="connsiteY6615"/>
                </a:cxn>
                <a:cxn ang="0">
                  <a:pos x="connsiteX6616" y="connsiteY6616"/>
                </a:cxn>
                <a:cxn ang="0">
                  <a:pos x="connsiteX6617" y="connsiteY6617"/>
                </a:cxn>
                <a:cxn ang="0">
                  <a:pos x="connsiteX6618" y="connsiteY6618"/>
                </a:cxn>
                <a:cxn ang="0">
                  <a:pos x="connsiteX6619" y="connsiteY6619"/>
                </a:cxn>
                <a:cxn ang="0">
                  <a:pos x="connsiteX6620" y="connsiteY6620"/>
                </a:cxn>
                <a:cxn ang="0">
                  <a:pos x="connsiteX6621" y="connsiteY6621"/>
                </a:cxn>
                <a:cxn ang="0">
                  <a:pos x="connsiteX6622" y="connsiteY6622"/>
                </a:cxn>
                <a:cxn ang="0">
                  <a:pos x="connsiteX6623" y="connsiteY6623"/>
                </a:cxn>
                <a:cxn ang="0">
                  <a:pos x="connsiteX6624" y="connsiteY6624"/>
                </a:cxn>
                <a:cxn ang="0">
                  <a:pos x="connsiteX6625" y="connsiteY6625"/>
                </a:cxn>
                <a:cxn ang="0">
                  <a:pos x="connsiteX6626" y="connsiteY6626"/>
                </a:cxn>
                <a:cxn ang="0">
                  <a:pos x="connsiteX6627" y="connsiteY6627"/>
                </a:cxn>
                <a:cxn ang="0">
                  <a:pos x="connsiteX6628" y="connsiteY6628"/>
                </a:cxn>
                <a:cxn ang="0">
                  <a:pos x="connsiteX6629" y="connsiteY6629"/>
                </a:cxn>
                <a:cxn ang="0">
                  <a:pos x="connsiteX6630" y="connsiteY6630"/>
                </a:cxn>
                <a:cxn ang="0">
                  <a:pos x="connsiteX6631" y="connsiteY6631"/>
                </a:cxn>
                <a:cxn ang="0">
                  <a:pos x="connsiteX6632" y="connsiteY6632"/>
                </a:cxn>
                <a:cxn ang="0">
                  <a:pos x="connsiteX6633" y="connsiteY6633"/>
                </a:cxn>
                <a:cxn ang="0">
                  <a:pos x="connsiteX6634" y="connsiteY6634"/>
                </a:cxn>
                <a:cxn ang="0">
                  <a:pos x="connsiteX6635" y="connsiteY6635"/>
                </a:cxn>
                <a:cxn ang="0">
                  <a:pos x="connsiteX6636" y="connsiteY6636"/>
                </a:cxn>
                <a:cxn ang="0">
                  <a:pos x="connsiteX6637" y="connsiteY6637"/>
                </a:cxn>
                <a:cxn ang="0">
                  <a:pos x="connsiteX6638" y="connsiteY6638"/>
                </a:cxn>
                <a:cxn ang="0">
                  <a:pos x="connsiteX6639" y="connsiteY6639"/>
                </a:cxn>
                <a:cxn ang="0">
                  <a:pos x="connsiteX6640" y="connsiteY6640"/>
                </a:cxn>
                <a:cxn ang="0">
                  <a:pos x="connsiteX6641" y="connsiteY6641"/>
                </a:cxn>
                <a:cxn ang="0">
                  <a:pos x="connsiteX6642" y="connsiteY6642"/>
                </a:cxn>
                <a:cxn ang="0">
                  <a:pos x="connsiteX6643" y="connsiteY6643"/>
                </a:cxn>
                <a:cxn ang="0">
                  <a:pos x="connsiteX6644" y="connsiteY6644"/>
                </a:cxn>
                <a:cxn ang="0">
                  <a:pos x="connsiteX6645" y="connsiteY6645"/>
                </a:cxn>
                <a:cxn ang="0">
                  <a:pos x="connsiteX6646" y="connsiteY6646"/>
                </a:cxn>
                <a:cxn ang="0">
                  <a:pos x="connsiteX6647" y="connsiteY6647"/>
                </a:cxn>
                <a:cxn ang="0">
                  <a:pos x="connsiteX6648" y="connsiteY6648"/>
                </a:cxn>
                <a:cxn ang="0">
                  <a:pos x="connsiteX6649" y="connsiteY6649"/>
                </a:cxn>
                <a:cxn ang="0">
                  <a:pos x="connsiteX6650" y="connsiteY6650"/>
                </a:cxn>
                <a:cxn ang="0">
                  <a:pos x="connsiteX6651" y="connsiteY6651"/>
                </a:cxn>
                <a:cxn ang="0">
                  <a:pos x="connsiteX6652" y="connsiteY6652"/>
                </a:cxn>
                <a:cxn ang="0">
                  <a:pos x="connsiteX6653" y="connsiteY6653"/>
                </a:cxn>
                <a:cxn ang="0">
                  <a:pos x="connsiteX6654" y="connsiteY6654"/>
                </a:cxn>
                <a:cxn ang="0">
                  <a:pos x="connsiteX6655" y="connsiteY6655"/>
                </a:cxn>
                <a:cxn ang="0">
                  <a:pos x="connsiteX6656" y="connsiteY6656"/>
                </a:cxn>
                <a:cxn ang="0">
                  <a:pos x="connsiteX6657" y="connsiteY6657"/>
                </a:cxn>
                <a:cxn ang="0">
                  <a:pos x="connsiteX6658" y="connsiteY6658"/>
                </a:cxn>
                <a:cxn ang="0">
                  <a:pos x="connsiteX6659" y="connsiteY6659"/>
                </a:cxn>
                <a:cxn ang="0">
                  <a:pos x="connsiteX6660" y="connsiteY6660"/>
                </a:cxn>
                <a:cxn ang="0">
                  <a:pos x="connsiteX6661" y="connsiteY6661"/>
                </a:cxn>
                <a:cxn ang="0">
                  <a:pos x="connsiteX6662" y="connsiteY6662"/>
                </a:cxn>
                <a:cxn ang="0">
                  <a:pos x="connsiteX6663" y="connsiteY6663"/>
                </a:cxn>
                <a:cxn ang="0">
                  <a:pos x="connsiteX6664" y="connsiteY6664"/>
                </a:cxn>
                <a:cxn ang="0">
                  <a:pos x="connsiteX6665" y="connsiteY6665"/>
                </a:cxn>
                <a:cxn ang="0">
                  <a:pos x="connsiteX6666" y="connsiteY6666"/>
                </a:cxn>
                <a:cxn ang="0">
                  <a:pos x="connsiteX6667" y="connsiteY6667"/>
                </a:cxn>
                <a:cxn ang="0">
                  <a:pos x="connsiteX6668" y="connsiteY6668"/>
                </a:cxn>
                <a:cxn ang="0">
                  <a:pos x="connsiteX6669" y="connsiteY6669"/>
                </a:cxn>
                <a:cxn ang="0">
                  <a:pos x="connsiteX6670" y="connsiteY6670"/>
                </a:cxn>
                <a:cxn ang="0">
                  <a:pos x="connsiteX6671" y="connsiteY6671"/>
                </a:cxn>
                <a:cxn ang="0">
                  <a:pos x="connsiteX6672" y="connsiteY6672"/>
                </a:cxn>
                <a:cxn ang="0">
                  <a:pos x="connsiteX6673" y="connsiteY6673"/>
                </a:cxn>
                <a:cxn ang="0">
                  <a:pos x="connsiteX6674" y="connsiteY6674"/>
                </a:cxn>
                <a:cxn ang="0">
                  <a:pos x="connsiteX6675" y="connsiteY6675"/>
                </a:cxn>
                <a:cxn ang="0">
                  <a:pos x="connsiteX6676" y="connsiteY6676"/>
                </a:cxn>
                <a:cxn ang="0">
                  <a:pos x="connsiteX6677" y="connsiteY6677"/>
                </a:cxn>
                <a:cxn ang="0">
                  <a:pos x="connsiteX6678" y="connsiteY6678"/>
                </a:cxn>
                <a:cxn ang="0">
                  <a:pos x="connsiteX6679" y="connsiteY6679"/>
                </a:cxn>
                <a:cxn ang="0">
                  <a:pos x="connsiteX6680" y="connsiteY6680"/>
                </a:cxn>
                <a:cxn ang="0">
                  <a:pos x="connsiteX6681" y="connsiteY6681"/>
                </a:cxn>
                <a:cxn ang="0">
                  <a:pos x="connsiteX6682" y="connsiteY6682"/>
                </a:cxn>
                <a:cxn ang="0">
                  <a:pos x="connsiteX6683" y="connsiteY6683"/>
                </a:cxn>
                <a:cxn ang="0">
                  <a:pos x="connsiteX6684" y="connsiteY6684"/>
                </a:cxn>
                <a:cxn ang="0">
                  <a:pos x="connsiteX6685" y="connsiteY6685"/>
                </a:cxn>
                <a:cxn ang="0">
                  <a:pos x="connsiteX6686" y="connsiteY6686"/>
                </a:cxn>
                <a:cxn ang="0">
                  <a:pos x="connsiteX6687" y="connsiteY6687"/>
                </a:cxn>
                <a:cxn ang="0">
                  <a:pos x="connsiteX6688" y="connsiteY6688"/>
                </a:cxn>
                <a:cxn ang="0">
                  <a:pos x="connsiteX6689" y="connsiteY6689"/>
                </a:cxn>
                <a:cxn ang="0">
                  <a:pos x="connsiteX6690" y="connsiteY6690"/>
                </a:cxn>
                <a:cxn ang="0">
                  <a:pos x="connsiteX6691" y="connsiteY6691"/>
                </a:cxn>
                <a:cxn ang="0">
                  <a:pos x="connsiteX6692" y="connsiteY6692"/>
                </a:cxn>
                <a:cxn ang="0">
                  <a:pos x="connsiteX6693" y="connsiteY6693"/>
                </a:cxn>
                <a:cxn ang="0">
                  <a:pos x="connsiteX6694" y="connsiteY6694"/>
                </a:cxn>
                <a:cxn ang="0">
                  <a:pos x="connsiteX6695" y="connsiteY6695"/>
                </a:cxn>
                <a:cxn ang="0">
                  <a:pos x="connsiteX6696" y="connsiteY6696"/>
                </a:cxn>
                <a:cxn ang="0">
                  <a:pos x="connsiteX6697" y="connsiteY6697"/>
                </a:cxn>
                <a:cxn ang="0">
                  <a:pos x="connsiteX6698" y="connsiteY6698"/>
                </a:cxn>
                <a:cxn ang="0">
                  <a:pos x="connsiteX6699" y="connsiteY6699"/>
                </a:cxn>
                <a:cxn ang="0">
                  <a:pos x="connsiteX6700" y="connsiteY6700"/>
                </a:cxn>
                <a:cxn ang="0">
                  <a:pos x="connsiteX6701" y="connsiteY6701"/>
                </a:cxn>
                <a:cxn ang="0">
                  <a:pos x="connsiteX6702" y="connsiteY6702"/>
                </a:cxn>
                <a:cxn ang="0">
                  <a:pos x="connsiteX6703" y="connsiteY6703"/>
                </a:cxn>
                <a:cxn ang="0">
                  <a:pos x="connsiteX6704" y="connsiteY6704"/>
                </a:cxn>
                <a:cxn ang="0">
                  <a:pos x="connsiteX6705" y="connsiteY6705"/>
                </a:cxn>
                <a:cxn ang="0">
                  <a:pos x="connsiteX6706" y="connsiteY6706"/>
                </a:cxn>
                <a:cxn ang="0">
                  <a:pos x="connsiteX6707" y="connsiteY6707"/>
                </a:cxn>
                <a:cxn ang="0">
                  <a:pos x="connsiteX6708" y="connsiteY6708"/>
                </a:cxn>
                <a:cxn ang="0">
                  <a:pos x="connsiteX6709" y="connsiteY6709"/>
                </a:cxn>
                <a:cxn ang="0">
                  <a:pos x="connsiteX6710" y="connsiteY6710"/>
                </a:cxn>
                <a:cxn ang="0">
                  <a:pos x="connsiteX6711" y="connsiteY6711"/>
                </a:cxn>
                <a:cxn ang="0">
                  <a:pos x="connsiteX6712" y="connsiteY6712"/>
                </a:cxn>
                <a:cxn ang="0">
                  <a:pos x="connsiteX6713" y="connsiteY6713"/>
                </a:cxn>
                <a:cxn ang="0">
                  <a:pos x="connsiteX6714" y="connsiteY6714"/>
                </a:cxn>
                <a:cxn ang="0">
                  <a:pos x="connsiteX6715" y="connsiteY6715"/>
                </a:cxn>
                <a:cxn ang="0">
                  <a:pos x="connsiteX6716" y="connsiteY6716"/>
                </a:cxn>
                <a:cxn ang="0">
                  <a:pos x="connsiteX6717" y="connsiteY6717"/>
                </a:cxn>
                <a:cxn ang="0">
                  <a:pos x="connsiteX6718" y="connsiteY6718"/>
                </a:cxn>
                <a:cxn ang="0">
                  <a:pos x="connsiteX6719" y="connsiteY6719"/>
                </a:cxn>
                <a:cxn ang="0">
                  <a:pos x="connsiteX6720" y="connsiteY6720"/>
                </a:cxn>
                <a:cxn ang="0">
                  <a:pos x="connsiteX6721" y="connsiteY6721"/>
                </a:cxn>
                <a:cxn ang="0">
                  <a:pos x="connsiteX6722" y="connsiteY6722"/>
                </a:cxn>
                <a:cxn ang="0">
                  <a:pos x="connsiteX6723" y="connsiteY6723"/>
                </a:cxn>
                <a:cxn ang="0">
                  <a:pos x="connsiteX6724" y="connsiteY6724"/>
                </a:cxn>
                <a:cxn ang="0">
                  <a:pos x="connsiteX6725" y="connsiteY6725"/>
                </a:cxn>
                <a:cxn ang="0">
                  <a:pos x="connsiteX6726" y="connsiteY6726"/>
                </a:cxn>
                <a:cxn ang="0">
                  <a:pos x="connsiteX6727" y="connsiteY6727"/>
                </a:cxn>
                <a:cxn ang="0">
                  <a:pos x="connsiteX6728" y="connsiteY6728"/>
                </a:cxn>
                <a:cxn ang="0">
                  <a:pos x="connsiteX6729" y="connsiteY6729"/>
                </a:cxn>
                <a:cxn ang="0">
                  <a:pos x="connsiteX6730" y="connsiteY6730"/>
                </a:cxn>
                <a:cxn ang="0">
                  <a:pos x="connsiteX6731" y="connsiteY6731"/>
                </a:cxn>
                <a:cxn ang="0">
                  <a:pos x="connsiteX6732" y="connsiteY6732"/>
                </a:cxn>
                <a:cxn ang="0">
                  <a:pos x="connsiteX6733" y="connsiteY6733"/>
                </a:cxn>
                <a:cxn ang="0">
                  <a:pos x="connsiteX6734" y="connsiteY6734"/>
                </a:cxn>
                <a:cxn ang="0">
                  <a:pos x="connsiteX6735" y="connsiteY6735"/>
                </a:cxn>
                <a:cxn ang="0">
                  <a:pos x="connsiteX6736" y="connsiteY6736"/>
                </a:cxn>
                <a:cxn ang="0">
                  <a:pos x="connsiteX6737" y="connsiteY6737"/>
                </a:cxn>
                <a:cxn ang="0">
                  <a:pos x="connsiteX6738" y="connsiteY6738"/>
                </a:cxn>
                <a:cxn ang="0">
                  <a:pos x="connsiteX6739" y="connsiteY6739"/>
                </a:cxn>
                <a:cxn ang="0">
                  <a:pos x="connsiteX6740" y="connsiteY6740"/>
                </a:cxn>
                <a:cxn ang="0">
                  <a:pos x="connsiteX6741" y="connsiteY6741"/>
                </a:cxn>
                <a:cxn ang="0">
                  <a:pos x="connsiteX6742" y="connsiteY6742"/>
                </a:cxn>
                <a:cxn ang="0">
                  <a:pos x="connsiteX6743" y="connsiteY6743"/>
                </a:cxn>
                <a:cxn ang="0">
                  <a:pos x="connsiteX6744" y="connsiteY6744"/>
                </a:cxn>
                <a:cxn ang="0">
                  <a:pos x="connsiteX6745" y="connsiteY6745"/>
                </a:cxn>
                <a:cxn ang="0">
                  <a:pos x="connsiteX6746" y="connsiteY6746"/>
                </a:cxn>
                <a:cxn ang="0">
                  <a:pos x="connsiteX6747" y="connsiteY6747"/>
                </a:cxn>
                <a:cxn ang="0">
                  <a:pos x="connsiteX6748" y="connsiteY6748"/>
                </a:cxn>
                <a:cxn ang="0">
                  <a:pos x="connsiteX6749" y="connsiteY6749"/>
                </a:cxn>
                <a:cxn ang="0">
                  <a:pos x="connsiteX6750" y="connsiteY6750"/>
                </a:cxn>
                <a:cxn ang="0">
                  <a:pos x="connsiteX6751" y="connsiteY6751"/>
                </a:cxn>
                <a:cxn ang="0">
                  <a:pos x="connsiteX6752" y="connsiteY6752"/>
                </a:cxn>
                <a:cxn ang="0">
                  <a:pos x="connsiteX6753" y="connsiteY6753"/>
                </a:cxn>
                <a:cxn ang="0">
                  <a:pos x="connsiteX6754" y="connsiteY6754"/>
                </a:cxn>
                <a:cxn ang="0">
                  <a:pos x="connsiteX6755" y="connsiteY6755"/>
                </a:cxn>
                <a:cxn ang="0">
                  <a:pos x="connsiteX6756" y="connsiteY6756"/>
                </a:cxn>
                <a:cxn ang="0">
                  <a:pos x="connsiteX6757" y="connsiteY6757"/>
                </a:cxn>
                <a:cxn ang="0">
                  <a:pos x="connsiteX6758" y="connsiteY6758"/>
                </a:cxn>
                <a:cxn ang="0">
                  <a:pos x="connsiteX6759" y="connsiteY6759"/>
                </a:cxn>
                <a:cxn ang="0">
                  <a:pos x="connsiteX6760" y="connsiteY6760"/>
                </a:cxn>
                <a:cxn ang="0">
                  <a:pos x="connsiteX6761" y="connsiteY6761"/>
                </a:cxn>
                <a:cxn ang="0">
                  <a:pos x="connsiteX6762" y="connsiteY6762"/>
                </a:cxn>
                <a:cxn ang="0">
                  <a:pos x="connsiteX6763" y="connsiteY6763"/>
                </a:cxn>
                <a:cxn ang="0">
                  <a:pos x="connsiteX6764" y="connsiteY6764"/>
                </a:cxn>
                <a:cxn ang="0">
                  <a:pos x="connsiteX6765" y="connsiteY6765"/>
                </a:cxn>
                <a:cxn ang="0">
                  <a:pos x="connsiteX6766" y="connsiteY6766"/>
                </a:cxn>
                <a:cxn ang="0">
                  <a:pos x="connsiteX6767" y="connsiteY6767"/>
                </a:cxn>
                <a:cxn ang="0">
                  <a:pos x="connsiteX6768" y="connsiteY6768"/>
                </a:cxn>
                <a:cxn ang="0">
                  <a:pos x="connsiteX6769" y="connsiteY6769"/>
                </a:cxn>
                <a:cxn ang="0">
                  <a:pos x="connsiteX6770" y="connsiteY6770"/>
                </a:cxn>
                <a:cxn ang="0">
                  <a:pos x="connsiteX6771" y="connsiteY6771"/>
                </a:cxn>
                <a:cxn ang="0">
                  <a:pos x="connsiteX6772" y="connsiteY6772"/>
                </a:cxn>
                <a:cxn ang="0">
                  <a:pos x="connsiteX6773" y="connsiteY6773"/>
                </a:cxn>
                <a:cxn ang="0">
                  <a:pos x="connsiteX6774" y="connsiteY6774"/>
                </a:cxn>
                <a:cxn ang="0">
                  <a:pos x="connsiteX6775" y="connsiteY6775"/>
                </a:cxn>
                <a:cxn ang="0">
                  <a:pos x="connsiteX6776" y="connsiteY6776"/>
                </a:cxn>
                <a:cxn ang="0">
                  <a:pos x="connsiteX6777" y="connsiteY6777"/>
                </a:cxn>
                <a:cxn ang="0">
                  <a:pos x="connsiteX6778" y="connsiteY6778"/>
                </a:cxn>
                <a:cxn ang="0">
                  <a:pos x="connsiteX6779" y="connsiteY6779"/>
                </a:cxn>
                <a:cxn ang="0">
                  <a:pos x="connsiteX6780" y="connsiteY6780"/>
                </a:cxn>
                <a:cxn ang="0">
                  <a:pos x="connsiteX6781" y="connsiteY6781"/>
                </a:cxn>
                <a:cxn ang="0">
                  <a:pos x="connsiteX6782" y="connsiteY6782"/>
                </a:cxn>
                <a:cxn ang="0">
                  <a:pos x="connsiteX6783" y="connsiteY6783"/>
                </a:cxn>
                <a:cxn ang="0">
                  <a:pos x="connsiteX6784" y="connsiteY6784"/>
                </a:cxn>
                <a:cxn ang="0">
                  <a:pos x="connsiteX6785" y="connsiteY6785"/>
                </a:cxn>
                <a:cxn ang="0">
                  <a:pos x="connsiteX6786" y="connsiteY6786"/>
                </a:cxn>
                <a:cxn ang="0">
                  <a:pos x="connsiteX6787" y="connsiteY6787"/>
                </a:cxn>
                <a:cxn ang="0">
                  <a:pos x="connsiteX6788" y="connsiteY6788"/>
                </a:cxn>
                <a:cxn ang="0">
                  <a:pos x="connsiteX6789" y="connsiteY6789"/>
                </a:cxn>
                <a:cxn ang="0">
                  <a:pos x="connsiteX6790" y="connsiteY6790"/>
                </a:cxn>
                <a:cxn ang="0">
                  <a:pos x="connsiteX6791" y="connsiteY6791"/>
                </a:cxn>
                <a:cxn ang="0">
                  <a:pos x="connsiteX6792" y="connsiteY6792"/>
                </a:cxn>
                <a:cxn ang="0">
                  <a:pos x="connsiteX6793" y="connsiteY6793"/>
                </a:cxn>
                <a:cxn ang="0">
                  <a:pos x="connsiteX6794" y="connsiteY6794"/>
                </a:cxn>
                <a:cxn ang="0">
                  <a:pos x="connsiteX6795" y="connsiteY6795"/>
                </a:cxn>
                <a:cxn ang="0">
                  <a:pos x="connsiteX6796" y="connsiteY6796"/>
                </a:cxn>
                <a:cxn ang="0">
                  <a:pos x="connsiteX6797" y="connsiteY6797"/>
                </a:cxn>
                <a:cxn ang="0">
                  <a:pos x="connsiteX6798" y="connsiteY6798"/>
                </a:cxn>
                <a:cxn ang="0">
                  <a:pos x="connsiteX6799" y="connsiteY6799"/>
                </a:cxn>
                <a:cxn ang="0">
                  <a:pos x="connsiteX6800" y="connsiteY6800"/>
                </a:cxn>
                <a:cxn ang="0">
                  <a:pos x="connsiteX6801" y="connsiteY6801"/>
                </a:cxn>
                <a:cxn ang="0">
                  <a:pos x="connsiteX6802" y="connsiteY6802"/>
                </a:cxn>
                <a:cxn ang="0">
                  <a:pos x="connsiteX6803" y="connsiteY6803"/>
                </a:cxn>
                <a:cxn ang="0">
                  <a:pos x="connsiteX6804" y="connsiteY6804"/>
                </a:cxn>
                <a:cxn ang="0">
                  <a:pos x="connsiteX6805" y="connsiteY6805"/>
                </a:cxn>
                <a:cxn ang="0">
                  <a:pos x="connsiteX6806" y="connsiteY6806"/>
                </a:cxn>
                <a:cxn ang="0">
                  <a:pos x="connsiteX6807" y="connsiteY6807"/>
                </a:cxn>
                <a:cxn ang="0">
                  <a:pos x="connsiteX6808" y="connsiteY6808"/>
                </a:cxn>
                <a:cxn ang="0">
                  <a:pos x="connsiteX6809" y="connsiteY6809"/>
                </a:cxn>
                <a:cxn ang="0">
                  <a:pos x="connsiteX6810" y="connsiteY6810"/>
                </a:cxn>
                <a:cxn ang="0">
                  <a:pos x="connsiteX6811" y="connsiteY6811"/>
                </a:cxn>
                <a:cxn ang="0">
                  <a:pos x="connsiteX6812" y="connsiteY6812"/>
                </a:cxn>
                <a:cxn ang="0">
                  <a:pos x="connsiteX6813" y="connsiteY6813"/>
                </a:cxn>
                <a:cxn ang="0">
                  <a:pos x="connsiteX6814" y="connsiteY6814"/>
                </a:cxn>
                <a:cxn ang="0">
                  <a:pos x="connsiteX6815" y="connsiteY6815"/>
                </a:cxn>
                <a:cxn ang="0">
                  <a:pos x="connsiteX6816" y="connsiteY6816"/>
                </a:cxn>
                <a:cxn ang="0">
                  <a:pos x="connsiteX6817" y="connsiteY6817"/>
                </a:cxn>
                <a:cxn ang="0">
                  <a:pos x="connsiteX6818" y="connsiteY6818"/>
                </a:cxn>
                <a:cxn ang="0">
                  <a:pos x="connsiteX6819" y="connsiteY6819"/>
                </a:cxn>
                <a:cxn ang="0">
                  <a:pos x="connsiteX6820" y="connsiteY6820"/>
                </a:cxn>
                <a:cxn ang="0">
                  <a:pos x="connsiteX6821" y="connsiteY6821"/>
                </a:cxn>
                <a:cxn ang="0">
                  <a:pos x="connsiteX6822" y="connsiteY6822"/>
                </a:cxn>
                <a:cxn ang="0">
                  <a:pos x="connsiteX6823" y="connsiteY6823"/>
                </a:cxn>
                <a:cxn ang="0">
                  <a:pos x="connsiteX6824" y="connsiteY6824"/>
                </a:cxn>
                <a:cxn ang="0">
                  <a:pos x="connsiteX6825" y="connsiteY6825"/>
                </a:cxn>
                <a:cxn ang="0">
                  <a:pos x="connsiteX6826" y="connsiteY6826"/>
                </a:cxn>
                <a:cxn ang="0">
                  <a:pos x="connsiteX6827" y="connsiteY6827"/>
                </a:cxn>
                <a:cxn ang="0">
                  <a:pos x="connsiteX6828" y="connsiteY6828"/>
                </a:cxn>
                <a:cxn ang="0">
                  <a:pos x="connsiteX6829" y="connsiteY6829"/>
                </a:cxn>
                <a:cxn ang="0">
                  <a:pos x="connsiteX6830" y="connsiteY6830"/>
                </a:cxn>
                <a:cxn ang="0">
                  <a:pos x="connsiteX6831" y="connsiteY6831"/>
                </a:cxn>
                <a:cxn ang="0">
                  <a:pos x="connsiteX6832" y="connsiteY6832"/>
                </a:cxn>
                <a:cxn ang="0">
                  <a:pos x="connsiteX6833" y="connsiteY6833"/>
                </a:cxn>
                <a:cxn ang="0">
                  <a:pos x="connsiteX6834" y="connsiteY6834"/>
                </a:cxn>
                <a:cxn ang="0">
                  <a:pos x="connsiteX6835" y="connsiteY6835"/>
                </a:cxn>
                <a:cxn ang="0">
                  <a:pos x="connsiteX6836" y="connsiteY6836"/>
                </a:cxn>
                <a:cxn ang="0">
                  <a:pos x="connsiteX6837" y="connsiteY6837"/>
                </a:cxn>
                <a:cxn ang="0">
                  <a:pos x="connsiteX6838" y="connsiteY6838"/>
                </a:cxn>
                <a:cxn ang="0">
                  <a:pos x="connsiteX6839" y="connsiteY6839"/>
                </a:cxn>
                <a:cxn ang="0">
                  <a:pos x="connsiteX6840" y="connsiteY6840"/>
                </a:cxn>
                <a:cxn ang="0">
                  <a:pos x="connsiteX6841" y="connsiteY6841"/>
                </a:cxn>
                <a:cxn ang="0">
                  <a:pos x="connsiteX6842" y="connsiteY6842"/>
                </a:cxn>
                <a:cxn ang="0">
                  <a:pos x="connsiteX6843" y="connsiteY6843"/>
                </a:cxn>
                <a:cxn ang="0">
                  <a:pos x="connsiteX6844" y="connsiteY6844"/>
                </a:cxn>
                <a:cxn ang="0">
                  <a:pos x="connsiteX6845" y="connsiteY6845"/>
                </a:cxn>
                <a:cxn ang="0">
                  <a:pos x="connsiteX6846" y="connsiteY6846"/>
                </a:cxn>
                <a:cxn ang="0">
                  <a:pos x="connsiteX6847" y="connsiteY6847"/>
                </a:cxn>
                <a:cxn ang="0">
                  <a:pos x="connsiteX6848" y="connsiteY6848"/>
                </a:cxn>
                <a:cxn ang="0">
                  <a:pos x="connsiteX6849" y="connsiteY6849"/>
                </a:cxn>
                <a:cxn ang="0">
                  <a:pos x="connsiteX6850" y="connsiteY6850"/>
                </a:cxn>
                <a:cxn ang="0">
                  <a:pos x="connsiteX6851" y="connsiteY6851"/>
                </a:cxn>
                <a:cxn ang="0">
                  <a:pos x="connsiteX6852" y="connsiteY6852"/>
                </a:cxn>
                <a:cxn ang="0">
                  <a:pos x="connsiteX6853" y="connsiteY6853"/>
                </a:cxn>
                <a:cxn ang="0">
                  <a:pos x="connsiteX6854" y="connsiteY6854"/>
                </a:cxn>
                <a:cxn ang="0">
                  <a:pos x="connsiteX6855" y="connsiteY6855"/>
                </a:cxn>
                <a:cxn ang="0">
                  <a:pos x="connsiteX6856" y="connsiteY6856"/>
                </a:cxn>
                <a:cxn ang="0">
                  <a:pos x="connsiteX6857" y="connsiteY6857"/>
                </a:cxn>
                <a:cxn ang="0">
                  <a:pos x="connsiteX6858" y="connsiteY6858"/>
                </a:cxn>
                <a:cxn ang="0">
                  <a:pos x="connsiteX6859" y="connsiteY6859"/>
                </a:cxn>
                <a:cxn ang="0">
                  <a:pos x="connsiteX6860" y="connsiteY6860"/>
                </a:cxn>
                <a:cxn ang="0">
                  <a:pos x="connsiteX6861" y="connsiteY6861"/>
                </a:cxn>
                <a:cxn ang="0">
                  <a:pos x="connsiteX6862" y="connsiteY6862"/>
                </a:cxn>
                <a:cxn ang="0">
                  <a:pos x="connsiteX6863" y="connsiteY6863"/>
                </a:cxn>
                <a:cxn ang="0">
                  <a:pos x="connsiteX6864" y="connsiteY6864"/>
                </a:cxn>
                <a:cxn ang="0">
                  <a:pos x="connsiteX6865" y="connsiteY6865"/>
                </a:cxn>
                <a:cxn ang="0">
                  <a:pos x="connsiteX6866" y="connsiteY6866"/>
                </a:cxn>
                <a:cxn ang="0">
                  <a:pos x="connsiteX6867" y="connsiteY6867"/>
                </a:cxn>
                <a:cxn ang="0">
                  <a:pos x="connsiteX6868" y="connsiteY6868"/>
                </a:cxn>
                <a:cxn ang="0">
                  <a:pos x="connsiteX6869" y="connsiteY6869"/>
                </a:cxn>
                <a:cxn ang="0">
                  <a:pos x="connsiteX6870" y="connsiteY6870"/>
                </a:cxn>
                <a:cxn ang="0">
                  <a:pos x="connsiteX6871" y="connsiteY6871"/>
                </a:cxn>
                <a:cxn ang="0">
                  <a:pos x="connsiteX6872" y="connsiteY6872"/>
                </a:cxn>
                <a:cxn ang="0">
                  <a:pos x="connsiteX6873" y="connsiteY6873"/>
                </a:cxn>
                <a:cxn ang="0">
                  <a:pos x="connsiteX6874" y="connsiteY6874"/>
                </a:cxn>
                <a:cxn ang="0">
                  <a:pos x="connsiteX6875" y="connsiteY6875"/>
                </a:cxn>
                <a:cxn ang="0">
                  <a:pos x="connsiteX6876" y="connsiteY6876"/>
                </a:cxn>
                <a:cxn ang="0">
                  <a:pos x="connsiteX6877" y="connsiteY6877"/>
                </a:cxn>
                <a:cxn ang="0">
                  <a:pos x="connsiteX6878" y="connsiteY6878"/>
                </a:cxn>
                <a:cxn ang="0">
                  <a:pos x="connsiteX6879" y="connsiteY6879"/>
                </a:cxn>
                <a:cxn ang="0">
                  <a:pos x="connsiteX6880" y="connsiteY6880"/>
                </a:cxn>
                <a:cxn ang="0">
                  <a:pos x="connsiteX6881" y="connsiteY6881"/>
                </a:cxn>
                <a:cxn ang="0">
                  <a:pos x="connsiteX6882" y="connsiteY6882"/>
                </a:cxn>
                <a:cxn ang="0">
                  <a:pos x="connsiteX6883" y="connsiteY6883"/>
                </a:cxn>
                <a:cxn ang="0">
                  <a:pos x="connsiteX6884" y="connsiteY6884"/>
                </a:cxn>
                <a:cxn ang="0">
                  <a:pos x="connsiteX6885" y="connsiteY6885"/>
                </a:cxn>
                <a:cxn ang="0">
                  <a:pos x="connsiteX6886" y="connsiteY6886"/>
                </a:cxn>
                <a:cxn ang="0">
                  <a:pos x="connsiteX6887" y="connsiteY6887"/>
                </a:cxn>
                <a:cxn ang="0">
                  <a:pos x="connsiteX6888" y="connsiteY6888"/>
                </a:cxn>
                <a:cxn ang="0">
                  <a:pos x="connsiteX6889" y="connsiteY6889"/>
                </a:cxn>
                <a:cxn ang="0">
                  <a:pos x="connsiteX6890" y="connsiteY6890"/>
                </a:cxn>
                <a:cxn ang="0">
                  <a:pos x="connsiteX6891" y="connsiteY6891"/>
                </a:cxn>
                <a:cxn ang="0">
                  <a:pos x="connsiteX6892" y="connsiteY6892"/>
                </a:cxn>
                <a:cxn ang="0">
                  <a:pos x="connsiteX6893" y="connsiteY6893"/>
                </a:cxn>
                <a:cxn ang="0">
                  <a:pos x="connsiteX6894" y="connsiteY6894"/>
                </a:cxn>
                <a:cxn ang="0">
                  <a:pos x="connsiteX6895" y="connsiteY6895"/>
                </a:cxn>
                <a:cxn ang="0">
                  <a:pos x="connsiteX6896" y="connsiteY6896"/>
                </a:cxn>
                <a:cxn ang="0">
                  <a:pos x="connsiteX6897" y="connsiteY6897"/>
                </a:cxn>
                <a:cxn ang="0">
                  <a:pos x="connsiteX6898" y="connsiteY6898"/>
                </a:cxn>
                <a:cxn ang="0">
                  <a:pos x="connsiteX6899" y="connsiteY6899"/>
                </a:cxn>
                <a:cxn ang="0">
                  <a:pos x="connsiteX6900" y="connsiteY6900"/>
                </a:cxn>
                <a:cxn ang="0">
                  <a:pos x="connsiteX6901" y="connsiteY6901"/>
                </a:cxn>
                <a:cxn ang="0">
                  <a:pos x="connsiteX6902" y="connsiteY6902"/>
                </a:cxn>
                <a:cxn ang="0">
                  <a:pos x="connsiteX6903" y="connsiteY6903"/>
                </a:cxn>
                <a:cxn ang="0">
                  <a:pos x="connsiteX6904" y="connsiteY6904"/>
                </a:cxn>
                <a:cxn ang="0">
                  <a:pos x="connsiteX6905" y="connsiteY6905"/>
                </a:cxn>
                <a:cxn ang="0">
                  <a:pos x="connsiteX6906" y="connsiteY6906"/>
                </a:cxn>
                <a:cxn ang="0">
                  <a:pos x="connsiteX6907" y="connsiteY6907"/>
                </a:cxn>
                <a:cxn ang="0">
                  <a:pos x="connsiteX6908" y="connsiteY6908"/>
                </a:cxn>
                <a:cxn ang="0">
                  <a:pos x="connsiteX6909" y="connsiteY6909"/>
                </a:cxn>
                <a:cxn ang="0">
                  <a:pos x="connsiteX6910" y="connsiteY6910"/>
                </a:cxn>
                <a:cxn ang="0">
                  <a:pos x="connsiteX6911" y="connsiteY6911"/>
                </a:cxn>
                <a:cxn ang="0">
                  <a:pos x="connsiteX6912" y="connsiteY6912"/>
                </a:cxn>
                <a:cxn ang="0">
                  <a:pos x="connsiteX6913" y="connsiteY6913"/>
                </a:cxn>
                <a:cxn ang="0">
                  <a:pos x="connsiteX6914" y="connsiteY6914"/>
                </a:cxn>
                <a:cxn ang="0">
                  <a:pos x="connsiteX6915" y="connsiteY6915"/>
                </a:cxn>
                <a:cxn ang="0">
                  <a:pos x="connsiteX6916" y="connsiteY6916"/>
                </a:cxn>
                <a:cxn ang="0">
                  <a:pos x="connsiteX6917" y="connsiteY6917"/>
                </a:cxn>
                <a:cxn ang="0">
                  <a:pos x="connsiteX6918" y="connsiteY6918"/>
                </a:cxn>
                <a:cxn ang="0">
                  <a:pos x="connsiteX6919" y="connsiteY6919"/>
                </a:cxn>
                <a:cxn ang="0">
                  <a:pos x="connsiteX6920" y="connsiteY6920"/>
                </a:cxn>
                <a:cxn ang="0">
                  <a:pos x="connsiteX6921" y="connsiteY6921"/>
                </a:cxn>
                <a:cxn ang="0">
                  <a:pos x="connsiteX6922" y="connsiteY6922"/>
                </a:cxn>
                <a:cxn ang="0">
                  <a:pos x="connsiteX6923" y="connsiteY6923"/>
                </a:cxn>
                <a:cxn ang="0">
                  <a:pos x="connsiteX6924" y="connsiteY6924"/>
                </a:cxn>
                <a:cxn ang="0">
                  <a:pos x="connsiteX6925" y="connsiteY6925"/>
                </a:cxn>
                <a:cxn ang="0">
                  <a:pos x="connsiteX6926" y="connsiteY6926"/>
                </a:cxn>
                <a:cxn ang="0">
                  <a:pos x="connsiteX6927" y="connsiteY6927"/>
                </a:cxn>
                <a:cxn ang="0">
                  <a:pos x="connsiteX6928" y="connsiteY6928"/>
                </a:cxn>
                <a:cxn ang="0">
                  <a:pos x="connsiteX6929" y="connsiteY6929"/>
                </a:cxn>
                <a:cxn ang="0">
                  <a:pos x="connsiteX6930" y="connsiteY6930"/>
                </a:cxn>
                <a:cxn ang="0">
                  <a:pos x="connsiteX6931" y="connsiteY6931"/>
                </a:cxn>
                <a:cxn ang="0">
                  <a:pos x="connsiteX6932" y="connsiteY6932"/>
                </a:cxn>
                <a:cxn ang="0">
                  <a:pos x="connsiteX6933" y="connsiteY6933"/>
                </a:cxn>
                <a:cxn ang="0">
                  <a:pos x="connsiteX6934" y="connsiteY6934"/>
                </a:cxn>
                <a:cxn ang="0">
                  <a:pos x="connsiteX6935" y="connsiteY6935"/>
                </a:cxn>
                <a:cxn ang="0">
                  <a:pos x="connsiteX6936" y="connsiteY6936"/>
                </a:cxn>
                <a:cxn ang="0">
                  <a:pos x="connsiteX6937" y="connsiteY6937"/>
                </a:cxn>
                <a:cxn ang="0">
                  <a:pos x="connsiteX6938" y="connsiteY6938"/>
                </a:cxn>
                <a:cxn ang="0">
                  <a:pos x="connsiteX6939" y="connsiteY6939"/>
                </a:cxn>
                <a:cxn ang="0">
                  <a:pos x="connsiteX6940" y="connsiteY6940"/>
                </a:cxn>
                <a:cxn ang="0">
                  <a:pos x="connsiteX6941" y="connsiteY6941"/>
                </a:cxn>
                <a:cxn ang="0">
                  <a:pos x="connsiteX6942" y="connsiteY6942"/>
                </a:cxn>
                <a:cxn ang="0">
                  <a:pos x="connsiteX6943" y="connsiteY6943"/>
                </a:cxn>
                <a:cxn ang="0">
                  <a:pos x="connsiteX6944" y="connsiteY6944"/>
                </a:cxn>
                <a:cxn ang="0">
                  <a:pos x="connsiteX6945" y="connsiteY6945"/>
                </a:cxn>
                <a:cxn ang="0">
                  <a:pos x="connsiteX6946" y="connsiteY6946"/>
                </a:cxn>
                <a:cxn ang="0">
                  <a:pos x="connsiteX6947" y="connsiteY6947"/>
                </a:cxn>
                <a:cxn ang="0">
                  <a:pos x="connsiteX6948" y="connsiteY6948"/>
                </a:cxn>
                <a:cxn ang="0">
                  <a:pos x="connsiteX6949" y="connsiteY6949"/>
                </a:cxn>
                <a:cxn ang="0">
                  <a:pos x="connsiteX6950" y="connsiteY6950"/>
                </a:cxn>
                <a:cxn ang="0">
                  <a:pos x="connsiteX6951" y="connsiteY6951"/>
                </a:cxn>
                <a:cxn ang="0">
                  <a:pos x="connsiteX6952" y="connsiteY6952"/>
                </a:cxn>
                <a:cxn ang="0">
                  <a:pos x="connsiteX6953" y="connsiteY6953"/>
                </a:cxn>
                <a:cxn ang="0">
                  <a:pos x="connsiteX6954" y="connsiteY6954"/>
                </a:cxn>
                <a:cxn ang="0">
                  <a:pos x="connsiteX6955" y="connsiteY6955"/>
                </a:cxn>
                <a:cxn ang="0">
                  <a:pos x="connsiteX6956" y="connsiteY6956"/>
                </a:cxn>
                <a:cxn ang="0">
                  <a:pos x="connsiteX6957" y="connsiteY6957"/>
                </a:cxn>
                <a:cxn ang="0">
                  <a:pos x="connsiteX6958" y="connsiteY6958"/>
                </a:cxn>
                <a:cxn ang="0">
                  <a:pos x="connsiteX6959" y="connsiteY6959"/>
                </a:cxn>
                <a:cxn ang="0">
                  <a:pos x="connsiteX6960" y="connsiteY6960"/>
                </a:cxn>
                <a:cxn ang="0">
                  <a:pos x="connsiteX6961" y="connsiteY6961"/>
                </a:cxn>
                <a:cxn ang="0">
                  <a:pos x="connsiteX6962" y="connsiteY6962"/>
                </a:cxn>
                <a:cxn ang="0">
                  <a:pos x="connsiteX6963" y="connsiteY6963"/>
                </a:cxn>
                <a:cxn ang="0">
                  <a:pos x="connsiteX6964" y="connsiteY6964"/>
                </a:cxn>
                <a:cxn ang="0">
                  <a:pos x="connsiteX6965" y="connsiteY6965"/>
                </a:cxn>
                <a:cxn ang="0">
                  <a:pos x="connsiteX6966" y="connsiteY6966"/>
                </a:cxn>
                <a:cxn ang="0">
                  <a:pos x="connsiteX6967" y="connsiteY6967"/>
                </a:cxn>
                <a:cxn ang="0">
                  <a:pos x="connsiteX6968" y="connsiteY6968"/>
                </a:cxn>
                <a:cxn ang="0">
                  <a:pos x="connsiteX6969" y="connsiteY6969"/>
                </a:cxn>
                <a:cxn ang="0">
                  <a:pos x="connsiteX6970" y="connsiteY6970"/>
                </a:cxn>
                <a:cxn ang="0">
                  <a:pos x="connsiteX6971" y="connsiteY6971"/>
                </a:cxn>
                <a:cxn ang="0">
                  <a:pos x="connsiteX6972" y="connsiteY6972"/>
                </a:cxn>
                <a:cxn ang="0">
                  <a:pos x="connsiteX6973" y="connsiteY6973"/>
                </a:cxn>
                <a:cxn ang="0">
                  <a:pos x="connsiteX6974" y="connsiteY6974"/>
                </a:cxn>
                <a:cxn ang="0">
                  <a:pos x="connsiteX6975" y="connsiteY6975"/>
                </a:cxn>
                <a:cxn ang="0">
                  <a:pos x="connsiteX6976" y="connsiteY6976"/>
                </a:cxn>
                <a:cxn ang="0">
                  <a:pos x="connsiteX6977" y="connsiteY6977"/>
                </a:cxn>
                <a:cxn ang="0">
                  <a:pos x="connsiteX6978" y="connsiteY6978"/>
                </a:cxn>
                <a:cxn ang="0">
                  <a:pos x="connsiteX6979" y="connsiteY6979"/>
                </a:cxn>
                <a:cxn ang="0">
                  <a:pos x="connsiteX6980" y="connsiteY6980"/>
                </a:cxn>
                <a:cxn ang="0">
                  <a:pos x="connsiteX6981" y="connsiteY6981"/>
                </a:cxn>
                <a:cxn ang="0">
                  <a:pos x="connsiteX6982" y="connsiteY6982"/>
                </a:cxn>
                <a:cxn ang="0">
                  <a:pos x="connsiteX6983" y="connsiteY6983"/>
                </a:cxn>
                <a:cxn ang="0">
                  <a:pos x="connsiteX6984" y="connsiteY6984"/>
                </a:cxn>
                <a:cxn ang="0">
                  <a:pos x="connsiteX6985" y="connsiteY6985"/>
                </a:cxn>
                <a:cxn ang="0">
                  <a:pos x="connsiteX6986" y="connsiteY6986"/>
                </a:cxn>
                <a:cxn ang="0">
                  <a:pos x="connsiteX6987" y="connsiteY6987"/>
                </a:cxn>
                <a:cxn ang="0">
                  <a:pos x="connsiteX6988" y="connsiteY6988"/>
                </a:cxn>
                <a:cxn ang="0">
                  <a:pos x="connsiteX6989" y="connsiteY6989"/>
                </a:cxn>
                <a:cxn ang="0">
                  <a:pos x="connsiteX6990" y="connsiteY6990"/>
                </a:cxn>
                <a:cxn ang="0">
                  <a:pos x="connsiteX6991" y="connsiteY6991"/>
                </a:cxn>
                <a:cxn ang="0">
                  <a:pos x="connsiteX6992" y="connsiteY6992"/>
                </a:cxn>
                <a:cxn ang="0">
                  <a:pos x="connsiteX6993" y="connsiteY6993"/>
                </a:cxn>
                <a:cxn ang="0">
                  <a:pos x="connsiteX6994" y="connsiteY6994"/>
                </a:cxn>
                <a:cxn ang="0">
                  <a:pos x="connsiteX6995" y="connsiteY6995"/>
                </a:cxn>
                <a:cxn ang="0">
                  <a:pos x="connsiteX6996" y="connsiteY6996"/>
                </a:cxn>
                <a:cxn ang="0">
                  <a:pos x="connsiteX6997" y="connsiteY6997"/>
                </a:cxn>
                <a:cxn ang="0">
                  <a:pos x="connsiteX6998" y="connsiteY6998"/>
                </a:cxn>
                <a:cxn ang="0">
                  <a:pos x="connsiteX6999" y="connsiteY6999"/>
                </a:cxn>
                <a:cxn ang="0">
                  <a:pos x="connsiteX7000" y="connsiteY7000"/>
                </a:cxn>
                <a:cxn ang="0">
                  <a:pos x="connsiteX7001" y="connsiteY7001"/>
                </a:cxn>
                <a:cxn ang="0">
                  <a:pos x="connsiteX7002" y="connsiteY7002"/>
                </a:cxn>
                <a:cxn ang="0">
                  <a:pos x="connsiteX7003" y="connsiteY7003"/>
                </a:cxn>
                <a:cxn ang="0">
                  <a:pos x="connsiteX7004" y="connsiteY7004"/>
                </a:cxn>
                <a:cxn ang="0">
                  <a:pos x="connsiteX7005" y="connsiteY7005"/>
                </a:cxn>
                <a:cxn ang="0">
                  <a:pos x="connsiteX7006" y="connsiteY7006"/>
                </a:cxn>
                <a:cxn ang="0">
                  <a:pos x="connsiteX7007" y="connsiteY7007"/>
                </a:cxn>
                <a:cxn ang="0">
                  <a:pos x="connsiteX7008" y="connsiteY7008"/>
                </a:cxn>
                <a:cxn ang="0">
                  <a:pos x="connsiteX7009" y="connsiteY7009"/>
                </a:cxn>
                <a:cxn ang="0">
                  <a:pos x="connsiteX7010" y="connsiteY7010"/>
                </a:cxn>
                <a:cxn ang="0">
                  <a:pos x="connsiteX7011" y="connsiteY7011"/>
                </a:cxn>
                <a:cxn ang="0">
                  <a:pos x="connsiteX7012" y="connsiteY7012"/>
                </a:cxn>
                <a:cxn ang="0">
                  <a:pos x="connsiteX7013" y="connsiteY7013"/>
                </a:cxn>
                <a:cxn ang="0">
                  <a:pos x="connsiteX7014" y="connsiteY7014"/>
                </a:cxn>
                <a:cxn ang="0">
                  <a:pos x="connsiteX7015" y="connsiteY7015"/>
                </a:cxn>
                <a:cxn ang="0">
                  <a:pos x="connsiteX7016" y="connsiteY7016"/>
                </a:cxn>
                <a:cxn ang="0">
                  <a:pos x="connsiteX7017" y="connsiteY7017"/>
                </a:cxn>
                <a:cxn ang="0">
                  <a:pos x="connsiteX7018" y="connsiteY7018"/>
                </a:cxn>
                <a:cxn ang="0">
                  <a:pos x="connsiteX7019" y="connsiteY7019"/>
                </a:cxn>
                <a:cxn ang="0">
                  <a:pos x="connsiteX7020" y="connsiteY7020"/>
                </a:cxn>
                <a:cxn ang="0">
                  <a:pos x="connsiteX7021" y="connsiteY7021"/>
                </a:cxn>
                <a:cxn ang="0">
                  <a:pos x="connsiteX7022" y="connsiteY7022"/>
                </a:cxn>
                <a:cxn ang="0">
                  <a:pos x="connsiteX7023" y="connsiteY7023"/>
                </a:cxn>
                <a:cxn ang="0">
                  <a:pos x="connsiteX7024" y="connsiteY7024"/>
                </a:cxn>
                <a:cxn ang="0">
                  <a:pos x="connsiteX7025" y="connsiteY7025"/>
                </a:cxn>
                <a:cxn ang="0">
                  <a:pos x="connsiteX7026" y="connsiteY7026"/>
                </a:cxn>
                <a:cxn ang="0">
                  <a:pos x="connsiteX7027" y="connsiteY7027"/>
                </a:cxn>
                <a:cxn ang="0">
                  <a:pos x="connsiteX7028" y="connsiteY7028"/>
                </a:cxn>
                <a:cxn ang="0">
                  <a:pos x="connsiteX7029" y="connsiteY7029"/>
                </a:cxn>
                <a:cxn ang="0">
                  <a:pos x="connsiteX7030" y="connsiteY7030"/>
                </a:cxn>
                <a:cxn ang="0">
                  <a:pos x="connsiteX7031" y="connsiteY7031"/>
                </a:cxn>
                <a:cxn ang="0">
                  <a:pos x="connsiteX7032" y="connsiteY7032"/>
                </a:cxn>
                <a:cxn ang="0">
                  <a:pos x="connsiteX7033" y="connsiteY7033"/>
                </a:cxn>
                <a:cxn ang="0">
                  <a:pos x="connsiteX7034" y="connsiteY7034"/>
                </a:cxn>
                <a:cxn ang="0">
                  <a:pos x="connsiteX7035" y="connsiteY7035"/>
                </a:cxn>
                <a:cxn ang="0">
                  <a:pos x="connsiteX7036" y="connsiteY7036"/>
                </a:cxn>
                <a:cxn ang="0">
                  <a:pos x="connsiteX7037" y="connsiteY7037"/>
                </a:cxn>
                <a:cxn ang="0">
                  <a:pos x="connsiteX7038" y="connsiteY7038"/>
                </a:cxn>
                <a:cxn ang="0">
                  <a:pos x="connsiteX7039" y="connsiteY7039"/>
                </a:cxn>
                <a:cxn ang="0">
                  <a:pos x="connsiteX7040" y="connsiteY7040"/>
                </a:cxn>
                <a:cxn ang="0">
                  <a:pos x="connsiteX7041" y="connsiteY7041"/>
                </a:cxn>
                <a:cxn ang="0">
                  <a:pos x="connsiteX7042" y="connsiteY7042"/>
                </a:cxn>
                <a:cxn ang="0">
                  <a:pos x="connsiteX7043" y="connsiteY7043"/>
                </a:cxn>
                <a:cxn ang="0">
                  <a:pos x="connsiteX7044" y="connsiteY7044"/>
                </a:cxn>
                <a:cxn ang="0">
                  <a:pos x="connsiteX7045" y="connsiteY7045"/>
                </a:cxn>
                <a:cxn ang="0">
                  <a:pos x="connsiteX7046" y="connsiteY7046"/>
                </a:cxn>
                <a:cxn ang="0">
                  <a:pos x="connsiteX7047" y="connsiteY7047"/>
                </a:cxn>
                <a:cxn ang="0">
                  <a:pos x="connsiteX7048" y="connsiteY7048"/>
                </a:cxn>
                <a:cxn ang="0">
                  <a:pos x="connsiteX7049" y="connsiteY7049"/>
                </a:cxn>
                <a:cxn ang="0">
                  <a:pos x="connsiteX7050" y="connsiteY7050"/>
                </a:cxn>
                <a:cxn ang="0">
                  <a:pos x="connsiteX7051" y="connsiteY7051"/>
                </a:cxn>
                <a:cxn ang="0">
                  <a:pos x="connsiteX7052" y="connsiteY7052"/>
                </a:cxn>
                <a:cxn ang="0">
                  <a:pos x="connsiteX7053" y="connsiteY7053"/>
                </a:cxn>
                <a:cxn ang="0">
                  <a:pos x="connsiteX7054" y="connsiteY7054"/>
                </a:cxn>
                <a:cxn ang="0">
                  <a:pos x="connsiteX7055" y="connsiteY7055"/>
                </a:cxn>
                <a:cxn ang="0">
                  <a:pos x="connsiteX7056" y="connsiteY7056"/>
                </a:cxn>
                <a:cxn ang="0">
                  <a:pos x="connsiteX7057" y="connsiteY7057"/>
                </a:cxn>
                <a:cxn ang="0">
                  <a:pos x="connsiteX7058" y="connsiteY7058"/>
                </a:cxn>
                <a:cxn ang="0">
                  <a:pos x="connsiteX7059" y="connsiteY7059"/>
                </a:cxn>
                <a:cxn ang="0">
                  <a:pos x="connsiteX7060" y="connsiteY7060"/>
                </a:cxn>
                <a:cxn ang="0">
                  <a:pos x="connsiteX7061" y="connsiteY7061"/>
                </a:cxn>
                <a:cxn ang="0">
                  <a:pos x="connsiteX7062" y="connsiteY7062"/>
                </a:cxn>
                <a:cxn ang="0">
                  <a:pos x="connsiteX7063" y="connsiteY7063"/>
                </a:cxn>
                <a:cxn ang="0">
                  <a:pos x="connsiteX7064" y="connsiteY7064"/>
                </a:cxn>
                <a:cxn ang="0">
                  <a:pos x="connsiteX7065" y="connsiteY7065"/>
                </a:cxn>
                <a:cxn ang="0">
                  <a:pos x="connsiteX7066" y="connsiteY7066"/>
                </a:cxn>
                <a:cxn ang="0">
                  <a:pos x="connsiteX7067" y="connsiteY7067"/>
                </a:cxn>
                <a:cxn ang="0">
                  <a:pos x="connsiteX7068" y="connsiteY7068"/>
                </a:cxn>
                <a:cxn ang="0">
                  <a:pos x="connsiteX7069" y="connsiteY7069"/>
                </a:cxn>
                <a:cxn ang="0">
                  <a:pos x="connsiteX7070" y="connsiteY7070"/>
                </a:cxn>
                <a:cxn ang="0">
                  <a:pos x="connsiteX7071" y="connsiteY7071"/>
                </a:cxn>
                <a:cxn ang="0">
                  <a:pos x="connsiteX7072" y="connsiteY7072"/>
                </a:cxn>
                <a:cxn ang="0">
                  <a:pos x="connsiteX7073" y="connsiteY7073"/>
                </a:cxn>
                <a:cxn ang="0">
                  <a:pos x="connsiteX7074" y="connsiteY7074"/>
                </a:cxn>
                <a:cxn ang="0">
                  <a:pos x="connsiteX7075" y="connsiteY7075"/>
                </a:cxn>
                <a:cxn ang="0">
                  <a:pos x="connsiteX7076" y="connsiteY7076"/>
                </a:cxn>
                <a:cxn ang="0">
                  <a:pos x="connsiteX7077" y="connsiteY7077"/>
                </a:cxn>
                <a:cxn ang="0">
                  <a:pos x="connsiteX7078" y="connsiteY7078"/>
                </a:cxn>
                <a:cxn ang="0">
                  <a:pos x="connsiteX7079" y="connsiteY7079"/>
                </a:cxn>
                <a:cxn ang="0">
                  <a:pos x="connsiteX7080" y="connsiteY7080"/>
                </a:cxn>
                <a:cxn ang="0">
                  <a:pos x="connsiteX7081" y="connsiteY7081"/>
                </a:cxn>
                <a:cxn ang="0">
                  <a:pos x="connsiteX7082" y="connsiteY7082"/>
                </a:cxn>
                <a:cxn ang="0">
                  <a:pos x="connsiteX7083" y="connsiteY7083"/>
                </a:cxn>
                <a:cxn ang="0">
                  <a:pos x="connsiteX7084" y="connsiteY7084"/>
                </a:cxn>
                <a:cxn ang="0">
                  <a:pos x="connsiteX7085" y="connsiteY7085"/>
                </a:cxn>
                <a:cxn ang="0">
                  <a:pos x="connsiteX7086" y="connsiteY7086"/>
                </a:cxn>
                <a:cxn ang="0">
                  <a:pos x="connsiteX7087" y="connsiteY7087"/>
                </a:cxn>
                <a:cxn ang="0">
                  <a:pos x="connsiteX7088" y="connsiteY7088"/>
                </a:cxn>
                <a:cxn ang="0">
                  <a:pos x="connsiteX7089" y="connsiteY7089"/>
                </a:cxn>
                <a:cxn ang="0">
                  <a:pos x="connsiteX7090" y="connsiteY7090"/>
                </a:cxn>
                <a:cxn ang="0">
                  <a:pos x="connsiteX7091" y="connsiteY7091"/>
                </a:cxn>
                <a:cxn ang="0">
                  <a:pos x="connsiteX7092" y="connsiteY7092"/>
                </a:cxn>
                <a:cxn ang="0">
                  <a:pos x="connsiteX7093" y="connsiteY7093"/>
                </a:cxn>
                <a:cxn ang="0">
                  <a:pos x="connsiteX7094" y="connsiteY7094"/>
                </a:cxn>
                <a:cxn ang="0">
                  <a:pos x="connsiteX7095" y="connsiteY7095"/>
                </a:cxn>
                <a:cxn ang="0">
                  <a:pos x="connsiteX7096" y="connsiteY7096"/>
                </a:cxn>
                <a:cxn ang="0">
                  <a:pos x="connsiteX7097" y="connsiteY7097"/>
                </a:cxn>
                <a:cxn ang="0">
                  <a:pos x="connsiteX7098" y="connsiteY7098"/>
                </a:cxn>
                <a:cxn ang="0">
                  <a:pos x="connsiteX7099" y="connsiteY7099"/>
                </a:cxn>
                <a:cxn ang="0">
                  <a:pos x="connsiteX7100" y="connsiteY7100"/>
                </a:cxn>
                <a:cxn ang="0">
                  <a:pos x="connsiteX7101" y="connsiteY7101"/>
                </a:cxn>
                <a:cxn ang="0">
                  <a:pos x="connsiteX7102" y="connsiteY7102"/>
                </a:cxn>
                <a:cxn ang="0">
                  <a:pos x="connsiteX7103" y="connsiteY7103"/>
                </a:cxn>
                <a:cxn ang="0">
                  <a:pos x="connsiteX7104" y="connsiteY7104"/>
                </a:cxn>
                <a:cxn ang="0">
                  <a:pos x="connsiteX7105" y="connsiteY7105"/>
                </a:cxn>
                <a:cxn ang="0">
                  <a:pos x="connsiteX7106" y="connsiteY7106"/>
                </a:cxn>
                <a:cxn ang="0">
                  <a:pos x="connsiteX7107" y="connsiteY7107"/>
                </a:cxn>
                <a:cxn ang="0">
                  <a:pos x="connsiteX7108" y="connsiteY7108"/>
                </a:cxn>
                <a:cxn ang="0">
                  <a:pos x="connsiteX7109" y="connsiteY7109"/>
                </a:cxn>
                <a:cxn ang="0">
                  <a:pos x="connsiteX7110" y="connsiteY7110"/>
                </a:cxn>
                <a:cxn ang="0">
                  <a:pos x="connsiteX7111" y="connsiteY7111"/>
                </a:cxn>
                <a:cxn ang="0">
                  <a:pos x="connsiteX7112" y="connsiteY7112"/>
                </a:cxn>
                <a:cxn ang="0">
                  <a:pos x="connsiteX7113" y="connsiteY7113"/>
                </a:cxn>
                <a:cxn ang="0">
                  <a:pos x="connsiteX7114" y="connsiteY7114"/>
                </a:cxn>
                <a:cxn ang="0">
                  <a:pos x="connsiteX7115" y="connsiteY7115"/>
                </a:cxn>
                <a:cxn ang="0">
                  <a:pos x="connsiteX7116" y="connsiteY7116"/>
                </a:cxn>
                <a:cxn ang="0">
                  <a:pos x="connsiteX7117" y="connsiteY7117"/>
                </a:cxn>
                <a:cxn ang="0">
                  <a:pos x="connsiteX7118" y="connsiteY7118"/>
                </a:cxn>
                <a:cxn ang="0">
                  <a:pos x="connsiteX7119" y="connsiteY7119"/>
                </a:cxn>
                <a:cxn ang="0">
                  <a:pos x="connsiteX7120" y="connsiteY7120"/>
                </a:cxn>
                <a:cxn ang="0">
                  <a:pos x="connsiteX7121" y="connsiteY7121"/>
                </a:cxn>
                <a:cxn ang="0">
                  <a:pos x="connsiteX7122" y="connsiteY7122"/>
                </a:cxn>
                <a:cxn ang="0">
                  <a:pos x="connsiteX7123" y="connsiteY7123"/>
                </a:cxn>
                <a:cxn ang="0">
                  <a:pos x="connsiteX7124" y="connsiteY7124"/>
                </a:cxn>
                <a:cxn ang="0">
                  <a:pos x="connsiteX7125" y="connsiteY7125"/>
                </a:cxn>
                <a:cxn ang="0">
                  <a:pos x="connsiteX7126" y="connsiteY7126"/>
                </a:cxn>
                <a:cxn ang="0">
                  <a:pos x="connsiteX7127" y="connsiteY7127"/>
                </a:cxn>
                <a:cxn ang="0">
                  <a:pos x="connsiteX7128" y="connsiteY7128"/>
                </a:cxn>
                <a:cxn ang="0">
                  <a:pos x="connsiteX7129" y="connsiteY7129"/>
                </a:cxn>
                <a:cxn ang="0">
                  <a:pos x="connsiteX7130" y="connsiteY7130"/>
                </a:cxn>
                <a:cxn ang="0">
                  <a:pos x="connsiteX7131" y="connsiteY7131"/>
                </a:cxn>
                <a:cxn ang="0">
                  <a:pos x="connsiteX7132" y="connsiteY7132"/>
                </a:cxn>
                <a:cxn ang="0">
                  <a:pos x="connsiteX7133" y="connsiteY7133"/>
                </a:cxn>
                <a:cxn ang="0">
                  <a:pos x="connsiteX7134" y="connsiteY7134"/>
                </a:cxn>
                <a:cxn ang="0">
                  <a:pos x="connsiteX7135" y="connsiteY7135"/>
                </a:cxn>
                <a:cxn ang="0">
                  <a:pos x="connsiteX7136" y="connsiteY7136"/>
                </a:cxn>
                <a:cxn ang="0">
                  <a:pos x="connsiteX7137" y="connsiteY7137"/>
                </a:cxn>
                <a:cxn ang="0">
                  <a:pos x="connsiteX7138" y="connsiteY7138"/>
                </a:cxn>
                <a:cxn ang="0">
                  <a:pos x="connsiteX7139" y="connsiteY7139"/>
                </a:cxn>
                <a:cxn ang="0">
                  <a:pos x="connsiteX7140" y="connsiteY7140"/>
                </a:cxn>
                <a:cxn ang="0">
                  <a:pos x="connsiteX7141" y="connsiteY7141"/>
                </a:cxn>
                <a:cxn ang="0">
                  <a:pos x="connsiteX7142" y="connsiteY7142"/>
                </a:cxn>
                <a:cxn ang="0">
                  <a:pos x="connsiteX7143" y="connsiteY7143"/>
                </a:cxn>
                <a:cxn ang="0">
                  <a:pos x="connsiteX7144" y="connsiteY7144"/>
                </a:cxn>
                <a:cxn ang="0">
                  <a:pos x="connsiteX7145" y="connsiteY7145"/>
                </a:cxn>
                <a:cxn ang="0">
                  <a:pos x="connsiteX7146" y="connsiteY7146"/>
                </a:cxn>
                <a:cxn ang="0">
                  <a:pos x="connsiteX7147" y="connsiteY7147"/>
                </a:cxn>
                <a:cxn ang="0">
                  <a:pos x="connsiteX7148" y="connsiteY7148"/>
                </a:cxn>
                <a:cxn ang="0">
                  <a:pos x="connsiteX7149" y="connsiteY7149"/>
                </a:cxn>
                <a:cxn ang="0">
                  <a:pos x="connsiteX7150" y="connsiteY7150"/>
                </a:cxn>
                <a:cxn ang="0">
                  <a:pos x="connsiteX7151" y="connsiteY7151"/>
                </a:cxn>
                <a:cxn ang="0">
                  <a:pos x="connsiteX7152" y="connsiteY7152"/>
                </a:cxn>
                <a:cxn ang="0">
                  <a:pos x="connsiteX7153" y="connsiteY7153"/>
                </a:cxn>
                <a:cxn ang="0">
                  <a:pos x="connsiteX7154" y="connsiteY7154"/>
                </a:cxn>
                <a:cxn ang="0">
                  <a:pos x="connsiteX7155" y="connsiteY7155"/>
                </a:cxn>
                <a:cxn ang="0">
                  <a:pos x="connsiteX7156" y="connsiteY7156"/>
                </a:cxn>
                <a:cxn ang="0">
                  <a:pos x="connsiteX7157" y="connsiteY7157"/>
                </a:cxn>
                <a:cxn ang="0">
                  <a:pos x="connsiteX7158" y="connsiteY7158"/>
                </a:cxn>
                <a:cxn ang="0">
                  <a:pos x="connsiteX7159" y="connsiteY7159"/>
                </a:cxn>
                <a:cxn ang="0">
                  <a:pos x="connsiteX7160" y="connsiteY7160"/>
                </a:cxn>
                <a:cxn ang="0">
                  <a:pos x="connsiteX7161" y="connsiteY7161"/>
                </a:cxn>
                <a:cxn ang="0">
                  <a:pos x="connsiteX7162" y="connsiteY7162"/>
                </a:cxn>
                <a:cxn ang="0">
                  <a:pos x="connsiteX7163" y="connsiteY7163"/>
                </a:cxn>
                <a:cxn ang="0">
                  <a:pos x="connsiteX7164" y="connsiteY7164"/>
                </a:cxn>
                <a:cxn ang="0">
                  <a:pos x="connsiteX7165" y="connsiteY7165"/>
                </a:cxn>
                <a:cxn ang="0">
                  <a:pos x="connsiteX7166" y="connsiteY7166"/>
                </a:cxn>
                <a:cxn ang="0">
                  <a:pos x="connsiteX7167" y="connsiteY7167"/>
                </a:cxn>
                <a:cxn ang="0">
                  <a:pos x="connsiteX7168" y="connsiteY7168"/>
                </a:cxn>
                <a:cxn ang="0">
                  <a:pos x="connsiteX7169" y="connsiteY7169"/>
                </a:cxn>
                <a:cxn ang="0">
                  <a:pos x="connsiteX7170" y="connsiteY7170"/>
                </a:cxn>
                <a:cxn ang="0">
                  <a:pos x="connsiteX7171" y="connsiteY7171"/>
                </a:cxn>
                <a:cxn ang="0">
                  <a:pos x="connsiteX7172" y="connsiteY7172"/>
                </a:cxn>
                <a:cxn ang="0">
                  <a:pos x="connsiteX7173" y="connsiteY7173"/>
                </a:cxn>
                <a:cxn ang="0">
                  <a:pos x="connsiteX7174" y="connsiteY7174"/>
                </a:cxn>
                <a:cxn ang="0">
                  <a:pos x="connsiteX7175" y="connsiteY7175"/>
                </a:cxn>
                <a:cxn ang="0">
                  <a:pos x="connsiteX7176" y="connsiteY7176"/>
                </a:cxn>
                <a:cxn ang="0">
                  <a:pos x="connsiteX7177" y="connsiteY7177"/>
                </a:cxn>
                <a:cxn ang="0">
                  <a:pos x="connsiteX7178" y="connsiteY7178"/>
                </a:cxn>
                <a:cxn ang="0">
                  <a:pos x="connsiteX7179" y="connsiteY7179"/>
                </a:cxn>
                <a:cxn ang="0">
                  <a:pos x="connsiteX7180" y="connsiteY7180"/>
                </a:cxn>
                <a:cxn ang="0">
                  <a:pos x="connsiteX7181" y="connsiteY7181"/>
                </a:cxn>
                <a:cxn ang="0">
                  <a:pos x="connsiteX7182" y="connsiteY7182"/>
                </a:cxn>
                <a:cxn ang="0">
                  <a:pos x="connsiteX7183" y="connsiteY7183"/>
                </a:cxn>
                <a:cxn ang="0">
                  <a:pos x="connsiteX7184" y="connsiteY7184"/>
                </a:cxn>
                <a:cxn ang="0">
                  <a:pos x="connsiteX7185" y="connsiteY7185"/>
                </a:cxn>
                <a:cxn ang="0">
                  <a:pos x="connsiteX7186" y="connsiteY7186"/>
                </a:cxn>
                <a:cxn ang="0">
                  <a:pos x="connsiteX7187" y="connsiteY7187"/>
                </a:cxn>
                <a:cxn ang="0">
                  <a:pos x="connsiteX7188" y="connsiteY7188"/>
                </a:cxn>
                <a:cxn ang="0">
                  <a:pos x="connsiteX7189" y="connsiteY7189"/>
                </a:cxn>
                <a:cxn ang="0">
                  <a:pos x="connsiteX7190" y="connsiteY7190"/>
                </a:cxn>
                <a:cxn ang="0">
                  <a:pos x="connsiteX7191" y="connsiteY7191"/>
                </a:cxn>
                <a:cxn ang="0">
                  <a:pos x="connsiteX7192" y="connsiteY7192"/>
                </a:cxn>
                <a:cxn ang="0">
                  <a:pos x="connsiteX7193" y="connsiteY7193"/>
                </a:cxn>
                <a:cxn ang="0">
                  <a:pos x="connsiteX7194" y="connsiteY7194"/>
                </a:cxn>
                <a:cxn ang="0">
                  <a:pos x="connsiteX7195" y="connsiteY7195"/>
                </a:cxn>
                <a:cxn ang="0">
                  <a:pos x="connsiteX7196" y="connsiteY7196"/>
                </a:cxn>
                <a:cxn ang="0">
                  <a:pos x="connsiteX7197" y="connsiteY7197"/>
                </a:cxn>
                <a:cxn ang="0">
                  <a:pos x="connsiteX7198" y="connsiteY7198"/>
                </a:cxn>
                <a:cxn ang="0">
                  <a:pos x="connsiteX7199" y="connsiteY7199"/>
                </a:cxn>
                <a:cxn ang="0">
                  <a:pos x="connsiteX7200" y="connsiteY7200"/>
                </a:cxn>
                <a:cxn ang="0">
                  <a:pos x="connsiteX7201" y="connsiteY7201"/>
                </a:cxn>
                <a:cxn ang="0">
                  <a:pos x="connsiteX7202" y="connsiteY7202"/>
                </a:cxn>
                <a:cxn ang="0">
                  <a:pos x="connsiteX7203" y="connsiteY7203"/>
                </a:cxn>
                <a:cxn ang="0">
                  <a:pos x="connsiteX7204" y="connsiteY7204"/>
                </a:cxn>
                <a:cxn ang="0">
                  <a:pos x="connsiteX7205" y="connsiteY7205"/>
                </a:cxn>
                <a:cxn ang="0">
                  <a:pos x="connsiteX7206" y="connsiteY7206"/>
                </a:cxn>
                <a:cxn ang="0">
                  <a:pos x="connsiteX7207" y="connsiteY7207"/>
                </a:cxn>
                <a:cxn ang="0">
                  <a:pos x="connsiteX7208" y="connsiteY7208"/>
                </a:cxn>
                <a:cxn ang="0">
                  <a:pos x="connsiteX7209" y="connsiteY7209"/>
                </a:cxn>
                <a:cxn ang="0">
                  <a:pos x="connsiteX7210" y="connsiteY7210"/>
                </a:cxn>
                <a:cxn ang="0">
                  <a:pos x="connsiteX7211" y="connsiteY7211"/>
                </a:cxn>
                <a:cxn ang="0">
                  <a:pos x="connsiteX7212" y="connsiteY7212"/>
                </a:cxn>
                <a:cxn ang="0">
                  <a:pos x="connsiteX7213" y="connsiteY7213"/>
                </a:cxn>
                <a:cxn ang="0">
                  <a:pos x="connsiteX7214" y="connsiteY7214"/>
                </a:cxn>
                <a:cxn ang="0">
                  <a:pos x="connsiteX7215" y="connsiteY7215"/>
                </a:cxn>
                <a:cxn ang="0">
                  <a:pos x="connsiteX7216" y="connsiteY7216"/>
                </a:cxn>
                <a:cxn ang="0">
                  <a:pos x="connsiteX7217" y="connsiteY7217"/>
                </a:cxn>
                <a:cxn ang="0">
                  <a:pos x="connsiteX7218" y="connsiteY7218"/>
                </a:cxn>
                <a:cxn ang="0">
                  <a:pos x="connsiteX7219" y="connsiteY7219"/>
                </a:cxn>
                <a:cxn ang="0">
                  <a:pos x="connsiteX7220" y="connsiteY7220"/>
                </a:cxn>
                <a:cxn ang="0">
                  <a:pos x="connsiteX7221" y="connsiteY7221"/>
                </a:cxn>
                <a:cxn ang="0">
                  <a:pos x="connsiteX7222" y="connsiteY7222"/>
                </a:cxn>
                <a:cxn ang="0">
                  <a:pos x="connsiteX7223" y="connsiteY7223"/>
                </a:cxn>
                <a:cxn ang="0">
                  <a:pos x="connsiteX7224" y="connsiteY7224"/>
                </a:cxn>
                <a:cxn ang="0">
                  <a:pos x="connsiteX7225" y="connsiteY7225"/>
                </a:cxn>
                <a:cxn ang="0">
                  <a:pos x="connsiteX7226" y="connsiteY7226"/>
                </a:cxn>
                <a:cxn ang="0">
                  <a:pos x="connsiteX7227" y="connsiteY7227"/>
                </a:cxn>
                <a:cxn ang="0">
                  <a:pos x="connsiteX7228" y="connsiteY7228"/>
                </a:cxn>
                <a:cxn ang="0">
                  <a:pos x="connsiteX7229" y="connsiteY7229"/>
                </a:cxn>
                <a:cxn ang="0">
                  <a:pos x="connsiteX7230" y="connsiteY7230"/>
                </a:cxn>
                <a:cxn ang="0">
                  <a:pos x="connsiteX7231" y="connsiteY7231"/>
                </a:cxn>
                <a:cxn ang="0">
                  <a:pos x="connsiteX7232" y="connsiteY7232"/>
                </a:cxn>
                <a:cxn ang="0">
                  <a:pos x="connsiteX7233" y="connsiteY7233"/>
                </a:cxn>
                <a:cxn ang="0">
                  <a:pos x="connsiteX7234" y="connsiteY7234"/>
                </a:cxn>
                <a:cxn ang="0">
                  <a:pos x="connsiteX7235" y="connsiteY7235"/>
                </a:cxn>
                <a:cxn ang="0">
                  <a:pos x="connsiteX7236" y="connsiteY7236"/>
                </a:cxn>
                <a:cxn ang="0">
                  <a:pos x="connsiteX7237" y="connsiteY7237"/>
                </a:cxn>
                <a:cxn ang="0">
                  <a:pos x="connsiteX7238" y="connsiteY7238"/>
                </a:cxn>
                <a:cxn ang="0">
                  <a:pos x="connsiteX7239" y="connsiteY7239"/>
                </a:cxn>
                <a:cxn ang="0">
                  <a:pos x="connsiteX7240" y="connsiteY7240"/>
                </a:cxn>
                <a:cxn ang="0">
                  <a:pos x="connsiteX7241" y="connsiteY7241"/>
                </a:cxn>
                <a:cxn ang="0">
                  <a:pos x="connsiteX7242" y="connsiteY7242"/>
                </a:cxn>
                <a:cxn ang="0">
                  <a:pos x="connsiteX7243" y="connsiteY7243"/>
                </a:cxn>
                <a:cxn ang="0">
                  <a:pos x="connsiteX7244" y="connsiteY7244"/>
                </a:cxn>
                <a:cxn ang="0">
                  <a:pos x="connsiteX7245" y="connsiteY7245"/>
                </a:cxn>
                <a:cxn ang="0">
                  <a:pos x="connsiteX7246" y="connsiteY7246"/>
                </a:cxn>
                <a:cxn ang="0">
                  <a:pos x="connsiteX7247" y="connsiteY7247"/>
                </a:cxn>
                <a:cxn ang="0">
                  <a:pos x="connsiteX7248" y="connsiteY7248"/>
                </a:cxn>
                <a:cxn ang="0">
                  <a:pos x="connsiteX7249" y="connsiteY7249"/>
                </a:cxn>
                <a:cxn ang="0">
                  <a:pos x="connsiteX7250" y="connsiteY7250"/>
                </a:cxn>
                <a:cxn ang="0">
                  <a:pos x="connsiteX7251" y="connsiteY7251"/>
                </a:cxn>
                <a:cxn ang="0">
                  <a:pos x="connsiteX7252" y="connsiteY7252"/>
                </a:cxn>
                <a:cxn ang="0">
                  <a:pos x="connsiteX7253" y="connsiteY7253"/>
                </a:cxn>
                <a:cxn ang="0">
                  <a:pos x="connsiteX7254" y="connsiteY7254"/>
                </a:cxn>
                <a:cxn ang="0">
                  <a:pos x="connsiteX7255" y="connsiteY7255"/>
                </a:cxn>
                <a:cxn ang="0">
                  <a:pos x="connsiteX7256" y="connsiteY7256"/>
                </a:cxn>
                <a:cxn ang="0">
                  <a:pos x="connsiteX7257" y="connsiteY7257"/>
                </a:cxn>
                <a:cxn ang="0">
                  <a:pos x="connsiteX7258" y="connsiteY7258"/>
                </a:cxn>
                <a:cxn ang="0">
                  <a:pos x="connsiteX7259" y="connsiteY7259"/>
                </a:cxn>
                <a:cxn ang="0">
                  <a:pos x="connsiteX7260" y="connsiteY7260"/>
                </a:cxn>
                <a:cxn ang="0">
                  <a:pos x="connsiteX7261" y="connsiteY7261"/>
                </a:cxn>
                <a:cxn ang="0">
                  <a:pos x="connsiteX7262" y="connsiteY7262"/>
                </a:cxn>
                <a:cxn ang="0">
                  <a:pos x="connsiteX7263" y="connsiteY7263"/>
                </a:cxn>
                <a:cxn ang="0">
                  <a:pos x="connsiteX7264" y="connsiteY7264"/>
                </a:cxn>
                <a:cxn ang="0">
                  <a:pos x="connsiteX7265" y="connsiteY7265"/>
                </a:cxn>
                <a:cxn ang="0">
                  <a:pos x="connsiteX7266" y="connsiteY7266"/>
                </a:cxn>
                <a:cxn ang="0">
                  <a:pos x="connsiteX7267" y="connsiteY7267"/>
                </a:cxn>
                <a:cxn ang="0">
                  <a:pos x="connsiteX7268" y="connsiteY7268"/>
                </a:cxn>
                <a:cxn ang="0">
                  <a:pos x="connsiteX7269" y="connsiteY7269"/>
                </a:cxn>
                <a:cxn ang="0">
                  <a:pos x="connsiteX7270" y="connsiteY7270"/>
                </a:cxn>
                <a:cxn ang="0">
                  <a:pos x="connsiteX7271" y="connsiteY7271"/>
                </a:cxn>
                <a:cxn ang="0">
                  <a:pos x="connsiteX7272" y="connsiteY7272"/>
                </a:cxn>
                <a:cxn ang="0">
                  <a:pos x="connsiteX7273" y="connsiteY7273"/>
                </a:cxn>
                <a:cxn ang="0">
                  <a:pos x="connsiteX7274" y="connsiteY7274"/>
                </a:cxn>
                <a:cxn ang="0">
                  <a:pos x="connsiteX7275" y="connsiteY7275"/>
                </a:cxn>
                <a:cxn ang="0">
                  <a:pos x="connsiteX7276" y="connsiteY7276"/>
                </a:cxn>
                <a:cxn ang="0">
                  <a:pos x="connsiteX7277" y="connsiteY7277"/>
                </a:cxn>
                <a:cxn ang="0">
                  <a:pos x="connsiteX7278" y="connsiteY7278"/>
                </a:cxn>
                <a:cxn ang="0">
                  <a:pos x="connsiteX7279" y="connsiteY7279"/>
                </a:cxn>
                <a:cxn ang="0">
                  <a:pos x="connsiteX7280" y="connsiteY7280"/>
                </a:cxn>
                <a:cxn ang="0">
                  <a:pos x="connsiteX7281" y="connsiteY7281"/>
                </a:cxn>
                <a:cxn ang="0">
                  <a:pos x="connsiteX7282" y="connsiteY7282"/>
                </a:cxn>
                <a:cxn ang="0">
                  <a:pos x="connsiteX7283" y="connsiteY7283"/>
                </a:cxn>
                <a:cxn ang="0">
                  <a:pos x="connsiteX7284" y="connsiteY7284"/>
                </a:cxn>
                <a:cxn ang="0">
                  <a:pos x="connsiteX7285" y="connsiteY7285"/>
                </a:cxn>
                <a:cxn ang="0">
                  <a:pos x="connsiteX7286" y="connsiteY7286"/>
                </a:cxn>
                <a:cxn ang="0">
                  <a:pos x="connsiteX7287" y="connsiteY7287"/>
                </a:cxn>
                <a:cxn ang="0">
                  <a:pos x="connsiteX7288" y="connsiteY7288"/>
                </a:cxn>
                <a:cxn ang="0">
                  <a:pos x="connsiteX7289" y="connsiteY7289"/>
                </a:cxn>
                <a:cxn ang="0">
                  <a:pos x="connsiteX7290" y="connsiteY7290"/>
                </a:cxn>
                <a:cxn ang="0">
                  <a:pos x="connsiteX7291" y="connsiteY7291"/>
                </a:cxn>
                <a:cxn ang="0">
                  <a:pos x="connsiteX7292" y="connsiteY7292"/>
                </a:cxn>
                <a:cxn ang="0">
                  <a:pos x="connsiteX7293" y="connsiteY7293"/>
                </a:cxn>
                <a:cxn ang="0">
                  <a:pos x="connsiteX7294" y="connsiteY7294"/>
                </a:cxn>
                <a:cxn ang="0">
                  <a:pos x="connsiteX7295" y="connsiteY7295"/>
                </a:cxn>
                <a:cxn ang="0">
                  <a:pos x="connsiteX7296" y="connsiteY7296"/>
                </a:cxn>
                <a:cxn ang="0">
                  <a:pos x="connsiteX7297" y="connsiteY7297"/>
                </a:cxn>
                <a:cxn ang="0">
                  <a:pos x="connsiteX7298" y="connsiteY7298"/>
                </a:cxn>
                <a:cxn ang="0">
                  <a:pos x="connsiteX7299" y="connsiteY7299"/>
                </a:cxn>
                <a:cxn ang="0">
                  <a:pos x="connsiteX7300" y="connsiteY7300"/>
                </a:cxn>
                <a:cxn ang="0">
                  <a:pos x="connsiteX7301" y="connsiteY7301"/>
                </a:cxn>
                <a:cxn ang="0">
                  <a:pos x="connsiteX7302" y="connsiteY7302"/>
                </a:cxn>
                <a:cxn ang="0">
                  <a:pos x="connsiteX7303" y="connsiteY7303"/>
                </a:cxn>
                <a:cxn ang="0">
                  <a:pos x="connsiteX7304" y="connsiteY7304"/>
                </a:cxn>
                <a:cxn ang="0">
                  <a:pos x="connsiteX7305" y="connsiteY7305"/>
                </a:cxn>
                <a:cxn ang="0">
                  <a:pos x="connsiteX7306" y="connsiteY7306"/>
                </a:cxn>
                <a:cxn ang="0">
                  <a:pos x="connsiteX7307" y="connsiteY7307"/>
                </a:cxn>
                <a:cxn ang="0">
                  <a:pos x="connsiteX7308" y="connsiteY7308"/>
                </a:cxn>
                <a:cxn ang="0">
                  <a:pos x="connsiteX7309" y="connsiteY7309"/>
                </a:cxn>
                <a:cxn ang="0">
                  <a:pos x="connsiteX7310" y="connsiteY7310"/>
                </a:cxn>
                <a:cxn ang="0">
                  <a:pos x="connsiteX7311" y="connsiteY7311"/>
                </a:cxn>
                <a:cxn ang="0">
                  <a:pos x="connsiteX7312" y="connsiteY7312"/>
                </a:cxn>
                <a:cxn ang="0">
                  <a:pos x="connsiteX7313" y="connsiteY7313"/>
                </a:cxn>
                <a:cxn ang="0">
                  <a:pos x="connsiteX7314" y="connsiteY7314"/>
                </a:cxn>
                <a:cxn ang="0">
                  <a:pos x="connsiteX7315" y="connsiteY7315"/>
                </a:cxn>
                <a:cxn ang="0">
                  <a:pos x="connsiteX7316" y="connsiteY7316"/>
                </a:cxn>
                <a:cxn ang="0">
                  <a:pos x="connsiteX7317" y="connsiteY7317"/>
                </a:cxn>
                <a:cxn ang="0">
                  <a:pos x="connsiteX7318" y="connsiteY7318"/>
                </a:cxn>
                <a:cxn ang="0">
                  <a:pos x="connsiteX7319" y="connsiteY7319"/>
                </a:cxn>
                <a:cxn ang="0">
                  <a:pos x="connsiteX7320" y="connsiteY7320"/>
                </a:cxn>
                <a:cxn ang="0">
                  <a:pos x="connsiteX7321" y="connsiteY7321"/>
                </a:cxn>
                <a:cxn ang="0">
                  <a:pos x="connsiteX7322" y="connsiteY7322"/>
                </a:cxn>
                <a:cxn ang="0">
                  <a:pos x="connsiteX7323" y="connsiteY7323"/>
                </a:cxn>
                <a:cxn ang="0">
                  <a:pos x="connsiteX7324" y="connsiteY7324"/>
                </a:cxn>
                <a:cxn ang="0">
                  <a:pos x="connsiteX7325" y="connsiteY7325"/>
                </a:cxn>
                <a:cxn ang="0">
                  <a:pos x="connsiteX7326" y="connsiteY7326"/>
                </a:cxn>
                <a:cxn ang="0">
                  <a:pos x="connsiteX7327" y="connsiteY7327"/>
                </a:cxn>
                <a:cxn ang="0">
                  <a:pos x="connsiteX7328" y="connsiteY7328"/>
                </a:cxn>
                <a:cxn ang="0">
                  <a:pos x="connsiteX7329" y="connsiteY7329"/>
                </a:cxn>
                <a:cxn ang="0">
                  <a:pos x="connsiteX7330" y="connsiteY7330"/>
                </a:cxn>
                <a:cxn ang="0">
                  <a:pos x="connsiteX7331" y="connsiteY7331"/>
                </a:cxn>
                <a:cxn ang="0">
                  <a:pos x="connsiteX7332" y="connsiteY7332"/>
                </a:cxn>
                <a:cxn ang="0">
                  <a:pos x="connsiteX7333" y="connsiteY7333"/>
                </a:cxn>
                <a:cxn ang="0">
                  <a:pos x="connsiteX7334" y="connsiteY7334"/>
                </a:cxn>
                <a:cxn ang="0">
                  <a:pos x="connsiteX7335" y="connsiteY7335"/>
                </a:cxn>
                <a:cxn ang="0">
                  <a:pos x="connsiteX7336" y="connsiteY7336"/>
                </a:cxn>
                <a:cxn ang="0">
                  <a:pos x="connsiteX7337" y="connsiteY7337"/>
                </a:cxn>
                <a:cxn ang="0">
                  <a:pos x="connsiteX7338" y="connsiteY7338"/>
                </a:cxn>
                <a:cxn ang="0">
                  <a:pos x="connsiteX7339" y="connsiteY7339"/>
                </a:cxn>
                <a:cxn ang="0">
                  <a:pos x="connsiteX7340" y="connsiteY7340"/>
                </a:cxn>
                <a:cxn ang="0">
                  <a:pos x="connsiteX7341" y="connsiteY7341"/>
                </a:cxn>
                <a:cxn ang="0">
                  <a:pos x="connsiteX7342" y="connsiteY7342"/>
                </a:cxn>
                <a:cxn ang="0">
                  <a:pos x="connsiteX7343" y="connsiteY7343"/>
                </a:cxn>
                <a:cxn ang="0">
                  <a:pos x="connsiteX7344" y="connsiteY7344"/>
                </a:cxn>
                <a:cxn ang="0">
                  <a:pos x="connsiteX7345" y="connsiteY7345"/>
                </a:cxn>
                <a:cxn ang="0">
                  <a:pos x="connsiteX7346" y="connsiteY7346"/>
                </a:cxn>
                <a:cxn ang="0">
                  <a:pos x="connsiteX7347" y="connsiteY7347"/>
                </a:cxn>
                <a:cxn ang="0">
                  <a:pos x="connsiteX7348" y="connsiteY7348"/>
                </a:cxn>
                <a:cxn ang="0">
                  <a:pos x="connsiteX7349" y="connsiteY7349"/>
                </a:cxn>
                <a:cxn ang="0">
                  <a:pos x="connsiteX7350" y="connsiteY7350"/>
                </a:cxn>
                <a:cxn ang="0">
                  <a:pos x="connsiteX7351" y="connsiteY7351"/>
                </a:cxn>
                <a:cxn ang="0">
                  <a:pos x="connsiteX7352" y="connsiteY7352"/>
                </a:cxn>
                <a:cxn ang="0">
                  <a:pos x="connsiteX7353" y="connsiteY7353"/>
                </a:cxn>
                <a:cxn ang="0">
                  <a:pos x="connsiteX7354" y="connsiteY7354"/>
                </a:cxn>
                <a:cxn ang="0">
                  <a:pos x="connsiteX7355" y="connsiteY7355"/>
                </a:cxn>
                <a:cxn ang="0">
                  <a:pos x="connsiteX7356" y="connsiteY7356"/>
                </a:cxn>
                <a:cxn ang="0">
                  <a:pos x="connsiteX7357" y="connsiteY7357"/>
                </a:cxn>
                <a:cxn ang="0">
                  <a:pos x="connsiteX7358" y="connsiteY7358"/>
                </a:cxn>
                <a:cxn ang="0">
                  <a:pos x="connsiteX7359" y="connsiteY7359"/>
                </a:cxn>
                <a:cxn ang="0">
                  <a:pos x="connsiteX7360" y="connsiteY7360"/>
                </a:cxn>
                <a:cxn ang="0">
                  <a:pos x="connsiteX7361" y="connsiteY7361"/>
                </a:cxn>
                <a:cxn ang="0">
                  <a:pos x="connsiteX7362" y="connsiteY7362"/>
                </a:cxn>
                <a:cxn ang="0">
                  <a:pos x="connsiteX7363" y="connsiteY7363"/>
                </a:cxn>
                <a:cxn ang="0">
                  <a:pos x="connsiteX7364" y="connsiteY7364"/>
                </a:cxn>
                <a:cxn ang="0">
                  <a:pos x="connsiteX7365" y="connsiteY7365"/>
                </a:cxn>
                <a:cxn ang="0">
                  <a:pos x="connsiteX7366" y="connsiteY7366"/>
                </a:cxn>
                <a:cxn ang="0">
                  <a:pos x="connsiteX7367" y="connsiteY7367"/>
                </a:cxn>
                <a:cxn ang="0">
                  <a:pos x="connsiteX7368" y="connsiteY7368"/>
                </a:cxn>
                <a:cxn ang="0">
                  <a:pos x="connsiteX7369" y="connsiteY7369"/>
                </a:cxn>
                <a:cxn ang="0">
                  <a:pos x="connsiteX7370" y="connsiteY7370"/>
                </a:cxn>
                <a:cxn ang="0">
                  <a:pos x="connsiteX7371" y="connsiteY7371"/>
                </a:cxn>
                <a:cxn ang="0">
                  <a:pos x="connsiteX7372" y="connsiteY7372"/>
                </a:cxn>
                <a:cxn ang="0">
                  <a:pos x="connsiteX7373" y="connsiteY7373"/>
                </a:cxn>
                <a:cxn ang="0">
                  <a:pos x="connsiteX7374" y="connsiteY7374"/>
                </a:cxn>
                <a:cxn ang="0">
                  <a:pos x="connsiteX7375" y="connsiteY7375"/>
                </a:cxn>
                <a:cxn ang="0">
                  <a:pos x="connsiteX7376" y="connsiteY7376"/>
                </a:cxn>
                <a:cxn ang="0">
                  <a:pos x="connsiteX7377" y="connsiteY7377"/>
                </a:cxn>
                <a:cxn ang="0">
                  <a:pos x="connsiteX7378" y="connsiteY7378"/>
                </a:cxn>
                <a:cxn ang="0">
                  <a:pos x="connsiteX7379" y="connsiteY7379"/>
                </a:cxn>
                <a:cxn ang="0">
                  <a:pos x="connsiteX7380" y="connsiteY7380"/>
                </a:cxn>
                <a:cxn ang="0">
                  <a:pos x="connsiteX7381" y="connsiteY7381"/>
                </a:cxn>
                <a:cxn ang="0">
                  <a:pos x="connsiteX7382" y="connsiteY7382"/>
                </a:cxn>
                <a:cxn ang="0">
                  <a:pos x="connsiteX7383" y="connsiteY7383"/>
                </a:cxn>
                <a:cxn ang="0">
                  <a:pos x="connsiteX7384" y="connsiteY7384"/>
                </a:cxn>
                <a:cxn ang="0">
                  <a:pos x="connsiteX7385" y="connsiteY7385"/>
                </a:cxn>
                <a:cxn ang="0">
                  <a:pos x="connsiteX7386" y="connsiteY7386"/>
                </a:cxn>
                <a:cxn ang="0">
                  <a:pos x="connsiteX7387" y="connsiteY7387"/>
                </a:cxn>
                <a:cxn ang="0">
                  <a:pos x="connsiteX7388" y="connsiteY7388"/>
                </a:cxn>
                <a:cxn ang="0">
                  <a:pos x="connsiteX7389" y="connsiteY7389"/>
                </a:cxn>
                <a:cxn ang="0">
                  <a:pos x="connsiteX7390" y="connsiteY7390"/>
                </a:cxn>
                <a:cxn ang="0">
                  <a:pos x="connsiteX7391" y="connsiteY7391"/>
                </a:cxn>
                <a:cxn ang="0">
                  <a:pos x="connsiteX7392" y="connsiteY7392"/>
                </a:cxn>
                <a:cxn ang="0">
                  <a:pos x="connsiteX7393" y="connsiteY7393"/>
                </a:cxn>
                <a:cxn ang="0">
                  <a:pos x="connsiteX7394" y="connsiteY7394"/>
                </a:cxn>
                <a:cxn ang="0">
                  <a:pos x="connsiteX7395" y="connsiteY7395"/>
                </a:cxn>
                <a:cxn ang="0">
                  <a:pos x="connsiteX7396" y="connsiteY7396"/>
                </a:cxn>
                <a:cxn ang="0">
                  <a:pos x="connsiteX7397" y="connsiteY7397"/>
                </a:cxn>
                <a:cxn ang="0">
                  <a:pos x="connsiteX7398" y="connsiteY7398"/>
                </a:cxn>
                <a:cxn ang="0">
                  <a:pos x="connsiteX7399" y="connsiteY7399"/>
                </a:cxn>
                <a:cxn ang="0">
                  <a:pos x="connsiteX7400" y="connsiteY7400"/>
                </a:cxn>
                <a:cxn ang="0">
                  <a:pos x="connsiteX7401" y="connsiteY7401"/>
                </a:cxn>
                <a:cxn ang="0">
                  <a:pos x="connsiteX7402" y="connsiteY7402"/>
                </a:cxn>
                <a:cxn ang="0">
                  <a:pos x="connsiteX7403" y="connsiteY7403"/>
                </a:cxn>
                <a:cxn ang="0">
                  <a:pos x="connsiteX7404" y="connsiteY7404"/>
                </a:cxn>
                <a:cxn ang="0">
                  <a:pos x="connsiteX7405" y="connsiteY7405"/>
                </a:cxn>
                <a:cxn ang="0">
                  <a:pos x="connsiteX7406" y="connsiteY7406"/>
                </a:cxn>
                <a:cxn ang="0">
                  <a:pos x="connsiteX7407" y="connsiteY7407"/>
                </a:cxn>
                <a:cxn ang="0">
                  <a:pos x="connsiteX7408" y="connsiteY7408"/>
                </a:cxn>
                <a:cxn ang="0">
                  <a:pos x="connsiteX7409" y="connsiteY7409"/>
                </a:cxn>
                <a:cxn ang="0">
                  <a:pos x="connsiteX7410" y="connsiteY7410"/>
                </a:cxn>
                <a:cxn ang="0">
                  <a:pos x="connsiteX7411" y="connsiteY7411"/>
                </a:cxn>
                <a:cxn ang="0">
                  <a:pos x="connsiteX7412" y="connsiteY7412"/>
                </a:cxn>
                <a:cxn ang="0">
                  <a:pos x="connsiteX7413" y="connsiteY7413"/>
                </a:cxn>
                <a:cxn ang="0">
                  <a:pos x="connsiteX7414" y="connsiteY7414"/>
                </a:cxn>
                <a:cxn ang="0">
                  <a:pos x="connsiteX7415" y="connsiteY7415"/>
                </a:cxn>
                <a:cxn ang="0">
                  <a:pos x="connsiteX7416" y="connsiteY7416"/>
                </a:cxn>
                <a:cxn ang="0">
                  <a:pos x="connsiteX7417" y="connsiteY7417"/>
                </a:cxn>
                <a:cxn ang="0">
                  <a:pos x="connsiteX7418" y="connsiteY7418"/>
                </a:cxn>
                <a:cxn ang="0">
                  <a:pos x="connsiteX7419" y="connsiteY7419"/>
                </a:cxn>
                <a:cxn ang="0">
                  <a:pos x="connsiteX7420" y="connsiteY7420"/>
                </a:cxn>
                <a:cxn ang="0">
                  <a:pos x="connsiteX7421" y="connsiteY7421"/>
                </a:cxn>
                <a:cxn ang="0">
                  <a:pos x="connsiteX7422" y="connsiteY7422"/>
                </a:cxn>
                <a:cxn ang="0">
                  <a:pos x="connsiteX7423" y="connsiteY7423"/>
                </a:cxn>
                <a:cxn ang="0">
                  <a:pos x="connsiteX7424" y="connsiteY7424"/>
                </a:cxn>
                <a:cxn ang="0">
                  <a:pos x="connsiteX7425" y="connsiteY7425"/>
                </a:cxn>
                <a:cxn ang="0">
                  <a:pos x="connsiteX7426" y="connsiteY7426"/>
                </a:cxn>
                <a:cxn ang="0">
                  <a:pos x="connsiteX7427" y="connsiteY7427"/>
                </a:cxn>
                <a:cxn ang="0">
                  <a:pos x="connsiteX7428" y="connsiteY7428"/>
                </a:cxn>
                <a:cxn ang="0">
                  <a:pos x="connsiteX7429" y="connsiteY7429"/>
                </a:cxn>
                <a:cxn ang="0">
                  <a:pos x="connsiteX7430" y="connsiteY7430"/>
                </a:cxn>
                <a:cxn ang="0">
                  <a:pos x="connsiteX7431" y="connsiteY7431"/>
                </a:cxn>
                <a:cxn ang="0">
                  <a:pos x="connsiteX7432" y="connsiteY7432"/>
                </a:cxn>
                <a:cxn ang="0">
                  <a:pos x="connsiteX7433" y="connsiteY7433"/>
                </a:cxn>
                <a:cxn ang="0">
                  <a:pos x="connsiteX7434" y="connsiteY7434"/>
                </a:cxn>
                <a:cxn ang="0">
                  <a:pos x="connsiteX7435" y="connsiteY7435"/>
                </a:cxn>
                <a:cxn ang="0">
                  <a:pos x="connsiteX7436" y="connsiteY7436"/>
                </a:cxn>
                <a:cxn ang="0">
                  <a:pos x="connsiteX7437" y="connsiteY7437"/>
                </a:cxn>
                <a:cxn ang="0">
                  <a:pos x="connsiteX7438" y="connsiteY7438"/>
                </a:cxn>
                <a:cxn ang="0">
                  <a:pos x="connsiteX7439" y="connsiteY7439"/>
                </a:cxn>
                <a:cxn ang="0">
                  <a:pos x="connsiteX7440" y="connsiteY7440"/>
                </a:cxn>
                <a:cxn ang="0">
                  <a:pos x="connsiteX7441" y="connsiteY7441"/>
                </a:cxn>
                <a:cxn ang="0">
                  <a:pos x="connsiteX7442" y="connsiteY7442"/>
                </a:cxn>
                <a:cxn ang="0">
                  <a:pos x="connsiteX7443" y="connsiteY7443"/>
                </a:cxn>
                <a:cxn ang="0">
                  <a:pos x="connsiteX7444" y="connsiteY7444"/>
                </a:cxn>
                <a:cxn ang="0">
                  <a:pos x="connsiteX7445" y="connsiteY7445"/>
                </a:cxn>
                <a:cxn ang="0">
                  <a:pos x="connsiteX7446" y="connsiteY7446"/>
                </a:cxn>
                <a:cxn ang="0">
                  <a:pos x="connsiteX7447" y="connsiteY7447"/>
                </a:cxn>
                <a:cxn ang="0">
                  <a:pos x="connsiteX7448" y="connsiteY7448"/>
                </a:cxn>
                <a:cxn ang="0">
                  <a:pos x="connsiteX7449" y="connsiteY7449"/>
                </a:cxn>
                <a:cxn ang="0">
                  <a:pos x="connsiteX7450" y="connsiteY7450"/>
                </a:cxn>
                <a:cxn ang="0">
                  <a:pos x="connsiteX7451" y="connsiteY7451"/>
                </a:cxn>
                <a:cxn ang="0">
                  <a:pos x="connsiteX7452" y="connsiteY7452"/>
                </a:cxn>
                <a:cxn ang="0">
                  <a:pos x="connsiteX7453" y="connsiteY7453"/>
                </a:cxn>
                <a:cxn ang="0">
                  <a:pos x="connsiteX7454" y="connsiteY7454"/>
                </a:cxn>
                <a:cxn ang="0">
                  <a:pos x="connsiteX7455" y="connsiteY7455"/>
                </a:cxn>
                <a:cxn ang="0">
                  <a:pos x="connsiteX7456" y="connsiteY7456"/>
                </a:cxn>
                <a:cxn ang="0">
                  <a:pos x="connsiteX7457" y="connsiteY7457"/>
                </a:cxn>
                <a:cxn ang="0">
                  <a:pos x="connsiteX7458" y="connsiteY7458"/>
                </a:cxn>
                <a:cxn ang="0">
                  <a:pos x="connsiteX7459" y="connsiteY7459"/>
                </a:cxn>
                <a:cxn ang="0">
                  <a:pos x="connsiteX7460" y="connsiteY7460"/>
                </a:cxn>
                <a:cxn ang="0">
                  <a:pos x="connsiteX7461" y="connsiteY7461"/>
                </a:cxn>
                <a:cxn ang="0">
                  <a:pos x="connsiteX7462" y="connsiteY7462"/>
                </a:cxn>
                <a:cxn ang="0">
                  <a:pos x="connsiteX7463" y="connsiteY7463"/>
                </a:cxn>
                <a:cxn ang="0">
                  <a:pos x="connsiteX7464" y="connsiteY7464"/>
                </a:cxn>
                <a:cxn ang="0">
                  <a:pos x="connsiteX7465" y="connsiteY7465"/>
                </a:cxn>
                <a:cxn ang="0">
                  <a:pos x="connsiteX7466" y="connsiteY7466"/>
                </a:cxn>
                <a:cxn ang="0">
                  <a:pos x="connsiteX7467" y="connsiteY7467"/>
                </a:cxn>
                <a:cxn ang="0">
                  <a:pos x="connsiteX7468" y="connsiteY7468"/>
                </a:cxn>
                <a:cxn ang="0">
                  <a:pos x="connsiteX7469" y="connsiteY7469"/>
                </a:cxn>
                <a:cxn ang="0">
                  <a:pos x="connsiteX7470" y="connsiteY7470"/>
                </a:cxn>
                <a:cxn ang="0">
                  <a:pos x="connsiteX7471" y="connsiteY7471"/>
                </a:cxn>
                <a:cxn ang="0">
                  <a:pos x="connsiteX7472" y="connsiteY7472"/>
                </a:cxn>
                <a:cxn ang="0">
                  <a:pos x="connsiteX7473" y="connsiteY7473"/>
                </a:cxn>
                <a:cxn ang="0">
                  <a:pos x="connsiteX7474" y="connsiteY7474"/>
                </a:cxn>
                <a:cxn ang="0">
                  <a:pos x="connsiteX7475" y="connsiteY7475"/>
                </a:cxn>
                <a:cxn ang="0">
                  <a:pos x="connsiteX7476" y="connsiteY7476"/>
                </a:cxn>
                <a:cxn ang="0">
                  <a:pos x="connsiteX7477" y="connsiteY7477"/>
                </a:cxn>
                <a:cxn ang="0">
                  <a:pos x="connsiteX7478" y="connsiteY7478"/>
                </a:cxn>
                <a:cxn ang="0">
                  <a:pos x="connsiteX7479" y="connsiteY7479"/>
                </a:cxn>
                <a:cxn ang="0">
                  <a:pos x="connsiteX7480" y="connsiteY7480"/>
                </a:cxn>
                <a:cxn ang="0">
                  <a:pos x="connsiteX7481" y="connsiteY7481"/>
                </a:cxn>
                <a:cxn ang="0">
                  <a:pos x="connsiteX7482" y="connsiteY7482"/>
                </a:cxn>
                <a:cxn ang="0">
                  <a:pos x="connsiteX7483" y="connsiteY7483"/>
                </a:cxn>
                <a:cxn ang="0">
                  <a:pos x="connsiteX7484" y="connsiteY7484"/>
                </a:cxn>
                <a:cxn ang="0">
                  <a:pos x="connsiteX7485" y="connsiteY7485"/>
                </a:cxn>
                <a:cxn ang="0">
                  <a:pos x="connsiteX7486" y="connsiteY7486"/>
                </a:cxn>
                <a:cxn ang="0">
                  <a:pos x="connsiteX7487" y="connsiteY7487"/>
                </a:cxn>
                <a:cxn ang="0">
                  <a:pos x="connsiteX7488" y="connsiteY7488"/>
                </a:cxn>
                <a:cxn ang="0">
                  <a:pos x="connsiteX7489" y="connsiteY7489"/>
                </a:cxn>
                <a:cxn ang="0">
                  <a:pos x="connsiteX7490" y="connsiteY7490"/>
                </a:cxn>
                <a:cxn ang="0">
                  <a:pos x="connsiteX7491" y="connsiteY7491"/>
                </a:cxn>
                <a:cxn ang="0">
                  <a:pos x="connsiteX7492" y="connsiteY7492"/>
                </a:cxn>
                <a:cxn ang="0">
                  <a:pos x="connsiteX7493" y="connsiteY7493"/>
                </a:cxn>
                <a:cxn ang="0">
                  <a:pos x="connsiteX7494" y="connsiteY7494"/>
                </a:cxn>
                <a:cxn ang="0">
                  <a:pos x="connsiteX7495" y="connsiteY7495"/>
                </a:cxn>
                <a:cxn ang="0">
                  <a:pos x="connsiteX7496" y="connsiteY7496"/>
                </a:cxn>
                <a:cxn ang="0">
                  <a:pos x="connsiteX7497" y="connsiteY7497"/>
                </a:cxn>
                <a:cxn ang="0">
                  <a:pos x="connsiteX7498" y="connsiteY7498"/>
                </a:cxn>
                <a:cxn ang="0">
                  <a:pos x="connsiteX7499" y="connsiteY7499"/>
                </a:cxn>
                <a:cxn ang="0">
                  <a:pos x="connsiteX7500" y="connsiteY7500"/>
                </a:cxn>
                <a:cxn ang="0">
                  <a:pos x="connsiteX7501" y="connsiteY7501"/>
                </a:cxn>
                <a:cxn ang="0">
                  <a:pos x="connsiteX7502" y="connsiteY7502"/>
                </a:cxn>
                <a:cxn ang="0">
                  <a:pos x="connsiteX7503" y="connsiteY7503"/>
                </a:cxn>
                <a:cxn ang="0">
                  <a:pos x="connsiteX7504" y="connsiteY7504"/>
                </a:cxn>
                <a:cxn ang="0">
                  <a:pos x="connsiteX7505" y="connsiteY7505"/>
                </a:cxn>
                <a:cxn ang="0">
                  <a:pos x="connsiteX7506" y="connsiteY7506"/>
                </a:cxn>
                <a:cxn ang="0">
                  <a:pos x="connsiteX7507" y="connsiteY7507"/>
                </a:cxn>
                <a:cxn ang="0">
                  <a:pos x="connsiteX7508" y="connsiteY7508"/>
                </a:cxn>
                <a:cxn ang="0">
                  <a:pos x="connsiteX7509" y="connsiteY7509"/>
                </a:cxn>
                <a:cxn ang="0">
                  <a:pos x="connsiteX7510" y="connsiteY7510"/>
                </a:cxn>
                <a:cxn ang="0">
                  <a:pos x="connsiteX7511" y="connsiteY7511"/>
                </a:cxn>
                <a:cxn ang="0">
                  <a:pos x="connsiteX7512" y="connsiteY7512"/>
                </a:cxn>
                <a:cxn ang="0">
                  <a:pos x="connsiteX7513" y="connsiteY7513"/>
                </a:cxn>
                <a:cxn ang="0">
                  <a:pos x="connsiteX7514" y="connsiteY7514"/>
                </a:cxn>
                <a:cxn ang="0">
                  <a:pos x="connsiteX7515" y="connsiteY7515"/>
                </a:cxn>
                <a:cxn ang="0">
                  <a:pos x="connsiteX7516" y="connsiteY7516"/>
                </a:cxn>
                <a:cxn ang="0">
                  <a:pos x="connsiteX7517" y="connsiteY7517"/>
                </a:cxn>
                <a:cxn ang="0">
                  <a:pos x="connsiteX7518" y="connsiteY7518"/>
                </a:cxn>
                <a:cxn ang="0">
                  <a:pos x="connsiteX7519" y="connsiteY7519"/>
                </a:cxn>
                <a:cxn ang="0">
                  <a:pos x="connsiteX7520" y="connsiteY7520"/>
                </a:cxn>
                <a:cxn ang="0">
                  <a:pos x="connsiteX7521" y="connsiteY7521"/>
                </a:cxn>
                <a:cxn ang="0">
                  <a:pos x="connsiteX7522" y="connsiteY7522"/>
                </a:cxn>
                <a:cxn ang="0">
                  <a:pos x="connsiteX7523" y="connsiteY7523"/>
                </a:cxn>
                <a:cxn ang="0">
                  <a:pos x="connsiteX7524" y="connsiteY7524"/>
                </a:cxn>
                <a:cxn ang="0">
                  <a:pos x="connsiteX7525" y="connsiteY7525"/>
                </a:cxn>
                <a:cxn ang="0">
                  <a:pos x="connsiteX7526" y="connsiteY7526"/>
                </a:cxn>
                <a:cxn ang="0">
                  <a:pos x="connsiteX7527" y="connsiteY7527"/>
                </a:cxn>
                <a:cxn ang="0">
                  <a:pos x="connsiteX7528" y="connsiteY7528"/>
                </a:cxn>
                <a:cxn ang="0">
                  <a:pos x="connsiteX7529" y="connsiteY7529"/>
                </a:cxn>
                <a:cxn ang="0">
                  <a:pos x="connsiteX7530" y="connsiteY7530"/>
                </a:cxn>
                <a:cxn ang="0">
                  <a:pos x="connsiteX7531" y="connsiteY7531"/>
                </a:cxn>
                <a:cxn ang="0">
                  <a:pos x="connsiteX7532" y="connsiteY7532"/>
                </a:cxn>
                <a:cxn ang="0">
                  <a:pos x="connsiteX7533" y="connsiteY7533"/>
                </a:cxn>
                <a:cxn ang="0">
                  <a:pos x="connsiteX7534" y="connsiteY7534"/>
                </a:cxn>
                <a:cxn ang="0">
                  <a:pos x="connsiteX7535" y="connsiteY7535"/>
                </a:cxn>
                <a:cxn ang="0">
                  <a:pos x="connsiteX7536" y="connsiteY7536"/>
                </a:cxn>
                <a:cxn ang="0">
                  <a:pos x="connsiteX7537" y="connsiteY7537"/>
                </a:cxn>
                <a:cxn ang="0">
                  <a:pos x="connsiteX7538" y="connsiteY7538"/>
                </a:cxn>
                <a:cxn ang="0">
                  <a:pos x="connsiteX7539" y="connsiteY7539"/>
                </a:cxn>
                <a:cxn ang="0">
                  <a:pos x="connsiteX7540" y="connsiteY7540"/>
                </a:cxn>
                <a:cxn ang="0">
                  <a:pos x="connsiteX7541" y="connsiteY7541"/>
                </a:cxn>
                <a:cxn ang="0">
                  <a:pos x="connsiteX7542" y="connsiteY7542"/>
                </a:cxn>
                <a:cxn ang="0">
                  <a:pos x="connsiteX7543" y="connsiteY7543"/>
                </a:cxn>
                <a:cxn ang="0">
                  <a:pos x="connsiteX7544" y="connsiteY7544"/>
                </a:cxn>
                <a:cxn ang="0">
                  <a:pos x="connsiteX7545" y="connsiteY7545"/>
                </a:cxn>
                <a:cxn ang="0">
                  <a:pos x="connsiteX7546" y="connsiteY7546"/>
                </a:cxn>
                <a:cxn ang="0">
                  <a:pos x="connsiteX7547" y="connsiteY7547"/>
                </a:cxn>
                <a:cxn ang="0">
                  <a:pos x="connsiteX7548" y="connsiteY7548"/>
                </a:cxn>
                <a:cxn ang="0">
                  <a:pos x="connsiteX7549" y="connsiteY7549"/>
                </a:cxn>
                <a:cxn ang="0">
                  <a:pos x="connsiteX7550" y="connsiteY7550"/>
                </a:cxn>
                <a:cxn ang="0">
                  <a:pos x="connsiteX7551" y="connsiteY7551"/>
                </a:cxn>
                <a:cxn ang="0">
                  <a:pos x="connsiteX7552" y="connsiteY7552"/>
                </a:cxn>
                <a:cxn ang="0">
                  <a:pos x="connsiteX7553" y="connsiteY7553"/>
                </a:cxn>
                <a:cxn ang="0">
                  <a:pos x="connsiteX7554" y="connsiteY7554"/>
                </a:cxn>
                <a:cxn ang="0">
                  <a:pos x="connsiteX7555" y="connsiteY7555"/>
                </a:cxn>
                <a:cxn ang="0">
                  <a:pos x="connsiteX7556" y="connsiteY7556"/>
                </a:cxn>
                <a:cxn ang="0">
                  <a:pos x="connsiteX7557" y="connsiteY7557"/>
                </a:cxn>
                <a:cxn ang="0">
                  <a:pos x="connsiteX7558" y="connsiteY7558"/>
                </a:cxn>
                <a:cxn ang="0">
                  <a:pos x="connsiteX7559" y="connsiteY7559"/>
                </a:cxn>
                <a:cxn ang="0">
                  <a:pos x="connsiteX7560" y="connsiteY7560"/>
                </a:cxn>
                <a:cxn ang="0">
                  <a:pos x="connsiteX7561" y="connsiteY7561"/>
                </a:cxn>
                <a:cxn ang="0">
                  <a:pos x="connsiteX7562" y="connsiteY7562"/>
                </a:cxn>
                <a:cxn ang="0">
                  <a:pos x="connsiteX7563" y="connsiteY7563"/>
                </a:cxn>
                <a:cxn ang="0">
                  <a:pos x="connsiteX7564" y="connsiteY7564"/>
                </a:cxn>
                <a:cxn ang="0">
                  <a:pos x="connsiteX7565" y="connsiteY7565"/>
                </a:cxn>
                <a:cxn ang="0">
                  <a:pos x="connsiteX7566" y="connsiteY7566"/>
                </a:cxn>
                <a:cxn ang="0">
                  <a:pos x="connsiteX7567" y="connsiteY7567"/>
                </a:cxn>
                <a:cxn ang="0">
                  <a:pos x="connsiteX7568" y="connsiteY7568"/>
                </a:cxn>
                <a:cxn ang="0">
                  <a:pos x="connsiteX7569" y="connsiteY7569"/>
                </a:cxn>
                <a:cxn ang="0">
                  <a:pos x="connsiteX7570" y="connsiteY7570"/>
                </a:cxn>
                <a:cxn ang="0">
                  <a:pos x="connsiteX7571" y="connsiteY7571"/>
                </a:cxn>
                <a:cxn ang="0">
                  <a:pos x="connsiteX7572" y="connsiteY7572"/>
                </a:cxn>
                <a:cxn ang="0">
                  <a:pos x="connsiteX7573" y="connsiteY7573"/>
                </a:cxn>
                <a:cxn ang="0">
                  <a:pos x="connsiteX7574" y="connsiteY7574"/>
                </a:cxn>
                <a:cxn ang="0">
                  <a:pos x="connsiteX7575" y="connsiteY7575"/>
                </a:cxn>
                <a:cxn ang="0">
                  <a:pos x="connsiteX7576" y="connsiteY7576"/>
                </a:cxn>
                <a:cxn ang="0">
                  <a:pos x="connsiteX7577" y="connsiteY7577"/>
                </a:cxn>
                <a:cxn ang="0">
                  <a:pos x="connsiteX7578" y="connsiteY7578"/>
                </a:cxn>
                <a:cxn ang="0">
                  <a:pos x="connsiteX7579" y="connsiteY7579"/>
                </a:cxn>
                <a:cxn ang="0">
                  <a:pos x="connsiteX7580" y="connsiteY7580"/>
                </a:cxn>
                <a:cxn ang="0">
                  <a:pos x="connsiteX7581" y="connsiteY7581"/>
                </a:cxn>
                <a:cxn ang="0">
                  <a:pos x="connsiteX7582" y="connsiteY7582"/>
                </a:cxn>
                <a:cxn ang="0">
                  <a:pos x="connsiteX7583" y="connsiteY7583"/>
                </a:cxn>
                <a:cxn ang="0">
                  <a:pos x="connsiteX7584" y="connsiteY7584"/>
                </a:cxn>
                <a:cxn ang="0">
                  <a:pos x="connsiteX7585" y="connsiteY7585"/>
                </a:cxn>
                <a:cxn ang="0">
                  <a:pos x="connsiteX7586" y="connsiteY7586"/>
                </a:cxn>
                <a:cxn ang="0">
                  <a:pos x="connsiteX7587" y="connsiteY7587"/>
                </a:cxn>
                <a:cxn ang="0">
                  <a:pos x="connsiteX7588" y="connsiteY7588"/>
                </a:cxn>
                <a:cxn ang="0">
                  <a:pos x="connsiteX7589" y="connsiteY7589"/>
                </a:cxn>
                <a:cxn ang="0">
                  <a:pos x="connsiteX7590" y="connsiteY7590"/>
                </a:cxn>
                <a:cxn ang="0">
                  <a:pos x="connsiteX7591" y="connsiteY7591"/>
                </a:cxn>
                <a:cxn ang="0">
                  <a:pos x="connsiteX7592" y="connsiteY7592"/>
                </a:cxn>
                <a:cxn ang="0">
                  <a:pos x="connsiteX7593" y="connsiteY7593"/>
                </a:cxn>
                <a:cxn ang="0">
                  <a:pos x="connsiteX7594" y="connsiteY7594"/>
                </a:cxn>
                <a:cxn ang="0">
                  <a:pos x="connsiteX7595" y="connsiteY7595"/>
                </a:cxn>
                <a:cxn ang="0">
                  <a:pos x="connsiteX7596" y="connsiteY7596"/>
                </a:cxn>
                <a:cxn ang="0">
                  <a:pos x="connsiteX7597" y="connsiteY7597"/>
                </a:cxn>
                <a:cxn ang="0">
                  <a:pos x="connsiteX7598" y="connsiteY7598"/>
                </a:cxn>
                <a:cxn ang="0">
                  <a:pos x="connsiteX7599" y="connsiteY7599"/>
                </a:cxn>
                <a:cxn ang="0">
                  <a:pos x="connsiteX7600" y="connsiteY7600"/>
                </a:cxn>
                <a:cxn ang="0">
                  <a:pos x="connsiteX7601" y="connsiteY7601"/>
                </a:cxn>
                <a:cxn ang="0">
                  <a:pos x="connsiteX7602" y="connsiteY7602"/>
                </a:cxn>
                <a:cxn ang="0">
                  <a:pos x="connsiteX7603" y="connsiteY7603"/>
                </a:cxn>
                <a:cxn ang="0">
                  <a:pos x="connsiteX7604" y="connsiteY7604"/>
                </a:cxn>
                <a:cxn ang="0">
                  <a:pos x="connsiteX7605" y="connsiteY7605"/>
                </a:cxn>
                <a:cxn ang="0">
                  <a:pos x="connsiteX7606" y="connsiteY7606"/>
                </a:cxn>
                <a:cxn ang="0">
                  <a:pos x="connsiteX7607" y="connsiteY7607"/>
                </a:cxn>
                <a:cxn ang="0">
                  <a:pos x="connsiteX7608" y="connsiteY7608"/>
                </a:cxn>
                <a:cxn ang="0">
                  <a:pos x="connsiteX7609" y="connsiteY7609"/>
                </a:cxn>
                <a:cxn ang="0">
                  <a:pos x="connsiteX7610" y="connsiteY7610"/>
                </a:cxn>
                <a:cxn ang="0">
                  <a:pos x="connsiteX7611" y="connsiteY7611"/>
                </a:cxn>
                <a:cxn ang="0">
                  <a:pos x="connsiteX7612" y="connsiteY7612"/>
                </a:cxn>
                <a:cxn ang="0">
                  <a:pos x="connsiteX7613" y="connsiteY7613"/>
                </a:cxn>
                <a:cxn ang="0">
                  <a:pos x="connsiteX7614" y="connsiteY7614"/>
                </a:cxn>
                <a:cxn ang="0">
                  <a:pos x="connsiteX7615" y="connsiteY7615"/>
                </a:cxn>
                <a:cxn ang="0">
                  <a:pos x="connsiteX7616" y="connsiteY7616"/>
                </a:cxn>
                <a:cxn ang="0">
                  <a:pos x="connsiteX7617" y="connsiteY7617"/>
                </a:cxn>
                <a:cxn ang="0">
                  <a:pos x="connsiteX7618" y="connsiteY7618"/>
                </a:cxn>
                <a:cxn ang="0">
                  <a:pos x="connsiteX7619" y="connsiteY7619"/>
                </a:cxn>
                <a:cxn ang="0">
                  <a:pos x="connsiteX7620" y="connsiteY7620"/>
                </a:cxn>
                <a:cxn ang="0">
                  <a:pos x="connsiteX7621" y="connsiteY7621"/>
                </a:cxn>
                <a:cxn ang="0">
                  <a:pos x="connsiteX7622" y="connsiteY7622"/>
                </a:cxn>
                <a:cxn ang="0">
                  <a:pos x="connsiteX7623" y="connsiteY7623"/>
                </a:cxn>
                <a:cxn ang="0">
                  <a:pos x="connsiteX7624" y="connsiteY7624"/>
                </a:cxn>
                <a:cxn ang="0">
                  <a:pos x="connsiteX7625" y="connsiteY7625"/>
                </a:cxn>
                <a:cxn ang="0">
                  <a:pos x="connsiteX7626" y="connsiteY7626"/>
                </a:cxn>
                <a:cxn ang="0">
                  <a:pos x="connsiteX7627" y="connsiteY7627"/>
                </a:cxn>
                <a:cxn ang="0">
                  <a:pos x="connsiteX7628" y="connsiteY7628"/>
                </a:cxn>
                <a:cxn ang="0">
                  <a:pos x="connsiteX7629" y="connsiteY7629"/>
                </a:cxn>
                <a:cxn ang="0">
                  <a:pos x="connsiteX7630" y="connsiteY7630"/>
                </a:cxn>
                <a:cxn ang="0">
                  <a:pos x="connsiteX7631" y="connsiteY7631"/>
                </a:cxn>
                <a:cxn ang="0">
                  <a:pos x="connsiteX7632" y="connsiteY7632"/>
                </a:cxn>
                <a:cxn ang="0">
                  <a:pos x="connsiteX7633" y="connsiteY7633"/>
                </a:cxn>
                <a:cxn ang="0">
                  <a:pos x="connsiteX7634" y="connsiteY7634"/>
                </a:cxn>
                <a:cxn ang="0">
                  <a:pos x="connsiteX7635" y="connsiteY7635"/>
                </a:cxn>
                <a:cxn ang="0">
                  <a:pos x="connsiteX7636" y="connsiteY7636"/>
                </a:cxn>
                <a:cxn ang="0">
                  <a:pos x="connsiteX7637" y="connsiteY7637"/>
                </a:cxn>
                <a:cxn ang="0">
                  <a:pos x="connsiteX7638" y="connsiteY7638"/>
                </a:cxn>
                <a:cxn ang="0">
                  <a:pos x="connsiteX7639" y="connsiteY7639"/>
                </a:cxn>
                <a:cxn ang="0">
                  <a:pos x="connsiteX7640" y="connsiteY7640"/>
                </a:cxn>
                <a:cxn ang="0">
                  <a:pos x="connsiteX7641" y="connsiteY7641"/>
                </a:cxn>
                <a:cxn ang="0">
                  <a:pos x="connsiteX7642" y="connsiteY7642"/>
                </a:cxn>
                <a:cxn ang="0">
                  <a:pos x="connsiteX7643" y="connsiteY7643"/>
                </a:cxn>
                <a:cxn ang="0">
                  <a:pos x="connsiteX7644" y="connsiteY7644"/>
                </a:cxn>
                <a:cxn ang="0">
                  <a:pos x="connsiteX7645" y="connsiteY7645"/>
                </a:cxn>
                <a:cxn ang="0">
                  <a:pos x="connsiteX7646" y="connsiteY7646"/>
                </a:cxn>
                <a:cxn ang="0">
                  <a:pos x="connsiteX7647" y="connsiteY7647"/>
                </a:cxn>
                <a:cxn ang="0">
                  <a:pos x="connsiteX7648" y="connsiteY7648"/>
                </a:cxn>
                <a:cxn ang="0">
                  <a:pos x="connsiteX7649" y="connsiteY7649"/>
                </a:cxn>
                <a:cxn ang="0">
                  <a:pos x="connsiteX7650" y="connsiteY7650"/>
                </a:cxn>
                <a:cxn ang="0">
                  <a:pos x="connsiteX7651" y="connsiteY7651"/>
                </a:cxn>
                <a:cxn ang="0">
                  <a:pos x="connsiteX7652" y="connsiteY7652"/>
                </a:cxn>
                <a:cxn ang="0">
                  <a:pos x="connsiteX7653" y="connsiteY7653"/>
                </a:cxn>
                <a:cxn ang="0">
                  <a:pos x="connsiteX7654" y="connsiteY7654"/>
                </a:cxn>
                <a:cxn ang="0">
                  <a:pos x="connsiteX7655" y="connsiteY7655"/>
                </a:cxn>
                <a:cxn ang="0">
                  <a:pos x="connsiteX7656" y="connsiteY7656"/>
                </a:cxn>
                <a:cxn ang="0">
                  <a:pos x="connsiteX7657" y="connsiteY7657"/>
                </a:cxn>
                <a:cxn ang="0">
                  <a:pos x="connsiteX7658" y="connsiteY7658"/>
                </a:cxn>
                <a:cxn ang="0">
                  <a:pos x="connsiteX7659" y="connsiteY7659"/>
                </a:cxn>
                <a:cxn ang="0">
                  <a:pos x="connsiteX7660" y="connsiteY7660"/>
                </a:cxn>
                <a:cxn ang="0">
                  <a:pos x="connsiteX7661" y="connsiteY7661"/>
                </a:cxn>
                <a:cxn ang="0">
                  <a:pos x="connsiteX7662" y="connsiteY7662"/>
                </a:cxn>
                <a:cxn ang="0">
                  <a:pos x="connsiteX7663" y="connsiteY7663"/>
                </a:cxn>
                <a:cxn ang="0">
                  <a:pos x="connsiteX7664" y="connsiteY7664"/>
                </a:cxn>
                <a:cxn ang="0">
                  <a:pos x="connsiteX7665" y="connsiteY7665"/>
                </a:cxn>
                <a:cxn ang="0">
                  <a:pos x="connsiteX7666" y="connsiteY7666"/>
                </a:cxn>
                <a:cxn ang="0">
                  <a:pos x="connsiteX7667" y="connsiteY7667"/>
                </a:cxn>
                <a:cxn ang="0">
                  <a:pos x="connsiteX7668" y="connsiteY7668"/>
                </a:cxn>
                <a:cxn ang="0">
                  <a:pos x="connsiteX7669" y="connsiteY7669"/>
                </a:cxn>
                <a:cxn ang="0">
                  <a:pos x="connsiteX7670" y="connsiteY7670"/>
                </a:cxn>
                <a:cxn ang="0">
                  <a:pos x="connsiteX7671" y="connsiteY7671"/>
                </a:cxn>
                <a:cxn ang="0">
                  <a:pos x="connsiteX7672" y="connsiteY7672"/>
                </a:cxn>
                <a:cxn ang="0">
                  <a:pos x="connsiteX7673" y="connsiteY7673"/>
                </a:cxn>
                <a:cxn ang="0">
                  <a:pos x="connsiteX7674" y="connsiteY7674"/>
                </a:cxn>
                <a:cxn ang="0">
                  <a:pos x="connsiteX7675" y="connsiteY7675"/>
                </a:cxn>
                <a:cxn ang="0">
                  <a:pos x="connsiteX7676" y="connsiteY7676"/>
                </a:cxn>
                <a:cxn ang="0">
                  <a:pos x="connsiteX7677" y="connsiteY7677"/>
                </a:cxn>
                <a:cxn ang="0">
                  <a:pos x="connsiteX7678" y="connsiteY7678"/>
                </a:cxn>
                <a:cxn ang="0">
                  <a:pos x="connsiteX7679" y="connsiteY7679"/>
                </a:cxn>
                <a:cxn ang="0">
                  <a:pos x="connsiteX7680" y="connsiteY7680"/>
                </a:cxn>
                <a:cxn ang="0">
                  <a:pos x="connsiteX7681" y="connsiteY7681"/>
                </a:cxn>
                <a:cxn ang="0">
                  <a:pos x="connsiteX7682" y="connsiteY7682"/>
                </a:cxn>
                <a:cxn ang="0">
                  <a:pos x="connsiteX7683" y="connsiteY7683"/>
                </a:cxn>
                <a:cxn ang="0">
                  <a:pos x="connsiteX7684" y="connsiteY7684"/>
                </a:cxn>
                <a:cxn ang="0">
                  <a:pos x="connsiteX7685" y="connsiteY7685"/>
                </a:cxn>
                <a:cxn ang="0">
                  <a:pos x="connsiteX7686" y="connsiteY7686"/>
                </a:cxn>
                <a:cxn ang="0">
                  <a:pos x="connsiteX7687" y="connsiteY7687"/>
                </a:cxn>
                <a:cxn ang="0">
                  <a:pos x="connsiteX7688" y="connsiteY7688"/>
                </a:cxn>
                <a:cxn ang="0">
                  <a:pos x="connsiteX7689" y="connsiteY7689"/>
                </a:cxn>
                <a:cxn ang="0">
                  <a:pos x="connsiteX7690" y="connsiteY7690"/>
                </a:cxn>
                <a:cxn ang="0">
                  <a:pos x="connsiteX7691" y="connsiteY7691"/>
                </a:cxn>
                <a:cxn ang="0">
                  <a:pos x="connsiteX7692" y="connsiteY7692"/>
                </a:cxn>
                <a:cxn ang="0">
                  <a:pos x="connsiteX7693" y="connsiteY7693"/>
                </a:cxn>
                <a:cxn ang="0">
                  <a:pos x="connsiteX7694" y="connsiteY7694"/>
                </a:cxn>
                <a:cxn ang="0">
                  <a:pos x="connsiteX7695" y="connsiteY7695"/>
                </a:cxn>
                <a:cxn ang="0">
                  <a:pos x="connsiteX7696" y="connsiteY7696"/>
                </a:cxn>
                <a:cxn ang="0">
                  <a:pos x="connsiteX7697" y="connsiteY7697"/>
                </a:cxn>
                <a:cxn ang="0">
                  <a:pos x="connsiteX7698" y="connsiteY7698"/>
                </a:cxn>
                <a:cxn ang="0">
                  <a:pos x="connsiteX7699" y="connsiteY7699"/>
                </a:cxn>
                <a:cxn ang="0">
                  <a:pos x="connsiteX7700" y="connsiteY7700"/>
                </a:cxn>
                <a:cxn ang="0">
                  <a:pos x="connsiteX7701" y="connsiteY7701"/>
                </a:cxn>
                <a:cxn ang="0">
                  <a:pos x="connsiteX7702" y="connsiteY7702"/>
                </a:cxn>
                <a:cxn ang="0">
                  <a:pos x="connsiteX7703" y="connsiteY7703"/>
                </a:cxn>
                <a:cxn ang="0">
                  <a:pos x="connsiteX7704" y="connsiteY7704"/>
                </a:cxn>
                <a:cxn ang="0">
                  <a:pos x="connsiteX7705" y="connsiteY7705"/>
                </a:cxn>
                <a:cxn ang="0">
                  <a:pos x="connsiteX7706" y="connsiteY7706"/>
                </a:cxn>
                <a:cxn ang="0">
                  <a:pos x="connsiteX7707" y="connsiteY7707"/>
                </a:cxn>
                <a:cxn ang="0">
                  <a:pos x="connsiteX7708" y="connsiteY7708"/>
                </a:cxn>
                <a:cxn ang="0">
                  <a:pos x="connsiteX7709" y="connsiteY7709"/>
                </a:cxn>
                <a:cxn ang="0">
                  <a:pos x="connsiteX7710" y="connsiteY7710"/>
                </a:cxn>
                <a:cxn ang="0">
                  <a:pos x="connsiteX7711" y="connsiteY7711"/>
                </a:cxn>
                <a:cxn ang="0">
                  <a:pos x="connsiteX7712" y="connsiteY7712"/>
                </a:cxn>
                <a:cxn ang="0">
                  <a:pos x="connsiteX7713" y="connsiteY7713"/>
                </a:cxn>
                <a:cxn ang="0">
                  <a:pos x="connsiteX7714" y="connsiteY7714"/>
                </a:cxn>
                <a:cxn ang="0">
                  <a:pos x="connsiteX7715" y="connsiteY7715"/>
                </a:cxn>
                <a:cxn ang="0">
                  <a:pos x="connsiteX7716" y="connsiteY7716"/>
                </a:cxn>
                <a:cxn ang="0">
                  <a:pos x="connsiteX7717" y="connsiteY7717"/>
                </a:cxn>
                <a:cxn ang="0">
                  <a:pos x="connsiteX7718" y="connsiteY7718"/>
                </a:cxn>
                <a:cxn ang="0">
                  <a:pos x="connsiteX7719" y="connsiteY7719"/>
                </a:cxn>
                <a:cxn ang="0">
                  <a:pos x="connsiteX7720" y="connsiteY7720"/>
                </a:cxn>
                <a:cxn ang="0">
                  <a:pos x="connsiteX7721" y="connsiteY7721"/>
                </a:cxn>
                <a:cxn ang="0">
                  <a:pos x="connsiteX7722" y="connsiteY7722"/>
                </a:cxn>
                <a:cxn ang="0">
                  <a:pos x="connsiteX7723" y="connsiteY7723"/>
                </a:cxn>
                <a:cxn ang="0">
                  <a:pos x="connsiteX7724" y="connsiteY7724"/>
                </a:cxn>
                <a:cxn ang="0">
                  <a:pos x="connsiteX7725" y="connsiteY7725"/>
                </a:cxn>
                <a:cxn ang="0">
                  <a:pos x="connsiteX7726" y="connsiteY7726"/>
                </a:cxn>
                <a:cxn ang="0">
                  <a:pos x="connsiteX7727" y="connsiteY7727"/>
                </a:cxn>
                <a:cxn ang="0">
                  <a:pos x="connsiteX7728" y="connsiteY7728"/>
                </a:cxn>
                <a:cxn ang="0">
                  <a:pos x="connsiteX7729" y="connsiteY7729"/>
                </a:cxn>
                <a:cxn ang="0">
                  <a:pos x="connsiteX7730" y="connsiteY7730"/>
                </a:cxn>
                <a:cxn ang="0">
                  <a:pos x="connsiteX7731" y="connsiteY7731"/>
                </a:cxn>
                <a:cxn ang="0">
                  <a:pos x="connsiteX7732" y="connsiteY7732"/>
                </a:cxn>
                <a:cxn ang="0">
                  <a:pos x="connsiteX7733" y="connsiteY7733"/>
                </a:cxn>
                <a:cxn ang="0">
                  <a:pos x="connsiteX7734" y="connsiteY7734"/>
                </a:cxn>
                <a:cxn ang="0">
                  <a:pos x="connsiteX7735" y="connsiteY7735"/>
                </a:cxn>
                <a:cxn ang="0">
                  <a:pos x="connsiteX7736" y="connsiteY7736"/>
                </a:cxn>
                <a:cxn ang="0">
                  <a:pos x="connsiteX7737" y="connsiteY7737"/>
                </a:cxn>
                <a:cxn ang="0">
                  <a:pos x="connsiteX7738" y="connsiteY7738"/>
                </a:cxn>
                <a:cxn ang="0">
                  <a:pos x="connsiteX7739" y="connsiteY7739"/>
                </a:cxn>
                <a:cxn ang="0">
                  <a:pos x="connsiteX7740" y="connsiteY7740"/>
                </a:cxn>
                <a:cxn ang="0">
                  <a:pos x="connsiteX7741" y="connsiteY7741"/>
                </a:cxn>
                <a:cxn ang="0">
                  <a:pos x="connsiteX7742" y="connsiteY7742"/>
                </a:cxn>
                <a:cxn ang="0">
                  <a:pos x="connsiteX7743" y="connsiteY7743"/>
                </a:cxn>
                <a:cxn ang="0">
                  <a:pos x="connsiteX7744" y="connsiteY7744"/>
                </a:cxn>
                <a:cxn ang="0">
                  <a:pos x="connsiteX7745" y="connsiteY7745"/>
                </a:cxn>
                <a:cxn ang="0">
                  <a:pos x="connsiteX7746" y="connsiteY7746"/>
                </a:cxn>
                <a:cxn ang="0">
                  <a:pos x="connsiteX7747" y="connsiteY7747"/>
                </a:cxn>
                <a:cxn ang="0">
                  <a:pos x="connsiteX7748" y="connsiteY7748"/>
                </a:cxn>
                <a:cxn ang="0">
                  <a:pos x="connsiteX7749" y="connsiteY7749"/>
                </a:cxn>
                <a:cxn ang="0">
                  <a:pos x="connsiteX7750" y="connsiteY7750"/>
                </a:cxn>
                <a:cxn ang="0">
                  <a:pos x="connsiteX7751" y="connsiteY7751"/>
                </a:cxn>
                <a:cxn ang="0">
                  <a:pos x="connsiteX7752" y="connsiteY7752"/>
                </a:cxn>
                <a:cxn ang="0">
                  <a:pos x="connsiteX7753" y="connsiteY7753"/>
                </a:cxn>
                <a:cxn ang="0">
                  <a:pos x="connsiteX7754" y="connsiteY7754"/>
                </a:cxn>
                <a:cxn ang="0">
                  <a:pos x="connsiteX7755" y="connsiteY7755"/>
                </a:cxn>
                <a:cxn ang="0">
                  <a:pos x="connsiteX7756" y="connsiteY7756"/>
                </a:cxn>
                <a:cxn ang="0">
                  <a:pos x="connsiteX7757" y="connsiteY7757"/>
                </a:cxn>
                <a:cxn ang="0">
                  <a:pos x="connsiteX7758" y="connsiteY7758"/>
                </a:cxn>
                <a:cxn ang="0">
                  <a:pos x="connsiteX7759" y="connsiteY7759"/>
                </a:cxn>
                <a:cxn ang="0">
                  <a:pos x="connsiteX7760" y="connsiteY7760"/>
                </a:cxn>
                <a:cxn ang="0">
                  <a:pos x="connsiteX7761" y="connsiteY7761"/>
                </a:cxn>
                <a:cxn ang="0">
                  <a:pos x="connsiteX7762" y="connsiteY7762"/>
                </a:cxn>
                <a:cxn ang="0">
                  <a:pos x="connsiteX7763" y="connsiteY7763"/>
                </a:cxn>
                <a:cxn ang="0">
                  <a:pos x="connsiteX7764" y="connsiteY7764"/>
                </a:cxn>
                <a:cxn ang="0">
                  <a:pos x="connsiteX7765" y="connsiteY7765"/>
                </a:cxn>
                <a:cxn ang="0">
                  <a:pos x="connsiteX7766" y="connsiteY7766"/>
                </a:cxn>
                <a:cxn ang="0">
                  <a:pos x="connsiteX7767" y="connsiteY7767"/>
                </a:cxn>
                <a:cxn ang="0">
                  <a:pos x="connsiteX7768" y="connsiteY7768"/>
                </a:cxn>
                <a:cxn ang="0">
                  <a:pos x="connsiteX7769" y="connsiteY7769"/>
                </a:cxn>
                <a:cxn ang="0">
                  <a:pos x="connsiteX7770" y="connsiteY7770"/>
                </a:cxn>
                <a:cxn ang="0">
                  <a:pos x="connsiteX7771" y="connsiteY7771"/>
                </a:cxn>
                <a:cxn ang="0">
                  <a:pos x="connsiteX7772" y="connsiteY7772"/>
                </a:cxn>
                <a:cxn ang="0">
                  <a:pos x="connsiteX7773" y="connsiteY7773"/>
                </a:cxn>
                <a:cxn ang="0">
                  <a:pos x="connsiteX7774" y="connsiteY7774"/>
                </a:cxn>
                <a:cxn ang="0">
                  <a:pos x="connsiteX7775" y="connsiteY7775"/>
                </a:cxn>
                <a:cxn ang="0">
                  <a:pos x="connsiteX7776" y="connsiteY7776"/>
                </a:cxn>
                <a:cxn ang="0">
                  <a:pos x="connsiteX7777" y="connsiteY7777"/>
                </a:cxn>
                <a:cxn ang="0">
                  <a:pos x="connsiteX7778" y="connsiteY7778"/>
                </a:cxn>
                <a:cxn ang="0">
                  <a:pos x="connsiteX7779" y="connsiteY7779"/>
                </a:cxn>
                <a:cxn ang="0">
                  <a:pos x="connsiteX7780" y="connsiteY7780"/>
                </a:cxn>
                <a:cxn ang="0">
                  <a:pos x="connsiteX7781" y="connsiteY7781"/>
                </a:cxn>
                <a:cxn ang="0">
                  <a:pos x="connsiteX7782" y="connsiteY7782"/>
                </a:cxn>
                <a:cxn ang="0">
                  <a:pos x="connsiteX7783" y="connsiteY7783"/>
                </a:cxn>
                <a:cxn ang="0">
                  <a:pos x="connsiteX7784" y="connsiteY7784"/>
                </a:cxn>
                <a:cxn ang="0">
                  <a:pos x="connsiteX7785" y="connsiteY7785"/>
                </a:cxn>
                <a:cxn ang="0">
                  <a:pos x="connsiteX7786" y="connsiteY7786"/>
                </a:cxn>
                <a:cxn ang="0">
                  <a:pos x="connsiteX7787" y="connsiteY7787"/>
                </a:cxn>
                <a:cxn ang="0">
                  <a:pos x="connsiteX7788" y="connsiteY7788"/>
                </a:cxn>
                <a:cxn ang="0">
                  <a:pos x="connsiteX7789" y="connsiteY7789"/>
                </a:cxn>
                <a:cxn ang="0">
                  <a:pos x="connsiteX7790" y="connsiteY7790"/>
                </a:cxn>
                <a:cxn ang="0">
                  <a:pos x="connsiteX7791" y="connsiteY7791"/>
                </a:cxn>
                <a:cxn ang="0">
                  <a:pos x="connsiteX7792" y="connsiteY7792"/>
                </a:cxn>
                <a:cxn ang="0">
                  <a:pos x="connsiteX7793" y="connsiteY7793"/>
                </a:cxn>
                <a:cxn ang="0">
                  <a:pos x="connsiteX7794" y="connsiteY7794"/>
                </a:cxn>
                <a:cxn ang="0">
                  <a:pos x="connsiteX7795" y="connsiteY7795"/>
                </a:cxn>
                <a:cxn ang="0">
                  <a:pos x="connsiteX7796" y="connsiteY7796"/>
                </a:cxn>
                <a:cxn ang="0">
                  <a:pos x="connsiteX7797" y="connsiteY7797"/>
                </a:cxn>
                <a:cxn ang="0">
                  <a:pos x="connsiteX7798" y="connsiteY7798"/>
                </a:cxn>
                <a:cxn ang="0">
                  <a:pos x="connsiteX7799" y="connsiteY7799"/>
                </a:cxn>
                <a:cxn ang="0">
                  <a:pos x="connsiteX7800" y="connsiteY7800"/>
                </a:cxn>
                <a:cxn ang="0">
                  <a:pos x="connsiteX7801" y="connsiteY7801"/>
                </a:cxn>
                <a:cxn ang="0">
                  <a:pos x="connsiteX7802" y="connsiteY7802"/>
                </a:cxn>
                <a:cxn ang="0">
                  <a:pos x="connsiteX7803" y="connsiteY7803"/>
                </a:cxn>
                <a:cxn ang="0">
                  <a:pos x="connsiteX7804" y="connsiteY7804"/>
                </a:cxn>
                <a:cxn ang="0">
                  <a:pos x="connsiteX7805" y="connsiteY7805"/>
                </a:cxn>
                <a:cxn ang="0">
                  <a:pos x="connsiteX7806" y="connsiteY7806"/>
                </a:cxn>
                <a:cxn ang="0">
                  <a:pos x="connsiteX7807" y="connsiteY7807"/>
                </a:cxn>
                <a:cxn ang="0">
                  <a:pos x="connsiteX7808" y="connsiteY7808"/>
                </a:cxn>
                <a:cxn ang="0">
                  <a:pos x="connsiteX7809" y="connsiteY7809"/>
                </a:cxn>
                <a:cxn ang="0">
                  <a:pos x="connsiteX7810" y="connsiteY7810"/>
                </a:cxn>
                <a:cxn ang="0">
                  <a:pos x="connsiteX7811" y="connsiteY7811"/>
                </a:cxn>
                <a:cxn ang="0">
                  <a:pos x="connsiteX7812" y="connsiteY7812"/>
                </a:cxn>
                <a:cxn ang="0">
                  <a:pos x="connsiteX7813" y="connsiteY7813"/>
                </a:cxn>
                <a:cxn ang="0">
                  <a:pos x="connsiteX7814" y="connsiteY7814"/>
                </a:cxn>
                <a:cxn ang="0">
                  <a:pos x="connsiteX7815" y="connsiteY7815"/>
                </a:cxn>
                <a:cxn ang="0">
                  <a:pos x="connsiteX7816" y="connsiteY7816"/>
                </a:cxn>
                <a:cxn ang="0">
                  <a:pos x="connsiteX7817" y="connsiteY7817"/>
                </a:cxn>
                <a:cxn ang="0">
                  <a:pos x="connsiteX7818" y="connsiteY7818"/>
                </a:cxn>
                <a:cxn ang="0">
                  <a:pos x="connsiteX7819" y="connsiteY7819"/>
                </a:cxn>
                <a:cxn ang="0">
                  <a:pos x="connsiteX7820" y="connsiteY7820"/>
                </a:cxn>
                <a:cxn ang="0">
                  <a:pos x="connsiteX7821" y="connsiteY7821"/>
                </a:cxn>
                <a:cxn ang="0">
                  <a:pos x="connsiteX7822" y="connsiteY7822"/>
                </a:cxn>
                <a:cxn ang="0">
                  <a:pos x="connsiteX7823" y="connsiteY7823"/>
                </a:cxn>
                <a:cxn ang="0">
                  <a:pos x="connsiteX7824" y="connsiteY7824"/>
                </a:cxn>
                <a:cxn ang="0">
                  <a:pos x="connsiteX7825" y="connsiteY7825"/>
                </a:cxn>
                <a:cxn ang="0">
                  <a:pos x="connsiteX7826" y="connsiteY7826"/>
                </a:cxn>
                <a:cxn ang="0">
                  <a:pos x="connsiteX7827" y="connsiteY7827"/>
                </a:cxn>
                <a:cxn ang="0">
                  <a:pos x="connsiteX7828" y="connsiteY7828"/>
                </a:cxn>
                <a:cxn ang="0">
                  <a:pos x="connsiteX7829" y="connsiteY7829"/>
                </a:cxn>
                <a:cxn ang="0">
                  <a:pos x="connsiteX7830" y="connsiteY7830"/>
                </a:cxn>
                <a:cxn ang="0">
                  <a:pos x="connsiteX7831" y="connsiteY7831"/>
                </a:cxn>
                <a:cxn ang="0">
                  <a:pos x="connsiteX7832" y="connsiteY7832"/>
                </a:cxn>
                <a:cxn ang="0">
                  <a:pos x="connsiteX7833" y="connsiteY7833"/>
                </a:cxn>
                <a:cxn ang="0">
                  <a:pos x="connsiteX7834" y="connsiteY7834"/>
                </a:cxn>
                <a:cxn ang="0">
                  <a:pos x="connsiteX7835" y="connsiteY7835"/>
                </a:cxn>
                <a:cxn ang="0">
                  <a:pos x="connsiteX7836" y="connsiteY7836"/>
                </a:cxn>
                <a:cxn ang="0">
                  <a:pos x="connsiteX7837" y="connsiteY7837"/>
                </a:cxn>
                <a:cxn ang="0">
                  <a:pos x="connsiteX7838" y="connsiteY7838"/>
                </a:cxn>
                <a:cxn ang="0">
                  <a:pos x="connsiteX7839" y="connsiteY7839"/>
                </a:cxn>
                <a:cxn ang="0">
                  <a:pos x="connsiteX7840" y="connsiteY7840"/>
                </a:cxn>
                <a:cxn ang="0">
                  <a:pos x="connsiteX7841" y="connsiteY7841"/>
                </a:cxn>
                <a:cxn ang="0">
                  <a:pos x="connsiteX7842" y="connsiteY7842"/>
                </a:cxn>
                <a:cxn ang="0">
                  <a:pos x="connsiteX7843" y="connsiteY7843"/>
                </a:cxn>
                <a:cxn ang="0">
                  <a:pos x="connsiteX7844" y="connsiteY7844"/>
                </a:cxn>
                <a:cxn ang="0">
                  <a:pos x="connsiteX7845" y="connsiteY7845"/>
                </a:cxn>
                <a:cxn ang="0">
                  <a:pos x="connsiteX7846" y="connsiteY7846"/>
                </a:cxn>
                <a:cxn ang="0">
                  <a:pos x="connsiteX7847" y="connsiteY7847"/>
                </a:cxn>
                <a:cxn ang="0">
                  <a:pos x="connsiteX7848" y="connsiteY7848"/>
                </a:cxn>
                <a:cxn ang="0">
                  <a:pos x="connsiteX7849" y="connsiteY7849"/>
                </a:cxn>
                <a:cxn ang="0">
                  <a:pos x="connsiteX7850" y="connsiteY7850"/>
                </a:cxn>
                <a:cxn ang="0">
                  <a:pos x="connsiteX7851" y="connsiteY7851"/>
                </a:cxn>
                <a:cxn ang="0">
                  <a:pos x="connsiteX7852" y="connsiteY7852"/>
                </a:cxn>
                <a:cxn ang="0">
                  <a:pos x="connsiteX7853" y="connsiteY7853"/>
                </a:cxn>
                <a:cxn ang="0">
                  <a:pos x="connsiteX7854" y="connsiteY7854"/>
                </a:cxn>
                <a:cxn ang="0">
                  <a:pos x="connsiteX7855" y="connsiteY7855"/>
                </a:cxn>
                <a:cxn ang="0">
                  <a:pos x="connsiteX7856" y="connsiteY7856"/>
                </a:cxn>
                <a:cxn ang="0">
                  <a:pos x="connsiteX7857" y="connsiteY7857"/>
                </a:cxn>
                <a:cxn ang="0">
                  <a:pos x="connsiteX7858" y="connsiteY7858"/>
                </a:cxn>
                <a:cxn ang="0">
                  <a:pos x="connsiteX7859" y="connsiteY7859"/>
                </a:cxn>
                <a:cxn ang="0">
                  <a:pos x="connsiteX7860" y="connsiteY7860"/>
                </a:cxn>
                <a:cxn ang="0">
                  <a:pos x="connsiteX7861" y="connsiteY7861"/>
                </a:cxn>
                <a:cxn ang="0">
                  <a:pos x="connsiteX7862" y="connsiteY7862"/>
                </a:cxn>
                <a:cxn ang="0">
                  <a:pos x="connsiteX7863" y="connsiteY7863"/>
                </a:cxn>
                <a:cxn ang="0">
                  <a:pos x="connsiteX7864" y="connsiteY7864"/>
                </a:cxn>
                <a:cxn ang="0">
                  <a:pos x="connsiteX7865" y="connsiteY7865"/>
                </a:cxn>
                <a:cxn ang="0">
                  <a:pos x="connsiteX7866" y="connsiteY7866"/>
                </a:cxn>
                <a:cxn ang="0">
                  <a:pos x="connsiteX7867" y="connsiteY7867"/>
                </a:cxn>
                <a:cxn ang="0">
                  <a:pos x="connsiteX7868" y="connsiteY7868"/>
                </a:cxn>
                <a:cxn ang="0">
                  <a:pos x="connsiteX7869" y="connsiteY7869"/>
                </a:cxn>
                <a:cxn ang="0">
                  <a:pos x="connsiteX7870" y="connsiteY7870"/>
                </a:cxn>
                <a:cxn ang="0">
                  <a:pos x="connsiteX7871" y="connsiteY7871"/>
                </a:cxn>
                <a:cxn ang="0">
                  <a:pos x="connsiteX7872" y="connsiteY7872"/>
                </a:cxn>
                <a:cxn ang="0">
                  <a:pos x="connsiteX7873" y="connsiteY7873"/>
                </a:cxn>
                <a:cxn ang="0">
                  <a:pos x="connsiteX7874" y="connsiteY7874"/>
                </a:cxn>
                <a:cxn ang="0">
                  <a:pos x="connsiteX7875" y="connsiteY7875"/>
                </a:cxn>
                <a:cxn ang="0">
                  <a:pos x="connsiteX7876" y="connsiteY7876"/>
                </a:cxn>
                <a:cxn ang="0">
                  <a:pos x="connsiteX7877" y="connsiteY7877"/>
                </a:cxn>
                <a:cxn ang="0">
                  <a:pos x="connsiteX7878" y="connsiteY7878"/>
                </a:cxn>
                <a:cxn ang="0">
                  <a:pos x="connsiteX7879" y="connsiteY7879"/>
                </a:cxn>
                <a:cxn ang="0">
                  <a:pos x="connsiteX7880" y="connsiteY7880"/>
                </a:cxn>
                <a:cxn ang="0">
                  <a:pos x="connsiteX7881" y="connsiteY7881"/>
                </a:cxn>
                <a:cxn ang="0">
                  <a:pos x="connsiteX7882" y="connsiteY7882"/>
                </a:cxn>
                <a:cxn ang="0">
                  <a:pos x="connsiteX7883" y="connsiteY7883"/>
                </a:cxn>
                <a:cxn ang="0">
                  <a:pos x="connsiteX7884" y="connsiteY7884"/>
                </a:cxn>
                <a:cxn ang="0">
                  <a:pos x="connsiteX7885" y="connsiteY7885"/>
                </a:cxn>
                <a:cxn ang="0">
                  <a:pos x="connsiteX7886" y="connsiteY7886"/>
                </a:cxn>
                <a:cxn ang="0">
                  <a:pos x="connsiteX7887" y="connsiteY7887"/>
                </a:cxn>
                <a:cxn ang="0">
                  <a:pos x="connsiteX7888" y="connsiteY7888"/>
                </a:cxn>
                <a:cxn ang="0">
                  <a:pos x="connsiteX7889" y="connsiteY7889"/>
                </a:cxn>
                <a:cxn ang="0">
                  <a:pos x="connsiteX7890" y="connsiteY7890"/>
                </a:cxn>
                <a:cxn ang="0">
                  <a:pos x="connsiteX7891" y="connsiteY7891"/>
                </a:cxn>
                <a:cxn ang="0">
                  <a:pos x="connsiteX7892" y="connsiteY7892"/>
                </a:cxn>
                <a:cxn ang="0">
                  <a:pos x="connsiteX7893" y="connsiteY7893"/>
                </a:cxn>
                <a:cxn ang="0">
                  <a:pos x="connsiteX7894" y="connsiteY7894"/>
                </a:cxn>
                <a:cxn ang="0">
                  <a:pos x="connsiteX7895" y="connsiteY7895"/>
                </a:cxn>
                <a:cxn ang="0">
                  <a:pos x="connsiteX7896" y="connsiteY7896"/>
                </a:cxn>
                <a:cxn ang="0">
                  <a:pos x="connsiteX7897" y="connsiteY7897"/>
                </a:cxn>
                <a:cxn ang="0">
                  <a:pos x="connsiteX7898" y="connsiteY7898"/>
                </a:cxn>
                <a:cxn ang="0">
                  <a:pos x="connsiteX7899" y="connsiteY7899"/>
                </a:cxn>
                <a:cxn ang="0">
                  <a:pos x="connsiteX7900" y="connsiteY7900"/>
                </a:cxn>
                <a:cxn ang="0">
                  <a:pos x="connsiteX7901" y="connsiteY7901"/>
                </a:cxn>
                <a:cxn ang="0">
                  <a:pos x="connsiteX7902" y="connsiteY7902"/>
                </a:cxn>
                <a:cxn ang="0">
                  <a:pos x="connsiteX7903" y="connsiteY7903"/>
                </a:cxn>
                <a:cxn ang="0">
                  <a:pos x="connsiteX7904" y="connsiteY7904"/>
                </a:cxn>
                <a:cxn ang="0">
                  <a:pos x="connsiteX7905" y="connsiteY7905"/>
                </a:cxn>
                <a:cxn ang="0">
                  <a:pos x="connsiteX7906" y="connsiteY7906"/>
                </a:cxn>
                <a:cxn ang="0">
                  <a:pos x="connsiteX7907" y="connsiteY7907"/>
                </a:cxn>
                <a:cxn ang="0">
                  <a:pos x="connsiteX7908" y="connsiteY7908"/>
                </a:cxn>
                <a:cxn ang="0">
                  <a:pos x="connsiteX7909" y="connsiteY7909"/>
                </a:cxn>
                <a:cxn ang="0">
                  <a:pos x="connsiteX7910" y="connsiteY7910"/>
                </a:cxn>
                <a:cxn ang="0">
                  <a:pos x="connsiteX7911" y="connsiteY7911"/>
                </a:cxn>
                <a:cxn ang="0">
                  <a:pos x="connsiteX7912" y="connsiteY7912"/>
                </a:cxn>
                <a:cxn ang="0">
                  <a:pos x="connsiteX7913" y="connsiteY7913"/>
                </a:cxn>
                <a:cxn ang="0">
                  <a:pos x="connsiteX7914" y="connsiteY7914"/>
                </a:cxn>
                <a:cxn ang="0">
                  <a:pos x="connsiteX7915" y="connsiteY7915"/>
                </a:cxn>
                <a:cxn ang="0">
                  <a:pos x="connsiteX7916" y="connsiteY7916"/>
                </a:cxn>
                <a:cxn ang="0">
                  <a:pos x="connsiteX7917" y="connsiteY7917"/>
                </a:cxn>
                <a:cxn ang="0">
                  <a:pos x="connsiteX7918" y="connsiteY7918"/>
                </a:cxn>
                <a:cxn ang="0">
                  <a:pos x="connsiteX7919" y="connsiteY7919"/>
                </a:cxn>
                <a:cxn ang="0">
                  <a:pos x="connsiteX7920" y="connsiteY7920"/>
                </a:cxn>
                <a:cxn ang="0">
                  <a:pos x="connsiteX7921" y="connsiteY7921"/>
                </a:cxn>
                <a:cxn ang="0">
                  <a:pos x="connsiteX7922" y="connsiteY7922"/>
                </a:cxn>
                <a:cxn ang="0">
                  <a:pos x="connsiteX7923" y="connsiteY7923"/>
                </a:cxn>
                <a:cxn ang="0">
                  <a:pos x="connsiteX7924" y="connsiteY7924"/>
                </a:cxn>
                <a:cxn ang="0">
                  <a:pos x="connsiteX7925" y="connsiteY7925"/>
                </a:cxn>
                <a:cxn ang="0">
                  <a:pos x="connsiteX7926" y="connsiteY7926"/>
                </a:cxn>
                <a:cxn ang="0">
                  <a:pos x="connsiteX7927" y="connsiteY7927"/>
                </a:cxn>
                <a:cxn ang="0">
                  <a:pos x="connsiteX7928" y="connsiteY7928"/>
                </a:cxn>
                <a:cxn ang="0">
                  <a:pos x="connsiteX7929" y="connsiteY7929"/>
                </a:cxn>
                <a:cxn ang="0">
                  <a:pos x="connsiteX7930" y="connsiteY7930"/>
                </a:cxn>
                <a:cxn ang="0">
                  <a:pos x="connsiteX7931" y="connsiteY7931"/>
                </a:cxn>
                <a:cxn ang="0">
                  <a:pos x="connsiteX7932" y="connsiteY7932"/>
                </a:cxn>
                <a:cxn ang="0">
                  <a:pos x="connsiteX7933" y="connsiteY7933"/>
                </a:cxn>
                <a:cxn ang="0">
                  <a:pos x="connsiteX7934" y="connsiteY7934"/>
                </a:cxn>
                <a:cxn ang="0">
                  <a:pos x="connsiteX7935" y="connsiteY7935"/>
                </a:cxn>
                <a:cxn ang="0">
                  <a:pos x="connsiteX7936" y="connsiteY7936"/>
                </a:cxn>
                <a:cxn ang="0">
                  <a:pos x="connsiteX7937" y="connsiteY7937"/>
                </a:cxn>
                <a:cxn ang="0">
                  <a:pos x="connsiteX7938" y="connsiteY7938"/>
                </a:cxn>
                <a:cxn ang="0">
                  <a:pos x="connsiteX7939" y="connsiteY7939"/>
                </a:cxn>
                <a:cxn ang="0">
                  <a:pos x="connsiteX7940" y="connsiteY7940"/>
                </a:cxn>
                <a:cxn ang="0">
                  <a:pos x="connsiteX7941" y="connsiteY7941"/>
                </a:cxn>
                <a:cxn ang="0">
                  <a:pos x="connsiteX7942" y="connsiteY7942"/>
                </a:cxn>
                <a:cxn ang="0">
                  <a:pos x="connsiteX7943" y="connsiteY7943"/>
                </a:cxn>
                <a:cxn ang="0">
                  <a:pos x="connsiteX7944" y="connsiteY7944"/>
                </a:cxn>
                <a:cxn ang="0">
                  <a:pos x="connsiteX7945" y="connsiteY7945"/>
                </a:cxn>
                <a:cxn ang="0">
                  <a:pos x="connsiteX7946" y="connsiteY7946"/>
                </a:cxn>
                <a:cxn ang="0">
                  <a:pos x="connsiteX7947" y="connsiteY7947"/>
                </a:cxn>
                <a:cxn ang="0">
                  <a:pos x="connsiteX7948" y="connsiteY7948"/>
                </a:cxn>
                <a:cxn ang="0">
                  <a:pos x="connsiteX7949" y="connsiteY7949"/>
                </a:cxn>
                <a:cxn ang="0">
                  <a:pos x="connsiteX7950" y="connsiteY7950"/>
                </a:cxn>
                <a:cxn ang="0">
                  <a:pos x="connsiteX7951" y="connsiteY7951"/>
                </a:cxn>
                <a:cxn ang="0">
                  <a:pos x="connsiteX7952" y="connsiteY7952"/>
                </a:cxn>
                <a:cxn ang="0">
                  <a:pos x="connsiteX7953" y="connsiteY7953"/>
                </a:cxn>
                <a:cxn ang="0">
                  <a:pos x="connsiteX7954" y="connsiteY7954"/>
                </a:cxn>
                <a:cxn ang="0">
                  <a:pos x="connsiteX7955" y="connsiteY7955"/>
                </a:cxn>
                <a:cxn ang="0">
                  <a:pos x="connsiteX7956" y="connsiteY7956"/>
                </a:cxn>
                <a:cxn ang="0">
                  <a:pos x="connsiteX7957" y="connsiteY7957"/>
                </a:cxn>
                <a:cxn ang="0">
                  <a:pos x="connsiteX7958" y="connsiteY7958"/>
                </a:cxn>
                <a:cxn ang="0">
                  <a:pos x="connsiteX7959" y="connsiteY7959"/>
                </a:cxn>
                <a:cxn ang="0">
                  <a:pos x="connsiteX7960" y="connsiteY7960"/>
                </a:cxn>
                <a:cxn ang="0">
                  <a:pos x="connsiteX7961" y="connsiteY7961"/>
                </a:cxn>
                <a:cxn ang="0">
                  <a:pos x="connsiteX7962" y="connsiteY7962"/>
                </a:cxn>
                <a:cxn ang="0">
                  <a:pos x="connsiteX7963" y="connsiteY7963"/>
                </a:cxn>
                <a:cxn ang="0">
                  <a:pos x="connsiteX7964" y="connsiteY7964"/>
                </a:cxn>
                <a:cxn ang="0">
                  <a:pos x="connsiteX7965" y="connsiteY7965"/>
                </a:cxn>
                <a:cxn ang="0">
                  <a:pos x="connsiteX7966" y="connsiteY7966"/>
                </a:cxn>
                <a:cxn ang="0">
                  <a:pos x="connsiteX7967" y="connsiteY7967"/>
                </a:cxn>
                <a:cxn ang="0">
                  <a:pos x="connsiteX7968" y="connsiteY7968"/>
                </a:cxn>
                <a:cxn ang="0">
                  <a:pos x="connsiteX7969" y="connsiteY7969"/>
                </a:cxn>
                <a:cxn ang="0">
                  <a:pos x="connsiteX7970" y="connsiteY7970"/>
                </a:cxn>
                <a:cxn ang="0">
                  <a:pos x="connsiteX7971" y="connsiteY7971"/>
                </a:cxn>
                <a:cxn ang="0">
                  <a:pos x="connsiteX7972" y="connsiteY7972"/>
                </a:cxn>
                <a:cxn ang="0">
                  <a:pos x="connsiteX7973" y="connsiteY7973"/>
                </a:cxn>
                <a:cxn ang="0">
                  <a:pos x="connsiteX7974" y="connsiteY7974"/>
                </a:cxn>
                <a:cxn ang="0">
                  <a:pos x="connsiteX7975" y="connsiteY7975"/>
                </a:cxn>
                <a:cxn ang="0">
                  <a:pos x="connsiteX7976" y="connsiteY7976"/>
                </a:cxn>
                <a:cxn ang="0">
                  <a:pos x="connsiteX7977" y="connsiteY7977"/>
                </a:cxn>
                <a:cxn ang="0">
                  <a:pos x="connsiteX7978" y="connsiteY7978"/>
                </a:cxn>
                <a:cxn ang="0">
                  <a:pos x="connsiteX7979" y="connsiteY7979"/>
                </a:cxn>
                <a:cxn ang="0">
                  <a:pos x="connsiteX7980" y="connsiteY7980"/>
                </a:cxn>
                <a:cxn ang="0">
                  <a:pos x="connsiteX7981" y="connsiteY7981"/>
                </a:cxn>
                <a:cxn ang="0">
                  <a:pos x="connsiteX7982" y="connsiteY7982"/>
                </a:cxn>
                <a:cxn ang="0">
                  <a:pos x="connsiteX7983" y="connsiteY7983"/>
                </a:cxn>
                <a:cxn ang="0">
                  <a:pos x="connsiteX7984" y="connsiteY7984"/>
                </a:cxn>
                <a:cxn ang="0">
                  <a:pos x="connsiteX7985" y="connsiteY7985"/>
                </a:cxn>
                <a:cxn ang="0">
                  <a:pos x="connsiteX7986" y="connsiteY7986"/>
                </a:cxn>
                <a:cxn ang="0">
                  <a:pos x="connsiteX7987" y="connsiteY7987"/>
                </a:cxn>
                <a:cxn ang="0">
                  <a:pos x="connsiteX7988" y="connsiteY7988"/>
                </a:cxn>
                <a:cxn ang="0">
                  <a:pos x="connsiteX7989" y="connsiteY7989"/>
                </a:cxn>
                <a:cxn ang="0">
                  <a:pos x="connsiteX7990" y="connsiteY7990"/>
                </a:cxn>
                <a:cxn ang="0">
                  <a:pos x="connsiteX7991" y="connsiteY7991"/>
                </a:cxn>
                <a:cxn ang="0">
                  <a:pos x="connsiteX7992" y="connsiteY7992"/>
                </a:cxn>
                <a:cxn ang="0">
                  <a:pos x="connsiteX7993" y="connsiteY7993"/>
                </a:cxn>
                <a:cxn ang="0">
                  <a:pos x="connsiteX7994" y="connsiteY7994"/>
                </a:cxn>
                <a:cxn ang="0">
                  <a:pos x="connsiteX7995" y="connsiteY7995"/>
                </a:cxn>
                <a:cxn ang="0">
                  <a:pos x="connsiteX7996" y="connsiteY7996"/>
                </a:cxn>
                <a:cxn ang="0">
                  <a:pos x="connsiteX7997" y="connsiteY7997"/>
                </a:cxn>
                <a:cxn ang="0">
                  <a:pos x="connsiteX7998" y="connsiteY7998"/>
                </a:cxn>
                <a:cxn ang="0">
                  <a:pos x="connsiteX7999" y="connsiteY7999"/>
                </a:cxn>
                <a:cxn ang="0">
                  <a:pos x="connsiteX8000" y="connsiteY8000"/>
                </a:cxn>
                <a:cxn ang="0">
                  <a:pos x="connsiteX8001" y="connsiteY8001"/>
                </a:cxn>
                <a:cxn ang="0">
                  <a:pos x="connsiteX8002" y="connsiteY8002"/>
                </a:cxn>
                <a:cxn ang="0">
                  <a:pos x="connsiteX8003" y="connsiteY8003"/>
                </a:cxn>
                <a:cxn ang="0">
                  <a:pos x="connsiteX8004" y="connsiteY8004"/>
                </a:cxn>
                <a:cxn ang="0">
                  <a:pos x="connsiteX8005" y="connsiteY8005"/>
                </a:cxn>
                <a:cxn ang="0">
                  <a:pos x="connsiteX8006" y="connsiteY8006"/>
                </a:cxn>
                <a:cxn ang="0">
                  <a:pos x="connsiteX8007" y="connsiteY8007"/>
                </a:cxn>
                <a:cxn ang="0">
                  <a:pos x="connsiteX8008" y="connsiteY8008"/>
                </a:cxn>
                <a:cxn ang="0">
                  <a:pos x="connsiteX8009" y="connsiteY8009"/>
                </a:cxn>
                <a:cxn ang="0">
                  <a:pos x="connsiteX8010" y="connsiteY8010"/>
                </a:cxn>
                <a:cxn ang="0">
                  <a:pos x="connsiteX8011" y="connsiteY8011"/>
                </a:cxn>
                <a:cxn ang="0">
                  <a:pos x="connsiteX8012" y="connsiteY8012"/>
                </a:cxn>
                <a:cxn ang="0">
                  <a:pos x="connsiteX8013" y="connsiteY8013"/>
                </a:cxn>
                <a:cxn ang="0">
                  <a:pos x="connsiteX8014" y="connsiteY8014"/>
                </a:cxn>
                <a:cxn ang="0">
                  <a:pos x="connsiteX8015" y="connsiteY8015"/>
                </a:cxn>
                <a:cxn ang="0">
                  <a:pos x="connsiteX8016" y="connsiteY8016"/>
                </a:cxn>
                <a:cxn ang="0">
                  <a:pos x="connsiteX8017" y="connsiteY8017"/>
                </a:cxn>
                <a:cxn ang="0">
                  <a:pos x="connsiteX8018" y="connsiteY8018"/>
                </a:cxn>
                <a:cxn ang="0">
                  <a:pos x="connsiteX8019" y="connsiteY8019"/>
                </a:cxn>
                <a:cxn ang="0">
                  <a:pos x="connsiteX8020" y="connsiteY8020"/>
                </a:cxn>
                <a:cxn ang="0">
                  <a:pos x="connsiteX8021" y="connsiteY8021"/>
                </a:cxn>
                <a:cxn ang="0">
                  <a:pos x="connsiteX8022" y="connsiteY8022"/>
                </a:cxn>
                <a:cxn ang="0">
                  <a:pos x="connsiteX8023" y="connsiteY8023"/>
                </a:cxn>
                <a:cxn ang="0">
                  <a:pos x="connsiteX8024" y="connsiteY8024"/>
                </a:cxn>
                <a:cxn ang="0">
                  <a:pos x="connsiteX8025" y="connsiteY8025"/>
                </a:cxn>
                <a:cxn ang="0">
                  <a:pos x="connsiteX8026" y="connsiteY8026"/>
                </a:cxn>
                <a:cxn ang="0">
                  <a:pos x="connsiteX8027" y="connsiteY8027"/>
                </a:cxn>
                <a:cxn ang="0">
                  <a:pos x="connsiteX8028" y="connsiteY8028"/>
                </a:cxn>
                <a:cxn ang="0">
                  <a:pos x="connsiteX8029" y="connsiteY8029"/>
                </a:cxn>
                <a:cxn ang="0">
                  <a:pos x="connsiteX8030" y="connsiteY8030"/>
                </a:cxn>
                <a:cxn ang="0">
                  <a:pos x="connsiteX8031" y="connsiteY8031"/>
                </a:cxn>
                <a:cxn ang="0">
                  <a:pos x="connsiteX8032" y="connsiteY8032"/>
                </a:cxn>
                <a:cxn ang="0">
                  <a:pos x="connsiteX8033" y="connsiteY8033"/>
                </a:cxn>
                <a:cxn ang="0">
                  <a:pos x="connsiteX8034" y="connsiteY8034"/>
                </a:cxn>
                <a:cxn ang="0">
                  <a:pos x="connsiteX8035" y="connsiteY8035"/>
                </a:cxn>
                <a:cxn ang="0">
                  <a:pos x="connsiteX8036" y="connsiteY8036"/>
                </a:cxn>
                <a:cxn ang="0">
                  <a:pos x="connsiteX8037" y="connsiteY8037"/>
                </a:cxn>
                <a:cxn ang="0">
                  <a:pos x="connsiteX8038" y="connsiteY8038"/>
                </a:cxn>
                <a:cxn ang="0">
                  <a:pos x="connsiteX8039" y="connsiteY8039"/>
                </a:cxn>
                <a:cxn ang="0">
                  <a:pos x="connsiteX8040" y="connsiteY8040"/>
                </a:cxn>
                <a:cxn ang="0">
                  <a:pos x="connsiteX8041" y="connsiteY8041"/>
                </a:cxn>
                <a:cxn ang="0">
                  <a:pos x="connsiteX8042" y="connsiteY8042"/>
                </a:cxn>
                <a:cxn ang="0">
                  <a:pos x="connsiteX8043" y="connsiteY8043"/>
                </a:cxn>
                <a:cxn ang="0">
                  <a:pos x="connsiteX8044" y="connsiteY8044"/>
                </a:cxn>
                <a:cxn ang="0">
                  <a:pos x="connsiteX8045" y="connsiteY8045"/>
                </a:cxn>
                <a:cxn ang="0">
                  <a:pos x="connsiteX8046" y="connsiteY8046"/>
                </a:cxn>
                <a:cxn ang="0">
                  <a:pos x="connsiteX8047" y="connsiteY8047"/>
                </a:cxn>
                <a:cxn ang="0">
                  <a:pos x="connsiteX8048" y="connsiteY8048"/>
                </a:cxn>
                <a:cxn ang="0">
                  <a:pos x="connsiteX8049" y="connsiteY8049"/>
                </a:cxn>
                <a:cxn ang="0">
                  <a:pos x="connsiteX8050" y="connsiteY8050"/>
                </a:cxn>
                <a:cxn ang="0">
                  <a:pos x="connsiteX8051" y="connsiteY8051"/>
                </a:cxn>
                <a:cxn ang="0">
                  <a:pos x="connsiteX8052" y="connsiteY8052"/>
                </a:cxn>
                <a:cxn ang="0">
                  <a:pos x="connsiteX8053" y="connsiteY8053"/>
                </a:cxn>
                <a:cxn ang="0">
                  <a:pos x="connsiteX8054" y="connsiteY8054"/>
                </a:cxn>
                <a:cxn ang="0">
                  <a:pos x="connsiteX8055" y="connsiteY8055"/>
                </a:cxn>
                <a:cxn ang="0">
                  <a:pos x="connsiteX8056" y="connsiteY8056"/>
                </a:cxn>
                <a:cxn ang="0">
                  <a:pos x="connsiteX8057" y="connsiteY8057"/>
                </a:cxn>
                <a:cxn ang="0">
                  <a:pos x="connsiteX8058" y="connsiteY8058"/>
                </a:cxn>
                <a:cxn ang="0">
                  <a:pos x="connsiteX8059" y="connsiteY8059"/>
                </a:cxn>
                <a:cxn ang="0">
                  <a:pos x="connsiteX8060" y="connsiteY8060"/>
                </a:cxn>
                <a:cxn ang="0">
                  <a:pos x="connsiteX8061" y="connsiteY8061"/>
                </a:cxn>
                <a:cxn ang="0">
                  <a:pos x="connsiteX8062" y="connsiteY8062"/>
                </a:cxn>
                <a:cxn ang="0">
                  <a:pos x="connsiteX8063" y="connsiteY8063"/>
                </a:cxn>
                <a:cxn ang="0">
                  <a:pos x="connsiteX8064" y="connsiteY8064"/>
                </a:cxn>
                <a:cxn ang="0">
                  <a:pos x="connsiteX8065" y="connsiteY8065"/>
                </a:cxn>
                <a:cxn ang="0">
                  <a:pos x="connsiteX8066" y="connsiteY8066"/>
                </a:cxn>
                <a:cxn ang="0">
                  <a:pos x="connsiteX8067" y="connsiteY8067"/>
                </a:cxn>
                <a:cxn ang="0">
                  <a:pos x="connsiteX8068" y="connsiteY8068"/>
                </a:cxn>
                <a:cxn ang="0">
                  <a:pos x="connsiteX8069" y="connsiteY8069"/>
                </a:cxn>
                <a:cxn ang="0">
                  <a:pos x="connsiteX8070" y="connsiteY8070"/>
                </a:cxn>
                <a:cxn ang="0">
                  <a:pos x="connsiteX8071" y="connsiteY8071"/>
                </a:cxn>
                <a:cxn ang="0">
                  <a:pos x="connsiteX8072" y="connsiteY8072"/>
                </a:cxn>
                <a:cxn ang="0">
                  <a:pos x="connsiteX8073" y="connsiteY8073"/>
                </a:cxn>
                <a:cxn ang="0">
                  <a:pos x="connsiteX8074" y="connsiteY8074"/>
                </a:cxn>
                <a:cxn ang="0">
                  <a:pos x="connsiteX8075" y="connsiteY8075"/>
                </a:cxn>
                <a:cxn ang="0">
                  <a:pos x="connsiteX8076" y="connsiteY8076"/>
                </a:cxn>
                <a:cxn ang="0">
                  <a:pos x="connsiteX8077" y="connsiteY8077"/>
                </a:cxn>
                <a:cxn ang="0">
                  <a:pos x="connsiteX8078" y="connsiteY8078"/>
                </a:cxn>
                <a:cxn ang="0">
                  <a:pos x="connsiteX8079" y="connsiteY8079"/>
                </a:cxn>
                <a:cxn ang="0">
                  <a:pos x="connsiteX8080" y="connsiteY8080"/>
                </a:cxn>
                <a:cxn ang="0">
                  <a:pos x="connsiteX8081" y="connsiteY8081"/>
                </a:cxn>
                <a:cxn ang="0">
                  <a:pos x="connsiteX8082" y="connsiteY8082"/>
                </a:cxn>
                <a:cxn ang="0">
                  <a:pos x="connsiteX8083" y="connsiteY8083"/>
                </a:cxn>
                <a:cxn ang="0">
                  <a:pos x="connsiteX8084" y="connsiteY8084"/>
                </a:cxn>
                <a:cxn ang="0">
                  <a:pos x="connsiteX8085" y="connsiteY8085"/>
                </a:cxn>
                <a:cxn ang="0">
                  <a:pos x="connsiteX8086" y="connsiteY8086"/>
                </a:cxn>
                <a:cxn ang="0">
                  <a:pos x="connsiteX8087" y="connsiteY8087"/>
                </a:cxn>
                <a:cxn ang="0">
                  <a:pos x="connsiteX8088" y="connsiteY8088"/>
                </a:cxn>
                <a:cxn ang="0">
                  <a:pos x="connsiteX8089" y="connsiteY8089"/>
                </a:cxn>
                <a:cxn ang="0">
                  <a:pos x="connsiteX8090" y="connsiteY8090"/>
                </a:cxn>
                <a:cxn ang="0">
                  <a:pos x="connsiteX8091" y="connsiteY8091"/>
                </a:cxn>
                <a:cxn ang="0">
                  <a:pos x="connsiteX8092" y="connsiteY8092"/>
                </a:cxn>
                <a:cxn ang="0">
                  <a:pos x="connsiteX8093" y="connsiteY8093"/>
                </a:cxn>
                <a:cxn ang="0">
                  <a:pos x="connsiteX8094" y="connsiteY8094"/>
                </a:cxn>
                <a:cxn ang="0">
                  <a:pos x="connsiteX8095" y="connsiteY8095"/>
                </a:cxn>
                <a:cxn ang="0">
                  <a:pos x="connsiteX8096" y="connsiteY8096"/>
                </a:cxn>
                <a:cxn ang="0">
                  <a:pos x="connsiteX8097" y="connsiteY8097"/>
                </a:cxn>
                <a:cxn ang="0">
                  <a:pos x="connsiteX8098" y="connsiteY8098"/>
                </a:cxn>
                <a:cxn ang="0">
                  <a:pos x="connsiteX8099" y="connsiteY8099"/>
                </a:cxn>
                <a:cxn ang="0">
                  <a:pos x="connsiteX8100" y="connsiteY8100"/>
                </a:cxn>
                <a:cxn ang="0">
                  <a:pos x="connsiteX8101" y="connsiteY8101"/>
                </a:cxn>
                <a:cxn ang="0">
                  <a:pos x="connsiteX8102" y="connsiteY8102"/>
                </a:cxn>
                <a:cxn ang="0">
                  <a:pos x="connsiteX8103" y="connsiteY8103"/>
                </a:cxn>
                <a:cxn ang="0">
                  <a:pos x="connsiteX8104" y="connsiteY8104"/>
                </a:cxn>
                <a:cxn ang="0">
                  <a:pos x="connsiteX8105" y="connsiteY8105"/>
                </a:cxn>
                <a:cxn ang="0">
                  <a:pos x="connsiteX8106" y="connsiteY8106"/>
                </a:cxn>
                <a:cxn ang="0">
                  <a:pos x="connsiteX8107" y="connsiteY8107"/>
                </a:cxn>
                <a:cxn ang="0">
                  <a:pos x="connsiteX8108" y="connsiteY8108"/>
                </a:cxn>
                <a:cxn ang="0">
                  <a:pos x="connsiteX8109" y="connsiteY8109"/>
                </a:cxn>
                <a:cxn ang="0">
                  <a:pos x="connsiteX8110" y="connsiteY8110"/>
                </a:cxn>
                <a:cxn ang="0">
                  <a:pos x="connsiteX8111" y="connsiteY8111"/>
                </a:cxn>
                <a:cxn ang="0">
                  <a:pos x="connsiteX8112" y="connsiteY8112"/>
                </a:cxn>
                <a:cxn ang="0">
                  <a:pos x="connsiteX8113" y="connsiteY8113"/>
                </a:cxn>
                <a:cxn ang="0">
                  <a:pos x="connsiteX8114" y="connsiteY8114"/>
                </a:cxn>
                <a:cxn ang="0">
                  <a:pos x="connsiteX8115" y="connsiteY8115"/>
                </a:cxn>
                <a:cxn ang="0">
                  <a:pos x="connsiteX8116" y="connsiteY8116"/>
                </a:cxn>
                <a:cxn ang="0">
                  <a:pos x="connsiteX8117" y="connsiteY8117"/>
                </a:cxn>
                <a:cxn ang="0">
                  <a:pos x="connsiteX8118" y="connsiteY8118"/>
                </a:cxn>
                <a:cxn ang="0">
                  <a:pos x="connsiteX8119" y="connsiteY8119"/>
                </a:cxn>
                <a:cxn ang="0">
                  <a:pos x="connsiteX8120" y="connsiteY8120"/>
                </a:cxn>
                <a:cxn ang="0">
                  <a:pos x="connsiteX8121" y="connsiteY8121"/>
                </a:cxn>
                <a:cxn ang="0">
                  <a:pos x="connsiteX8122" y="connsiteY8122"/>
                </a:cxn>
                <a:cxn ang="0">
                  <a:pos x="connsiteX8123" y="connsiteY8123"/>
                </a:cxn>
                <a:cxn ang="0">
                  <a:pos x="connsiteX8124" y="connsiteY8124"/>
                </a:cxn>
                <a:cxn ang="0">
                  <a:pos x="connsiteX8125" y="connsiteY8125"/>
                </a:cxn>
                <a:cxn ang="0">
                  <a:pos x="connsiteX8126" y="connsiteY8126"/>
                </a:cxn>
                <a:cxn ang="0">
                  <a:pos x="connsiteX8127" y="connsiteY8127"/>
                </a:cxn>
                <a:cxn ang="0">
                  <a:pos x="connsiteX8128" y="connsiteY8128"/>
                </a:cxn>
                <a:cxn ang="0">
                  <a:pos x="connsiteX8129" y="connsiteY8129"/>
                </a:cxn>
                <a:cxn ang="0">
                  <a:pos x="connsiteX8130" y="connsiteY8130"/>
                </a:cxn>
                <a:cxn ang="0">
                  <a:pos x="connsiteX8131" y="connsiteY8131"/>
                </a:cxn>
                <a:cxn ang="0">
                  <a:pos x="connsiteX8132" y="connsiteY8132"/>
                </a:cxn>
                <a:cxn ang="0">
                  <a:pos x="connsiteX8133" y="connsiteY8133"/>
                </a:cxn>
                <a:cxn ang="0">
                  <a:pos x="connsiteX8134" y="connsiteY8134"/>
                </a:cxn>
                <a:cxn ang="0">
                  <a:pos x="connsiteX8135" y="connsiteY8135"/>
                </a:cxn>
                <a:cxn ang="0">
                  <a:pos x="connsiteX8136" y="connsiteY8136"/>
                </a:cxn>
                <a:cxn ang="0">
                  <a:pos x="connsiteX8137" y="connsiteY8137"/>
                </a:cxn>
                <a:cxn ang="0">
                  <a:pos x="connsiteX8138" y="connsiteY8138"/>
                </a:cxn>
                <a:cxn ang="0">
                  <a:pos x="connsiteX8139" y="connsiteY8139"/>
                </a:cxn>
                <a:cxn ang="0">
                  <a:pos x="connsiteX8140" y="connsiteY8140"/>
                </a:cxn>
                <a:cxn ang="0">
                  <a:pos x="connsiteX8141" y="connsiteY8141"/>
                </a:cxn>
                <a:cxn ang="0">
                  <a:pos x="connsiteX8142" y="connsiteY8142"/>
                </a:cxn>
                <a:cxn ang="0">
                  <a:pos x="connsiteX8143" y="connsiteY8143"/>
                </a:cxn>
                <a:cxn ang="0">
                  <a:pos x="connsiteX8144" y="connsiteY8144"/>
                </a:cxn>
                <a:cxn ang="0">
                  <a:pos x="connsiteX8145" y="connsiteY8145"/>
                </a:cxn>
                <a:cxn ang="0">
                  <a:pos x="connsiteX8146" y="connsiteY8146"/>
                </a:cxn>
                <a:cxn ang="0">
                  <a:pos x="connsiteX8147" y="connsiteY8147"/>
                </a:cxn>
                <a:cxn ang="0">
                  <a:pos x="connsiteX8148" y="connsiteY8148"/>
                </a:cxn>
                <a:cxn ang="0">
                  <a:pos x="connsiteX8149" y="connsiteY8149"/>
                </a:cxn>
                <a:cxn ang="0">
                  <a:pos x="connsiteX8150" y="connsiteY8150"/>
                </a:cxn>
                <a:cxn ang="0">
                  <a:pos x="connsiteX8151" y="connsiteY8151"/>
                </a:cxn>
                <a:cxn ang="0">
                  <a:pos x="connsiteX8152" y="connsiteY8152"/>
                </a:cxn>
                <a:cxn ang="0">
                  <a:pos x="connsiteX8153" y="connsiteY8153"/>
                </a:cxn>
                <a:cxn ang="0">
                  <a:pos x="connsiteX8154" y="connsiteY8154"/>
                </a:cxn>
                <a:cxn ang="0">
                  <a:pos x="connsiteX8155" y="connsiteY8155"/>
                </a:cxn>
                <a:cxn ang="0">
                  <a:pos x="connsiteX8156" y="connsiteY8156"/>
                </a:cxn>
                <a:cxn ang="0">
                  <a:pos x="connsiteX8157" y="connsiteY8157"/>
                </a:cxn>
                <a:cxn ang="0">
                  <a:pos x="connsiteX8158" y="connsiteY8158"/>
                </a:cxn>
                <a:cxn ang="0">
                  <a:pos x="connsiteX8159" y="connsiteY8159"/>
                </a:cxn>
                <a:cxn ang="0">
                  <a:pos x="connsiteX8160" y="connsiteY8160"/>
                </a:cxn>
                <a:cxn ang="0">
                  <a:pos x="connsiteX8161" y="connsiteY8161"/>
                </a:cxn>
                <a:cxn ang="0">
                  <a:pos x="connsiteX8162" y="connsiteY8162"/>
                </a:cxn>
                <a:cxn ang="0">
                  <a:pos x="connsiteX8163" y="connsiteY8163"/>
                </a:cxn>
                <a:cxn ang="0">
                  <a:pos x="connsiteX8164" y="connsiteY8164"/>
                </a:cxn>
                <a:cxn ang="0">
                  <a:pos x="connsiteX8165" y="connsiteY8165"/>
                </a:cxn>
                <a:cxn ang="0">
                  <a:pos x="connsiteX8166" y="connsiteY8166"/>
                </a:cxn>
                <a:cxn ang="0">
                  <a:pos x="connsiteX8167" y="connsiteY8167"/>
                </a:cxn>
                <a:cxn ang="0">
                  <a:pos x="connsiteX8168" y="connsiteY8168"/>
                </a:cxn>
                <a:cxn ang="0">
                  <a:pos x="connsiteX8169" y="connsiteY8169"/>
                </a:cxn>
                <a:cxn ang="0">
                  <a:pos x="connsiteX8170" y="connsiteY8170"/>
                </a:cxn>
                <a:cxn ang="0">
                  <a:pos x="connsiteX8171" y="connsiteY8171"/>
                </a:cxn>
                <a:cxn ang="0">
                  <a:pos x="connsiteX8172" y="connsiteY8172"/>
                </a:cxn>
                <a:cxn ang="0">
                  <a:pos x="connsiteX8173" y="connsiteY8173"/>
                </a:cxn>
                <a:cxn ang="0">
                  <a:pos x="connsiteX8174" y="connsiteY8174"/>
                </a:cxn>
                <a:cxn ang="0">
                  <a:pos x="connsiteX8175" y="connsiteY8175"/>
                </a:cxn>
                <a:cxn ang="0">
                  <a:pos x="connsiteX8176" y="connsiteY8176"/>
                </a:cxn>
                <a:cxn ang="0">
                  <a:pos x="connsiteX8177" y="connsiteY8177"/>
                </a:cxn>
                <a:cxn ang="0">
                  <a:pos x="connsiteX8178" y="connsiteY8178"/>
                </a:cxn>
                <a:cxn ang="0">
                  <a:pos x="connsiteX8179" y="connsiteY8179"/>
                </a:cxn>
                <a:cxn ang="0">
                  <a:pos x="connsiteX8180" y="connsiteY8180"/>
                </a:cxn>
                <a:cxn ang="0">
                  <a:pos x="connsiteX8181" y="connsiteY8181"/>
                </a:cxn>
                <a:cxn ang="0">
                  <a:pos x="connsiteX8182" y="connsiteY8182"/>
                </a:cxn>
                <a:cxn ang="0">
                  <a:pos x="connsiteX8183" y="connsiteY8183"/>
                </a:cxn>
                <a:cxn ang="0">
                  <a:pos x="connsiteX8184" y="connsiteY8184"/>
                </a:cxn>
                <a:cxn ang="0">
                  <a:pos x="connsiteX8185" y="connsiteY8185"/>
                </a:cxn>
                <a:cxn ang="0">
                  <a:pos x="connsiteX8186" y="connsiteY8186"/>
                </a:cxn>
                <a:cxn ang="0">
                  <a:pos x="connsiteX8187" y="connsiteY8187"/>
                </a:cxn>
                <a:cxn ang="0">
                  <a:pos x="connsiteX8188" y="connsiteY8188"/>
                </a:cxn>
                <a:cxn ang="0">
                  <a:pos x="connsiteX8189" y="connsiteY8189"/>
                </a:cxn>
                <a:cxn ang="0">
                  <a:pos x="connsiteX8190" y="connsiteY8190"/>
                </a:cxn>
                <a:cxn ang="0">
                  <a:pos x="connsiteX8191" y="connsiteY8191"/>
                </a:cxn>
                <a:cxn ang="0">
                  <a:pos x="connsiteX8192" y="connsiteY8192"/>
                </a:cxn>
                <a:cxn ang="0">
                  <a:pos x="connsiteX8193" y="connsiteY8193"/>
                </a:cxn>
                <a:cxn ang="0">
                  <a:pos x="connsiteX8194" y="connsiteY8194"/>
                </a:cxn>
                <a:cxn ang="0">
                  <a:pos x="connsiteX8195" y="connsiteY8195"/>
                </a:cxn>
                <a:cxn ang="0">
                  <a:pos x="connsiteX8196" y="connsiteY8196"/>
                </a:cxn>
                <a:cxn ang="0">
                  <a:pos x="connsiteX8197" y="connsiteY8197"/>
                </a:cxn>
                <a:cxn ang="0">
                  <a:pos x="connsiteX8198" y="connsiteY8198"/>
                </a:cxn>
                <a:cxn ang="0">
                  <a:pos x="connsiteX8199" y="connsiteY8199"/>
                </a:cxn>
                <a:cxn ang="0">
                  <a:pos x="connsiteX8200" y="connsiteY8200"/>
                </a:cxn>
                <a:cxn ang="0">
                  <a:pos x="connsiteX8201" y="connsiteY8201"/>
                </a:cxn>
                <a:cxn ang="0">
                  <a:pos x="connsiteX8202" y="connsiteY8202"/>
                </a:cxn>
                <a:cxn ang="0">
                  <a:pos x="connsiteX8203" y="connsiteY8203"/>
                </a:cxn>
                <a:cxn ang="0">
                  <a:pos x="connsiteX8204" y="connsiteY8204"/>
                </a:cxn>
                <a:cxn ang="0">
                  <a:pos x="connsiteX8205" y="connsiteY8205"/>
                </a:cxn>
                <a:cxn ang="0">
                  <a:pos x="connsiteX8206" y="connsiteY8206"/>
                </a:cxn>
                <a:cxn ang="0">
                  <a:pos x="connsiteX8207" y="connsiteY8207"/>
                </a:cxn>
                <a:cxn ang="0">
                  <a:pos x="connsiteX8208" y="connsiteY8208"/>
                </a:cxn>
                <a:cxn ang="0">
                  <a:pos x="connsiteX8209" y="connsiteY8209"/>
                </a:cxn>
                <a:cxn ang="0">
                  <a:pos x="connsiteX8210" y="connsiteY8210"/>
                </a:cxn>
                <a:cxn ang="0">
                  <a:pos x="connsiteX8211" y="connsiteY8211"/>
                </a:cxn>
                <a:cxn ang="0">
                  <a:pos x="connsiteX8212" y="connsiteY8212"/>
                </a:cxn>
                <a:cxn ang="0">
                  <a:pos x="connsiteX8213" y="connsiteY8213"/>
                </a:cxn>
                <a:cxn ang="0">
                  <a:pos x="connsiteX8214" y="connsiteY8214"/>
                </a:cxn>
                <a:cxn ang="0">
                  <a:pos x="connsiteX8215" y="connsiteY8215"/>
                </a:cxn>
                <a:cxn ang="0">
                  <a:pos x="connsiteX8216" y="connsiteY8216"/>
                </a:cxn>
                <a:cxn ang="0">
                  <a:pos x="connsiteX8217" y="connsiteY8217"/>
                </a:cxn>
                <a:cxn ang="0">
                  <a:pos x="connsiteX8218" y="connsiteY8218"/>
                </a:cxn>
                <a:cxn ang="0">
                  <a:pos x="connsiteX8219" y="connsiteY8219"/>
                </a:cxn>
                <a:cxn ang="0">
                  <a:pos x="connsiteX8220" y="connsiteY8220"/>
                </a:cxn>
                <a:cxn ang="0">
                  <a:pos x="connsiteX8221" y="connsiteY8221"/>
                </a:cxn>
                <a:cxn ang="0">
                  <a:pos x="connsiteX8222" y="connsiteY8222"/>
                </a:cxn>
                <a:cxn ang="0">
                  <a:pos x="connsiteX8223" y="connsiteY8223"/>
                </a:cxn>
                <a:cxn ang="0">
                  <a:pos x="connsiteX8224" y="connsiteY8224"/>
                </a:cxn>
                <a:cxn ang="0">
                  <a:pos x="connsiteX8225" y="connsiteY8225"/>
                </a:cxn>
                <a:cxn ang="0">
                  <a:pos x="connsiteX8226" y="connsiteY8226"/>
                </a:cxn>
                <a:cxn ang="0">
                  <a:pos x="connsiteX8227" y="connsiteY8227"/>
                </a:cxn>
                <a:cxn ang="0">
                  <a:pos x="connsiteX8228" y="connsiteY8228"/>
                </a:cxn>
                <a:cxn ang="0">
                  <a:pos x="connsiteX8229" y="connsiteY8229"/>
                </a:cxn>
                <a:cxn ang="0">
                  <a:pos x="connsiteX8230" y="connsiteY8230"/>
                </a:cxn>
                <a:cxn ang="0">
                  <a:pos x="connsiteX8231" y="connsiteY8231"/>
                </a:cxn>
                <a:cxn ang="0">
                  <a:pos x="connsiteX8232" y="connsiteY8232"/>
                </a:cxn>
                <a:cxn ang="0">
                  <a:pos x="connsiteX8233" y="connsiteY8233"/>
                </a:cxn>
                <a:cxn ang="0">
                  <a:pos x="connsiteX8234" y="connsiteY8234"/>
                </a:cxn>
                <a:cxn ang="0">
                  <a:pos x="connsiteX8235" y="connsiteY8235"/>
                </a:cxn>
                <a:cxn ang="0">
                  <a:pos x="connsiteX8236" y="connsiteY8236"/>
                </a:cxn>
                <a:cxn ang="0">
                  <a:pos x="connsiteX8237" y="connsiteY8237"/>
                </a:cxn>
                <a:cxn ang="0">
                  <a:pos x="connsiteX8238" y="connsiteY8238"/>
                </a:cxn>
                <a:cxn ang="0">
                  <a:pos x="connsiteX8239" y="connsiteY8239"/>
                </a:cxn>
                <a:cxn ang="0">
                  <a:pos x="connsiteX8240" y="connsiteY8240"/>
                </a:cxn>
                <a:cxn ang="0">
                  <a:pos x="connsiteX8241" y="connsiteY8241"/>
                </a:cxn>
                <a:cxn ang="0">
                  <a:pos x="connsiteX8242" y="connsiteY8242"/>
                </a:cxn>
                <a:cxn ang="0">
                  <a:pos x="connsiteX8243" y="connsiteY8243"/>
                </a:cxn>
                <a:cxn ang="0">
                  <a:pos x="connsiteX8244" y="connsiteY8244"/>
                </a:cxn>
                <a:cxn ang="0">
                  <a:pos x="connsiteX8245" y="connsiteY8245"/>
                </a:cxn>
                <a:cxn ang="0">
                  <a:pos x="connsiteX8246" y="connsiteY8246"/>
                </a:cxn>
                <a:cxn ang="0">
                  <a:pos x="connsiteX8247" y="connsiteY8247"/>
                </a:cxn>
                <a:cxn ang="0">
                  <a:pos x="connsiteX8248" y="connsiteY8248"/>
                </a:cxn>
                <a:cxn ang="0">
                  <a:pos x="connsiteX8249" y="connsiteY8249"/>
                </a:cxn>
                <a:cxn ang="0">
                  <a:pos x="connsiteX8250" y="connsiteY8250"/>
                </a:cxn>
                <a:cxn ang="0">
                  <a:pos x="connsiteX8251" y="connsiteY8251"/>
                </a:cxn>
                <a:cxn ang="0">
                  <a:pos x="connsiteX8252" y="connsiteY8252"/>
                </a:cxn>
                <a:cxn ang="0">
                  <a:pos x="connsiteX8253" y="connsiteY8253"/>
                </a:cxn>
                <a:cxn ang="0">
                  <a:pos x="connsiteX8254" y="connsiteY8254"/>
                </a:cxn>
                <a:cxn ang="0">
                  <a:pos x="connsiteX8255" y="connsiteY8255"/>
                </a:cxn>
                <a:cxn ang="0">
                  <a:pos x="connsiteX8256" y="connsiteY8256"/>
                </a:cxn>
                <a:cxn ang="0">
                  <a:pos x="connsiteX8257" y="connsiteY8257"/>
                </a:cxn>
                <a:cxn ang="0">
                  <a:pos x="connsiteX8258" y="connsiteY8258"/>
                </a:cxn>
                <a:cxn ang="0">
                  <a:pos x="connsiteX8259" y="connsiteY8259"/>
                </a:cxn>
                <a:cxn ang="0">
                  <a:pos x="connsiteX8260" y="connsiteY8260"/>
                </a:cxn>
                <a:cxn ang="0">
                  <a:pos x="connsiteX8261" y="connsiteY8261"/>
                </a:cxn>
                <a:cxn ang="0">
                  <a:pos x="connsiteX8262" y="connsiteY8262"/>
                </a:cxn>
                <a:cxn ang="0">
                  <a:pos x="connsiteX8263" y="connsiteY8263"/>
                </a:cxn>
                <a:cxn ang="0">
                  <a:pos x="connsiteX8264" y="connsiteY8264"/>
                </a:cxn>
                <a:cxn ang="0">
                  <a:pos x="connsiteX8265" y="connsiteY8265"/>
                </a:cxn>
                <a:cxn ang="0">
                  <a:pos x="connsiteX8266" y="connsiteY8266"/>
                </a:cxn>
                <a:cxn ang="0">
                  <a:pos x="connsiteX8267" y="connsiteY8267"/>
                </a:cxn>
                <a:cxn ang="0">
                  <a:pos x="connsiteX8268" y="connsiteY8268"/>
                </a:cxn>
                <a:cxn ang="0">
                  <a:pos x="connsiteX8269" y="connsiteY8269"/>
                </a:cxn>
                <a:cxn ang="0">
                  <a:pos x="connsiteX8270" y="connsiteY8270"/>
                </a:cxn>
                <a:cxn ang="0">
                  <a:pos x="connsiteX8271" y="connsiteY8271"/>
                </a:cxn>
                <a:cxn ang="0">
                  <a:pos x="connsiteX8272" y="connsiteY8272"/>
                </a:cxn>
                <a:cxn ang="0">
                  <a:pos x="connsiteX8273" y="connsiteY8273"/>
                </a:cxn>
                <a:cxn ang="0">
                  <a:pos x="connsiteX8274" y="connsiteY8274"/>
                </a:cxn>
                <a:cxn ang="0">
                  <a:pos x="connsiteX8275" y="connsiteY8275"/>
                </a:cxn>
                <a:cxn ang="0">
                  <a:pos x="connsiteX8276" y="connsiteY8276"/>
                </a:cxn>
                <a:cxn ang="0">
                  <a:pos x="connsiteX8277" y="connsiteY8277"/>
                </a:cxn>
                <a:cxn ang="0">
                  <a:pos x="connsiteX8278" y="connsiteY8278"/>
                </a:cxn>
                <a:cxn ang="0">
                  <a:pos x="connsiteX8279" y="connsiteY8279"/>
                </a:cxn>
                <a:cxn ang="0">
                  <a:pos x="connsiteX8280" y="connsiteY8280"/>
                </a:cxn>
                <a:cxn ang="0">
                  <a:pos x="connsiteX8281" y="connsiteY8281"/>
                </a:cxn>
                <a:cxn ang="0">
                  <a:pos x="connsiteX8282" y="connsiteY8282"/>
                </a:cxn>
                <a:cxn ang="0">
                  <a:pos x="connsiteX8283" y="connsiteY8283"/>
                </a:cxn>
                <a:cxn ang="0">
                  <a:pos x="connsiteX8284" y="connsiteY8284"/>
                </a:cxn>
                <a:cxn ang="0">
                  <a:pos x="connsiteX8285" y="connsiteY8285"/>
                </a:cxn>
                <a:cxn ang="0">
                  <a:pos x="connsiteX8286" y="connsiteY8286"/>
                </a:cxn>
                <a:cxn ang="0">
                  <a:pos x="connsiteX8287" y="connsiteY8287"/>
                </a:cxn>
                <a:cxn ang="0">
                  <a:pos x="connsiteX8288" y="connsiteY8288"/>
                </a:cxn>
                <a:cxn ang="0">
                  <a:pos x="connsiteX8289" y="connsiteY8289"/>
                </a:cxn>
                <a:cxn ang="0">
                  <a:pos x="connsiteX8290" y="connsiteY8290"/>
                </a:cxn>
                <a:cxn ang="0">
                  <a:pos x="connsiteX8291" y="connsiteY8291"/>
                </a:cxn>
                <a:cxn ang="0">
                  <a:pos x="connsiteX8292" y="connsiteY8292"/>
                </a:cxn>
                <a:cxn ang="0">
                  <a:pos x="connsiteX8293" y="connsiteY8293"/>
                </a:cxn>
                <a:cxn ang="0">
                  <a:pos x="connsiteX8294" y="connsiteY8294"/>
                </a:cxn>
                <a:cxn ang="0">
                  <a:pos x="connsiteX8295" y="connsiteY8295"/>
                </a:cxn>
                <a:cxn ang="0">
                  <a:pos x="connsiteX8296" y="connsiteY8296"/>
                </a:cxn>
                <a:cxn ang="0">
                  <a:pos x="connsiteX8297" y="connsiteY8297"/>
                </a:cxn>
                <a:cxn ang="0">
                  <a:pos x="connsiteX8298" y="connsiteY8298"/>
                </a:cxn>
                <a:cxn ang="0">
                  <a:pos x="connsiteX8299" y="connsiteY8299"/>
                </a:cxn>
                <a:cxn ang="0">
                  <a:pos x="connsiteX8300" y="connsiteY8300"/>
                </a:cxn>
                <a:cxn ang="0">
                  <a:pos x="connsiteX8301" y="connsiteY8301"/>
                </a:cxn>
                <a:cxn ang="0">
                  <a:pos x="connsiteX8302" y="connsiteY8302"/>
                </a:cxn>
                <a:cxn ang="0">
                  <a:pos x="connsiteX8303" y="connsiteY8303"/>
                </a:cxn>
                <a:cxn ang="0">
                  <a:pos x="connsiteX8304" y="connsiteY8304"/>
                </a:cxn>
                <a:cxn ang="0">
                  <a:pos x="connsiteX8305" y="connsiteY8305"/>
                </a:cxn>
                <a:cxn ang="0">
                  <a:pos x="connsiteX8306" y="connsiteY8306"/>
                </a:cxn>
                <a:cxn ang="0">
                  <a:pos x="connsiteX8307" y="connsiteY8307"/>
                </a:cxn>
                <a:cxn ang="0">
                  <a:pos x="connsiteX8308" y="connsiteY8308"/>
                </a:cxn>
                <a:cxn ang="0">
                  <a:pos x="connsiteX8309" y="connsiteY8309"/>
                </a:cxn>
                <a:cxn ang="0">
                  <a:pos x="connsiteX8310" y="connsiteY8310"/>
                </a:cxn>
                <a:cxn ang="0">
                  <a:pos x="connsiteX8311" y="connsiteY8311"/>
                </a:cxn>
                <a:cxn ang="0">
                  <a:pos x="connsiteX8312" y="connsiteY8312"/>
                </a:cxn>
                <a:cxn ang="0">
                  <a:pos x="connsiteX8313" y="connsiteY8313"/>
                </a:cxn>
                <a:cxn ang="0">
                  <a:pos x="connsiteX8314" y="connsiteY8314"/>
                </a:cxn>
                <a:cxn ang="0">
                  <a:pos x="connsiteX8315" y="connsiteY8315"/>
                </a:cxn>
                <a:cxn ang="0">
                  <a:pos x="connsiteX8316" y="connsiteY8316"/>
                </a:cxn>
                <a:cxn ang="0">
                  <a:pos x="connsiteX8317" y="connsiteY8317"/>
                </a:cxn>
                <a:cxn ang="0">
                  <a:pos x="connsiteX8318" y="connsiteY8318"/>
                </a:cxn>
                <a:cxn ang="0">
                  <a:pos x="connsiteX8319" y="connsiteY8319"/>
                </a:cxn>
                <a:cxn ang="0">
                  <a:pos x="connsiteX8320" y="connsiteY8320"/>
                </a:cxn>
                <a:cxn ang="0">
                  <a:pos x="connsiteX8321" y="connsiteY8321"/>
                </a:cxn>
                <a:cxn ang="0">
                  <a:pos x="connsiteX8322" y="connsiteY8322"/>
                </a:cxn>
                <a:cxn ang="0">
                  <a:pos x="connsiteX8323" y="connsiteY8323"/>
                </a:cxn>
                <a:cxn ang="0">
                  <a:pos x="connsiteX8324" y="connsiteY8324"/>
                </a:cxn>
                <a:cxn ang="0">
                  <a:pos x="connsiteX8325" y="connsiteY8325"/>
                </a:cxn>
                <a:cxn ang="0">
                  <a:pos x="connsiteX8326" y="connsiteY8326"/>
                </a:cxn>
                <a:cxn ang="0">
                  <a:pos x="connsiteX8327" y="connsiteY8327"/>
                </a:cxn>
                <a:cxn ang="0">
                  <a:pos x="connsiteX8328" y="connsiteY8328"/>
                </a:cxn>
                <a:cxn ang="0">
                  <a:pos x="connsiteX8329" y="connsiteY8329"/>
                </a:cxn>
                <a:cxn ang="0">
                  <a:pos x="connsiteX8330" y="connsiteY8330"/>
                </a:cxn>
                <a:cxn ang="0">
                  <a:pos x="connsiteX8331" y="connsiteY8331"/>
                </a:cxn>
                <a:cxn ang="0">
                  <a:pos x="connsiteX8332" y="connsiteY8332"/>
                </a:cxn>
                <a:cxn ang="0">
                  <a:pos x="connsiteX8333" y="connsiteY8333"/>
                </a:cxn>
                <a:cxn ang="0">
                  <a:pos x="connsiteX8334" y="connsiteY8334"/>
                </a:cxn>
                <a:cxn ang="0">
                  <a:pos x="connsiteX8335" y="connsiteY8335"/>
                </a:cxn>
                <a:cxn ang="0">
                  <a:pos x="connsiteX8336" y="connsiteY8336"/>
                </a:cxn>
                <a:cxn ang="0">
                  <a:pos x="connsiteX8337" y="connsiteY8337"/>
                </a:cxn>
                <a:cxn ang="0">
                  <a:pos x="connsiteX8338" y="connsiteY8338"/>
                </a:cxn>
                <a:cxn ang="0">
                  <a:pos x="connsiteX8339" y="connsiteY8339"/>
                </a:cxn>
                <a:cxn ang="0">
                  <a:pos x="connsiteX8340" y="connsiteY8340"/>
                </a:cxn>
                <a:cxn ang="0">
                  <a:pos x="connsiteX8341" y="connsiteY8341"/>
                </a:cxn>
                <a:cxn ang="0">
                  <a:pos x="connsiteX8342" y="connsiteY8342"/>
                </a:cxn>
                <a:cxn ang="0">
                  <a:pos x="connsiteX8343" y="connsiteY8343"/>
                </a:cxn>
                <a:cxn ang="0">
                  <a:pos x="connsiteX8344" y="connsiteY8344"/>
                </a:cxn>
                <a:cxn ang="0">
                  <a:pos x="connsiteX8345" y="connsiteY8345"/>
                </a:cxn>
                <a:cxn ang="0">
                  <a:pos x="connsiteX8346" y="connsiteY8346"/>
                </a:cxn>
                <a:cxn ang="0">
                  <a:pos x="connsiteX8347" y="connsiteY8347"/>
                </a:cxn>
                <a:cxn ang="0">
                  <a:pos x="connsiteX8348" y="connsiteY8348"/>
                </a:cxn>
                <a:cxn ang="0">
                  <a:pos x="connsiteX8349" y="connsiteY8349"/>
                </a:cxn>
                <a:cxn ang="0">
                  <a:pos x="connsiteX8350" y="connsiteY8350"/>
                </a:cxn>
                <a:cxn ang="0">
                  <a:pos x="connsiteX8351" y="connsiteY8351"/>
                </a:cxn>
                <a:cxn ang="0">
                  <a:pos x="connsiteX8352" y="connsiteY8352"/>
                </a:cxn>
                <a:cxn ang="0">
                  <a:pos x="connsiteX8353" y="connsiteY8353"/>
                </a:cxn>
                <a:cxn ang="0">
                  <a:pos x="connsiteX8354" y="connsiteY8354"/>
                </a:cxn>
                <a:cxn ang="0">
                  <a:pos x="connsiteX8355" y="connsiteY8355"/>
                </a:cxn>
                <a:cxn ang="0">
                  <a:pos x="connsiteX8356" y="connsiteY8356"/>
                </a:cxn>
                <a:cxn ang="0">
                  <a:pos x="connsiteX8357" y="connsiteY8357"/>
                </a:cxn>
                <a:cxn ang="0">
                  <a:pos x="connsiteX8358" y="connsiteY8358"/>
                </a:cxn>
                <a:cxn ang="0">
                  <a:pos x="connsiteX8359" y="connsiteY8359"/>
                </a:cxn>
                <a:cxn ang="0">
                  <a:pos x="connsiteX8360" y="connsiteY8360"/>
                </a:cxn>
                <a:cxn ang="0">
                  <a:pos x="connsiteX8361" y="connsiteY8361"/>
                </a:cxn>
                <a:cxn ang="0">
                  <a:pos x="connsiteX8362" y="connsiteY8362"/>
                </a:cxn>
                <a:cxn ang="0">
                  <a:pos x="connsiteX8363" y="connsiteY8363"/>
                </a:cxn>
                <a:cxn ang="0">
                  <a:pos x="connsiteX8364" y="connsiteY8364"/>
                </a:cxn>
                <a:cxn ang="0">
                  <a:pos x="connsiteX8365" y="connsiteY8365"/>
                </a:cxn>
                <a:cxn ang="0">
                  <a:pos x="connsiteX8366" y="connsiteY8366"/>
                </a:cxn>
                <a:cxn ang="0">
                  <a:pos x="connsiteX8367" y="connsiteY8367"/>
                </a:cxn>
                <a:cxn ang="0">
                  <a:pos x="connsiteX8368" y="connsiteY8368"/>
                </a:cxn>
                <a:cxn ang="0">
                  <a:pos x="connsiteX8369" y="connsiteY8369"/>
                </a:cxn>
                <a:cxn ang="0">
                  <a:pos x="connsiteX8370" y="connsiteY8370"/>
                </a:cxn>
                <a:cxn ang="0">
                  <a:pos x="connsiteX8371" y="connsiteY8371"/>
                </a:cxn>
                <a:cxn ang="0">
                  <a:pos x="connsiteX8372" y="connsiteY8372"/>
                </a:cxn>
                <a:cxn ang="0">
                  <a:pos x="connsiteX8373" y="connsiteY8373"/>
                </a:cxn>
                <a:cxn ang="0">
                  <a:pos x="connsiteX8374" y="connsiteY8374"/>
                </a:cxn>
                <a:cxn ang="0">
                  <a:pos x="connsiteX8375" y="connsiteY8375"/>
                </a:cxn>
                <a:cxn ang="0">
                  <a:pos x="connsiteX8376" y="connsiteY8376"/>
                </a:cxn>
                <a:cxn ang="0">
                  <a:pos x="connsiteX8377" y="connsiteY8377"/>
                </a:cxn>
                <a:cxn ang="0">
                  <a:pos x="connsiteX8378" y="connsiteY8378"/>
                </a:cxn>
                <a:cxn ang="0">
                  <a:pos x="connsiteX8379" y="connsiteY8379"/>
                </a:cxn>
                <a:cxn ang="0">
                  <a:pos x="connsiteX8380" y="connsiteY8380"/>
                </a:cxn>
                <a:cxn ang="0">
                  <a:pos x="connsiteX8381" y="connsiteY8381"/>
                </a:cxn>
                <a:cxn ang="0">
                  <a:pos x="connsiteX8382" y="connsiteY8382"/>
                </a:cxn>
                <a:cxn ang="0">
                  <a:pos x="connsiteX8383" y="connsiteY8383"/>
                </a:cxn>
                <a:cxn ang="0">
                  <a:pos x="connsiteX8384" y="connsiteY8384"/>
                </a:cxn>
                <a:cxn ang="0">
                  <a:pos x="connsiteX8385" y="connsiteY8385"/>
                </a:cxn>
                <a:cxn ang="0">
                  <a:pos x="connsiteX8386" y="connsiteY8386"/>
                </a:cxn>
                <a:cxn ang="0">
                  <a:pos x="connsiteX8387" y="connsiteY8387"/>
                </a:cxn>
                <a:cxn ang="0">
                  <a:pos x="connsiteX8388" y="connsiteY8388"/>
                </a:cxn>
                <a:cxn ang="0">
                  <a:pos x="connsiteX8389" y="connsiteY8389"/>
                </a:cxn>
                <a:cxn ang="0">
                  <a:pos x="connsiteX8390" y="connsiteY8390"/>
                </a:cxn>
                <a:cxn ang="0">
                  <a:pos x="connsiteX8391" y="connsiteY8391"/>
                </a:cxn>
                <a:cxn ang="0">
                  <a:pos x="connsiteX8392" y="connsiteY8392"/>
                </a:cxn>
                <a:cxn ang="0">
                  <a:pos x="connsiteX8393" y="connsiteY8393"/>
                </a:cxn>
                <a:cxn ang="0">
                  <a:pos x="connsiteX8394" y="connsiteY8394"/>
                </a:cxn>
                <a:cxn ang="0">
                  <a:pos x="connsiteX8395" y="connsiteY8395"/>
                </a:cxn>
                <a:cxn ang="0">
                  <a:pos x="connsiteX8396" y="connsiteY8396"/>
                </a:cxn>
                <a:cxn ang="0">
                  <a:pos x="connsiteX8397" y="connsiteY8397"/>
                </a:cxn>
                <a:cxn ang="0">
                  <a:pos x="connsiteX8398" y="connsiteY8398"/>
                </a:cxn>
                <a:cxn ang="0">
                  <a:pos x="connsiteX8399" y="connsiteY8399"/>
                </a:cxn>
                <a:cxn ang="0">
                  <a:pos x="connsiteX8400" y="connsiteY8400"/>
                </a:cxn>
                <a:cxn ang="0">
                  <a:pos x="connsiteX8401" y="connsiteY8401"/>
                </a:cxn>
                <a:cxn ang="0">
                  <a:pos x="connsiteX8402" y="connsiteY8402"/>
                </a:cxn>
                <a:cxn ang="0">
                  <a:pos x="connsiteX8403" y="connsiteY8403"/>
                </a:cxn>
                <a:cxn ang="0">
                  <a:pos x="connsiteX8404" y="connsiteY8404"/>
                </a:cxn>
                <a:cxn ang="0">
                  <a:pos x="connsiteX8405" y="connsiteY8405"/>
                </a:cxn>
                <a:cxn ang="0">
                  <a:pos x="connsiteX8406" y="connsiteY8406"/>
                </a:cxn>
                <a:cxn ang="0">
                  <a:pos x="connsiteX8407" y="connsiteY8407"/>
                </a:cxn>
                <a:cxn ang="0">
                  <a:pos x="connsiteX8408" y="connsiteY8408"/>
                </a:cxn>
                <a:cxn ang="0">
                  <a:pos x="connsiteX8409" y="connsiteY8409"/>
                </a:cxn>
                <a:cxn ang="0">
                  <a:pos x="connsiteX8410" y="connsiteY8410"/>
                </a:cxn>
                <a:cxn ang="0">
                  <a:pos x="connsiteX8411" y="connsiteY8411"/>
                </a:cxn>
                <a:cxn ang="0">
                  <a:pos x="connsiteX8412" y="connsiteY8412"/>
                </a:cxn>
                <a:cxn ang="0">
                  <a:pos x="connsiteX8413" y="connsiteY8413"/>
                </a:cxn>
                <a:cxn ang="0">
                  <a:pos x="connsiteX8414" y="connsiteY8414"/>
                </a:cxn>
                <a:cxn ang="0">
                  <a:pos x="connsiteX8415" y="connsiteY8415"/>
                </a:cxn>
                <a:cxn ang="0">
                  <a:pos x="connsiteX8416" y="connsiteY8416"/>
                </a:cxn>
                <a:cxn ang="0">
                  <a:pos x="connsiteX8417" y="connsiteY8417"/>
                </a:cxn>
                <a:cxn ang="0">
                  <a:pos x="connsiteX8418" y="connsiteY8418"/>
                </a:cxn>
                <a:cxn ang="0">
                  <a:pos x="connsiteX8419" y="connsiteY8419"/>
                </a:cxn>
                <a:cxn ang="0">
                  <a:pos x="connsiteX8420" y="connsiteY8420"/>
                </a:cxn>
                <a:cxn ang="0">
                  <a:pos x="connsiteX8421" y="connsiteY8421"/>
                </a:cxn>
                <a:cxn ang="0">
                  <a:pos x="connsiteX8422" y="connsiteY8422"/>
                </a:cxn>
                <a:cxn ang="0">
                  <a:pos x="connsiteX8423" y="connsiteY8423"/>
                </a:cxn>
                <a:cxn ang="0">
                  <a:pos x="connsiteX8424" y="connsiteY8424"/>
                </a:cxn>
                <a:cxn ang="0">
                  <a:pos x="connsiteX8425" y="connsiteY8425"/>
                </a:cxn>
                <a:cxn ang="0">
                  <a:pos x="connsiteX8426" y="connsiteY8426"/>
                </a:cxn>
                <a:cxn ang="0">
                  <a:pos x="connsiteX8427" y="connsiteY8427"/>
                </a:cxn>
                <a:cxn ang="0">
                  <a:pos x="connsiteX8428" y="connsiteY8428"/>
                </a:cxn>
                <a:cxn ang="0">
                  <a:pos x="connsiteX8429" y="connsiteY8429"/>
                </a:cxn>
                <a:cxn ang="0">
                  <a:pos x="connsiteX8430" y="connsiteY8430"/>
                </a:cxn>
                <a:cxn ang="0">
                  <a:pos x="connsiteX8431" y="connsiteY8431"/>
                </a:cxn>
                <a:cxn ang="0">
                  <a:pos x="connsiteX8432" y="connsiteY8432"/>
                </a:cxn>
                <a:cxn ang="0">
                  <a:pos x="connsiteX8433" y="connsiteY8433"/>
                </a:cxn>
                <a:cxn ang="0">
                  <a:pos x="connsiteX8434" y="connsiteY8434"/>
                </a:cxn>
                <a:cxn ang="0">
                  <a:pos x="connsiteX8435" y="connsiteY8435"/>
                </a:cxn>
                <a:cxn ang="0">
                  <a:pos x="connsiteX8436" y="connsiteY8436"/>
                </a:cxn>
                <a:cxn ang="0">
                  <a:pos x="connsiteX8437" y="connsiteY8437"/>
                </a:cxn>
                <a:cxn ang="0">
                  <a:pos x="connsiteX8438" y="connsiteY8438"/>
                </a:cxn>
                <a:cxn ang="0">
                  <a:pos x="connsiteX8439" y="connsiteY8439"/>
                </a:cxn>
                <a:cxn ang="0">
                  <a:pos x="connsiteX8440" y="connsiteY8440"/>
                </a:cxn>
                <a:cxn ang="0">
                  <a:pos x="connsiteX8441" y="connsiteY8441"/>
                </a:cxn>
                <a:cxn ang="0">
                  <a:pos x="connsiteX8442" y="connsiteY8442"/>
                </a:cxn>
                <a:cxn ang="0">
                  <a:pos x="connsiteX8443" y="connsiteY8443"/>
                </a:cxn>
                <a:cxn ang="0">
                  <a:pos x="connsiteX8444" y="connsiteY8444"/>
                </a:cxn>
                <a:cxn ang="0">
                  <a:pos x="connsiteX8445" y="connsiteY8445"/>
                </a:cxn>
                <a:cxn ang="0">
                  <a:pos x="connsiteX8446" y="connsiteY8446"/>
                </a:cxn>
                <a:cxn ang="0">
                  <a:pos x="connsiteX8447" y="connsiteY8447"/>
                </a:cxn>
                <a:cxn ang="0">
                  <a:pos x="connsiteX8448" y="connsiteY8448"/>
                </a:cxn>
                <a:cxn ang="0">
                  <a:pos x="connsiteX8449" y="connsiteY8449"/>
                </a:cxn>
                <a:cxn ang="0">
                  <a:pos x="connsiteX8450" y="connsiteY8450"/>
                </a:cxn>
                <a:cxn ang="0">
                  <a:pos x="connsiteX8451" y="connsiteY8451"/>
                </a:cxn>
                <a:cxn ang="0">
                  <a:pos x="connsiteX8452" y="connsiteY8452"/>
                </a:cxn>
                <a:cxn ang="0">
                  <a:pos x="connsiteX8453" y="connsiteY8453"/>
                </a:cxn>
                <a:cxn ang="0">
                  <a:pos x="connsiteX8454" y="connsiteY8454"/>
                </a:cxn>
                <a:cxn ang="0">
                  <a:pos x="connsiteX8455" y="connsiteY8455"/>
                </a:cxn>
                <a:cxn ang="0">
                  <a:pos x="connsiteX8456" y="connsiteY8456"/>
                </a:cxn>
                <a:cxn ang="0">
                  <a:pos x="connsiteX8457" y="connsiteY8457"/>
                </a:cxn>
                <a:cxn ang="0">
                  <a:pos x="connsiteX8458" y="connsiteY8458"/>
                </a:cxn>
                <a:cxn ang="0">
                  <a:pos x="connsiteX8459" y="connsiteY8459"/>
                </a:cxn>
                <a:cxn ang="0">
                  <a:pos x="connsiteX8460" y="connsiteY8460"/>
                </a:cxn>
                <a:cxn ang="0">
                  <a:pos x="connsiteX8461" y="connsiteY8461"/>
                </a:cxn>
                <a:cxn ang="0">
                  <a:pos x="connsiteX8462" y="connsiteY8462"/>
                </a:cxn>
                <a:cxn ang="0">
                  <a:pos x="connsiteX8463" y="connsiteY8463"/>
                </a:cxn>
                <a:cxn ang="0">
                  <a:pos x="connsiteX8464" y="connsiteY8464"/>
                </a:cxn>
                <a:cxn ang="0">
                  <a:pos x="connsiteX8465" y="connsiteY8465"/>
                </a:cxn>
                <a:cxn ang="0">
                  <a:pos x="connsiteX8466" y="connsiteY8466"/>
                </a:cxn>
                <a:cxn ang="0">
                  <a:pos x="connsiteX8467" y="connsiteY8467"/>
                </a:cxn>
                <a:cxn ang="0">
                  <a:pos x="connsiteX8468" y="connsiteY8468"/>
                </a:cxn>
                <a:cxn ang="0">
                  <a:pos x="connsiteX8469" y="connsiteY8469"/>
                </a:cxn>
                <a:cxn ang="0">
                  <a:pos x="connsiteX8470" y="connsiteY8470"/>
                </a:cxn>
                <a:cxn ang="0">
                  <a:pos x="connsiteX8471" y="connsiteY8471"/>
                </a:cxn>
                <a:cxn ang="0">
                  <a:pos x="connsiteX8472" y="connsiteY8472"/>
                </a:cxn>
                <a:cxn ang="0">
                  <a:pos x="connsiteX8473" y="connsiteY8473"/>
                </a:cxn>
                <a:cxn ang="0">
                  <a:pos x="connsiteX8474" y="connsiteY8474"/>
                </a:cxn>
                <a:cxn ang="0">
                  <a:pos x="connsiteX8475" y="connsiteY8475"/>
                </a:cxn>
                <a:cxn ang="0">
                  <a:pos x="connsiteX8476" y="connsiteY8476"/>
                </a:cxn>
                <a:cxn ang="0">
                  <a:pos x="connsiteX8477" y="connsiteY8477"/>
                </a:cxn>
                <a:cxn ang="0">
                  <a:pos x="connsiteX8478" y="connsiteY8478"/>
                </a:cxn>
                <a:cxn ang="0">
                  <a:pos x="connsiteX8479" y="connsiteY8479"/>
                </a:cxn>
                <a:cxn ang="0">
                  <a:pos x="connsiteX8480" y="connsiteY8480"/>
                </a:cxn>
                <a:cxn ang="0">
                  <a:pos x="connsiteX8481" y="connsiteY8481"/>
                </a:cxn>
                <a:cxn ang="0">
                  <a:pos x="connsiteX8482" y="connsiteY8482"/>
                </a:cxn>
                <a:cxn ang="0">
                  <a:pos x="connsiteX8483" y="connsiteY8483"/>
                </a:cxn>
                <a:cxn ang="0">
                  <a:pos x="connsiteX8484" y="connsiteY8484"/>
                </a:cxn>
                <a:cxn ang="0">
                  <a:pos x="connsiteX8485" y="connsiteY8485"/>
                </a:cxn>
                <a:cxn ang="0">
                  <a:pos x="connsiteX8486" y="connsiteY8486"/>
                </a:cxn>
                <a:cxn ang="0">
                  <a:pos x="connsiteX8487" y="connsiteY8487"/>
                </a:cxn>
                <a:cxn ang="0">
                  <a:pos x="connsiteX8488" y="connsiteY8488"/>
                </a:cxn>
                <a:cxn ang="0">
                  <a:pos x="connsiteX8489" y="connsiteY8489"/>
                </a:cxn>
                <a:cxn ang="0">
                  <a:pos x="connsiteX8490" y="connsiteY8490"/>
                </a:cxn>
                <a:cxn ang="0">
                  <a:pos x="connsiteX8491" y="connsiteY8491"/>
                </a:cxn>
                <a:cxn ang="0">
                  <a:pos x="connsiteX8492" y="connsiteY8492"/>
                </a:cxn>
                <a:cxn ang="0">
                  <a:pos x="connsiteX8493" y="connsiteY8493"/>
                </a:cxn>
                <a:cxn ang="0">
                  <a:pos x="connsiteX8494" y="connsiteY8494"/>
                </a:cxn>
                <a:cxn ang="0">
                  <a:pos x="connsiteX8495" y="connsiteY8495"/>
                </a:cxn>
                <a:cxn ang="0">
                  <a:pos x="connsiteX8496" y="connsiteY8496"/>
                </a:cxn>
              </a:cxnLst>
              <a:rect l="l" t="t" r="r" b="b"/>
              <a:pathLst>
                <a:path w="4006679" h="5664927">
                  <a:moveTo>
                    <a:pt x="732624" y="5306912"/>
                  </a:moveTo>
                  <a:cubicBezTo>
                    <a:pt x="729640" y="5314372"/>
                    <a:pt x="726655" y="5318849"/>
                    <a:pt x="723671" y="5327801"/>
                  </a:cubicBezTo>
                  <a:cubicBezTo>
                    <a:pt x="738592" y="5324817"/>
                    <a:pt x="750529" y="5324817"/>
                    <a:pt x="760974" y="5315864"/>
                  </a:cubicBezTo>
                  <a:cubicBezTo>
                    <a:pt x="750529" y="5312880"/>
                    <a:pt x="741577" y="5309896"/>
                    <a:pt x="732624" y="5306912"/>
                  </a:cubicBezTo>
                  <a:close/>
                  <a:moveTo>
                    <a:pt x="812265" y="5280241"/>
                  </a:moveTo>
                  <a:cubicBezTo>
                    <a:pt x="803872" y="5278189"/>
                    <a:pt x="796785" y="5280800"/>
                    <a:pt x="789324" y="5287514"/>
                  </a:cubicBezTo>
                  <a:cubicBezTo>
                    <a:pt x="786340" y="5290499"/>
                    <a:pt x="784848" y="5297959"/>
                    <a:pt x="784848" y="5302435"/>
                  </a:cubicBezTo>
                  <a:cubicBezTo>
                    <a:pt x="784848" y="5305420"/>
                    <a:pt x="792308" y="5309896"/>
                    <a:pt x="795292" y="5309896"/>
                  </a:cubicBezTo>
                  <a:cubicBezTo>
                    <a:pt x="810213" y="5306912"/>
                    <a:pt x="825134" y="5303928"/>
                    <a:pt x="843040" y="5300943"/>
                  </a:cubicBezTo>
                  <a:cubicBezTo>
                    <a:pt x="830357" y="5289006"/>
                    <a:pt x="820658" y="5282292"/>
                    <a:pt x="812265" y="5280241"/>
                  </a:cubicBezTo>
                  <a:close/>
                  <a:moveTo>
                    <a:pt x="755005" y="5245736"/>
                  </a:moveTo>
                  <a:cubicBezTo>
                    <a:pt x="749037" y="5260657"/>
                    <a:pt x="743069" y="5271101"/>
                    <a:pt x="740084" y="5281546"/>
                  </a:cubicBezTo>
                  <a:cubicBezTo>
                    <a:pt x="737100" y="5291991"/>
                    <a:pt x="744561" y="5297959"/>
                    <a:pt x="755005" y="5300943"/>
                  </a:cubicBezTo>
                  <a:cubicBezTo>
                    <a:pt x="763958" y="5303928"/>
                    <a:pt x="768434" y="5296467"/>
                    <a:pt x="771419" y="5289007"/>
                  </a:cubicBezTo>
                  <a:cubicBezTo>
                    <a:pt x="774403" y="5283038"/>
                    <a:pt x="775895" y="5277069"/>
                    <a:pt x="778879" y="5271101"/>
                  </a:cubicBezTo>
                  <a:cubicBezTo>
                    <a:pt x="769927" y="5265133"/>
                    <a:pt x="765450" y="5257672"/>
                    <a:pt x="755005" y="5245736"/>
                  </a:cubicBezTo>
                  <a:close/>
                  <a:moveTo>
                    <a:pt x="907200" y="5244243"/>
                  </a:moveTo>
                  <a:cubicBezTo>
                    <a:pt x="893771" y="5254688"/>
                    <a:pt x="883327" y="5263641"/>
                    <a:pt x="874374" y="5272593"/>
                  </a:cubicBezTo>
                  <a:cubicBezTo>
                    <a:pt x="889295" y="5291991"/>
                    <a:pt x="895263" y="5293483"/>
                    <a:pt x="923613" y="5278562"/>
                  </a:cubicBezTo>
                  <a:cubicBezTo>
                    <a:pt x="919137" y="5269609"/>
                    <a:pt x="914661" y="5259164"/>
                    <a:pt x="907200" y="5244243"/>
                  </a:cubicBezTo>
                  <a:close/>
                  <a:moveTo>
                    <a:pt x="844532" y="5226338"/>
                  </a:moveTo>
                  <a:cubicBezTo>
                    <a:pt x="837071" y="5232306"/>
                    <a:pt x="828119" y="5238275"/>
                    <a:pt x="822150" y="5245736"/>
                  </a:cubicBezTo>
                  <a:cubicBezTo>
                    <a:pt x="814690" y="5254688"/>
                    <a:pt x="819166" y="5269609"/>
                    <a:pt x="831103" y="5278562"/>
                  </a:cubicBezTo>
                  <a:cubicBezTo>
                    <a:pt x="841548" y="5286022"/>
                    <a:pt x="850500" y="5284530"/>
                    <a:pt x="859453" y="5274086"/>
                  </a:cubicBezTo>
                  <a:cubicBezTo>
                    <a:pt x="865421" y="5265133"/>
                    <a:pt x="869898" y="5257672"/>
                    <a:pt x="875866" y="5250212"/>
                  </a:cubicBezTo>
                  <a:cubicBezTo>
                    <a:pt x="865421" y="5242751"/>
                    <a:pt x="856469" y="5235291"/>
                    <a:pt x="844532" y="5226338"/>
                  </a:cubicBezTo>
                  <a:close/>
                  <a:moveTo>
                    <a:pt x="1018992" y="5238811"/>
                  </a:moveTo>
                  <a:cubicBezTo>
                    <a:pt x="995141" y="5232027"/>
                    <a:pt x="976956" y="5243496"/>
                    <a:pt x="971361" y="5272593"/>
                  </a:cubicBezTo>
                  <a:cubicBezTo>
                    <a:pt x="996727" y="5269609"/>
                    <a:pt x="1022092" y="5265133"/>
                    <a:pt x="1044474" y="5251704"/>
                  </a:cubicBezTo>
                  <a:cubicBezTo>
                    <a:pt x="1035521" y="5245363"/>
                    <a:pt x="1026942" y="5241073"/>
                    <a:pt x="1018992" y="5238811"/>
                  </a:cubicBezTo>
                  <a:close/>
                  <a:moveTo>
                    <a:pt x="577445" y="5194258"/>
                  </a:moveTo>
                  <a:cubicBezTo>
                    <a:pt x="562524" y="5195004"/>
                    <a:pt x="547603" y="5198734"/>
                    <a:pt x="532682" y="5203956"/>
                  </a:cubicBezTo>
                  <a:cubicBezTo>
                    <a:pt x="483442" y="5220370"/>
                    <a:pt x="432711" y="5236783"/>
                    <a:pt x="387947" y="5265133"/>
                  </a:cubicBezTo>
                  <a:cubicBezTo>
                    <a:pt x="355121" y="5286022"/>
                    <a:pt x="323787" y="5309896"/>
                    <a:pt x="290961" y="5330785"/>
                  </a:cubicBezTo>
                  <a:cubicBezTo>
                    <a:pt x="261118" y="5350183"/>
                    <a:pt x="241721" y="5383009"/>
                    <a:pt x="208895" y="5399422"/>
                  </a:cubicBezTo>
                  <a:cubicBezTo>
                    <a:pt x="201434" y="5405391"/>
                    <a:pt x="198450" y="5414343"/>
                    <a:pt x="189497" y="5423296"/>
                  </a:cubicBezTo>
                  <a:cubicBezTo>
                    <a:pt x="198450" y="5423296"/>
                    <a:pt x="201434" y="5423296"/>
                    <a:pt x="202926" y="5423296"/>
                  </a:cubicBezTo>
                  <a:cubicBezTo>
                    <a:pt x="228292" y="5414343"/>
                    <a:pt x="253658" y="5402407"/>
                    <a:pt x="280516" y="5393454"/>
                  </a:cubicBezTo>
                  <a:cubicBezTo>
                    <a:pt x="337216" y="5372565"/>
                    <a:pt x="396900" y="5375549"/>
                    <a:pt x="455092" y="5375549"/>
                  </a:cubicBezTo>
                  <a:cubicBezTo>
                    <a:pt x="492395" y="5375549"/>
                    <a:pt x="528205" y="5374056"/>
                    <a:pt x="565508" y="5369580"/>
                  </a:cubicBezTo>
                  <a:cubicBezTo>
                    <a:pt x="578937" y="5368088"/>
                    <a:pt x="590874" y="5362120"/>
                    <a:pt x="602811" y="5356151"/>
                  </a:cubicBezTo>
                  <a:cubicBezTo>
                    <a:pt x="640113" y="5338246"/>
                    <a:pt x="663987" y="5309896"/>
                    <a:pt x="665479" y="5266625"/>
                  </a:cubicBezTo>
                  <a:cubicBezTo>
                    <a:pt x="666971" y="5236783"/>
                    <a:pt x="650558" y="5214401"/>
                    <a:pt x="622208" y="5202464"/>
                  </a:cubicBezTo>
                  <a:cubicBezTo>
                    <a:pt x="607287" y="5195749"/>
                    <a:pt x="592366" y="5193512"/>
                    <a:pt x="577445" y="5194258"/>
                  </a:cubicBezTo>
                  <a:close/>
                  <a:moveTo>
                    <a:pt x="783356" y="5209925"/>
                  </a:moveTo>
                  <a:cubicBezTo>
                    <a:pt x="760974" y="5238275"/>
                    <a:pt x="766942" y="5256180"/>
                    <a:pt x="799769" y="5262148"/>
                  </a:cubicBezTo>
                  <a:cubicBezTo>
                    <a:pt x="808721" y="5247227"/>
                    <a:pt x="816182" y="5233798"/>
                    <a:pt x="823642" y="5220370"/>
                  </a:cubicBezTo>
                  <a:cubicBezTo>
                    <a:pt x="808721" y="5217385"/>
                    <a:pt x="796784" y="5214401"/>
                    <a:pt x="783356" y="5209925"/>
                  </a:cubicBezTo>
                  <a:close/>
                  <a:moveTo>
                    <a:pt x="747172" y="5201159"/>
                  </a:moveTo>
                  <a:cubicBezTo>
                    <a:pt x="740831" y="5199853"/>
                    <a:pt x="732624" y="5200226"/>
                    <a:pt x="723671" y="5202464"/>
                  </a:cubicBezTo>
                  <a:cubicBezTo>
                    <a:pt x="729640" y="5215893"/>
                    <a:pt x="734116" y="5229322"/>
                    <a:pt x="743069" y="5248720"/>
                  </a:cubicBezTo>
                  <a:cubicBezTo>
                    <a:pt x="750529" y="5238275"/>
                    <a:pt x="756498" y="5233798"/>
                    <a:pt x="759482" y="5226338"/>
                  </a:cubicBezTo>
                  <a:cubicBezTo>
                    <a:pt x="760974" y="5221862"/>
                    <a:pt x="760974" y="5214401"/>
                    <a:pt x="759482" y="5209925"/>
                  </a:cubicBezTo>
                  <a:cubicBezTo>
                    <a:pt x="757990" y="5205449"/>
                    <a:pt x="753514" y="5202464"/>
                    <a:pt x="747172" y="5201159"/>
                  </a:cubicBezTo>
                  <a:close/>
                  <a:moveTo>
                    <a:pt x="954948" y="5212909"/>
                  </a:moveTo>
                  <a:cubicBezTo>
                    <a:pt x="916153" y="5238275"/>
                    <a:pt x="916153" y="5266625"/>
                    <a:pt x="950471" y="5278562"/>
                  </a:cubicBezTo>
                  <a:cubicBezTo>
                    <a:pt x="960916" y="5260657"/>
                    <a:pt x="969869" y="5244243"/>
                    <a:pt x="980313" y="5227830"/>
                  </a:cubicBezTo>
                  <a:cubicBezTo>
                    <a:pt x="969869" y="5221862"/>
                    <a:pt x="962408" y="5217385"/>
                    <a:pt x="954948" y="5212909"/>
                  </a:cubicBezTo>
                  <a:close/>
                  <a:moveTo>
                    <a:pt x="631161" y="5186051"/>
                  </a:moveTo>
                  <a:cubicBezTo>
                    <a:pt x="663987" y="5206941"/>
                    <a:pt x="680400" y="5235291"/>
                    <a:pt x="678908" y="5272593"/>
                  </a:cubicBezTo>
                  <a:cubicBezTo>
                    <a:pt x="677416" y="5306912"/>
                    <a:pt x="661003" y="5335262"/>
                    <a:pt x="637129" y="5360627"/>
                  </a:cubicBezTo>
                  <a:cubicBezTo>
                    <a:pt x="668463" y="5339738"/>
                    <a:pt x="696813" y="5320341"/>
                    <a:pt x="710242" y="5281546"/>
                  </a:cubicBezTo>
                  <a:cubicBezTo>
                    <a:pt x="725163" y="5230815"/>
                    <a:pt x="678908" y="5186051"/>
                    <a:pt x="631161" y="5186051"/>
                  </a:cubicBezTo>
                  <a:close/>
                  <a:moveTo>
                    <a:pt x="2176889" y="5279378"/>
                  </a:moveTo>
                  <a:cubicBezTo>
                    <a:pt x="2146675" y="5274832"/>
                    <a:pt x="2113941" y="5289379"/>
                    <a:pt x="2103869" y="5317356"/>
                  </a:cubicBezTo>
                  <a:cubicBezTo>
                    <a:pt x="2094916" y="5342722"/>
                    <a:pt x="2093424" y="5369580"/>
                    <a:pt x="2103869" y="5394946"/>
                  </a:cubicBezTo>
                  <a:cubicBezTo>
                    <a:pt x="2117298" y="5426280"/>
                    <a:pt x="2138187" y="5451646"/>
                    <a:pt x="2162061" y="5475520"/>
                  </a:cubicBezTo>
                  <a:cubicBezTo>
                    <a:pt x="2191903" y="5505362"/>
                    <a:pt x="2220253" y="5535204"/>
                    <a:pt x="2245619" y="5568030"/>
                  </a:cubicBezTo>
                  <a:cubicBezTo>
                    <a:pt x="2250095" y="5579967"/>
                    <a:pt x="2259048" y="5590412"/>
                    <a:pt x="2269493" y="5606825"/>
                  </a:cubicBezTo>
                  <a:cubicBezTo>
                    <a:pt x="2270985" y="5596380"/>
                    <a:pt x="2270985" y="5591904"/>
                    <a:pt x="2270985" y="5585935"/>
                  </a:cubicBezTo>
                  <a:cubicBezTo>
                    <a:pt x="2270985" y="5566538"/>
                    <a:pt x="2272477" y="5545648"/>
                    <a:pt x="2272477" y="5526251"/>
                  </a:cubicBezTo>
                  <a:cubicBezTo>
                    <a:pt x="2272477" y="5478504"/>
                    <a:pt x="2270985" y="5430757"/>
                    <a:pt x="2272477" y="5384501"/>
                  </a:cubicBezTo>
                  <a:cubicBezTo>
                    <a:pt x="2272477" y="5360627"/>
                    <a:pt x="2262032" y="5342722"/>
                    <a:pt x="2247111" y="5326309"/>
                  </a:cubicBezTo>
                  <a:cubicBezTo>
                    <a:pt x="2233682" y="5312880"/>
                    <a:pt x="2220253" y="5300943"/>
                    <a:pt x="2205332" y="5290499"/>
                  </a:cubicBezTo>
                  <a:cubicBezTo>
                    <a:pt x="2196753" y="5284530"/>
                    <a:pt x="2186961" y="5280893"/>
                    <a:pt x="2176889" y="5279378"/>
                  </a:cubicBezTo>
                  <a:close/>
                  <a:moveTo>
                    <a:pt x="857961" y="5171130"/>
                  </a:moveTo>
                  <a:cubicBezTo>
                    <a:pt x="832595" y="5177099"/>
                    <a:pt x="813198" y="5181575"/>
                    <a:pt x="792308" y="5186051"/>
                  </a:cubicBezTo>
                  <a:cubicBezTo>
                    <a:pt x="799769" y="5217385"/>
                    <a:pt x="822150" y="5202464"/>
                    <a:pt x="840055" y="5206941"/>
                  </a:cubicBezTo>
                  <a:cubicBezTo>
                    <a:pt x="846024" y="5197988"/>
                    <a:pt x="850500" y="5187543"/>
                    <a:pt x="857961" y="5171130"/>
                  </a:cubicBezTo>
                  <a:close/>
                  <a:moveTo>
                    <a:pt x="881834" y="5172622"/>
                  </a:moveTo>
                  <a:cubicBezTo>
                    <a:pt x="860945" y="5187543"/>
                    <a:pt x="860945" y="5190528"/>
                    <a:pt x="866913" y="5215893"/>
                  </a:cubicBezTo>
                  <a:cubicBezTo>
                    <a:pt x="871390" y="5235291"/>
                    <a:pt x="871390" y="5235291"/>
                    <a:pt x="890787" y="5233798"/>
                  </a:cubicBezTo>
                  <a:cubicBezTo>
                    <a:pt x="895263" y="5233798"/>
                    <a:pt x="901232" y="5233798"/>
                    <a:pt x="905708" y="5233798"/>
                  </a:cubicBezTo>
                  <a:cubicBezTo>
                    <a:pt x="916153" y="5232306"/>
                    <a:pt x="923613" y="5226338"/>
                    <a:pt x="925106" y="5218877"/>
                  </a:cubicBezTo>
                  <a:cubicBezTo>
                    <a:pt x="910184" y="5200972"/>
                    <a:pt x="896756" y="5187543"/>
                    <a:pt x="881834" y="5172622"/>
                  </a:cubicBezTo>
                  <a:close/>
                  <a:moveTo>
                    <a:pt x="1071332" y="5183067"/>
                  </a:moveTo>
                  <a:cubicBezTo>
                    <a:pt x="1054919" y="5178591"/>
                    <a:pt x="1031045" y="5192020"/>
                    <a:pt x="1026569" y="5208433"/>
                  </a:cubicBezTo>
                  <a:cubicBezTo>
                    <a:pt x="1025077" y="5212909"/>
                    <a:pt x="1026569" y="5220370"/>
                    <a:pt x="1029553" y="5224846"/>
                  </a:cubicBezTo>
                  <a:cubicBezTo>
                    <a:pt x="1038506" y="5238275"/>
                    <a:pt x="1063871" y="5245736"/>
                    <a:pt x="1078792" y="5238275"/>
                  </a:cubicBezTo>
                  <a:cubicBezTo>
                    <a:pt x="1081777" y="5236783"/>
                    <a:pt x="1087745" y="5229322"/>
                    <a:pt x="1086253" y="5227830"/>
                  </a:cubicBezTo>
                  <a:cubicBezTo>
                    <a:pt x="1078792" y="5214401"/>
                    <a:pt x="1084761" y="5203956"/>
                    <a:pt x="1093713" y="5190528"/>
                  </a:cubicBezTo>
                  <a:cubicBezTo>
                    <a:pt x="1083269" y="5187543"/>
                    <a:pt x="1077300" y="5184559"/>
                    <a:pt x="1071332" y="5183067"/>
                  </a:cubicBezTo>
                  <a:close/>
                  <a:moveTo>
                    <a:pt x="1191260" y="5189221"/>
                  </a:moveTo>
                  <a:cubicBezTo>
                    <a:pt x="1189208" y="5187170"/>
                    <a:pt x="1187716" y="5187543"/>
                    <a:pt x="1184732" y="5189035"/>
                  </a:cubicBezTo>
                  <a:cubicBezTo>
                    <a:pt x="1171303" y="5192020"/>
                    <a:pt x="1156382" y="5197988"/>
                    <a:pt x="1150413" y="5218877"/>
                  </a:cubicBezTo>
                  <a:cubicBezTo>
                    <a:pt x="1168319" y="5212909"/>
                    <a:pt x="1184732" y="5208433"/>
                    <a:pt x="1201145" y="5203956"/>
                  </a:cubicBezTo>
                  <a:cubicBezTo>
                    <a:pt x="1195923" y="5195750"/>
                    <a:pt x="1193312" y="5191273"/>
                    <a:pt x="1191260" y="5189221"/>
                  </a:cubicBezTo>
                  <a:close/>
                  <a:moveTo>
                    <a:pt x="1145937" y="5184559"/>
                  </a:moveTo>
                  <a:cubicBezTo>
                    <a:pt x="1122063" y="5187543"/>
                    <a:pt x="1105650" y="5195004"/>
                    <a:pt x="1095206" y="5215893"/>
                  </a:cubicBezTo>
                  <a:cubicBezTo>
                    <a:pt x="1114603" y="5235291"/>
                    <a:pt x="1128032" y="5233798"/>
                    <a:pt x="1135492" y="5211417"/>
                  </a:cubicBezTo>
                  <a:cubicBezTo>
                    <a:pt x="1138477" y="5203956"/>
                    <a:pt x="1141461" y="5196496"/>
                    <a:pt x="1145937" y="5184559"/>
                  </a:cubicBezTo>
                  <a:close/>
                  <a:moveTo>
                    <a:pt x="980313" y="5159193"/>
                  </a:moveTo>
                  <a:cubicBezTo>
                    <a:pt x="968377" y="5166654"/>
                    <a:pt x="956440" y="5177099"/>
                    <a:pt x="960916" y="5193512"/>
                  </a:cubicBezTo>
                  <a:cubicBezTo>
                    <a:pt x="965392" y="5217385"/>
                    <a:pt x="987774" y="5215893"/>
                    <a:pt x="1007171" y="5223354"/>
                  </a:cubicBezTo>
                  <a:cubicBezTo>
                    <a:pt x="1014632" y="5205449"/>
                    <a:pt x="1020600" y="5190528"/>
                    <a:pt x="1026569" y="5178591"/>
                  </a:cubicBezTo>
                  <a:cubicBezTo>
                    <a:pt x="1010156" y="5171130"/>
                    <a:pt x="995234" y="5165162"/>
                    <a:pt x="980313" y="5159193"/>
                  </a:cubicBezTo>
                  <a:close/>
                  <a:moveTo>
                    <a:pt x="2054629" y="5242751"/>
                  </a:moveTo>
                  <a:cubicBezTo>
                    <a:pt x="2050153" y="5254688"/>
                    <a:pt x="2045677" y="5265133"/>
                    <a:pt x="2041201" y="5275578"/>
                  </a:cubicBezTo>
                  <a:cubicBezTo>
                    <a:pt x="2045677" y="5280054"/>
                    <a:pt x="2048661" y="5283038"/>
                    <a:pt x="2054629" y="5287514"/>
                  </a:cubicBezTo>
                  <a:cubicBezTo>
                    <a:pt x="2060598" y="5274086"/>
                    <a:pt x="2066566" y="5262148"/>
                    <a:pt x="2072535" y="5250212"/>
                  </a:cubicBezTo>
                  <a:cubicBezTo>
                    <a:pt x="2072535" y="5248720"/>
                    <a:pt x="2072535" y="5247227"/>
                    <a:pt x="2072535" y="5244243"/>
                  </a:cubicBezTo>
                  <a:cubicBezTo>
                    <a:pt x="2066566" y="5244243"/>
                    <a:pt x="2060598" y="5242751"/>
                    <a:pt x="2054629" y="5242751"/>
                  </a:cubicBezTo>
                  <a:close/>
                  <a:moveTo>
                    <a:pt x="968377" y="5142780"/>
                  </a:moveTo>
                  <a:cubicBezTo>
                    <a:pt x="947487" y="5148749"/>
                    <a:pt x="926598" y="5153225"/>
                    <a:pt x="905708" y="5157701"/>
                  </a:cubicBezTo>
                  <a:cubicBezTo>
                    <a:pt x="907200" y="5168146"/>
                    <a:pt x="907200" y="5175606"/>
                    <a:pt x="908692" y="5183067"/>
                  </a:cubicBezTo>
                  <a:cubicBezTo>
                    <a:pt x="910184" y="5193512"/>
                    <a:pt x="916153" y="5197988"/>
                    <a:pt x="925106" y="5197988"/>
                  </a:cubicBezTo>
                  <a:cubicBezTo>
                    <a:pt x="934058" y="5199480"/>
                    <a:pt x="941519" y="5196496"/>
                    <a:pt x="945995" y="5187543"/>
                  </a:cubicBezTo>
                  <a:cubicBezTo>
                    <a:pt x="951963" y="5174114"/>
                    <a:pt x="959424" y="5159193"/>
                    <a:pt x="968377" y="5142780"/>
                  </a:cubicBezTo>
                  <a:close/>
                  <a:moveTo>
                    <a:pt x="2015835" y="5218877"/>
                  </a:moveTo>
                  <a:cubicBezTo>
                    <a:pt x="2002406" y="5217385"/>
                    <a:pt x="1987485" y="5218877"/>
                    <a:pt x="1968087" y="5218877"/>
                  </a:cubicBezTo>
                  <a:cubicBezTo>
                    <a:pt x="1988977" y="5235291"/>
                    <a:pt x="2008374" y="5248720"/>
                    <a:pt x="2026280" y="5262148"/>
                  </a:cubicBezTo>
                  <a:cubicBezTo>
                    <a:pt x="2036724" y="5259164"/>
                    <a:pt x="2041201" y="5253196"/>
                    <a:pt x="2038216" y="5242751"/>
                  </a:cubicBezTo>
                  <a:cubicBezTo>
                    <a:pt x="2035232" y="5230815"/>
                    <a:pt x="2027771" y="5220370"/>
                    <a:pt x="2015835" y="5218877"/>
                  </a:cubicBezTo>
                  <a:close/>
                  <a:moveTo>
                    <a:pt x="2166421" y="5230861"/>
                  </a:moveTo>
                  <a:cubicBezTo>
                    <a:pt x="2138654" y="5225685"/>
                    <a:pt x="2113195" y="5236037"/>
                    <a:pt x="2091932" y="5260657"/>
                  </a:cubicBezTo>
                  <a:cubicBezTo>
                    <a:pt x="2074027" y="5281546"/>
                    <a:pt x="2069550" y="5300943"/>
                    <a:pt x="2077011" y="5323325"/>
                  </a:cubicBezTo>
                  <a:cubicBezTo>
                    <a:pt x="2082979" y="5312880"/>
                    <a:pt x="2085964" y="5302435"/>
                    <a:pt x="2093424" y="5293483"/>
                  </a:cubicBezTo>
                  <a:cubicBezTo>
                    <a:pt x="2127743" y="5251704"/>
                    <a:pt x="2194887" y="5254688"/>
                    <a:pt x="2223237" y="5284530"/>
                  </a:cubicBezTo>
                  <a:cubicBezTo>
                    <a:pt x="2233682" y="5294975"/>
                    <a:pt x="2245619" y="5302435"/>
                    <a:pt x="2260540" y="5315864"/>
                  </a:cubicBezTo>
                  <a:cubicBezTo>
                    <a:pt x="2259048" y="5306912"/>
                    <a:pt x="2259048" y="5303928"/>
                    <a:pt x="2257556" y="5300943"/>
                  </a:cubicBezTo>
                  <a:cubicBezTo>
                    <a:pt x="2241143" y="5277069"/>
                    <a:pt x="2221745" y="5254688"/>
                    <a:pt x="2194887" y="5241259"/>
                  </a:cubicBezTo>
                  <a:cubicBezTo>
                    <a:pt x="2185189" y="5236037"/>
                    <a:pt x="2175677" y="5232586"/>
                    <a:pt x="2166421" y="5230861"/>
                  </a:cubicBezTo>
                  <a:close/>
                  <a:moveTo>
                    <a:pt x="1262321" y="5139796"/>
                  </a:moveTo>
                  <a:cubicBezTo>
                    <a:pt x="1244416" y="5136812"/>
                    <a:pt x="1208606" y="5162178"/>
                    <a:pt x="1205621" y="5180083"/>
                  </a:cubicBezTo>
                  <a:cubicBezTo>
                    <a:pt x="1202637" y="5190528"/>
                    <a:pt x="1211590" y="5197988"/>
                    <a:pt x="1223527" y="5196496"/>
                  </a:cubicBezTo>
                  <a:cubicBezTo>
                    <a:pt x="1236956" y="5193512"/>
                    <a:pt x="1248892" y="5189035"/>
                    <a:pt x="1259337" y="5186051"/>
                  </a:cubicBezTo>
                  <a:cubicBezTo>
                    <a:pt x="1263813" y="5171130"/>
                    <a:pt x="1266798" y="5159193"/>
                    <a:pt x="1271274" y="5145764"/>
                  </a:cubicBezTo>
                  <a:cubicBezTo>
                    <a:pt x="1268290" y="5144272"/>
                    <a:pt x="1265306" y="5141288"/>
                    <a:pt x="1262321" y="5139796"/>
                  </a:cubicBezTo>
                  <a:close/>
                  <a:moveTo>
                    <a:pt x="1177271" y="5129351"/>
                  </a:moveTo>
                  <a:cubicBezTo>
                    <a:pt x="1168319" y="5135319"/>
                    <a:pt x="1157874" y="5139796"/>
                    <a:pt x="1147429" y="5147257"/>
                  </a:cubicBezTo>
                  <a:cubicBezTo>
                    <a:pt x="1141461" y="5151733"/>
                    <a:pt x="1135492" y="5157701"/>
                    <a:pt x="1139969" y="5165162"/>
                  </a:cubicBezTo>
                  <a:cubicBezTo>
                    <a:pt x="1144445" y="5172622"/>
                    <a:pt x="1150413" y="5178591"/>
                    <a:pt x="1159366" y="5177099"/>
                  </a:cubicBezTo>
                  <a:cubicBezTo>
                    <a:pt x="1168319" y="5175606"/>
                    <a:pt x="1177271" y="5174114"/>
                    <a:pt x="1186224" y="5171130"/>
                  </a:cubicBezTo>
                  <a:cubicBezTo>
                    <a:pt x="1199653" y="5168146"/>
                    <a:pt x="1208606" y="5160685"/>
                    <a:pt x="1211590" y="5145764"/>
                  </a:cubicBezTo>
                  <a:cubicBezTo>
                    <a:pt x="1199653" y="5139796"/>
                    <a:pt x="1189208" y="5135319"/>
                    <a:pt x="1177271" y="5129351"/>
                  </a:cubicBezTo>
                  <a:close/>
                  <a:moveTo>
                    <a:pt x="1089237" y="5120398"/>
                  </a:moveTo>
                  <a:cubicBezTo>
                    <a:pt x="1086253" y="5121891"/>
                    <a:pt x="1078792" y="5123383"/>
                    <a:pt x="1074316" y="5127859"/>
                  </a:cubicBezTo>
                  <a:cubicBezTo>
                    <a:pt x="1056411" y="5139796"/>
                    <a:pt x="1057903" y="5162178"/>
                    <a:pt x="1077300" y="5172622"/>
                  </a:cubicBezTo>
                  <a:cubicBezTo>
                    <a:pt x="1083269" y="5175606"/>
                    <a:pt x="1090729" y="5178591"/>
                    <a:pt x="1098190" y="5180083"/>
                  </a:cubicBezTo>
                  <a:cubicBezTo>
                    <a:pt x="1111619" y="5183067"/>
                    <a:pt x="1126540" y="5174114"/>
                    <a:pt x="1129524" y="5165162"/>
                  </a:cubicBezTo>
                  <a:cubicBezTo>
                    <a:pt x="1132508" y="5153225"/>
                    <a:pt x="1135492" y="5142780"/>
                    <a:pt x="1138477" y="5132335"/>
                  </a:cubicBezTo>
                  <a:cubicBezTo>
                    <a:pt x="1123556" y="5127859"/>
                    <a:pt x="1108634" y="5124875"/>
                    <a:pt x="1089237" y="5120398"/>
                  </a:cubicBezTo>
                  <a:close/>
                  <a:moveTo>
                    <a:pt x="1338605" y="5139796"/>
                  </a:moveTo>
                  <a:cubicBezTo>
                    <a:pt x="1329839" y="5138677"/>
                    <a:pt x="1321260" y="5138304"/>
                    <a:pt x="1313053" y="5139796"/>
                  </a:cubicBezTo>
                  <a:cubicBezTo>
                    <a:pt x="1296640" y="5142780"/>
                    <a:pt x="1278735" y="5153225"/>
                    <a:pt x="1275750" y="5180083"/>
                  </a:cubicBezTo>
                  <a:cubicBezTo>
                    <a:pt x="1310069" y="5171130"/>
                    <a:pt x="1338419" y="5162178"/>
                    <a:pt x="1365277" y="5144272"/>
                  </a:cubicBezTo>
                  <a:cubicBezTo>
                    <a:pt x="1356324" y="5142780"/>
                    <a:pt x="1347371" y="5140915"/>
                    <a:pt x="1338605" y="5139796"/>
                  </a:cubicBezTo>
                  <a:close/>
                  <a:moveTo>
                    <a:pt x="2111330" y="5202464"/>
                  </a:moveTo>
                  <a:cubicBezTo>
                    <a:pt x="2108345" y="5205449"/>
                    <a:pt x="2105361" y="5208433"/>
                    <a:pt x="2105361" y="5209925"/>
                  </a:cubicBezTo>
                  <a:cubicBezTo>
                    <a:pt x="2105361" y="5211417"/>
                    <a:pt x="2108345" y="5214401"/>
                    <a:pt x="2109837" y="5217385"/>
                  </a:cubicBezTo>
                  <a:cubicBezTo>
                    <a:pt x="2112822" y="5215893"/>
                    <a:pt x="2115806" y="5214401"/>
                    <a:pt x="2115806" y="5211417"/>
                  </a:cubicBezTo>
                  <a:cubicBezTo>
                    <a:pt x="2117298" y="5209925"/>
                    <a:pt x="2114314" y="5206941"/>
                    <a:pt x="2111330" y="5202464"/>
                  </a:cubicBezTo>
                  <a:close/>
                  <a:moveTo>
                    <a:pt x="1060887" y="5112938"/>
                  </a:moveTo>
                  <a:cubicBezTo>
                    <a:pt x="1038506" y="5120398"/>
                    <a:pt x="1020600" y="5126367"/>
                    <a:pt x="1001203" y="5132335"/>
                  </a:cubicBezTo>
                  <a:cubicBezTo>
                    <a:pt x="1002695" y="5160685"/>
                    <a:pt x="1002695" y="5160685"/>
                    <a:pt x="1026569" y="5162178"/>
                  </a:cubicBezTo>
                  <a:cubicBezTo>
                    <a:pt x="1029553" y="5162178"/>
                    <a:pt x="1034029" y="5163670"/>
                    <a:pt x="1037013" y="5162178"/>
                  </a:cubicBezTo>
                  <a:cubicBezTo>
                    <a:pt x="1041490" y="5159193"/>
                    <a:pt x="1048950" y="5156209"/>
                    <a:pt x="1050442" y="5151733"/>
                  </a:cubicBezTo>
                  <a:cubicBezTo>
                    <a:pt x="1054919" y="5139796"/>
                    <a:pt x="1056411" y="5127859"/>
                    <a:pt x="1060887" y="5112938"/>
                  </a:cubicBezTo>
                  <a:close/>
                  <a:moveTo>
                    <a:pt x="2048661" y="5189035"/>
                  </a:moveTo>
                  <a:cubicBezTo>
                    <a:pt x="2042693" y="5203956"/>
                    <a:pt x="2038216" y="5215893"/>
                    <a:pt x="2051645" y="5221862"/>
                  </a:cubicBezTo>
                  <a:cubicBezTo>
                    <a:pt x="2060598" y="5226338"/>
                    <a:pt x="2075519" y="5230815"/>
                    <a:pt x="2084472" y="5226338"/>
                  </a:cubicBezTo>
                  <a:cubicBezTo>
                    <a:pt x="2096408" y="5221862"/>
                    <a:pt x="2090440" y="5208433"/>
                    <a:pt x="2085964" y="5197988"/>
                  </a:cubicBezTo>
                  <a:cubicBezTo>
                    <a:pt x="2079995" y="5196496"/>
                    <a:pt x="2074027" y="5195004"/>
                    <a:pt x="2069550" y="5193512"/>
                  </a:cubicBezTo>
                  <a:cubicBezTo>
                    <a:pt x="2062090" y="5193512"/>
                    <a:pt x="2056122" y="5190528"/>
                    <a:pt x="2048661" y="5189035"/>
                  </a:cubicBezTo>
                  <a:close/>
                  <a:moveTo>
                    <a:pt x="1921832" y="5162178"/>
                  </a:moveTo>
                  <a:cubicBezTo>
                    <a:pt x="1903927" y="5181575"/>
                    <a:pt x="1884529" y="5166654"/>
                    <a:pt x="1865132" y="5166654"/>
                  </a:cubicBezTo>
                  <a:cubicBezTo>
                    <a:pt x="1865132" y="5168146"/>
                    <a:pt x="1865132" y="5171130"/>
                    <a:pt x="1865132" y="5172622"/>
                  </a:cubicBezTo>
                  <a:cubicBezTo>
                    <a:pt x="1894974" y="5187543"/>
                    <a:pt x="1923324" y="5202464"/>
                    <a:pt x="1953166" y="5217385"/>
                  </a:cubicBezTo>
                  <a:cubicBezTo>
                    <a:pt x="1965103" y="5190528"/>
                    <a:pt x="1956150" y="5177099"/>
                    <a:pt x="1921832" y="5162178"/>
                  </a:cubicBezTo>
                  <a:close/>
                  <a:moveTo>
                    <a:pt x="2015835" y="5169638"/>
                  </a:moveTo>
                  <a:cubicBezTo>
                    <a:pt x="1999422" y="5169638"/>
                    <a:pt x="1981516" y="5169638"/>
                    <a:pt x="1962119" y="5169638"/>
                  </a:cubicBezTo>
                  <a:cubicBezTo>
                    <a:pt x="1965103" y="5186051"/>
                    <a:pt x="1966595" y="5197988"/>
                    <a:pt x="1980024" y="5202464"/>
                  </a:cubicBezTo>
                  <a:cubicBezTo>
                    <a:pt x="1991961" y="5205449"/>
                    <a:pt x="2003898" y="5205449"/>
                    <a:pt x="2017327" y="5205449"/>
                  </a:cubicBezTo>
                  <a:cubicBezTo>
                    <a:pt x="2026280" y="5205449"/>
                    <a:pt x="2030756" y="5199480"/>
                    <a:pt x="2029264" y="5190528"/>
                  </a:cubicBezTo>
                  <a:cubicBezTo>
                    <a:pt x="2029264" y="5180083"/>
                    <a:pt x="2026280" y="5171130"/>
                    <a:pt x="2015835" y="5169638"/>
                  </a:cubicBezTo>
                  <a:close/>
                  <a:moveTo>
                    <a:pt x="2105361" y="5166654"/>
                  </a:moveTo>
                  <a:cubicBezTo>
                    <a:pt x="2102377" y="5186051"/>
                    <a:pt x="2105361" y="5189035"/>
                    <a:pt x="2127743" y="5192020"/>
                  </a:cubicBezTo>
                  <a:cubicBezTo>
                    <a:pt x="2129235" y="5190528"/>
                    <a:pt x="2129235" y="5189035"/>
                    <a:pt x="2130727" y="5187543"/>
                  </a:cubicBezTo>
                  <a:cubicBezTo>
                    <a:pt x="2123266" y="5181575"/>
                    <a:pt x="2114314" y="5174114"/>
                    <a:pt x="2105361" y="5166654"/>
                  </a:cubicBezTo>
                  <a:close/>
                  <a:moveTo>
                    <a:pt x="1160858" y="5083096"/>
                  </a:moveTo>
                  <a:cubicBezTo>
                    <a:pt x="1144445" y="5089065"/>
                    <a:pt x="1129524" y="5092048"/>
                    <a:pt x="1114603" y="5098017"/>
                  </a:cubicBezTo>
                  <a:cubicBezTo>
                    <a:pt x="1111619" y="5099509"/>
                    <a:pt x="1108634" y="5103986"/>
                    <a:pt x="1108634" y="5106970"/>
                  </a:cubicBezTo>
                  <a:cubicBezTo>
                    <a:pt x="1108634" y="5109954"/>
                    <a:pt x="1113111" y="5115922"/>
                    <a:pt x="1116095" y="5115922"/>
                  </a:cubicBezTo>
                  <a:cubicBezTo>
                    <a:pt x="1132508" y="5115922"/>
                    <a:pt x="1148921" y="5123383"/>
                    <a:pt x="1163842" y="5114430"/>
                  </a:cubicBezTo>
                  <a:cubicBezTo>
                    <a:pt x="1162350" y="5103986"/>
                    <a:pt x="1162350" y="5095033"/>
                    <a:pt x="1160858" y="5083096"/>
                  </a:cubicBezTo>
                  <a:close/>
                  <a:moveTo>
                    <a:pt x="1324990" y="5093541"/>
                  </a:moveTo>
                  <a:cubicBezTo>
                    <a:pt x="1296640" y="5086080"/>
                    <a:pt x="1274258" y="5095033"/>
                    <a:pt x="1256353" y="5120398"/>
                  </a:cubicBezTo>
                  <a:cubicBezTo>
                    <a:pt x="1278735" y="5144272"/>
                    <a:pt x="1298132" y="5121891"/>
                    <a:pt x="1319021" y="5120398"/>
                  </a:cubicBezTo>
                  <a:cubicBezTo>
                    <a:pt x="1320514" y="5111446"/>
                    <a:pt x="1323498" y="5102493"/>
                    <a:pt x="1324990" y="5093541"/>
                  </a:cubicBezTo>
                  <a:close/>
                  <a:moveTo>
                    <a:pt x="1190700" y="5077127"/>
                  </a:moveTo>
                  <a:cubicBezTo>
                    <a:pt x="1184732" y="5083096"/>
                    <a:pt x="1178764" y="5090556"/>
                    <a:pt x="1172795" y="5099509"/>
                  </a:cubicBezTo>
                  <a:cubicBezTo>
                    <a:pt x="1180256" y="5114430"/>
                    <a:pt x="1192192" y="5123383"/>
                    <a:pt x="1205621" y="5130843"/>
                  </a:cubicBezTo>
                  <a:cubicBezTo>
                    <a:pt x="1217558" y="5136812"/>
                    <a:pt x="1236956" y="5135319"/>
                    <a:pt x="1239940" y="5127859"/>
                  </a:cubicBezTo>
                  <a:cubicBezTo>
                    <a:pt x="1245908" y="5118907"/>
                    <a:pt x="1248892" y="5108462"/>
                    <a:pt x="1254861" y="5095033"/>
                  </a:cubicBezTo>
                  <a:cubicBezTo>
                    <a:pt x="1241432" y="5095033"/>
                    <a:pt x="1229495" y="5095033"/>
                    <a:pt x="1219050" y="5093541"/>
                  </a:cubicBezTo>
                  <a:cubicBezTo>
                    <a:pt x="1208606" y="5090556"/>
                    <a:pt x="1201145" y="5083096"/>
                    <a:pt x="1190700" y="5077127"/>
                  </a:cubicBezTo>
                  <a:close/>
                  <a:moveTo>
                    <a:pt x="1724501" y="5115549"/>
                  </a:moveTo>
                  <a:cubicBezTo>
                    <a:pt x="1718533" y="5112938"/>
                    <a:pt x="1711445" y="5113684"/>
                    <a:pt x="1702492" y="5117414"/>
                  </a:cubicBezTo>
                  <a:cubicBezTo>
                    <a:pt x="1712937" y="5129351"/>
                    <a:pt x="1726366" y="5124875"/>
                    <a:pt x="1739795" y="5133828"/>
                  </a:cubicBezTo>
                  <a:cubicBezTo>
                    <a:pt x="1735319" y="5124129"/>
                    <a:pt x="1730469" y="5118161"/>
                    <a:pt x="1724501" y="5115549"/>
                  </a:cubicBezTo>
                  <a:close/>
                  <a:moveTo>
                    <a:pt x="1362292" y="5081604"/>
                  </a:moveTo>
                  <a:cubicBezTo>
                    <a:pt x="1354832" y="5087572"/>
                    <a:pt x="1344387" y="5093541"/>
                    <a:pt x="1338419" y="5102493"/>
                  </a:cubicBezTo>
                  <a:cubicBezTo>
                    <a:pt x="1327974" y="5114430"/>
                    <a:pt x="1335435" y="5130843"/>
                    <a:pt x="1351848" y="5130843"/>
                  </a:cubicBezTo>
                  <a:cubicBezTo>
                    <a:pt x="1363785" y="5130843"/>
                    <a:pt x="1375721" y="5129351"/>
                    <a:pt x="1384674" y="5124875"/>
                  </a:cubicBezTo>
                  <a:cubicBezTo>
                    <a:pt x="1392135" y="5120398"/>
                    <a:pt x="1396611" y="5109954"/>
                    <a:pt x="1402579" y="5101001"/>
                  </a:cubicBezTo>
                  <a:cubicBezTo>
                    <a:pt x="1389150" y="5095033"/>
                    <a:pt x="1378706" y="5089065"/>
                    <a:pt x="1362292" y="5081604"/>
                  </a:cubicBezTo>
                  <a:close/>
                  <a:moveTo>
                    <a:pt x="1474200" y="5089065"/>
                  </a:moveTo>
                  <a:cubicBezTo>
                    <a:pt x="1432421" y="5083096"/>
                    <a:pt x="1418992" y="5090556"/>
                    <a:pt x="1402579" y="5126367"/>
                  </a:cubicBezTo>
                  <a:cubicBezTo>
                    <a:pt x="1429437" y="5121891"/>
                    <a:pt x="1448834" y="5105477"/>
                    <a:pt x="1474200" y="5089065"/>
                  </a:cubicBezTo>
                  <a:close/>
                  <a:moveTo>
                    <a:pt x="2022736" y="5131403"/>
                  </a:moveTo>
                  <a:cubicBezTo>
                    <a:pt x="2015835" y="5129724"/>
                    <a:pt x="2005391" y="5131589"/>
                    <a:pt x="1984501" y="5135319"/>
                  </a:cubicBezTo>
                  <a:cubicBezTo>
                    <a:pt x="1983008" y="5144272"/>
                    <a:pt x="1981516" y="5154717"/>
                    <a:pt x="1993453" y="5156209"/>
                  </a:cubicBezTo>
                  <a:cubicBezTo>
                    <a:pt x="2008374" y="5159193"/>
                    <a:pt x="2024787" y="5160685"/>
                    <a:pt x="2039708" y="5148749"/>
                  </a:cubicBezTo>
                  <a:cubicBezTo>
                    <a:pt x="2032994" y="5138304"/>
                    <a:pt x="2029637" y="5133082"/>
                    <a:pt x="2022736" y="5131403"/>
                  </a:cubicBezTo>
                  <a:close/>
                  <a:moveTo>
                    <a:pt x="2054629" y="5133828"/>
                  </a:moveTo>
                  <a:cubicBezTo>
                    <a:pt x="2050153" y="5147257"/>
                    <a:pt x="2047169" y="5156209"/>
                    <a:pt x="2044185" y="5166654"/>
                  </a:cubicBezTo>
                  <a:cubicBezTo>
                    <a:pt x="2057614" y="5189035"/>
                    <a:pt x="2072535" y="5177099"/>
                    <a:pt x="2088948" y="5171130"/>
                  </a:cubicBezTo>
                  <a:cubicBezTo>
                    <a:pt x="2085964" y="5150240"/>
                    <a:pt x="2069550" y="5142780"/>
                    <a:pt x="2054629" y="5133828"/>
                  </a:cubicBezTo>
                  <a:close/>
                  <a:moveTo>
                    <a:pt x="1958575" y="5125248"/>
                  </a:moveTo>
                  <a:cubicBezTo>
                    <a:pt x="1953912" y="5121891"/>
                    <a:pt x="1947944" y="5121891"/>
                    <a:pt x="1939737" y="5124875"/>
                  </a:cubicBezTo>
                  <a:cubicBezTo>
                    <a:pt x="1935261" y="5126367"/>
                    <a:pt x="1929293" y="5132335"/>
                    <a:pt x="1929293" y="5135319"/>
                  </a:cubicBezTo>
                  <a:cubicBezTo>
                    <a:pt x="1930785" y="5141288"/>
                    <a:pt x="1935261" y="5148749"/>
                    <a:pt x="1939737" y="5150240"/>
                  </a:cubicBezTo>
                  <a:cubicBezTo>
                    <a:pt x="1948690" y="5153225"/>
                    <a:pt x="1960627" y="5154717"/>
                    <a:pt x="1969579" y="5145764"/>
                  </a:cubicBezTo>
                  <a:cubicBezTo>
                    <a:pt x="1966595" y="5135320"/>
                    <a:pt x="1963238" y="5128605"/>
                    <a:pt x="1958575" y="5125248"/>
                  </a:cubicBezTo>
                  <a:close/>
                  <a:moveTo>
                    <a:pt x="1751732" y="5106970"/>
                  </a:moveTo>
                  <a:cubicBezTo>
                    <a:pt x="1759192" y="5124875"/>
                    <a:pt x="1763669" y="5139796"/>
                    <a:pt x="1783066" y="5144272"/>
                  </a:cubicBezTo>
                  <a:cubicBezTo>
                    <a:pt x="1792019" y="5145764"/>
                    <a:pt x="1797987" y="5144272"/>
                    <a:pt x="1800971" y="5136812"/>
                  </a:cubicBezTo>
                  <a:cubicBezTo>
                    <a:pt x="1805448" y="5127859"/>
                    <a:pt x="1799479" y="5121891"/>
                    <a:pt x="1792019" y="5118907"/>
                  </a:cubicBezTo>
                  <a:cubicBezTo>
                    <a:pt x="1780082" y="5114430"/>
                    <a:pt x="1768145" y="5111446"/>
                    <a:pt x="1751732" y="5106970"/>
                  </a:cubicBezTo>
                  <a:close/>
                  <a:moveTo>
                    <a:pt x="1871100" y="5114430"/>
                  </a:moveTo>
                  <a:cubicBezTo>
                    <a:pt x="1871100" y="5126367"/>
                    <a:pt x="1871100" y="5136812"/>
                    <a:pt x="1871100" y="5150240"/>
                  </a:cubicBezTo>
                  <a:cubicBezTo>
                    <a:pt x="1880053" y="5153225"/>
                    <a:pt x="1889006" y="5157701"/>
                    <a:pt x="1900943" y="5162178"/>
                  </a:cubicBezTo>
                  <a:cubicBezTo>
                    <a:pt x="1905419" y="5154717"/>
                    <a:pt x="1909895" y="5148749"/>
                    <a:pt x="1915864" y="5138304"/>
                  </a:cubicBezTo>
                  <a:cubicBezTo>
                    <a:pt x="1900943" y="5126367"/>
                    <a:pt x="1891990" y="5111446"/>
                    <a:pt x="1871100" y="5114430"/>
                  </a:cubicBezTo>
                  <a:close/>
                  <a:moveTo>
                    <a:pt x="1823353" y="5102493"/>
                  </a:moveTo>
                  <a:cubicBezTo>
                    <a:pt x="1805448" y="5115922"/>
                    <a:pt x="1817385" y="5133828"/>
                    <a:pt x="1809924" y="5150240"/>
                  </a:cubicBezTo>
                  <a:cubicBezTo>
                    <a:pt x="1821861" y="5153225"/>
                    <a:pt x="1830814" y="5157701"/>
                    <a:pt x="1839766" y="5160685"/>
                  </a:cubicBezTo>
                  <a:cubicBezTo>
                    <a:pt x="1845735" y="5150240"/>
                    <a:pt x="1851703" y="5141288"/>
                    <a:pt x="1857672" y="5133828"/>
                  </a:cubicBezTo>
                  <a:cubicBezTo>
                    <a:pt x="1851703" y="5114430"/>
                    <a:pt x="1835290" y="5111446"/>
                    <a:pt x="1823353" y="5102493"/>
                  </a:cubicBezTo>
                  <a:close/>
                  <a:moveTo>
                    <a:pt x="1577156" y="5081604"/>
                  </a:moveTo>
                  <a:cubicBezTo>
                    <a:pt x="1551790" y="5086080"/>
                    <a:pt x="1548806" y="5089065"/>
                    <a:pt x="1530900" y="5106970"/>
                  </a:cubicBezTo>
                  <a:cubicBezTo>
                    <a:pt x="1548806" y="5106970"/>
                    <a:pt x="1566711" y="5106970"/>
                    <a:pt x="1586108" y="5106970"/>
                  </a:cubicBezTo>
                  <a:cubicBezTo>
                    <a:pt x="1583124" y="5098017"/>
                    <a:pt x="1580140" y="5090556"/>
                    <a:pt x="1577156" y="5081604"/>
                  </a:cubicBezTo>
                  <a:close/>
                  <a:moveTo>
                    <a:pt x="1981516" y="5096525"/>
                  </a:moveTo>
                  <a:cubicBezTo>
                    <a:pt x="1980024" y="5101001"/>
                    <a:pt x="1980024" y="5106970"/>
                    <a:pt x="1978532" y="5114430"/>
                  </a:cubicBezTo>
                  <a:cubicBezTo>
                    <a:pt x="1988977" y="5117414"/>
                    <a:pt x="1996437" y="5120398"/>
                    <a:pt x="2008374" y="5123383"/>
                  </a:cubicBezTo>
                  <a:cubicBezTo>
                    <a:pt x="2005390" y="5103986"/>
                    <a:pt x="1991961" y="5092048"/>
                    <a:pt x="1981516" y="5096525"/>
                  </a:cubicBezTo>
                  <a:close/>
                  <a:moveTo>
                    <a:pt x="1811416" y="5081604"/>
                  </a:moveTo>
                  <a:cubicBezTo>
                    <a:pt x="1800971" y="5081604"/>
                    <a:pt x="1790527" y="5081604"/>
                    <a:pt x="1780082" y="5083096"/>
                  </a:cubicBezTo>
                  <a:cubicBezTo>
                    <a:pt x="1778590" y="5099509"/>
                    <a:pt x="1786050" y="5102493"/>
                    <a:pt x="1795003" y="5101001"/>
                  </a:cubicBezTo>
                  <a:cubicBezTo>
                    <a:pt x="1803956" y="5099509"/>
                    <a:pt x="1815893" y="5098017"/>
                    <a:pt x="1811416" y="5081604"/>
                  </a:cubicBezTo>
                  <a:close/>
                  <a:moveTo>
                    <a:pt x="1684587" y="5071159"/>
                  </a:moveTo>
                  <a:cubicBezTo>
                    <a:pt x="1680111" y="5080112"/>
                    <a:pt x="1672650" y="5089065"/>
                    <a:pt x="1686079" y="5095033"/>
                  </a:cubicBezTo>
                  <a:cubicBezTo>
                    <a:pt x="1695032" y="5099509"/>
                    <a:pt x="1705477" y="5096525"/>
                    <a:pt x="1706969" y="5089065"/>
                  </a:cubicBezTo>
                  <a:cubicBezTo>
                    <a:pt x="1708461" y="5074143"/>
                    <a:pt x="1698016" y="5072651"/>
                    <a:pt x="1684587" y="5071159"/>
                  </a:cubicBezTo>
                  <a:close/>
                  <a:moveTo>
                    <a:pt x="1650269" y="5066683"/>
                  </a:moveTo>
                  <a:cubicBezTo>
                    <a:pt x="1635348" y="5074143"/>
                    <a:pt x="1623411" y="5081604"/>
                    <a:pt x="1609982" y="5086080"/>
                  </a:cubicBezTo>
                  <a:cubicBezTo>
                    <a:pt x="1596553" y="5090556"/>
                    <a:pt x="1596553" y="5098017"/>
                    <a:pt x="1598045" y="5105477"/>
                  </a:cubicBezTo>
                  <a:cubicBezTo>
                    <a:pt x="1611474" y="5106970"/>
                    <a:pt x="1623411" y="5108462"/>
                    <a:pt x="1633856" y="5108462"/>
                  </a:cubicBezTo>
                  <a:cubicBezTo>
                    <a:pt x="1641316" y="5108462"/>
                    <a:pt x="1650269" y="5105477"/>
                    <a:pt x="1654745" y="5101001"/>
                  </a:cubicBezTo>
                  <a:cubicBezTo>
                    <a:pt x="1672650" y="5086080"/>
                    <a:pt x="1669666" y="5081604"/>
                    <a:pt x="1650269" y="5066683"/>
                  </a:cubicBezTo>
                  <a:close/>
                  <a:moveTo>
                    <a:pt x="1738303" y="5072651"/>
                  </a:moveTo>
                  <a:cubicBezTo>
                    <a:pt x="1729350" y="5071159"/>
                    <a:pt x="1723382" y="5074143"/>
                    <a:pt x="1723382" y="5084588"/>
                  </a:cubicBezTo>
                  <a:cubicBezTo>
                    <a:pt x="1723382" y="5092048"/>
                    <a:pt x="1727858" y="5098017"/>
                    <a:pt x="1735319" y="5096525"/>
                  </a:cubicBezTo>
                  <a:cubicBezTo>
                    <a:pt x="1744271" y="5095033"/>
                    <a:pt x="1753224" y="5093541"/>
                    <a:pt x="1760685" y="5090556"/>
                  </a:cubicBezTo>
                  <a:cubicBezTo>
                    <a:pt x="1760685" y="5087572"/>
                    <a:pt x="1760685" y="5084588"/>
                    <a:pt x="1762177" y="5083096"/>
                  </a:cubicBezTo>
                  <a:cubicBezTo>
                    <a:pt x="1754716" y="5080112"/>
                    <a:pt x="1747256" y="5075635"/>
                    <a:pt x="1738303" y="5072651"/>
                  </a:cubicBezTo>
                  <a:close/>
                  <a:moveTo>
                    <a:pt x="1266798" y="5033856"/>
                  </a:moveTo>
                  <a:cubicBezTo>
                    <a:pt x="1262321" y="5032364"/>
                    <a:pt x="1254861" y="5032364"/>
                    <a:pt x="1250385" y="5035349"/>
                  </a:cubicBezTo>
                  <a:cubicBezTo>
                    <a:pt x="1235463" y="5045793"/>
                    <a:pt x="1223527" y="5057730"/>
                    <a:pt x="1210098" y="5071159"/>
                  </a:cubicBezTo>
                  <a:cubicBezTo>
                    <a:pt x="1211590" y="5074143"/>
                    <a:pt x="1211590" y="5075635"/>
                    <a:pt x="1213082" y="5078620"/>
                  </a:cubicBezTo>
                  <a:cubicBezTo>
                    <a:pt x="1220542" y="5080112"/>
                    <a:pt x="1229495" y="5081604"/>
                    <a:pt x="1236956" y="5083096"/>
                  </a:cubicBezTo>
                  <a:cubicBezTo>
                    <a:pt x="1278735" y="5089065"/>
                    <a:pt x="1287687" y="5075635"/>
                    <a:pt x="1290671" y="5041317"/>
                  </a:cubicBezTo>
                  <a:cubicBezTo>
                    <a:pt x="1283211" y="5038333"/>
                    <a:pt x="1274258" y="5035349"/>
                    <a:pt x="1266798" y="5033856"/>
                  </a:cubicBezTo>
                  <a:close/>
                  <a:moveTo>
                    <a:pt x="1334432" y="5033973"/>
                  </a:moveTo>
                  <a:cubicBezTo>
                    <a:pt x="1330865" y="5034137"/>
                    <a:pt x="1327228" y="5035349"/>
                    <a:pt x="1323498" y="5038333"/>
                  </a:cubicBezTo>
                  <a:cubicBezTo>
                    <a:pt x="1311561" y="5047285"/>
                    <a:pt x="1295148" y="5054746"/>
                    <a:pt x="1298132" y="5074143"/>
                  </a:cubicBezTo>
                  <a:cubicBezTo>
                    <a:pt x="1338419" y="5086080"/>
                    <a:pt x="1363785" y="5072651"/>
                    <a:pt x="1365277" y="5041317"/>
                  </a:cubicBezTo>
                  <a:cubicBezTo>
                    <a:pt x="1355206" y="5042436"/>
                    <a:pt x="1345134" y="5033483"/>
                    <a:pt x="1334432" y="5033973"/>
                  </a:cubicBezTo>
                  <a:close/>
                  <a:moveTo>
                    <a:pt x="1874085" y="5077127"/>
                  </a:moveTo>
                  <a:cubicBezTo>
                    <a:pt x="1860656" y="5077127"/>
                    <a:pt x="1845735" y="5081604"/>
                    <a:pt x="1832306" y="5084588"/>
                  </a:cubicBezTo>
                  <a:cubicBezTo>
                    <a:pt x="1850211" y="5106970"/>
                    <a:pt x="1866624" y="5108462"/>
                    <a:pt x="1894974" y="5089065"/>
                  </a:cubicBezTo>
                  <a:cubicBezTo>
                    <a:pt x="1886021" y="5084588"/>
                    <a:pt x="1880053" y="5077127"/>
                    <a:pt x="1874085" y="5077127"/>
                  </a:cubicBezTo>
                  <a:close/>
                  <a:moveTo>
                    <a:pt x="1940670" y="5082163"/>
                  </a:moveTo>
                  <a:cubicBezTo>
                    <a:pt x="1930412" y="5080112"/>
                    <a:pt x="1919594" y="5082350"/>
                    <a:pt x="1909895" y="5089065"/>
                  </a:cubicBezTo>
                  <a:cubicBezTo>
                    <a:pt x="1906911" y="5092048"/>
                    <a:pt x="1903927" y="5098017"/>
                    <a:pt x="1903927" y="5101001"/>
                  </a:cubicBezTo>
                  <a:cubicBezTo>
                    <a:pt x="1903927" y="5103986"/>
                    <a:pt x="1909895" y="5109954"/>
                    <a:pt x="1912879" y="5111446"/>
                  </a:cubicBezTo>
                  <a:cubicBezTo>
                    <a:pt x="1932277" y="5114430"/>
                    <a:pt x="1951674" y="5117414"/>
                    <a:pt x="1968087" y="5101001"/>
                  </a:cubicBezTo>
                  <a:cubicBezTo>
                    <a:pt x="1960627" y="5090557"/>
                    <a:pt x="1950928" y="5084215"/>
                    <a:pt x="1940670" y="5082163"/>
                  </a:cubicBezTo>
                  <a:close/>
                  <a:moveTo>
                    <a:pt x="1629379" y="5050270"/>
                  </a:moveTo>
                  <a:cubicBezTo>
                    <a:pt x="1617442" y="5056238"/>
                    <a:pt x="1608490" y="5062206"/>
                    <a:pt x="1596553" y="5068175"/>
                  </a:cubicBezTo>
                  <a:cubicBezTo>
                    <a:pt x="1623411" y="5071159"/>
                    <a:pt x="1626395" y="5069667"/>
                    <a:pt x="1629379" y="5050270"/>
                  </a:cubicBezTo>
                  <a:close/>
                  <a:moveTo>
                    <a:pt x="1438390" y="5023412"/>
                  </a:moveTo>
                  <a:cubicBezTo>
                    <a:pt x="1411532" y="5017443"/>
                    <a:pt x="1396611" y="5023412"/>
                    <a:pt x="1383182" y="5044301"/>
                  </a:cubicBezTo>
                  <a:cubicBezTo>
                    <a:pt x="1377213" y="5054746"/>
                    <a:pt x="1374229" y="5063699"/>
                    <a:pt x="1381690" y="5074143"/>
                  </a:cubicBezTo>
                  <a:cubicBezTo>
                    <a:pt x="1387658" y="5083096"/>
                    <a:pt x="1398103" y="5084588"/>
                    <a:pt x="1407056" y="5081604"/>
                  </a:cubicBezTo>
                  <a:cubicBezTo>
                    <a:pt x="1417500" y="5078620"/>
                    <a:pt x="1429437" y="5075635"/>
                    <a:pt x="1432421" y="5060714"/>
                  </a:cubicBezTo>
                  <a:cubicBezTo>
                    <a:pt x="1432421" y="5048777"/>
                    <a:pt x="1435406" y="5038333"/>
                    <a:pt x="1438390" y="5023412"/>
                  </a:cubicBezTo>
                  <a:close/>
                  <a:moveTo>
                    <a:pt x="3765515" y="5205821"/>
                  </a:moveTo>
                  <a:cubicBezTo>
                    <a:pt x="3762344" y="5207313"/>
                    <a:pt x="3761598" y="5212163"/>
                    <a:pt x="3761598" y="5220370"/>
                  </a:cubicBezTo>
                  <a:cubicBezTo>
                    <a:pt x="3760106" y="5227830"/>
                    <a:pt x="3761598" y="5233798"/>
                    <a:pt x="3763090" y="5239767"/>
                  </a:cubicBezTo>
                  <a:cubicBezTo>
                    <a:pt x="3764584" y="5239767"/>
                    <a:pt x="3766075" y="5241259"/>
                    <a:pt x="3767566" y="5241259"/>
                  </a:cubicBezTo>
                  <a:cubicBezTo>
                    <a:pt x="3773535" y="5230815"/>
                    <a:pt x="3778011" y="5221862"/>
                    <a:pt x="3783980" y="5211417"/>
                  </a:cubicBezTo>
                  <a:cubicBezTo>
                    <a:pt x="3774282" y="5206195"/>
                    <a:pt x="3768686" y="5204329"/>
                    <a:pt x="3765515" y="5205821"/>
                  </a:cubicBezTo>
                  <a:close/>
                  <a:moveTo>
                    <a:pt x="1324990" y="5001030"/>
                  </a:moveTo>
                  <a:cubicBezTo>
                    <a:pt x="1311561" y="5009983"/>
                    <a:pt x="1292164" y="5008490"/>
                    <a:pt x="1283211" y="5026396"/>
                  </a:cubicBezTo>
                  <a:cubicBezTo>
                    <a:pt x="1296640" y="5017443"/>
                    <a:pt x="1323498" y="5032364"/>
                    <a:pt x="1324990" y="5001030"/>
                  </a:cubicBezTo>
                  <a:close/>
                  <a:moveTo>
                    <a:pt x="1675261" y="5029380"/>
                  </a:moveTo>
                  <a:cubicBezTo>
                    <a:pt x="1665563" y="5029380"/>
                    <a:pt x="1653999" y="5036094"/>
                    <a:pt x="1641316" y="5048777"/>
                  </a:cubicBezTo>
                  <a:cubicBezTo>
                    <a:pt x="1663698" y="5044301"/>
                    <a:pt x="1680111" y="5069667"/>
                    <a:pt x="1698016" y="5050270"/>
                  </a:cubicBezTo>
                  <a:cubicBezTo>
                    <a:pt x="1692793" y="5036095"/>
                    <a:pt x="1684960" y="5029380"/>
                    <a:pt x="1675261" y="5029380"/>
                  </a:cubicBezTo>
                  <a:close/>
                  <a:moveTo>
                    <a:pt x="3697438" y="5193512"/>
                  </a:moveTo>
                  <a:cubicBezTo>
                    <a:pt x="3678040" y="5218877"/>
                    <a:pt x="3661627" y="5238275"/>
                    <a:pt x="3646706" y="5259164"/>
                  </a:cubicBezTo>
                  <a:cubicBezTo>
                    <a:pt x="3639246" y="5269609"/>
                    <a:pt x="3630293" y="5280054"/>
                    <a:pt x="3624325" y="5291991"/>
                  </a:cubicBezTo>
                  <a:cubicBezTo>
                    <a:pt x="3618356" y="5302435"/>
                    <a:pt x="3621340" y="5312880"/>
                    <a:pt x="3628801" y="5315864"/>
                  </a:cubicBezTo>
                  <a:cubicBezTo>
                    <a:pt x="3637754" y="5318849"/>
                    <a:pt x="3642230" y="5311388"/>
                    <a:pt x="3645214" y="5305420"/>
                  </a:cubicBezTo>
                  <a:cubicBezTo>
                    <a:pt x="3654167" y="5291991"/>
                    <a:pt x="3663119" y="5277069"/>
                    <a:pt x="3672072" y="5263641"/>
                  </a:cubicBezTo>
                  <a:cubicBezTo>
                    <a:pt x="3675056" y="5259164"/>
                    <a:pt x="3685501" y="5253196"/>
                    <a:pt x="3686993" y="5254688"/>
                  </a:cubicBezTo>
                  <a:cubicBezTo>
                    <a:pt x="3692961" y="5257672"/>
                    <a:pt x="3697438" y="5265133"/>
                    <a:pt x="3698930" y="5271101"/>
                  </a:cubicBezTo>
                  <a:cubicBezTo>
                    <a:pt x="3701914" y="5299451"/>
                    <a:pt x="3706391" y="5327801"/>
                    <a:pt x="3706391" y="5356151"/>
                  </a:cubicBezTo>
                  <a:cubicBezTo>
                    <a:pt x="3706391" y="5372565"/>
                    <a:pt x="3712359" y="5383009"/>
                    <a:pt x="3734740" y="5388977"/>
                  </a:cubicBezTo>
                  <a:cubicBezTo>
                    <a:pt x="3713851" y="5324817"/>
                    <a:pt x="3718327" y="5260657"/>
                    <a:pt x="3697438" y="5193512"/>
                  </a:cubicBezTo>
                  <a:close/>
                  <a:moveTo>
                    <a:pt x="1741287" y="5033670"/>
                  </a:moveTo>
                  <a:cubicBezTo>
                    <a:pt x="1733081" y="5034230"/>
                    <a:pt x="1724128" y="5037586"/>
                    <a:pt x="1717413" y="5033856"/>
                  </a:cubicBezTo>
                  <a:cubicBezTo>
                    <a:pt x="1715922" y="5035349"/>
                    <a:pt x="1714429" y="5036841"/>
                    <a:pt x="1711445" y="5039825"/>
                  </a:cubicBezTo>
                  <a:cubicBezTo>
                    <a:pt x="1714429" y="5045793"/>
                    <a:pt x="1717413" y="5057730"/>
                    <a:pt x="1721890" y="5059222"/>
                  </a:cubicBezTo>
                  <a:cubicBezTo>
                    <a:pt x="1735319" y="5063699"/>
                    <a:pt x="1750240" y="5060714"/>
                    <a:pt x="1760685" y="5050270"/>
                  </a:cubicBezTo>
                  <a:cubicBezTo>
                    <a:pt x="1756954" y="5035349"/>
                    <a:pt x="1749494" y="5033111"/>
                    <a:pt x="1741287" y="5033670"/>
                  </a:cubicBezTo>
                  <a:close/>
                  <a:moveTo>
                    <a:pt x="1795936" y="5037213"/>
                  </a:moveTo>
                  <a:cubicBezTo>
                    <a:pt x="1791273" y="5035721"/>
                    <a:pt x="1786051" y="5037587"/>
                    <a:pt x="1775606" y="5041317"/>
                  </a:cubicBezTo>
                  <a:cubicBezTo>
                    <a:pt x="1775606" y="5048777"/>
                    <a:pt x="1774114" y="5056238"/>
                    <a:pt x="1774114" y="5063699"/>
                  </a:cubicBezTo>
                  <a:cubicBezTo>
                    <a:pt x="1789035" y="5074143"/>
                    <a:pt x="1802464" y="5068175"/>
                    <a:pt x="1812908" y="5053254"/>
                  </a:cubicBezTo>
                  <a:cubicBezTo>
                    <a:pt x="1804702" y="5043555"/>
                    <a:pt x="1800598" y="5038705"/>
                    <a:pt x="1795936" y="5037213"/>
                  </a:cubicBezTo>
                  <a:close/>
                  <a:moveTo>
                    <a:pt x="1891990" y="5044301"/>
                  </a:moveTo>
                  <a:cubicBezTo>
                    <a:pt x="1883037" y="5060714"/>
                    <a:pt x="1890498" y="5066683"/>
                    <a:pt x="1899451" y="5072651"/>
                  </a:cubicBezTo>
                  <a:cubicBezTo>
                    <a:pt x="1911387" y="5078620"/>
                    <a:pt x="1921832" y="5080112"/>
                    <a:pt x="1933769" y="5066683"/>
                  </a:cubicBezTo>
                  <a:cubicBezTo>
                    <a:pt x="1918848" y="5057730"/>
                    <a:pt x="1906911" y="5050270"/>
                    <a:pt x="1891990" y="5044301"/>
                  </a:cubicBezTo>
                  <a:close/>
                  <a:moveTo>
                    <a:pt x="1867370" y="5040385"/>
                  </a:moveTo>
                  <a:cubicBezTo>
                    <a:pt x="1864386" y="5039079"/>
                    <a:pt x="1860655" y="5039079"/>
                    <a:pt x="1856179" y="5039825"/>
                  </a:cubicBezTo>
                  <a:cubicBezTo>
                    <a:pt x="1850211" y="5041317"/>
                    <a:pt x="1842750" y="5041317"/>
                    <a:pt x="1836782" y="5042809"/>
                  </a:cubicBezTo>
                  <a:cubicBezTo>
                    <a:pt x="1832306" y="5044301"/>
                    <a:pt x="1826337" y="5050270"/>
                    <a:pt x="1826337" y="5054746"/>
                  </a:cubicBezTo>
                  <a:cubicBezTo>
                    <a:pt x="1826337" y="5059222"/>
                    <a:pt x="1832306" y="5063699"/>
                    <a:pt x="1835290" y="5066683"/>
                  </a:cubicBezTo>
                  <a:cubicBezTo>
                    <a:pt x="1839766" y="5069667"/>
                    <a:pt x="1844242" y="5069667"/>
                    <a:pt x="1850211" y="5071159"/>
                  </a:cubicBezTo>
                  <a:cubicBezTo>
                    <a:pt x="1854687" y="5069667"/>
                    <a:pt x="1859164" y="5069667"/>
                    <a:pt x="1863640" y="5068175"/>
                  </a:cubicBezTo>
                  <a:cubicBezTo>
                    <a:pt x="1872593" y="5065191"/>
                    <a:pt x="1877069" y="5057730"/>
                    <a:pt x="1874085" y="5048777"/>
                  </a:cubicBezTo>
                  <a:cubicBezTo>
                    <a:pt x="1872593" y="5044301"/>
                    <a:pt x="1870354" y="5041690"/>
                    <a:pt x="1867370" y="5040385"/>
                  </a:cubicBezTo>
                  <a:close/>
                  <a:moveTo>
                    <a:pt x="1557152" y="5007488"/>
                  </a:moveTo>
                  <a:cubicBezTo>
                    <a:pt x="1538547" y="5007278"/>
                    <a:pt x="1531274" y="5014832"/>
                    <a:pt x="1518964" y="5038333"/>
                  </a:cubicBezTo>
                  <a:cubicBezTo>
                    <a:pt x="1524932" y="5051762"/>
                    <a:pt x="1533885" y="5059222"/>
                    <a:pt x="1548806" y="5057730"/>
                  </a:cubicBezTo>
                  <a:cubicBezTo>
                    <a:pt x="1560742" y="5056238"/>
                    <a:pt x="1569695" y="5050270"/>
                    <a:pt x="1574171" y="5039825"/>
                  </a:cubicBezTo>
                  <a:cubicBezTo>
                    <a:pt x="1577156" y="5030872"/>
                    <a:pt x="1578648" y="5020428"/>
                    <a:pt x="1580140" y="5009983"/>
                  </a:cubicBezTo>
                  <a:cubicBezTo>
                    <a:pt x="1570815" y="5008490"/>
                    <a:pt x="1563354" y="5007558"/>
                    <a:pt x="1557152" y="5007488"/>
                  </a:cubicBezTo>
                  <a:close/>
                  <a:moveTo>
                    <a:pt x="1824845" y="5015951"/>
                  </a:moveTo>
                  <a:cubicBezTo>
                    <a:pt x="1821861" y="5015951"/>
                    <a:pt x="1818877" y="5018935"/>
                    <a:pt x="1815893" y="5020428"/>
                  </a:cubicBezTo>
                  <a:cubicBezTo>
                    <a:pt x="1817385" y="5023412"/>
                    <a:pt x="1818877" y="5029380"/>
                    <a:pt x="1821861" y="5029380"/>
                  </a:cubicBezTo>
                  <a:cubicBezTo>
                    <a:pt x="1830814" y="5032364"/>
                    <a:pt x="1838274" y="5030872"/>
                    <a:pt x="1847227" y="5030872"/>
                  </a:cubicBezTo>
                  <a:cubicBezTo>
                    <a:pt x="1847227" y="5029380"/>
                    <a:pt x="1847227" y="5026396"/>
                    <a:pt x="1847227" y="5023412"/>
                  </a:cubicBezTo>
                  <a:cubicBezTo>
                    <a:pt x="1839766" y="5020428"/>
                    <a:pt x="1832306" y="5017443"/>
                    <a:pt x="1824845" y="5015951"/>
                  </a:cubicBezTo>
                  <a:close/>
                  <a:moveTo>
                    <a:pt x="3689977" y="5163670"/>
                  </a:moveTo>
                  <a:cubicBezTo>
                    <a:pt x="3681025" y="5169638"/>
                    <a:pt x="3672072" y="5177099"/>
                    <a:pt x="3663119" y="5183067"/>
                  </a:cubicBezTo>
                  <a:cubicBezTo>
                    <a:pt x="3655659" y="5189035"/>
                    <a:pt x="3648198" y="5196496"/>
                    <a:pt x="3640738" y="5202464"/>
                  </a:cubicBezTo>
                  <a:cubicBezTo>
                    <a:pt x="3619848" y="5217385"/>
                    <a:pt x="3607911" y="5247227"/>
                    <a:pt x="3613880" y="5277069"/>
                  </a:cubicBezTo>
                  <a:cubicBezTo>
                    <a:pt x="3642230" y="5241259"/>
                    <a:pt x="3669088" y="5205449"/>
                    <a:pt x="3695946" y="5169638"/>
                  </a:cubicBezTo>
                  <a:cubicBezTo>
                    <a:pt x="3694453" y="5168146"/>
                    <a:pt x="3691469" y="5165162"/>
                    <a:pt x="3689977" y="5163670"/>
                  </a:cubicBezTo>
                  <a:close/>
                  <a:moveTo>
                    <a:pt x="1629379" y="4992078"/>
                  </a:moveTo>
                  <a:cubicBezTo>
                    <a:pt x="1620427" y="4999538"/>
                    <a:pt x="1612966" y="5005507"/>
                    <a:pt x="1605506" y="5009983"/>
                  </a:cubicBezTo>
                  <a:cubicBezTo>
                    <a:pt x="1593569" y="5020428"/>
                    <a:pt x="1593569" y="5020428"/>
                    <a:pt x="1592077" y="5035349"/>
                  </a:cubicBezTo>
                  <a:cubicBezTo>
                    <a:pt x="1609982" y="5024904"/>
                    <a:pt x="1626395" y="5014459"/>
                    <a:pt x="1647285" y="5002522"/>
                  </a:cubicBezTo>
                  <a:cubicBezTo>
                    <a:pt x="1639824" y="4998046"/>
                    <a:pt x="1635348" y="4996554"/>
                    <a:pt x="1629379" y="4992078"/>
                  </a:cubicBezTo>
                  <a:close/>
                  <a:moveTo>
                    <a:pt x="1772622" y="5001030"/>
                  </a:moveTo>
                  <a:cubicBezTo>
                    <a:pt x="1766653" y="5008490"/>
                    <a:pt x="1765161" y="5017443"/>
                    <a:pt x="1774114" y="5020428"/>
                  </a:cubicBezTo>
                  <a:cubicBezTo>
                    <a:pt x="1783066" y="5024904"/>
                    <a:pt x="1795003" y="5026396"/>
                    <a:pt x="1805448" y="5011475"/>
                  </a:cubicBezTo>
                  <a:cubicBezTo>
                    <a:pt x="1792019" y="5006999"/>
                    <a:pt x="1783066" y="5004014"/>
                    <a:pt x="1772622" y="5001030"/>
                  </a:cubicBezTo>
                  <a:close/>
                  <a:moveTo>
                    <a:pt x="1726553" y="4996367"/>
                  </a:moveTo>
                  <a:cubicBezTo>
                    <a:pt x="1718906" y="4997672"/>
                    <a:pt x="1712192" y="5003268"/>
                    <a:pt x="1705477" y="5012967"/>
                  </a:cubicBezTo>
                  <a:cubicBezTo>
                    <a:pt x="1738303" y="5027888"/>
                    <a:pt x="1745764" y="5026396"/>
                    <a:pt x="1753224" y="5005507"/>
                  </a:cubicBezTo>
                  <a:cubicBezTo>
                    <a:pt x="1742780" y="4998046"/>
                    <a:pt x="1734200" y="4995062"/>
                    <a:pt x="1726553" y="4996367"/>
                  </a:cubicBezTo>
                  <a:close/>
                  <a:moveTo>
                    <a:pt x="1386166" y="4966712"/>
                  </a:moveTo>
                  <a:cubicBezTo>
                    <a:pt x="1359308" y="4972680"/>
                    <a:pt x="1350356" y="4993569"/>
                    <a:pt x="1341403" y="5015951"/>
                  </a:cubicBezTo>
                  <a:cubicBezTo>
                    <a:pt x="1357816" y="5030872"/>
                    <a:pt x="1369753" y="5026396"/>
                    <a:pt x="1380198" y="5018935"/>
                  </a:cubicBezTo>
                  <a:cubicBezTo>
                    <a:pt x="1381690" y="4999538"/>
                    <a:pt x="1384674" y="4983125"/>
                    <a:pt x="1386166" y="4966712"/>
                  </a:cubicBezTo>
                  <a:close/>
                  <a:moveTo>
                    <a:pt x="1436898" y="4963727"/>
                  </a:moveTo>
                  <a:cubicBezTo>
                    <a:pt x="1416008" y="4959251"/>
                    <a:pt x="1401087" y="4966712"/>
                    <a:pt x="1395119" y="4984617"/>
                  </a:cubicBezTo>
                  <a:cubicBezTo>
                    <a:pt x="1390642" y="4998046"/>
                    <a:pt x="1393627" y="5006999"/>
                    <a:pt x="1408548" y="5006999"/>
                  </a:cubicBezTo>
                  <a:cubicBezTo>
                    <a:pt x="1430929" y="5008490"/>
                    <a:pt x="1454803" y="5005507"/>
                    <a:pt x="1478677" y="5004014"/>
                  </a:cubicBezTo>
                  <a:cubicBezTo>
                    <a:pt x="1474200" y="5011475"/>
                    <a:pt x="1469724" y="5017443"/>
                    <a:pt x="1465248" y="5023412"/>
                  </a:cubicBezTo>
                  <a:cubicBezTo>
                    <a:pt x="1459279" y="5029380"/>
                    <a:pt x="1453311" y="5035349"/>
                    <a:pt x="1447343" y="5041317"/>
                  </a:cubicBezTo>
                  <a:cubicBezTo>
                    <a:pt x="1439882" y="5048777"/>
                    <a:pt x="1441374" y="5056238"/>
                    <a:pt x="1444358" y="5063699"/>
                  </a:cubicBezTo>
                  <a:cubicBezTo>
                    <a:pt x="1447343" y="5072651"/>
                    <a:pt x="1456295" y="5074143"/>
                    <a:pt x="1463756" y="5071159"/>
                  </a:cubicBezTo>
                  <a:cubicBezTo>
                    <a:pt x="1477185" y="5066683"/>
                    <a:pt x="1492106" y="5063699"/>
                    <a:pt x="1502550" y="5054746"/>
                  </a:cubicBezTo>
                  <a:cubicBezTo>
                    <a:pt x="1508519" y="5050270"/>
                    <a:pt x="1505535" y="5035349"/>
                    <a:pt x="1507027" y="5024904"/>
                  </a:cubicBezTo>
                  <a:cubicBezTo>
                    <a:pt x="1507027" y="5021920"/>
                    <a:pt x="1507027" y="5020428"/>
                    <a:pt x="1507027" y="5018935"/>
                  </a:cubicBezTo>
                  <a:cubicBezTo>
                    <a:pt x="1496582" y="5015951"/>
                    <a:pt x="1487629" y="5009983"/>
                    <a:pt x="1478677" y="5004014"/>
                  </a:cubicBezTo>
                  <a:cubicBezTo>
                    <a:pt x="1463756" y="4995062"/>
                    <a:pt x="1474200" y="4980141"/>
                    <a:pt x="1468232" y="4966712"/>
                  </a:cubicBezTo>
                  <a:cubicBezTo>
                    <a:pt x="1457787" y="4965219"/>
                    <a:pt x="1447343" y="4965219"/>
                    <a:pt x="1436898" y="4963727"/>
                  </a:cubicBezTo>
                  <a:close/>
                  <a:moveTo>
                    <a:pt x="3660135" y="5135319"/>
                  </a:moveTo>
                  <a:cubicBezTo>
                    <a:pt x="3652675" y="5151733"/>
                    <a:pt x="3645214" y="5166654"/>
                    <a:pt x="3639246" y="5180083"/>
                  </a:cubicBezTo>
                  <a:cubicBezTo>
                    <a:pt x="3640738" y="5181575"/>
                    <a:pt x="3642230" y="5183067"/>
                    <a:pt x="3643722" y="5183067"/>
                  </a:cubicBezTo>
                  <a:cubicBezTo>
                    <a:pt x="3654167" y="5172622"/>
                    <a:pt x="3664612" y="5163670"/>
                    <a:pt x="3676548" y="5153225"/>
                  </a:cubicBezTo>
                  <a:cubicBezTo>
                    <a:pt x="3670580" y="5147257"/>
                    <a:pt x="3666103" y="5142780"/>
                    <a:pt x="3660135" y="5135319"/>
                  </a:cubicBezTo>
                  <a:close/>
                  <a:moveTo>
                    <a:pt x="1521948" y="4960743"/>
                  </a:moveTo>
                  <a:cubicBezTo>
                    <a:pt x="1507027" y="4956267"/>
                    <a:pt x="1498074" y="4962236"/>
                    <a:pt x="1490613" y="4972680"/>
                  </a:cubicBezTo>
                  <a:cubicBezTo>
                    <a:pt x="1487629" y="4977157"/>
                    <a:pt x="1481661" y="4986109"/>
                    <a:pt x="1484645" y="4989093"/>
                  </a:cubicBezTo>
                  <a:cubicBezTo>
                    <a:pt x="1489122" y="4995062"/>
                    <a:pt x="1496582" y="5002522"/>
                    <a:pt x="1502550" y="5002522"/>
                  </a:cubicBezTo>
                  <a:cubicBezTo>
                    <a:pt x="1514487" y="5001030"/>
                    <a:pt x="1527916" y="4998046"/>
                    <a:pt x="1536869" y="4990585"/>
                  </a:cubicBezTo>
                  <a:cubicBezTo>
                    <a:pt x="1542837" y="4989093"/>
                    <a:pt x="1541345" y="4975664"/>
                    <a:pt x="1544329" y="4963727"/>
                  </a:cubicBezTo>
                  <a:cubicBezTo>
                    <a:pt x="1532392" y="4962236"/>
                    <a:pt x="1526424" y="4963727"/>
                    <a:pt x="1521948" y="4960743"/>
                  </a:cubicBezTo>
                  <a:close/>
                  <a:moveTo>
                    <a:pt x="1611474" y="4953283"/>
                  </a:moveTo>
                  <a:cubicBezTo>
                    <a:pt x="1606998" y="4953283"/>
                    <a:pt x="1604014" y="4953283"/>
                    <a:pt x="1601029" y="4953283"/>
                  </a:cubicBezTo>
                  <a:cubicBezTo>
                    <a:pt x="1584616" y="4947314"/>
                    <a:pt x="1574171" y="4959251"/>
                    <a:pt x="1563727" y="4966712"/>
                  </a:cubicBezTo>
                  <a:cubicBezTo>
                    <a:pt x="1559250" y="4969696"/>
                    <a:pt x="1554774" y="4980141"/>
                    <a:pt x="1557758" y="4986109"/>
                  </a:cubicBezTo>
                  <a:cubicBezTo>
                    <a:pt x="1559250" y="4990585"/>
                    <a:pt x="1569695" y="4995062"/>
                    <a:pt x="1575663" y="4995062"/>
                  </a:cubicBezTo>
                  <a:cubicBezTo>
                    <a:pt x="1589093" y="4998046"/>
                    <a:pt x="1602521" y="4995062"/>
                    <a:pt x="1618935" y="4986109"/>
                  </a:cubicBezTo>
                  <a:cubicBezTo>
                    <a:pt x="1615950" y="4974172"/>
                    <a:pt x="1612966" y="4963727"/>
                    <a:pt x="1611474" y="4953283"/>
                  </a:cubicBezTo>
                  <a:close/>
                  <a:moveTo>
                    <a:pt x="1675635" y="4938362"/>
                  </a:moveTo>
                  <a:cubicBezTo>
                    <a:pt x="1650269" y="4930901"/>
                    <a:pt x="1639824" y="4951791"/>
                    <a:pt x="1626395" y="4965219"/>
                  </a:cubicBezTo>
                  <a:cubicBezTo>
                    <a:pt x="1638332" y="4992078"/>
                    <a:pt x="1651761" y="4995062"/>
                    <a:pt x="1674143" y="4978648"/>
                  </a:cubicBezTo>
                  <a:cubicBezTo>
                    <a:pt x="1674143" y="4963727"/>
                    <a:pt x="1675635" y="4951791"/>
                    <a:pt x="1675635" y="4938362"/>
                  </a:cubicBezTo>
                  <a:close/>
                  <a:moveTo>
                    <a:pt x="1493598" y="4899567"/>
                  </a:moveTo>
                  <a:cubicBezTo>
                    <a:pt x="1474200" y="4911504"/>
                    <a:pt x="1454803" y="4923441"/>
                    <a:pt x="1435406" y="4936870"/>
                  </a:cubicBezTo>
                  <a:cubicBezTo>
                    <a:pt x="1432421" y="4938362"/>
                    <a:pt x="1430929" y="4944330"/>
                    <a:pt x="1432421" y="4947314"/>
                  </a:cubicBezTo>
                  <a:cubicBezTo>
                    <a:pt x="1433914" y="4951791"/>
                    <a:pt x="1438390" y="4956267"/>
                    <a:pt x="1442866" y="4956267"/>
                  </a:cubicBezTo>
                  <a:cubicBezTo>
                    <a:pt x="1457787" y="4956267"/>
                    <a:pt x="1472708" y="4954775"/>
                    <a:pt x="1486137" y="4951791"/>
                  </a:cubicBezTo>
                  <a:cubicBezTo>
                    <a:pt x="1489122" y="4951791"/>
                    <a:pt x="1495090" y="4944330"/>
                    <a:pt x="1495090" y="4938362"/>
                  </a:cubicBezTo>
                  <a:cubicBezTo>
                    <a:pt x="1496582" y="4926425"/>
                    <a:pt x="1495090" y="4914488"/>
                    <a:pt x="1493598" y="4899567"/>
                  </a:cubicBezTo>
                  <a:close/>
                  <a:moveTo>
                    <a:pt x="1769637" y="4912996"/>
                  </a:moveTo>
                  <a:cubicBezTo>
                    <a:pt x="1757701" y="4924933"/>
                    <a:pt x="1741287" y="4933885"/>
                    <a:pt x="1730843" y="4947314"/>
                  </a:cubicBezTo>
                  <a:cubicBezTo>
                    <a:pt x="1732335" y="4948806"/>
                    <a:pt x="1733827" y="4950298"/>
                    <a:pt x="1735319" y="4953283"/>
                  </a:cubicBezTo>
                  <a:cubicBezTo>
                    <a:pt x="1751732" y="4942838"/>
                    <a:pt x="1768145" y="4933885"/>
                    <a:pt x="1787543" y="4920456"/>
                  </a:cubicBezTo>
                  <a:cubicBezTo>
                    <a:pt x="1777098" y="4915980"/>
                    <a:pt x="1771129" y="4911504"/>
                    <a:pt x="1769637" y="4912996"/>
                  </a:cubicBezTo>
                  <a:close/>
                  <a:moveTo>
                    <a:pt x="1532392" y="4886138"/>
                  </a:moveTo>
                  <a:cubicBezTo>
                    <a:pt x="1524932" y="4892106"/>
                    <a:pt x="1517471" y="4896583"/>
                    <a:pt x="1512995" y="4904043"/>
                  </a:cubicBezTo>
                  <a:cubicBezTo>
                    <a:pt x="1499566" y="4921949"/>
                    <a:pt x="1507027" y="4948806"/>
                    <a:pt x="1524932" y="4950298"/>
                  </a:cubicBezTo>
                  <a:cubicBezTo>
                    <a:pt x="1541345" y="4951791"/>
                    <a:pt x="1557758" y="4951791"/>
                    <a:pt x="1571187" y="4941346"/>
                  </a:cubicBezTo>
                  <a:cubicBezTo>
                    <a:pt x="1571187" y="4927917"/>
                    <a:pt x="1571187" y="4917472"/>
                    <a:pt x="1571187" y="4905535"/>
                  </a:cubicBezTo>
                  <a:cubicBezTo>
                    <a:pt x="1563727" y="4904043"/>
                    <a:pt x="1557758" y="4904043"/>
                    <a:pt x="1551790" y="4901059"/>
                  </a:cubicBezTo>
                  <a:cubicBezTo>
                    <a:pt x="1545821" y="4896583"/>
                    <a:pt x="1539853" y="4892106"/>
                    <a:pt x="1532392" y="4886138"/>
                  </a:cubicBezTo>
                  <a:close/>
                  <a:moveTo>
                    <a:pt x="1605506" y="4886138"/>
                  </a:moveTo>
                  <a:cubicBezTo>
                    <a:pt x="1599537" y="4896583"/>
                    <a:pt x="1593569" y="4905535"/>
                    <a:pt x="1586108" y="4914488"/>
                  </a:cubicBezTo>
                  <a:cubicBezTo>
                    <a:pt x="1581632" y="4921949"/>
                    <a:pt x="1581632" y="4927917"/>
                    <a:pt x="1586108" y="4935377"/>
                  </a:cubicBezTo>
                  <a:cubicBezTo>
                    <a:pt x="1592077" y="4944330"/>
                    <a:pt x="1599537" y="4944330"/>
                    <a:pt x="1608490" y="4941346"/>
                  </a:cubicBezTo>
                  <a:cubicBezTo>
                    <a:pt x="1618935" y="4938362"/>
                    <a:pt x="1629379" y="4932393"/>
                    <a:pt x="1639824" y="4929409"/>
                  </a:cubicBezTo>
                  <a:cubicBezTo>
                    <a:pt x="1639824" y="4917472"/>
                    <a:pt x="1639824" y="4907027"/>
                    <a:pt x="1639824" y="4896583"/>
                  </a:cubicBezTo>
                  <a:cubicBezTo>
                    <a:pt x="1629379" y="4892106"/>
                    <a:pt x="1618935" y="4889122"/>
                    <a:pt x="1605506" y="4886138"/>
                  </a:cubicBezTo>
                  <a:close/>
                  <a:moveTo>
                    <a:pt x="1706969" y="4883154"/>
                  </a:moveTo>
                  <a:cubicBezTo>
                    <a:pt x="1701000" y="4883154"/>
                    <a:pt x="1690556" y="4881661"/>
                    <a:pt x="1683095" y="4883154"/>
                  </a:cubicBezTo>
                  <a:cubicBezTo>
                    <a:pt x="1675635" y="4884646"/>
                    <a:pt x="1668174" y="4886138"/>
                    <a:pt x="1663698" y="4890614"/>
                  </a:cubicBezTo>
                  <a:cubicBezTo>
                    <a:pt x="1654745" y="4896583"/>
                    <a:pt x="1647285" y="4907027"/>
                    <a:pt x="1654745" y="4915980"/>
                  </a:cubicBezTo>
                  <a:cubicBezTo>
                    <a:pt x="1659221" y="4921949"/>
                    <a:pt x="1671158" y="4923441"/>
                    <a:pt x="1678619" y="4923441"/>
                  </a:cubicBezTo>
                  <a:cubicBezTo>
                    <a:pt x="1687571" y="4921949"/>
                    <a:pt x="1696524" y="4915980"/>
                    <a:pt x="1706969" y="4912996"/>
                  </a:cubicBezTo>
                  <a:cubicBezTo>
                    <a:pt x="1709953" y="4911504"/>
                    <a:pt x="1714429" y="4914488"/>
                    <a:pt x="1723382" y="4915980"/>
                  </a:cubicBezTo>
                  <a:cubicBezTo>
                    <a:pt x="1717413" y="4921949"/>
                    <a:pt x="1712937" y="4924933"/>
                    <a:pt x="1709953" y="4927917"/>
                  </a:cubicBezTo>
                  <a:cubicBezTo>
                    <a:pt x="1702492" y="4935377"/>
                    <a:pt x="1695032" y="4941346"/>
                    <a:pt x="1690556" y="4950298"/>
                  </a:cubicBezTo>
                  <a:cubicBezTo>
                    <a:pt x="1687571" y="4954775"/>
                    <a:pt x="1687571" y="4963727"/>
                    <a:pt x="1690556" y="4968204"/>
                  </a:cubicBezTo>
                  <a:cubicBezTo>
                    <a:pt x="1695032" y="4975664"/>
                    <a:pt x="1703985" y="4974172"/>
                    <a:pt x="1709953" y="4968204"/>
                  </a:cubicBezTo>
                  <a:cubicBezTo>
                    <a:pt x="1714429" y="4965219"/>
                    <a:pt x="1720398" y="4960743"/>
                    <a:pt x="1720398" y="4957759"/>
                  </a:cubicBezTo>
                  <a:cubicBezTo>
                    <a:pt x="1718906" y="4942838"/>
                    <a:pt x="1729350" y="4932393"/>
                    <a:pt x="1735319" y="4923441"/>
                  </a:cubicBezTo>
                  <a:cubicBezTo>
                    <a:pt x="1723382" y="4910012"/>
                    <a:pt x="1715922" y="4896583"/>
                    <a:pt x="1706969" y="4883154"/>
                  </a:cubicBezTo>
                  <a:close/>
                  <a:moveTo>
                    <a:pt x="1763669" y="4866740"/>
                  </a:moveTo>
                  <a:cubicBezTo>
                    <a:pt x="1747256" y="4863756"/>
                    <a:pt x="1735319" y="4871217"/>
                    <a:pt x="1729350" y="4887630"/>
                  </a:cubicBezTo>
                  <a:cubicBezTo>
                    <a:pt x="1724874" y="4899567"/>
                    <a:pt x="1730843" y="4908520"/>
                    <a:pt x="1744271" y="4905535"/>
                  </a:cubicBezTo>
                  <a:cubicBezTo>
                    <a:pt x="1751732" y="4904043"/>
                    <a:pt x="1757701" y="4901059"/>
                    <a:pt x="1763669" y="4898075"/>
                  </a:cubicBezTo>
                  <a:cubicBezTo>
                    <a:pt x="1763669" y="4886138"/>
                    <a:pt x="1763669" y="4877185"/>
                    <a:pt x="1763669" y="4866740"/>
                  </a:cubicBezTo>
                  <a:close/>
                  <a:moveTo>
                    <a:pt x="1815893" y="4851819"/>
                  </a:moveTo>
                  <a:cubicBezTo>
                    <a:pt x="1808432" y="4851819"/>
                    <a:pt x="1802464" y="4851819"/>
                    <a:pt x="1793511" y="4851819"/>
                  </a:cubicBezTo>
                  <a:cubicBezTo>
                    <a:pt x="1789035" y="4859280"/>
                    <a:pt x="1783066" y="4865249"/>
                    <a:pt x="1780082" y="4872709"/>
                  </a:cubicBezTo>
                  <a:cubicBezTo>
                    <a:pt x="1774114" y="4883154"/>
                    <a:pt x="1775606" y="4896583"/>
                    <a:pt x="1784558" y="4902551"/>
                  </a:cubicBezTo>
                  <a:cubicBezTo>
                    <a:pt x="1793511" y="4908520"/>
                    <a:pt x="1800971" y="4907027"/>
                    <a:pt x="1809924" y="4901059"/>
                  </a:cubicBezTo>
                  <a:cubicBezTo>
                    <a:pt x="1815893" y="4898075"/>
                    <a:pt x="1820369" y="4893599"/>
                    <a:pt x="1824845" y="4890614"/>
                  </a:cubicBezTo>
                  <a:cubicBezTo>
                    <a:pt x="1821861" y="4877185"/>
                    <a:pt x="1818877" y="4863756"/>
                    <a:pt x="1815893" y="4851819"/>
                  </a:cubicBezTo>
                  <a:close/>
                  <a:moveTo>
                    <a:pt x="1626395" y="4821977"/>
                  </a:moveTo>
                  <a:cubicBezTo>
                    <a:pt x="1606998" y="4835407"/>
                    <a:pt x="1599537" y="4854804"/>
                    <a:pt x="1606998" y="4869725"/>
                  </a:cubicBezTo>
                  <a:cubicBezTo>
                    <a:pt x="1614458" y="4883154"/>
                    <a:pt x="1636840" y="4887630"/>
                    <a:pt x="1653253" y="4881661"/>
                  </a:cubicBezTo>
                  <a:cubicBezTo>
                    <a:pt x="1669666" y="4874201"/>
                    <a:pt x="1671158" y="4866740"/>
                    <a:pt x="1662206" y="4835407"/>
                  </a:cubicBezTo>
                  <a:cubicBezTo>
                    <a:pt x="1651761" y="4829438"/>
                    <a:pt x="1639824" y="4826454"/>
                    <a:pt x="1626395" y="4821977"/>
                  </a:cubicBezTo>
                  <a:close/>
                  <a:moveTo>
                    <a:pt x="1863640" y="4835407"/>
                  </a:moveTo>
                  <a:cubicBezTo>
                    <a:pt x="1848719" y="4847343"/>
                    <a:pt x="1829321" y="4854804"/>
                    <a:pt x="1833798" y="4878678"/>
                  </a:cubicBezTo>
                  <a:cubicBezTo>
                    <a:pt x="1851703" y="4877185"/>
                    <a:pt x="1871100" y="4865249"/>
                    <a:pt x="1887514" y="4844359"/>
                  </a:cubicBezTo>
                  <a:cubicBezTo>
                    <a:pt x="1878561" y="4841375"/>
                    <a:pt x="1871100" y="4838391"/>
                    <a:pt x="1863640" y="4835407"/>
                  </a:cubicBezTo>
                  <a:close/>
                  <a:moveTo>
                    <a:pt x="1705477" y="4820486"/>
                  </a:moveTo>
                  <a:cubicBezTo>
                    <a:pt x="1693540" y="4818993"/>
                    <a:pt x="1681603" y="4821977"/>
                    <a:pt x="1680111" y="4833914"/>
                  </a:cubicBezTo>
                  <a:cubicBezTo>
                    <a:pt x="1678619" y="4844359"/>
                    <a:pt x="1680111" y="4857788"/>
                    <a:pt x="1686079" y="4866740"/>
                  </a:cubicBezTo>
                  <a:cubicBezTo>
                    <a:pt x="1692048" y="4877185"/>
                    <a:pt x="1703985" y="4871217"/>
                    <a:pt x="1712937" y="4866740"/>
                  </a:cubicBezTo>
                  <a:cubicBezTo>
                    <a:pt x="1720398" y="4862264"/>
                    <a:pt x="1726366" y="4857788"/>
                    <a:pt x="1732335" y="4853312"/>
                  </a:cubicBezTo>
                  <a:cubicBezTo>
                    <a:pt x="1729350" y="4842867"/>
                    <a:pt x="1726366" y="4832422"/>
                    <a:pt x="1723382" y="4823469"/>
                  </a:cubicBezTo>
                  <a:cubicBezTo>
                    <a:pt x="1717413" y="4821977"/>
                    <a:pt x="1711445" y="4821977"/>
                    <a:pt x="1705477" y="4820486"/>
                  </a:cubicBezTo>
                  <a:close/>
                  <a:moveTo>
                    <a:pt x="1615950" y="4802580"/>
                  </a:moveTo>
                  <a:cubicBezTo>
                    <a:pt x="1595061" y="4818993"/>
                    <a:pt x="1574171" y="4836898"/>
                    <a:pt x="1554774" y="4853312"/>
                  </a:cubicBezTo>
                  <a:cubicBezTo>
                    <a:pt x="1545821" y="4860772"/>
                    <a:pt x="1541345" y="4871217"/>
                    <a:pt x="1547314" y="4881661"/>
                  </a:cubicBezTo>
                  <a:cubicBezTo>
                    <a:pt x="1551790" y="4892106"/>
                    <a:pt x="1562235" y="4892106"/>
                    <a:pt x="1571187" y="4889122"/>
                  </a:cubicBezTo>
                  <a:cubicBezTo>
                    <a:pt x="1581632" y="4886138"/>
                    <a:pt x="1598045" y="4883154"/>
                    <a:pt x="1596553" y="4869725"/>
                  </a:cubicBezTo>
                  <a:cubicBezTo>
                    <a:pt x="1590585" y="4842867"/>
                    <a:pt x="1601029" y="4824962"/>
                    <a:pt x="1615950" y="4802580"/>
                  </a:cubicBezTo>
                  <a:close/>
                  <a:moveTo>
                    <a:pt x="1762876" y="4814354"/>
                  </a:moveTo>
                  <a:cubicBezTo>
                    <a:pt x="1750986" y="4812745"/>
                    <a:pt x="1748748" y="4816382"/>
                    <a:pt x="1739795" y="4830930"/>
                  </a:cubicBezTo>
                  <a:cubicBezTo>
                    <a:pt x="1753224" y="4856296"/>
                    <a:pt x="1763669" y="4859280"/>
                    <a:pt x="1787543" y="4839883"/>
                  </a:cubicBezTo>
                  <a:cubicBezTo>
                    <a:pt x="1784558" y="4832422"/>
                    <a:pt x="1781574" y="4824962"/>
                    <a:pt x="1778590" y="4817501"/>
                  </a:cubicBezTo>
                  <a:cubicBezTo>
                    <a:pt x="1771876" y="4816009"/>
                    <a:pt x="1766840" y="4814890"/>
                    <a:pt x="1762876" y="4814354"/>
                  </a:cubicBezTo>
                  <a:close/>
                  <a:moveTo>
                    <a:pt x="1860656" y="4802580"/>
                  </a:moveTo>
                  <a:cubicBezTo>
                    <a:pt x="1844242" y="4802580"/>
                    <a:pt x="1833798" y="4802580"/>
                    <a:pt x="1823353" y="4802580"/>
                  </a:cubicBezTo>
                  <a:cubicBezTo>
                    <a:pt x="1809924" y="4801088"/>
                    <a:pt x="1805448" y="4813025"/>
                    <a:pt x="1799479" y="4820486"/>
                  </a:cubicBezTo>
                  <a:cubicBezTo>
                    <a:pt x="1796495" y="4823469"/>
                    <a:pt x="1799479" y="4835407"/>
                    <a:pt x="1800971" y="4835407"/>
                  </a:cubicBezTo>
                  <a:cubicBezTo>
                    <a:pt x="1809924" y="4836898"/>
                    <a:pt x="1818877" y="4838391"/>
                    <a:pt x="1826337" y="4836898"/>
                  </a:cubicBezTo>
                  <a:cubicBezTo>
                    <a:pt x="1833798" y="4835407"/>
                    <a:pt x="1842750" y="4830930"/>
                    <a:pt x="1847227" y="4824962"/>
                  </a:cubicBezTo>
                  <a:cubicBezTo>
                    <a:pt x="1853195" y="4820486"/>
                    <a:pt x="1856179" y="4811533"/>
                    <a:pt x="1860656" y="4802580"/>
                  </a:cubicBezTo>
                  <a:close/>
                  <a:moveTo>
                    <a:pt x="1662206" y="4771246"/>
                  </a:moveTo>
                  <a:cubicBezTo>
                    <a:pt x="1641316" y="4783183"/>
                    <a:pt x="1641316" y="4783183"/>
                    <a:pt x="1638332" y="4811533"/>
                  </a:cubicBezTo>
                  <a:cubicBezTo>
                    <a:pt x="1656237" y="4823469"/>
                    <a:pt x="1656237" y="4823469"/>
                    <a:pt x="1675635" y="4807056"/>
                  </a:cubicBezTo>
                  <a:cubicBezTo>
                    <a:pt x="1672650" y="4795120"/>
                    <a:pt x="1668174" y="4784675"/>
                    <a:pt x="1662206" y="4771246"/>
                  </a:cubicBezTo>
                  <a:close/>
                  <a:moveTo>
                    <a:pt x="1914372" y="4786167"/>
                  </a:moveTo>
                  <a:cubicBezTo>
                    <a:pt x="1908403" y="4786167"/>
                    <a:pt x="1905419" y="4786167"/>
                    <a:pt x="1900943" y="4786167"/>
                  </a:cubicBezTo>
                  <a:cubicBezTo>
                    <a:pt x="1884529" y="4786167"/>
                    <a:pt x="1872593" y="4798104"/>
                    <a:pt x="1874085" y="4814517"/>
                  </a:cubicBezTo>
                  <a:cubicBezTo>
                    <a:pt x="1874085" y="4827946"/>
                    <a:pt x="1884529" y="4833914"/>
                    <a:pt x="1896466" y="4826454"/>
                  </a:cubicBezTo>
                  <a:cubicBezTo>
                    <a:pt x="1905419" y="4820486"/>
                    <a:pt x="1914372" y="4814517"/>
                    <a:pt x="1923324" y="4808548"/>
                  </a:cubicBezTo>
                  <a:cubicBezTo>
                    <a:pt x="1921832" y="4804072"/>
                    <a:pt x="1921832" y="4799596"/>
                    <a:pt x="1920340" y="4795120"/>
                  </a:cubicBezTo>
                  <a:cubicBezTo>
                    <a:pt x="1917356" y="4792135"/>
                    <a:pt x="1915864" y="4790643"/>
                    <a:pt x="1914372" y="4786167"/>
                  </a:cubicBezTo>
                  <a:close/>
                  <a:moveTo>
                    <a:pt x="1701000" y="4768262"/>
                  </a:moveTo>
                  <a:cubicBezTo>
                    <a:pt x="1695032" y="4766770"/>
                    <a:pt x="1686079" y="4766770"/>
                    <a:pt x="1683095" y="4771246"/>
                  </a:cubicBezTo>
                  <a:cubicBezTo>
                    <a:pt x="1680111" y="4775722"/>
                    <a:pt x="1678619" y="4786167"/>
                    <a:pt x="1681603" y="4790643"/>
                  </a:cubicBezTo>
                  <a:cubicBezTo>
                    <a:pt x="1689064" y="4807056"/>
                    <a:pt x="1709953" y="4814517"/>
                    <a:pt x="1727858" y="4808548"/>
                  </a:cubicBezTo>
                  <a:cubicBezTo>
                    <a:pt x="1741287" y="4804072"/>
                    <a:pt x="1747256" y="4796612"/>
                    <a:pt x="1742779" y="4786167"/>
                  </a:cubicBezTo>
                  <a:cubicBezTo>
                    <a:pt x="1726366" y="4778706"/>
                    <a:pt x="1714429" y="4772738"/>
                    <a:pt x="1701000" y="4768262"/>
                  </a:cubicBezTo>
                  <a:close/>
                  <a:moveTo>
                    <a:pt x="1796495" y="4766770"/>
                  </a:moveTo>
                  <a:cubicBezTo>
                    <a:pt x="1772622" y="4765277"/>
                    <a:pt x="1763669" y="4778706"/>
                    <a:pt x="1757701" y="4798104"/>
                  </a:cubicBezTo>
                  <a:cubicBezTo>
                    <a:pt x="1775606" y="4805564"/>
                    <a:pt x="1790527" y="4804072"/>
                    <a:pt x="1805448" y="4789151"/>
                  </a:cubicBezTo>
                  <a:cubicBezTo>
                    <a:pt x="1802464" y="4780198"/>
                    <a:pt x="1799479" y="4772738"/>
                    <a:pt x="1796495" y="4766770"/>
                  </a:cubicBezTo>
                  <a:close/>
                  <a:moveTo>
                    <a:pt x="1944214" y="4757817"/>
                  </a:moveTo>
                  <a:cubicBezTo>
                    <a:pt x="1930785" y="4772738"/>
                    <a:pt x="1920340" y="4787659"/>
                    <a:pt x="1936753" y="4810041"/>
                  </a:cubicBezTo>
                  <a:cubicBezTo>
                    <a:pt x="1956150" y="4799596"/>
                    <a:pt x="1972564" y="4786167"/>
                    <a:pt x="1985992" y="4768262"/>
                  </a:cubicBezTo>
                  <a:cubicBezTo>
                    <a:pt x="1971071" y="4763785"/>
                    <a:pt x="1957643" y="4760801"/>
                    <a:pt x="1944214" y="4757817"/>
                  </a:cubicBezTo>
                  <a:close/>
                  <a:moveTo>
                    <a:pt x="1756208" y="4741404"/>
                  </a:moveTo>
                  <a:cubicBezTo>
                    <a:pt x="1738303" y="4742896"/>
                    <a:pt x="1723382" y="4745880"/>
                    <a:pt x="1706969" y="4747372"/>
                  </a:cubicBezTo>
                  <a:cubicBezTo>
                    <a:pt x="1714429" y="4765277"/>
                    <a:pt x="1723382" y="4769754"/>
                    <a:pt x="1745764" y="4766770"/>
                  </a:cubicBezTo>
                  <a:cubicBezTo>
                    <a:pt x="1763669" y="4763785"/>
                    <a:pt x="1765161" y="4760801"/>
                    <a:pt x="1756208" y="4741404"/>
                  </a:cubicBezTo>
                  <a:close/>
                  <a:moveTo>
                    <a:pt x="1869608" y="4748864"/>
                  </a:moveTo>
                  <a:cubicBezTo>
                    <a:pt x="1860656" y="4750356"/>
                    <a:pt x="1851703" y="4753341"/>
                    <a:pt x="1844242" y="4751849"/>
                  </a:cubicBezTo>
                  <a:cubicBezTo>
                    <a:pt x="1826337" y="4750356"/>
                    <a:pt x="1817385" y="4759309"/>
                    <a:pt x="1814400" y="4777214"/>
                  </a:cubicBezTo>
                  <a:cubicBezTo>
                    <a:pt x="1835290" y="4793627"/>
                    <a:pt x="1850211" y="4793627"/>
                    <a:pt x="1871100" y="4777214"/>
                  </a:cubicBezTo>
                  <a:cubicBezTo>
                    <a:pt x="1881545" y="4768262"/>
                    <a:pt x="1875577" y="4757817"/>
                    <a:pt x="1869608" y="4748864"/>
                  </a:cubicBezTo>
                  <a:close/>
                  <a:moveTo>
                    <a:pt x="3785472" y="4893599"/>
                  </a:moveTo>
                  <a:cubicBezTo>
                    <a:pt x="3779504" y="4898075"/>
                    <a:pt x="3772043" y="4902551"/>
                    <a:pt x="3766075" y="4908520"/>
                  </a:cubicBezTo>
                  <a:cubicBezTo>
                    <a:pt x="3770551" y="4915980"/>
                    <a:pt x="3775027" y="4921949"/>
                    <a:pt x="3779504" y="4929409"/>
                  </a:cubicBezTo>
                  <a:cubicBezTo>
                    <a:pt x="3780996" y="4929409"/>
                    <a:pt x="3782488" y="4929409"/>
                    <a:pt x="3785472" y="4929409"/>
                  </a:cubicBezTo>
                  <a:cubicBezTo>
                    <a:pt x="3785472" y="4917472"/>
                    <a:pt x="3786964" y="4907027"/>
                    <a:pt x="3789948" y="4896583"/>
                  </a:cubicBezTo>
                  <a:cubicBezTo>
                    <a:pt x="3788456" y="4895091"/>
                    <a:pt x="3786964" y="4895091"/>
                    <a:pt x="3785472" y="4893599"/>
                  </a:cubicBezTo>
                  <a:close/>
                  <a:moveTo>
                    <a:pt x="1912879" y="4727975"/>
                  </a:moveTo>
                  <a:cubicBezTo>
                    <a:pt x="1897958" y="4732451"/>
                    <a:pt x="1889006" y="4742896"/>
                    <a:pt x="1887514" y="4757817"/>
                  </a:cubicBezTo>
                  <a:cubicBezTo>
                    <a:pt x="1905419" y="4777214"/>
                    <a:pt x="1905419" y="4777214"/>
                    <a:pt x="1933769" y="4747372"/>
                  </a:cubicBezTo>
                  <a:cubicBezTo>
                    <a:pt x="1923324" y="4727975"/>
                    <a:pt x="1920340" y="4724990"/>
                    <a:pt x="1912879" y="4727975"/>
                  </a:cubicBezTo>
                  <a:close/>
                  <a:moveTo>
                    <a:pt x="1817385" y="4711562"/>
                  </a:moveTo>
                  <a:cubicBezTo>
                    <a:pt x="1797987" y="4705593"/>
                    <a:pt x="1781574" y="4714546"/>
                    <a:pt x="1775606" y="4735435"/>
                  </a:cubicBezTo>
                  <a:cubicBezTo>
                    <a:pt x="1774114" y="4739911"/>
                    <a:pt x="1774114" y="4745880"/>
                    <a:pt x="1777098" y="4748864"/>
                  </a:cubicBezTo>
                  <a:cubicBezTo>
                    <a:pt x="1780082" y="4751849"/>
                    <a:pt x="1786050" y="4751849"/>
                    <a:pt x="1790527" y="4750356"/>
                  </a:cubicBezTo>
                  <a:cubicBezTo>
                    <a:pt x="1808432" y="4745880"/>
                    <a:pt x="1817385" y="4732451"/>
                    <a:pt x="1817385" y="4711562"/>
                  </a:cubicBezTo>
                  <a:close/>
                  <a:moveTo>
                    <a:pt x="1756208" y="4692164"/>
                  </a:moveTo>
                  <a:cubicBezTo>
                    <a:pt x="1750240" y="4698133"/>
                    <a:pt x="1744271" y="4704101"/>
                    <a:pt x="1739795" y="4710069"/>
                  </a:cubicBezTo>
                  <a:cubicBezTo>
                    <a:pt x="1733827" y="4716038"/>
                    <a:pt x="1727858" y="4720514"/>
                    <a:pt x="1720398" y="4726483"/>
                  </a:cubicBezTo>
                  <a:cubicBezTo>
                    <a:pt x="1736811" y="4736928"/>
                    <a:pt x="1745764" y="4726483"/>
                    <a:pt x="1754716" y="4722006"/>
                  </a:cubicBezTo>
                  <a:cubicBezTo>
                    <a:pt x="1772622" y="4713054"/>
                    <a:pt x="1772622" y="4708578"/>
                    <a:pt x="1756208" y="4692164"/>
                  </a:cubicBezTo>
                  <a:close/>
                  <a:moveTo>
                    <a:pt x="1863640" y="4698133"/>
                  </a:moveTo>
                  <a:cubicBezTo>
                    <a:pt x="1845735" y="4690672"/>
                    <a:pt x="1836782" y="4698133"/>
                    <a:pt x="1832306" y="4722006"/>
                  </a:cubicBezTo>
                  <a:cubicBezTo>
                    <a:pt x="1829321" y="4736928"/>
                    <a:pt x="1836782" y="4745880"/>
                    <a:pt x="1850211" y="4741404"/>
                  </a:cubicBezTo>
                  <a:cubicBezTo>
                    <a:pt x="1860656" y="4736928"/>
                    <a:pt x="1871100" y="4729467"/>
                    <a:pt x="1887514" y="4722006"/>
                  </a:cubicBezTo>
                  <a:cubicBezTo>
                    <a:pt x="1877069" y="4710069"/>
                    <a:pt x="1871100" y="4701117"/>
                    <a:pt x="1863640" y="4698133"/>
                  </a:cubicBezTo>
                  <a:close/>
                  <a:moveTo>
                    <a:pt x="1985992" y="4698133"/>
                  </a:moveTo>
                  <a:cubicBezTo>
                    <a:pt x="1968087" y="4702609"/>
                    <a:pt x="1947198" y="4702609"/>
                    <a:pt x="1939737" y="4729467"/>
                  </a:cubicBezTo>
                  <a:cubicBezTo>
                    <a:pt x="1966595" y="4766770"/>
                    <a:pt x="1991961" y="4751849"/>
                    <a:pt x="2026280" y="4729467"/>
                  </a:cubicBezTo>
                  <a:cubicBezTo>
                    <a:pt x="2012850" y="4719022"/>
                    <a:pt x="1999422" y="4708578"/>
                    <a:pt x="1985992" y="4698133"/>
                  </a:cubicBezTo>
                  <a:close/>
                  <a:moveTo>
                    <a:pt x="3767566" y="4830930"/>
                  </a:moveTo>
                  <a:cubicBezTo>
                    <a:pt x="3761598" y="4851819"/>
                    <a:pt x="3761598" y="4851819"/>
                    <a:pt x="3782488" y="4854804"/>
                  </a:cubicBezTo>
                  <a:cubicBezTo>
                    <a:pt x="3780996" y="4844359"/>
                    <a:pt x="3775027" y="4836898"/>
                    <a:pt x="3767566" y="4830930"/>
                  </a:cubicBezTo>
                  <a:close/>
                  <a:moveTo>
                    <a:pt x="1933769" y="4666798"/>
                  </a:moveTo>
                  <a:cubicBezTo>
                    <a:pt x="1920340" y="4668291"/>
                    <a:pt x="1908403" y="4668291"/>
                    <a:pt x="1894974" y="4668291"/>
                  </a:cubicBezTo>
                  <a:cubicBezTo>
                    <a:pt x="1881545" y="4698133"/>
                    <a:pt x="1881545" y="4705593"/>
                    <a:pt x="1896466" y="4713054"/>
                  </a:cubicBezTo>
                  <a:cubicBezTo>
                    <a:pt x="1911387" y="4720514"/>
                    <a:pt x="1932277" y="4710069"/>
                    <a:pt x="1944214" y="4686196"/>
                  </a:cubicBezTo>
                  <a:cubicBezTo>
                    <a:pt x="1941229" y="4680227"/>
                    <a:pt x="1936753" y="4672767"/>
                    <a:pt x="1933769" y="4666798"/>
                  </a:cubicBezTo>
                  <a:close/>
                  <a:moveTo>
                    <a:pt x="1805448" y="4638448"/>
                  </a:moveTo>
                  <a:cubicBezTo>
                    <a:pt x="1796495" y="4648893"/>
                    <a:pt x="1786050" y="4657846"/>
                    <a:pt x="1777098" y="4669783"/>
                  </a:cubicBezTo>
                  <a:cubicBezTo>
                    <a:pt x="1774114" y="4674259"/>
                    <a:pt x="1774114" y="4684704"/>
                    <a:pt x="1775606" y="4690672"/>
                  </a:cubicBezTo>
                  <a:cubicBezTo>
                    <a:pt x="1777098" y="4695148"/>
                    <a:pt x="1784558" y="4699625"/>
                    <a:pt x="1789035" y="4698133"/>
                  </a:cubicBezTo>
                  <a:cubicBezTo>
                    <a:pt x="1799479" y="4696640"/>
                    <a:pt x="1808432" y="4693657"/>
                    <a:pt x="1821861" y="4689180"/>
                  </a:cubicBezTo>
                  <a:cubicBezTo>
                    <a:pt x="1800971" y="4675751"/>
                    <a:pt x="1802464" y="4657846"/>
                    <a:pt x="1805448" y="4638448"/>
                  </a:cubicBezTo>
                  <a:close/>
                  <a:moveTo>
                    <a:pt x="1827829" y="4635464"/>
                  </a:moveTo>
                  <a:cubicBezTo>
                    <a:pt x="1823353" y="4644417"/>
                    <a:pt x="1818877" y="4654862"/>
                    <a:pt x="1811416" y="4671275"/>
                  </a:cubicBezTo>
                  <a:cubicBezTo>
                    <a:pt x="1827829" y="4677243"/>
                    <a:pt x="1839766" y="4683212"/>
                    <a:pt x="1851703" y="4686196"/>
                  </a:cubicBezTo>
                  <a:cubicBezTo>
                    <a:pt x="1865132" y="4687688"/>
                    <a:pt x="1872593" y="4678735"/>
                    <a:pt x="1880053" y="4668291"/>
                  </a:cubicBezTo>
                  <a:cubicBezTo>
                    <a:pt x="1887514" y="4656354"/>
                    <a:pt x="1881545" y="4645909"/>
                    <a:pt x="1878561" y="4641433"/>
                  </a:cubicBezTo>
                  <a:cubicBezTo>
                    <a:pt x="1860656" y="4639941"/>
                    <a:pt x="1845735" y="4636956"/>
                    <a:pt x="1827829" y="4635464"/>
                  </a:cubicBezTo>
                  <a:close/>
                  <a:moveTo>
                    <a:pt x="2038216" y="4639941"/>
                  </a:moveTo>
                  <a:cubicBezTo>
                    <a:pt x="2026280" y="4650385"/>
                    <a:pt x="2017327" y="4656354"/>
                    <a:pt x="2009866" y="4663814"/>
                  </a:cubicBezTo>
                  <a:cubicBezTo>
                    <a:pt x="2000914" y="4674259"/>
                    <a:pt x="2000914" y="4686196"/>
                    <a:pt x="2006882" y="4698133"/>
                  </a:cubicBezTo>
                  <a:cubicBezTo>
                    <a:pt x="2011358" y="4708578"/>
                    <a:pt x="2020311" y="4711562"/>
                    <a:pt x="2029264" y="4710069"/>
                  </a:cubicBezTo>
                  <a:cubicBezTo>
                    <a:pt x="2039708" y="4708578"/>
                    <a:pt x="2048661" y="4701117"/>
                    <a:pt x="2048661" y="4690672"/>
                  </a:cubicBezTo>
                  <a:cubicBezTo>
                    <a:pt x="2048661" y="4675751"/>
                    <a:pt x="2042693" y="4660830"/>
                    <a:pt x="2038216" y="4639941"/>
                  </a:cubicBezTo>
                  <a:close/>
                  <a:moveTo>
                    <a:pt x="1994945" y="4635464"/>
                  </a:moveTo>
                  <a:cubicBezTo>
                    <a:pt x="1981516" y="4641433"/>
                    <a:pt x="1969579" y="4647401"/>
                    <a:pt x="1957643" y="4653370"/>
                  </a:cubicBezTo>
                  <a:cubicBezTo>
                    <a:pt x="1950182" y="4657846"/>
                    <a:pt x="1947198" y="4663814"/>
                    <a:pt x="1950182" y="4671275"/>
                  </a:cubicBezTo>
                  <a:cubicBezTo>
                    <a:pt x="1953166" y="4680227"/>
                    <a:pt x="1959135" y="4684704"/>
                    <a:pt x="1968087" y="4684704"/>
                  </a:cubicBezTo>
                  <a:cubicBezTo>
                    <a:pt x="1988977" y="4686196"/>
                    <a:pt x="2005390" y="4656354"/>
                    <a:pt x="1994945" y="4635464"/>
                  </a:cubicBezTo>
                  <a:close/>
                  <a:moveTo>
                    <a:pt x="1920340" y="4613082"/>
                  </a:moveTo>
                  <a:cubicBezTo>
                    <a:pt x="1894974" y="4617559"/>
                    <a:pt x="1893482" y="4619051"/>
                    <a:pt x="1894974" y="4638448"/>
                  </a:cubicBezTo>
                  <a:cubicBezTo>
                    <a:pt x="1894974" y="4644417"/>
                    <a:pt x="1899451" y="4653370"/>
                    <a:pt x="1902435" y="4653370"/>
                  </a:cubicBezTo>
                  <a:cubicBezTo>
                    <a:pt x="1909895" y="4654862"/>
                    <a:pt x="1918848" y="4654862"/>
                    <a:pt x="1926308" y="4651877"/>
                  </a:cubicBezTo>
                  <a:cubicBezTo>
                    <a:pt x="1929293" y="4650385"/>
                    <a:pt x="1929293" y="4639941"/>
                    <a:pt x="1927800" y="4633972"/>
                  </a:cubicBezTo>
                  <a:cubicBezTo>
                    <a:pt x="1926308" y="4628004"/>
                    <a:pt x="1921832" y="4620543"/>
                    <a:pt x="1920340" y="4613082"/>
                  </a:cubicBezTo>
                  <a:close/>
                  <a:moveTo>
                    <a:pt x="2096408" y="4611591"/>
                  </a:moveTo>
                  <a:cubicBezTo>
                    <a:pt x="2087456" y="4613082"/>
                    <a:pt x="2079995" y="4614575"/>
                    <a:pt x="2074027" y="4617559"/>
                  </a:cubicBezTo>
                  <a:cubicBezTo>
                    <a:pt x="2062090" y="4625020"/>
                    <a:pt x="2053137" y="4660830"/>
                    <a:pt x="2059106" y="4674259"/>
                  </a:cubicBezTo>
                  <a:cubicBezTo>
                    <a:pt x="2063582" y="4683212"/>
                    <a:pt x="2072535" y="4686196"/>
                    <a:pt x="2081487" y="4678735"/>
                  </a:cubicBezTo>
                  <a:cubicBezTo>
                    <a:pt x="2090440" y="4671275"/>
                    <a:pt x="2097900" y="4662322"/>
                    <a:pt x="2102377" y="4656354"/>
                  </a:cubicBezTo>
                  <a:cubicBezTo>
                    <a:pt x="2100885" y="4639941"/>
                    <a:pt x="2099393" y="4628004"/>
                    <a:pt x="2096408" y="4611591"/>
                  </a:cubicBezTo>
                  <a:close/>
                  <a:moveTo>
                    <a:pt x="1851703" y="4584733"/>
                  </a:moveTo>
                  <a:cubicBezTo>
                    <a:pt x="1845735" y="4592193"/>
                    <a:pt x="1839766" y="4598161"/>
                    <a:pt x="1833798" y="4604130"/>
                  </a:cubicBezTo>
                  <a:cubicBezTo>
                    <a:pt x="1848719" y="4632480"/>
                    <a:pt x="1851703" y="4633972"/>
                    <a:pt x="1869608" y="4616067"/>
                  </a:cubicBezTo>
                  <a:cubicBezTo>
                    <a:pt x="1863640" y="4605622"/>
                    <a:pt x="1857672" y="4595177"/>
                    <a:pt x="1851703" y="4584733"/>
                  </a:cubicBezTo>
                  <a:close/>
                  <a:moveTo>
                    <a:pt x="2050153" y="4592193"/>
                  </a:moveTo>
                  <a:cubicBezTo>
                    <a:pt x="2038216" y="4590701"/>
                    <a:pt x="2011358" y="4610099"/>
                    <a:pt x="2009866" y="4623527"/>
                  </a:cubicBezTo>
                  <a:cubicBezTo>
                    <a:pt x="2009866" y="4626512"/>
                    <a:pt x="2011358" y="4632480"/>
                    <a:pt x="2014343" y="4633972"/>
                  </a:cubicBezTo>
                  <a:cubicBezTo>
                    <a:pt x="2017327" y="4635464"/>
                    <a:pt x="2023295" y="4635464"/>
                    <a:pt x="2026280" y="4633972"/>
                  </a:cubicBezTo>
                  <a:cubicBezTo>
                    <a:pt x="2036724" y="4625020"/>
                    <a:pt x="2045677" y="4616067"/>
                    <a:pt x="2054629" y="4607114"/>
                  </a:cubicBezTo>
                  <a:cubicBezTo>
                    <a:pt x="2057614" y="4605622"/>
                    <a:pt x="2057614" y="4602638"/>
                    <a:pt x="2057614" y="4601146"/>
                  </a:cubicBezTo>
                  <a:cubicBezTo>
                    <a:pt x="2059106" y="4599654"/>
                    <a:pt x="2060598" y="4598161"/>
                    <a:pt x="2062090" y="4596670"/>
                  </a:cubicBezTo>
                  <a:cubicBezTo>
                    <a:pt x="2057614" y="4595177"/>
                    <a:pt x="2054629" y="4593685"/>
                    <a:pt x="2050153" y="4592193"/>
                  </a:cubicBezTo>
                  <a:close/>
                  <a:moveTo>
                    <a:pt x="1984501" y="4568319"/>
                  </a:moveTo>
                  <a:cubicBezTo>
                    <a:pt x="1971071" y="4571304"/>
                    <a:pt x="1959135" y="4574288"/>
                    <a:pt x="1945706" y="4577272"/>
                  </a:cubicBezTo>
                  <a:cubicBezTo>
                    <a:pt x="1942722" y="4589209"/>
                    <a:pt x="1938245" y="4601146"/>
                    <a:pt x="1936753" y="4613082"/>
                  </a:cubicBezTo>
                  <a:cubicBezTo>
                    <a:pt x="1933769" y="4636956"/>
                    <a:pt x="1945706" y="4645909"/>
                    <a:pt x="1968087" y="4636956"/>
                  </a:cubicBezTo>
                  <a:cubicBezTo>
                    <a:pt x="1985992" y="4629496"/>
                    <a:pt x="1996437" y="4614575"/>
                    <a:pt x="2002406" y="4599654"/>
                  </a:cubicBezTo>
                  <a:cubicBezTo>
                    <a:pt x="1996437" y="4589209"/>
                    <a:pt x="1990469" y="4578764"/>
                    <a:pt x="1984501" y="4568319"/>
                  </a:cubicBezTo>
                  <a:close/>
                  <a:moveTo>
                    <a:pt x="2176982" y="4580256"/>
                  </a:moveTo>
                  <a:cubicBezTo>
                    <a:pt x="2159077" y="4584733"/>
                    <a:pt x="2145648" y="4587717"/>
                    <a:pt x="2132219" y="4592193"/>
                  </a:cubicBezTo>
                  <a:cubicBezTo>
                    <a:pt x="2130727" y="4592193"/>
                    <a:pt x="2129235" y="4593685"/>
                    <a:pt x="2127743" y="4595177"/>
                  </a:cubicBezTo>
                  <a:cubicBezTo>
                    <a:pt x="2117298" y="4608606"/>
                    <a:pt x="2109837" y="4622035"/>
                    <a:pt x="2115806" y="4639941"/>
                  </a:cubicBezTo>
                  <a:cubicBezTo>
                    <a:pt x="2135203" y="4620543"/>
                    <a:pt x="2159077" y="4605622"/>
                    <a:pt x="2176982" y="4580256"/>
                  </a:cubicBezTo>
                  <a:close/>
                  <a:moveTo>
                    <a:pt x="1913439" y="4557875"/>
                  </a:moveTo>
                  <a:cubicBezTo>
                    <a:pt x="1905419" y="4556382"/>
                    <a:pt x="1896466" y="4557875"/>
                    <a:pt x="1887514" y="4559367"/>
                  </a:cubicBezTo>
                  <a:cubicBezTo>
                    <a:pt x="1874085" y="4562351"/>
                    <a:pt x="1865132" y="4578764"/>
                    <a:pt x="1866624" y="4589209"/>
                  </a:cubicBezTo>
                  <a:cubicBezTo>
                    <a:pt x="1868116" y="4599654"/>
                    <a:pt x="1880053" y="4605622"/>
                    <a:pt x="1894974" y="4604130"/>
                  </a:cubicBezTo>
                  <a:cubicBezTo>
                    <a:pt x="1915864" y="4602638"/>
                    <a:pt x="1929293" y="4593685"/>
                    <a:pt x="1933769" y="4574288"/>
                  </a:cubicBezTo>
                  <a:cubicBezTo>
                    <a:pt x="1928547" y="4563843"/>
                    <a:pt x="1921459" y="4559367"/>
                    <a:pt x="1913439" y="4557875"/>
                  </a:cubicBezTo>
                  <a:close/>
                  <a:moveTo>
                    <a:pt x="2106853" y="4560859"/>
                  </a:moveTo>
                  <a:cubicBezTo>
                    <a:pt x="2097900" y="4563843"/>
                    <a:pt x="2088948" y="4565335"/>
                    <a:pt x="2081487" y="4568319"/>
                  </a:cubicBezTo>
                  <a:cubicBezTo>
                    <a:pt x="2071043" y="4571304"/>
                    <a:pt x="2066566" y="4580256"/>
                    <a:pt x="2069550" y="4590701"/>
                  </a:cubicBezTo>
                  <a:cubicBezTo>
                    <a:pt x="2072535" y="4601146"/>
                    <a:pt x="2081487" y="4602638"/>
                    <a:pt x="2090440" y="4599654"/>
                  </a:cubicBezTo>
                  <a:cubicBezTo>
                    <a:pt x="2100885" y="4598161"/>
                    <a:pt x="2111330" y="4595177"/>
                    <a:pt x="2118790" y="4583240"/>
                  </a:cubicBezTo>
                  <a:cubicBezTo>
                    <a:pt x="2114314" y="4575780"/>
                    <a:pt x="2109837" y="4568319"/>
                    <a:pt x="2106853" y="4560859"/>
                  </a:cubicBezTo>
                  <a:close/>
                  <a:moveTo>
                    <a:pt x="1909895" y="4526541"/>
                  </a:moveTo>
                  <a:cubicBezTo>
                    <a:pt x="1899451" y="4520572"/>
                    <a:pt x="1893482" y="4526541"/>
                    <a:pt x="1889006" y="4539969"/>
                  </a:cubicBezTo>
                  <a:cubicBezTo>
                    <a:pt x="1900943" y="4547430"/>
                    <a:pt x="1909895" y="4548922"/>
                    <a:pt x="1915864" y="4538477"/>
                  </a:cubicBezTo>
                  <a:cubicBezTo>
                    <a:pt x="1917356" y="4536985"/>
                    <a:pt x="1914372" y="4528033"/>
                    <a:pt x="1909895" y="4526541"/>
                  </a:cubicBezTo>
                  <a:close/>
                  <a:moveTo>
                    <a:pt x="2039708" y="4535493"/>
                  </a:moveTo>
                  <a:cubicBezTo>
                    <a:pt x="1997929" y="4554890"/>
                    <a:pt x="1997929" y="4554890"/>
                    <a:pt x="2006882" y="4583240"/>
                  </a:cubicBezTo>
                  <a:cubicBezTo>
                    <a:pt x="2038216" y="4586225"/>
                    <a:pt x="2038216" y="4586225"/>
                    <a:pt x="2054629" y="4562351"/>
                  </a:cubicBezTo>
                  <a:cubicBezTo>
                    <a:pt x="2051645" y="4559367"/>
                    <a:pt x="2048661" y="4554890"/>
                    <a:pt x="2045677" y="4550414"/>
                  </a:cubicBezTo>
                  <a:cubicBezTo>
                    <a:pt x="2042693" y="4545938"/>
                    <a:pt x="2041201" y="4541462"/>
                    <a:pt x="2039708" y="4535493"/>
                  </a:cubicBezTo>
                  <a:close/>
                  <a:moveTo>
                    <a:pt x="1956150" y="4525048"/>
                  </a:moveTo>
                  <a:cubicBezTo>
                    <a:pt x="1941229" y="4526541"/>
                    <a:pt x="1933769" y="4536985"/>
                    <a:pt x="1932277" y="4553398"/>
                  </a:cubicBezTo>
                  <a:cubicBezTo>
                    <a:pt x="1960627" y="4568319"/>
                    <a:pt x="1960627" y="4568319"/>
                    <a:pt x="1977040" y="4547430"/>
                  </a:cubicBezTo>
                  <a:cubicBezTo>
                    <a:pt x="1968087" y="4541462"/>
                    <a:pt x="1971071" y="4523556"/>
                    <a:pt x="1956150" y="4525048"/>
                  </a:cubicBezTo>
                  <a:close/>
                  <a:moveTo>
                    <a:pt x="2151616" y="4519080"/>
                  </a:moveTo>
                  <a:cubicBezTo>
                    <a:pt x="2135203" y="4526541"/>
                    <a:pt x="2121774" y="4545938"/>
                    <a:pt x="2123266" y="4560859"/>
                  </a:cubicBezTo>
                  <a:cubicBezTo>
                    <a:pt x="2124758" y="4572796"/>
                    <a:pt x="2132219" y="4578764"/>
                    <a:pt x="2144156" y="4574288"/>
                  </a:cubicBezTo>
                  <a:cubicBezTo>
                    <a:pt x="2157585" y="4569812"/>
                    <a:pt x="2169522" y="4563843"/>
                    <a:pt x="2181458" y="4557875"/>
                  </a:cubicBezTo>
                  <a:cubicBezTo>
                    <a:pt x="2171014" y="4545938"/>
                    <a:pt x="2162061" y="4534001"/>
                    <a:pt x="2151616" y="4519080"/>
                  </a:cubicBezTo>
                  <a:close/>
                  <a:moveTo>
                    <a:pt x="3789948" y="4645909"/>
                  </a:moveTo>
                  <a:cubicBezTo>
                    <a:pt x="3778011" y="4672767"/>
                    <a:pt x="3761598" y="4693657"/>
                    <a:pt x="3752645" y="4723499"/>
                  </a:cubicBezTo>
                  <a:cubicBezTo>
                    <a:pt x="3780996" y="4708578"/>
                    <a:pt x="3797409" y="4675751"/>
                    <a:pt x="3789948" y="4645909"/>
                  </a:cubicBezTo>
                  <a:close/>
                  <a:moveTo>
                    <a:pt x="2100885" y="4504159"/>
                  </a:moveTo>
                  <a:cubicBezTo>
                    <a:pt x="2090440" y="4508635"/>
                    <a:pt x="2081487" y="4513112"/>
                    <a:pt x="2071043" y="4519080"/>
                  </a:cubicBezTo>
                  <a:cubicBezTo>
                    <a:pt x="2060598" y="4523556"/>
                    <a:pt x="2056122" y="4532509"/>
                    <a:pt x="2057614" y="4542954"/>
                  </a:cubicBezTo>
                  <a:cubicBezTo>
                    <a:pt x="2060598" y="4554890"/>
                    <a:pt x="2069550" y="4551907"/>
                    <a:pt x="2079995" y="4551907"/>
                  </a:cubicBezTo>
                  <a:cubicBezTo>
                    <a:pt x="2100885" y="4551907"/>
                    <a:pt x="2106853" y="4535493"/>
                    <a:pt x="2118790" y="4523556"/>
                  </a:cubicBezTo>
                  <a:cubicBezTo>
                    <a:pt x="2114314" y="4517588"/>
                    <a:pt x="2109837" y="4513112"/>
                    <a:pt x="2106853" y="4508635"/>
                  </a:cubicBezTo>
                  <a:cubicBezTo>
                    <a:pt x="2105361" y="4508635"/>
                    <a:pt x="2103869" y="4507143"/>
                    <a:pt x="2100885" y="4504159"/>
                  </a:cubicBezTo>
                  <a:close/>
                  <a:moveTo>
                    <a:pt x="2030756" y="4486254"/>
                  </a:moveTo>
                  <a:cubicBezTo>
                    <a:pt x="2015835" y="4492222"/>
                    <a:pt x="2002406" y="4495206"/>
                    <a:pt x="1988977" y="4501175"/>
                  </a:cubicBezTo>
                  <a:cubicBezTo>
                    <a:pt x="1980024" y="4505651"/>
                    <a:pt x="1975548" y="4517588"/>
                    <a:pt x="1978532" y="4529525"/>
                  </a:cubicBezTo>
                  <a:cubicBezTo>
                    <a:pt x="1981516" y="4541462"/>
                    <a:pt x="1991961" y="4542954"/>
                    <a:pt x="2000914" y="4539969"/>
                  </a:cubicBezTo>
                  <a:cubicBezTo>
                    <a:pt x="2017327" y="4535493"/>
                    <a:pt x="2032248" y="4531017"/>
                    <a:pt x="2041201" y="4514604"/>
                  </a:cubicBezTo>
                  <a:cubicBezTo>
                    <a:pt x="2038216" y="4504159"/>
                    <a:pt x="2033740" y="4496698"/>
                    <a:pt x="2030756" y="4486254"/>
                  </a:cubicBezTo>
                  <a:close/>
                  <a:moveTo>
                    <a:pt x="1941229" y="4472825"/>
                  </a:moveTo>
                  <a:cubicBezTo>
                    <a:pt x="1932277" y="4483270"/>
                    <a:pt x="1924816" y="4490730"/>
                    <a:pt x="1918848" y="4499683"/>
                  </a:cubicBezTo>
                  <a:cubicBezTo>
                    <a:pt x="1915864" y="4504159"/>
                    <a:pt x="1912879" y="4514604"/>
                    <a:pt x="1915864" y="4516096"/>
                  </a:cubicBezTo>
                  <a:cubicBezTo>
                    <a:pt x="1920340" y="4520572"/>
                    <a:pt x="1929293" y="4523556"/>
                    <a:pt x="1935261" y="4522064"/>
                  </a:cubicBezTo>
                  <a:cubicBezTo>
                    <a:pt x="1948690" y="4519080"/>
                    <a:pt x="1956150" y="4510127"/>
                    <a:pt x="1959135" y="4495206"/>
                  </a:cubicBezTo>
                  <a:cubicBezTo>
                    <a:pt x="1954658" y="4489238"/>
                    <a:pt x="1948690" y="4481777"/>
                    <a:pt x="1941229" y="4472825"/>
                  </a:cubicBezTo>
                  <a:close/>
                  <a:moveTo>
                    <a:pt x="2195074" y="4478234"/>
                  </a:moveTo>
                  <a:cubicBezTo>
                    <a:pt x="2190411" y="4478047"/>
                    <a:pt x="2185935" y="4481031"/>
                    <a:pt x="2181458" y="4487746"/>
                  </a:cubicBezTo>
                  <a:cubicBezTo>
                    <a:pt x="2175490" y="4496698"/>
                    <a:pt x="2171014" y="4507143"/>
                    <a:pt x="2169522" y="4517588"/>
                  </a:cubicBezTo>
                  <a:cubicBezTo>
                    <a:pt x="2166537" y="4529525"/>
                    <a:pt x="2176982" y="4536985"/>
                    <a:pt x="2185935" y="4542954"/>
                  </a:cubicBezTo>
                  <a:cubicBezTo>
                    <a:pt x="2193395" y="4550414"/>
                    <a:pt x="2200856" y="4547430"/>
                    <a:pt x="2208316" y="4542954"/>
                  </a:cubicBezTo>
                  <a:cubicBezTo>
                    <a:pt x="2220253" y="4534001"/>
                    <a:pt x="2230698" y="4526541"/>
                    <a:pt x="2241143" y="4517588"/>
                  </a:cubicBezTo>
                  <a:cubicBezTo>
                    <a:pt x="2229206" y="4505651"/>
                    <a:pt x="2218761" y="4498191"/>
                    <a:pt x="2209808" y="4487746"/>
                  </a:cubicBezTo>
                  <a:cubicBezTo>
                    <a:pt x="2204586" y="4481778"/>
                    <a:pt x="2199737" y="4478420"/>
                    <a:pt x="2195074" y="4478234"/>
                  </a:cubicBezTo>
                  <a:close/>
                  <a:moveTo>
                    <a:pt x="2135203" y="4463872"/>
                  </a:moveTo>
                  <a:cubicBezTo>
                    <a:pt x="2132219" y="4469841"/>
                    <a:pt x="2126251" y="4477301"/>
                    <a:pt x="2124758" y="4484762"/>
                  </a:cubicBezTo>
                  <a:cubicBezTo>
                    <a:pt x="2123266" y="4490730"/>
                    <a:pt x="2120282" y="4501175"/>
                    <a:pt x="2123266" y="4504159"/>
                  </a:cubicBezTo>
                  <a:cubicBezTo>
                    <a:pt x="2127743" y="4508635"/>
                    <a:pt x="2136695" y="4507143"/>
                    <a:pt x="2144156" y="4507143"/>
                  </a:cubicBezTo>
                  <a:cubicBezTo>
                    <a:pt x="2153109" y="4504159"/>
                    <a:pt x="2160569" y="4499683"/>
                    <a:pt x="2160569" y="4487746"/>
                  </a:cubicBezTo>
                  <a:cubicBezTo>
                    <a:pt x="2151616" y="4478793"/>
                    <a:pt x="2142664" y="4471332"/>
                    <a:pt x="2135203" y="4463872"/>
                  </a:cubicBezTo>
                  <a:close/>
                  <a:moveTo>
                    <a:pt x="2035232" y="4435522"/>
                  </a:moveTo>
                  <a:cubicBezTo>
                    <a:pt x="2015835" y="4450443"/>
                    <a:pt x="1994945" y="4457904"/>
                    <a:pt x="1971071" y="4442983"/>
                  </a:cubicBezTo>
                  <a:cubicBezTo>
                    <a:pt x="1969579" y="4445967"/>
                    <a:pt x="1968087" y="4447459"/>
                    <a:pt x="1966595" y="4450443"/>
                  </a:cubicBezTo>
                  <a:cubicBezTo>
                    <a:pt x="1960627" y="4457904"/>
                    <a:pt x="1953166" y="4466856"/>
                    <a:pt x="1960627" y="4477301"/>
                  </a:cubicBezTo>
                  <a:cubicBezTo>
                    <a:pt x="1968087" y="4486254"/>
                    <a:pt x="1978532" y="4490730"/>
                    <a:pt x="1991961" y="4487746"/>
                  </a:cubicBezTo>
                  <a:cubicBezTo>
                    <a:pt x="2012850" y="4481777"/>
                    <a:pt x="2030756" y="4471332"/>
                    <a:pt x="2042693" y="4454920"/>
                  </a:cubicBezTo>
                  <a:cubicBezTo>
                    <a:pt x="2050153" y="4445967"/>
                    <a:pt x="2045677" y="4439999"/>
                    <a:pt x="2035232" y="4435522"/>
                  </a:cubicBezTo>
                  <a:close/>
                  <a:moveTo>
                    <a:pt x="2093424" y="4435522"/>
                  </a:moveTo>
                  <a:cubicBezTo>
                    <a:pt x="2085964" y="4447459"/>
                    <a:pt x="2075519" y="4451935"/>
                    <a:pt x="2062090" y="4445967"/>
                  </a:cubicBezTo>
                  <a:cubicBezTo>
                    <a:pt x="2056122" y="4457904"/>
                    <a:pt x="2053137" y="4465364"/>
                    <a:pt x="2050153" y="4474317"/>
                  </a:cubicBezTo>
                  <a:cubicBezTo>
                    <a:pt x="2047169" y="4481777"/>
                    <a:pt x="2039708" y="4492222"/>
                    <a:pt x="2050153" y="4499683"/>
                  </a:cubicBezTo>
                  <a:cubicBezTo>
                    <a:pt x="2059106" y="4507143"/>
                    <a:pt x="2069550" y="4510127"/>
                    <a:pt x="2079995" y="4502667"/>
                  </a:cubicBezTo>
                  <a:cubicBezTo>
                    <a:pt x="2094916" y="4493714"/>
                    <a:pt x="2109837" y="4486254"/>
                    <a:pt x="2112822" y="4469841"/>
                  </a:cubicBezTo>
                  <a:cubicBezTo>
                    <a:pt x="2106853" y="4457904"/>
                    <a:pt x="2100885" y="4448951"/>
                    <a:pt x="2093424" y="4435522"/>
                  </a:cubicBezTo>
                  <a:close/>
                  <a:moveTo>
                    <a:pt x="2253081" y="4441490"/>
                  </a:moveTo>
                  <a:cubicBezTo>
                    <a:pt x="2242635" y="4444475"/>
                    <a:pt x="2235174" y="4448951"/>
                    <a:pt x="2226222" y="4450443"/>
                  </a:cubicBezTo>
                  <a:cubicBezTo>
                    <a:pt x="2217269" y="4453427"/>
                    <a:pt x="2214285" y="4459396"/>
                    <a:pt x="2215777" y="4466856"/>
                  </a:cubicBezTo>
                  <a:cubicBezTo>
                    <a:pt x="2217269" y="4472825"/>
                    <a:pt x="2220252" y="4478793"/>
                    <a:pt x="2223237" y="4484762"/>
                  </a:cubicBezTo>
                  <a:cubicBezTo>
                    <a:pt x="2227714" y="4493714"/>
                    <a:pt x="2235174" y="4499683"/>
                    <a:pt x="2247111" y="4496698"/>
                  </a:cubicBezTo>
                  <a:cubicBezTo>
                    <a:pt x="2257556" y="4492222"/>
                    <a:pt x="2263524" y="4483270"/>
                    <a:pt x="2260540" y="4471332"/>
                  </a:cubicBezTo>
                  <a:cubicBezTo>
                    <a:pt x="2259048" y="4460888"/>
                    <a:pt x="2256064" y="4451935"/>
                    <a:pt x="2253081" y="4441490"/>
                  </a:cubicBezTo>
                  <a:close/>
                  <a:moveTo>
                    <a:pt x="2187427" y="4422093"/>
                  </a:moveTo>
                  <a:cubicBezTo>
                    <a:pt x="2175490" y="4426569"/>
                    <a:pt x="2165045" y="4429554"/>
                    <a:pt x="2156093" y="4431046"/>
                  </a:cubicBezTo>
                  <a:cubicBezTo>
                    <a:pt x="2150124" y="4453427"/>
                    <a:pt x="2151616" y="4462380"/>
                    <a:pt x="2163553" y="4468349"/>
                  </a:cubicBezTo>
                  <a:cubicBezTo>
                    <a:pt x="2173998" y="4474317"/>
                    <a:pt x="2187427" y="4468349"/>
                    <a:pt x="2196380" y="4456411"/>
                  </a:cubicBezTo>
                  <a:cubicBezTo>
                    <a:pt x="2205332" y="4445967"/>
                    <a:pt x="2203840" y="4441490"/>
                    <a:pt x="2187427" y="4422093"/>
                  </a:cubicBezTo>
                  <a:close/>
                  <a:moveTo>
                    <a:pt x="2138187" y="4414633"/>
                  </a:moveTo>
                  <a:cubicBezTo>
                    <a:pt x="2106853" y="4425078"/>
                    <a:pt x="2103869" y="4429554"/>
                    <a:pt x="2118790" y="4450443"/>
                  </a:cubicBezTo>
                  <a:cubicBezTo>
                    <a:pt x="2132219" y="4444475"/>
                    <a:pt x="2138187" y="4434030"/>
                    <a:pt x="2138187" y="4414633"/>
                  </a:cubicBezTo>
                  <a:close/>
                  <a:moveTo>
                    <a:pt x="2077011" y="4405680"/>
                  </a:moveTo>
                  <a:cubicBezTo>
                    <a:pt x="2066566" y="4407172"/>
                    <a:pt x="2056122" y="4411648"/>
                    <a:pt x="2042693" y="4416125"/>
                  </a:cubicBezTo>
                  <a:cubicBezTo>
                    <a:pt x="2044185" y="4420601"/>
                    <a:pt x="2045677" y="4423585"/>
                    <a:pt x="2047169" y="4426569"/>
                  </a:cubicBezTo>
                  <a:cubicBezTo>
                    <a:pt x="2051645" y="4435522"/>
                    <a:pt x="2062090" y="4439999"/>
                    <a:pt x="2071043" y="4437014"/>
                  </a:cubicBezTo>
                  <a:cubicBezTo>
                    <a:pt x="2078503" y="4434030"/>
                    <a:pt x="2084472" y="4425078"/>
                    <a:pt x="2088948" y="4419109"/>
                  </a:cubicBezTo>
                  <a:cubicBezTo>
                    <a:pt x="2093424" y="4413140"/>
                    <a:pt x="2085964" y="4402696"/>
                    <a:pt x="2077011" y="4405680"/>
                  </a:cubicBezTo>
                  <a:close/>
                  <a:moveTo>
                    <a:pt x="3794425" y="4538477"/>
                  </a:moveTo>
                  <a:cubicBezTo>
                    <a:pt x="3791440" y="4541462"/>
                    <a:pt x="3788456" y="4542954"/>
                    <a:pt x="3788456" y="4545938"/>
                  </a:cubicBezTo>
                  <a:cubicBezTo>
                    <a:pt x="3779504" y="4563843"/>
                    <a:pt x="3770551" y="4583240"/>
                    <a:pt x="3761598" y="4602638"/>
                  </a:cubicBezTo>
                  <a:cubicBezTo>
                    <a:pt x="3752645" y="4623527"/>
                    <a:pt x="3755630" y="4645909"/>
                    <a:pt x="3758614" y="4669783"/>
                  </a:cubicBezTo>
                  <a:cubicBezTo>
                    <a:pt x="3788456" y="4633972"/>
                    <a:pt x="3804869" y="4566828"/>
                    <a:pt x="3794425" y="4538477"/>
                  </a:cubicBezTo>
                  <a:close/>
                  <a:moveTo>
                    <a:pt x="2326193" y="4417617"/>
                  </a:moveTo>
                  <a:cubicBezTo>
                    <a:pt x="2306795" y="4419109"/>
                    <a:pt x="2290382" y="4422093"/>
                    <a:pt x="2270985" y="4423585"/>
                  </a:cubicBezTo>
                  <a:cubicBezTo>
                    <a:pt x="2260540" y="4444475"/>
                    <a:pt x="2262032" y="4454920"/>
                    <a:pt x="2282922" y="4472825"/>
                  </a:cubicBezTo>
                  <a:cubicBezTo>
                    <a:pt x="2296351" y="4454920"/>
                    <a:pt x="2311272" y="4437014"/>
                    <a:pt x="2326193" y="4417617"/>
                  </a:cubicBezTo>
                  <a:close/>
                  <a:moveTo>
                    <a:pt x="1991961" y="4381806"/>
                  </a:moveTo>
                  <a:cubicBezTo>
                    <a:pt x="1985992" y="4393743"/>
                    <a:pt x="1980024" y="4404188"/>
                    <a:pt x="1974056" y="4417617"/>
                  </a:cubicBezTo>
                  <a:cubicBezTo>
                    <a:pt x="1981516" y="4426569"/>
                    <a:pt x="1983008" y="4442983"/>
                    <a:pt x="1999422" y="4439999"/>
                  </a:cubicBezTo>
                  <a:cubicBezTo>
                    <a:pt x="2017327" y="4437014"/>
                    <a:pt x="2024787" y="4423585"/>
                    <a:pt x="2027771" y="4404188"/>
                  </a:cubicBezTo>
                  <a:cubicBezTo>
                    <a:pt x="2018819" y="4392251"/>
                    <a:pt x="2009866" y="4378822"/>
                    <a:pt x="1991961" y="4381806"/>
                  </a:cubicBezTo>
                  <a:close/>
                  <a:moveTo>
                    <a:pt x="2248603" y="4383298"/>
                  </a:moveTo>
                  <a:cubicBezTo>
                    <a:pt x="2242635" y="4386283"/>
                    <a:pt x="2236666" y="4387775"/>
                    <a:pt x="2230698" y="4390759"/>
                  </a:cubicBezTo>
                  <a:cubicBezTo>
                    <a:pt x="2224729" y="4393743"/>
                    <a:pt x="2218761" y="4395235"/>
                    <a:pt x="2211301" y="4398219"/>
                  </a:cubicBezTo>
                  <a:cubicBezTo>
                    <a:pt x="2209808" y="4404188"/>
                    <a:pt x="2206824" y="4410156"/>
                    <a:pt x="2205332" y="4416125"/>
                  </a:cubicBezTo>
                  <a:cubicBezTo>
                    <a:pt x="2203840" y="4425078"/>
                    <a:pt x="2206824" y="4432538"/>
                    <a:pt x="2214285" y="4437014"/>
                  </a:cubicBezTo>
                  <a:cubicBezTo>
                    <a:pt x="2223237" y="4442983"/>
                    <a:pt x="2229206" y="4438506"/>
                    <a:pt x="2236666" y="4434030"/>
                  </a:cubicBezTo>
                  <a:cubicBezTo>
                    <a:pt x="2257556" y="4419109"/>
                    <a:pt x="2259048" y="4410156"/>
                    <a:pt x="2248603" y="4383298"/>
                  </a:cubicBezTo>
                  <a:close/>
                  <a:moveTo>
                    <a:pt x="2179966" y="4374346"/>
                  </a:moveTo>
                  <a:cubicBezTo>
                    <a:pt x="2169522" y="4377330"/>
                    <a:pt x="2160569" y="4381806"/>
                    <a:pt x="2148632" y="4384791"/>
                  </a:cubicBezTo>
                  <a:cubicBezTo>
                    <a:pt x="2150124" y="4393743"/>
                    <a:pt x="2148632" y="4398219"/>
                    <a:pt x="2150124" y="4402696"/>
                  </a:cubicBezTo>
                  <a:cubicBezTo>
                    <a:pt x="2153109" y="4408664"/>
                    <a:pt x="2156093" y="4414633"/>
                    <a:pt x="2162061" y="4416125"/>
                  </a:cubicBezTo>
                  <a:cubicBezTo>
                    <a:pt x="2166537" y="4417617"/>
                    <a:pt x="2173998" y="4413140"/>
                    <a:pt x="2178474" y="4408664"/>
                  </a:cubicBezTo>
                  <a:cubicBezTo>
                    <a:pt x="2184443" y="4404188"/>
                    <a:pt x="2187427" y="4396727"/>
                    <a:pt x="2191903" y="4390759"/>
                  </a:cubicBezTo>
                  <a:cubicBezTo>
                    <a:pt x="2193395" y="4387775"/>
                    <a:pt x="2193395" y="4381806"/>
                    <a:pt x="2191903" y="4380314"/>
                  </a:cubicBezTo>
                  <a:cubicBezTo>
                    <a:pt x="2188919" y="4377330"/>
                    <a:pt x="2182951" y="4374346"/>
                    <a:pt x="2179966" y="4374346"/>
                  </a:cubicBezTo>
                  <a:close/>
                  <a:moveTo>
                    <a:pt x="2123266" y="4359425"/>
                  </a:moveTo>
                  <a:cubicBezTo>
                    <a:pt x="2084472" y="4381806"/>
                    <a:pt x="2082979" y="4390759"/>
                    <a:pt x="2111330" y="4411648"/>
                  </a:cubicBezTo>
                  <a:cubicBezTo>
                    <a:pt x="2141172" y="4387775"/>
                    <a:pt x="2144156" y="4377330"/>
                    <a:pt x="2123266" y="4359425"/>
                  </a:cubicBezTo>
                  <a:close/>
                  <a:moveTo>
                    <a:pt x="2053137" y="4351964"/>
                  </a:moveTo>
                  <a:cubicBezTo>
                    <a:pt x="2044185" y="4360917"/>
                    <a:pt x="2035232" y="4371362"/>
                    <a:pt x="2024787" y="4383298"/>
                  </a:cubicBezTo>
                  <a:cubicBezTo>
                    <a:pt x="2056122" y="4407172"/>
                    <a:pt x="2066566" y="4404188"/>
                    <a:pt x="2078503" y="4374346"/>
                  </a:cubicBezTo>
                  <a:cubicBezTo>
                    <a:pt x="2071043" y="4366885"/>
                    <a:pt x="2063582" y="4360917"/>
                    <a:pt x="2053137" y="4351964"/>
                  </a:cubicBezTo>
                  <a:close/>
                  <a:moveTo>
                    <a:pt x="2238159" y="4334059"/>
                  </a:moveTo>
                  <a:cubicBezTo>
                    <a:pt x="2235174" y="4335551"/>
                    <a:pt x="2232190" y="4338535"/>
                    <a:pt x="2227714" y="4340027"/>
                  </a:cubicBezTo>
                  <a:cubicBezTo>
                    <a:pt x="2223237" y="4341520"/>
                    <a:pt x="2218761" y="4343012"/>
                    <a:pt x="2214285" y="4344503"/>
                  </a:cubicBezTo>
                  <a:cubicBezTo>
                    <a:pt x="2202348" y="4348980"/>
                    <a:pt x="2196380" y="4363901"/>
                    <a:pt x="2205332" y="4374346"/>
                  </a:cubicBezTo>
                  <a:cubicBezTo>
                    <a:pt x="2206824" y="4380314"/>
                    <a:pt x="2212793" y="4381806"/>
                    <a:pt x="2218761" y="4386283"/>
                  </a:cubicBezTo>
                  <a:cubicBezTo>
                    <a:pt x="2253080" y="4363901"/>
                    <a:pt x="2257556" y="4351964"/>
                    <a:pt x="2238159" y="4334059"/>
                  </a:cubicBezTo>
                  <a:close/>
                  <a:moveTo>
                    <a:pt x="2296351" y="4337043"/>
                  </a:moveTo>
                  <a:cubicBezTo>
                    <a:pt x="2287398" y="4340027"/>
                    <a:pt x="2276953" y="4344503"/>
                    <a:pt x="2265016" y="4350472"/>
                  </a:cubicBezTo>
                  <a:cubicBezTo>
                    <a:pt x="2265016" y="4362409"/>
                    <a:pt x="2265016" y="4372854"/>
                    <a:pt x="2265016" y="4383298"/>
                  </a:cubicBezTo>
                  <a:cubicBezTo>
                    <a:pt x="2263524" y="4399712"/>
                    <a:pt x="2276953" y="4407172"/>
                    <a:pt x="2287398" y="4413140"/>
                  </a:cubicBezTo>
                  <a:cubicBezTo>
                    <a:pt x="2297843" y="4419109"/>
                    <a:pt x="2306795" y="4410156"/>
                    <a:pt x="2314256" y="4404188"/>
                  </a:cubicBezTo>
                  <a:cubicBezTo>
                    <a:pt x="2320224" y="4398219"/>
                    <a:pt x="2324701" y="4389267"/>
                    <a:pt x="2329177" y="4381806"/>
                  </a:cubicBezTo>
                  <a:cubicBezTo>
                    <a:pt x="2335145" y="4372854"/>
                    <a:pt x="2330669" y="4366885"/>
                    <a:pt x="2323208" y="4360917"/>
                  </a:cubicBezTo>
                  <a:cubicBezTo>
                    <a:pt x="2314256" y="4353456"/>
                    <a:pt x="2306795" y="4345996"/>
                    <a:pt x="2296351" y="4337043"/>
                  </a:cubicBezTo>
                  <a:close/>
                  <a:moveTo>
                    <a:pt x="2014343" y="4307201"/>
                  </a:moveTo>
                  <a:cubicBezTo>
                    <a:pt x="2009866" y="4328091"/>
                    <a:pt x="1993453" y="4344503"/>
                    <a:pt x="1997929" y="4366885"/>
                  </a:cubicBezTo>
                  <a:cubicBezTo>
                    <a:pt x="2023295" y="4368377"/>
                    <a:pt x="2035232" y="4356441"/>
                    <a:pt x="2045677" y="4322122"/>
                  </a:cubicBezTo>
                  <a:cubicBezTo>
                    <a:pt x="2035232" y="4316154"/>
                    <a:pt x="2024787" y="4311677"/>
                    <a:pt x="2014343" y="4307201"/>
                  </a:cubicBezTo>
                  <a:close/>
                  <a:moveTo>
                    <a:pt x="3789948" y="4441490"/>
                  </a:moveTo>
                  <a:cubicBezTo>
                    <a:pt x="3770551" y="4486254"/>
                    <a:pt x="3737724" y="4526541"/>
                    <a:pt x="3757122" y="4583240"/>
                  </a:cubicBezTo>
                  <a:cubicBezTo>
                    <a:pt x="3760106" y="4577272"/>
                    <a:pt x="3763090" y="4574288"/>
                    <a:pt x="3764583" y="4569812"/>
                  </a:cubicBezTo>
                  <a:cubicBezTo>
                    <a:pt x="3776519" y="4545938"/>
                    <a:pt x="3782488" y="4519080"/>
                    <a:pt x="3791440" y="4495206"/>
                  </a:cubicBezTo>
                  <a:cubicBezTo>
                    <a:pt x="3798900" y="4475809"/>
                    <a:pt x="3794425" y="4459396"/>
                    <a:pt x="3789948" y="4441490"/>
                  </a:cubicBezTo>
                  <a:close/>
                  <a:moveTo>
                    <a:pt x="2175490" y="4302725"/>
                  </a:moveTo>
                  <a:cubicBezTo>
                    <a:pt x="2169522" y="4305709"/>
                    <a:pt x="2165045" y="4308693"/>
                    <a:pt x="2160569" y="4311677"/>
                  </a:cubicBezTo>
                  <a:cubicBezTo>
                    <a:pt x="2136695" y="4323614"/>
                    <a:pt x="2136695" y="4325106"/>
                    <a:pt x="2138187" y="4348980"/>
                  </a:cubicBezTo>
                  <a:cubicBezTo>
                    <a:pt x="2139679" y="4359425"/>
                    <a:pt x="2144156" y="4366885"/>
                    <a:pt x="2153109" y="4369869"/>
                  </a:cubicBezTo>
                  <a:cubicBezTo>
                    <a:pt x="2163553" y="4372854"/>
                    <a:pt x="2169522" y="4368377"/>
                    <a:pt x="2176982" y="4360917"/>
                  </a:cubicBezTo>
                  <a:cubicBezTo>
                    <a:pt x="2191903" y="4340027"/>
                    <a:pt x="2187427" y="4322122"/>
                    <a:pt x="2175490" y="4302725"/>
                  </a:cubicBezTo>
                  <a:close/>
                  <a:moveTo>
                    <a:pt x="2100885" y="4292280"/>
                  </a:moveTo>
                  <a:cubicBezTo>
                    <a:pt x="2087456" y="4302725"/>
                    <a:pt x="2078503" y="4308693"/>
                    <a:pt x="2072535" y="4316154"/>
                  </a:cubicBezTo>
                  <a:cubicBezTo>
                    <a:pt x="2068058" y="4320630"/>
                    <a:pt x="2065074" y="4329582"/>
                    <a:pt x="2065074" y="4335551"/>
                  </a:cubicBezTo>
                  <a:cubicBezTo>
                    <a:pt x="2066566" y="4347488"/>
                    <a:pt x="2071043" y="4357933"/>
                    <a:pt x="2084472" y="4360917"/>
                  </a:cubicBezTo>
                  <a:cubicBezTo>
                    <a:pt x="2097900" y="4363901"/>
                    <a:pt x="2106853" y="4359425"/>
                    <a:pt x="2115806" y="4345996"/>
                  </a:cubicBezTo>
                  <a:cubicBezTo>
                    <a:pt x="2127743" y="4326598"/>
                    <a:pt x="2126251" y="4323614"/>
                    <a:pt x="2111330" y="4308693"/>
                  </a:cubicBezTo>
                  <a:cubicBezTo>
                    <a:pt x="2106853" y="4302725"/>
                    <a:pt x="2105361" y="4296756"/>
                    <a:pt x="2100885" y="4292280"/>
                  </a:cubicBezTo>
                  <a:close/>
                  <a:moveTo>
                    <a:pt x="2217269" y="4280343"/>
                  </a:moveTo>
                  <a:cubicBezTo>
                    <a:pt x="2191903" y="4298249"/>
                    <a:pt x="2188919" y="4308693"/>
                    <a:pt x="2202348" y="4325106"/>
                  </a:cubicBezTo>
                  <a:cubicBezTo>
                    <a:pt x="2209808" y="4335551"/>
                    <a:pt x="2218761" y="4335551"/>
                    <a:pt x="2226222" y="4325106"/>
                  </a:cubicBezTo>
                  <a:cubicBezTo>
                    <a:pt x="2230698" y="4317646"/>
                    <a:pt x="2233682" y="4308693"/>
                    <a:pt x="2236666" y="4301233"/>
                  </a:cubicBezTo>
                  <a:cubicBezTo>
                    <a:pt x="2229206" y="4293772"/>
                    <a:pt x="2223237" y="4287804"/>
                    <a:pt x="2217269" y="4280343"/>
                  </a:cubicBezTo>
                  <a:close/>
                  <a:moveTo>
                    <a:pt x="2296351" y="4284819"/>
                  </a:moveTo>
                  <a:cubicBezTo>
                    <a:pt x="2279938" y="4295264"/>
                    <a:pt x="2263524" y="4304217"/>
                    <a:pt x="2248603" y="4313170"/>
                  </a:cubicBezTo>
                  <a:cubicBezTo>
                    <a:pt x="2253080" y="4332567"/>
                    <a:pt x="2260540" y="4337043"/>
                    <a:pt x="2275461" y="4332567"/>
                  </a:cubicBezTo>
                  <a:cubicBezTo>
                    <a:pt x="2293366" y="4326598"/>
                    <a:pt x="2302319" y="4307201"/>
                    <a:pt x="2296351" y="4284819"/>
                  </a:cubicBezTo>
                  <a:close/>
                  <a:moveTo>
                    <a:pt x="2363495" y="4278851"/>
                  </a:moveTo>
                  <a:cubicBezTo>
                    <a:pt x="2356035" y="4286311"/>
                    <a:pt x="2350066" y="4292280"/>
                    <a:pt x="2344098" y="4296756"/>
                  </a:cubicBezTo>
                  <a:cubicBezTo>
                    <a:pt x="2336637" y="4302725"/>
                    <a:pt x="2329177" y="4304217"/>
                    <a:pt x="2318732" y="4308693"/>
                  </a:cubicBezTo>
                  <a:cubicBezTo>
                    <a:pt x="2318732" y="4322122"/>
                    <a:pt x="2314256" y="4337043"/>
                    <a:pt x="2326193" y="4347488"/>
                  </a:cubicBezTo>
                  <a:cubicBezTo>
                    <a:pt x="2336637" y="4356441"/>
                    <a:pt x="2348574" y="4356441"/>
                    <a:pt x="2360511" y="4347488"/>
                  </a:cubicBezTo>
                  <a:cubicBezTo>
                    <a:pt x="2373940" y="4338535"/>
                    <a:pt x="2381401" y="4323614"/>
                    <a:pt x="2378416" y="4311677"/>
                  </a:cubicBezTo>
                  <a:cubicBezTo>
                    <a:pt x="2375432" y="4301233"/>
                    <a:pt x="2369464" y="4290788"/>
                    <a:pt x="2363495" y="4278851"/>
                  </a:cubicBezTo>
                  <a:close/>
                  <a:moveTo>
                    <a:pt x="2138187" y="4256469"/>
                  </a:moveTo>
                  <a:cubicBezTo>
                    <a:pt x="2126251" y="4265422"/>
                    <a:pt x="2114314" y="4272883"/>
                    <a:pt x="2102377" y="4280343"/>
                  </a:cubicBezTo>
                  <a:cubicBezTo>
                    <a:pt x="2126251" y="4311677"/>
                    <a:pt x="2142664" y="4313170"/>
                    <a:pt x="2166537" y="4286311"/>
                  </a:cubicBezTo>
                  <a:cubicBezTo>
                    <a:pt x="2157585" y="4275867"/>
                    <a:pt x="2148632" y="4266914"/>
                    <a:pt x="2138187" y="4256469"/>
                  </a:cubicBezTo>
                  <a:close/>
                  <a:moveTo>
                    <a:pt x="2069550" y="4234088"/>
                  </a:moveTo>
                  <a:cubicBezTo>
                    <a:pt x="2056122" y="4244533"/>
                    <a:pt x="2045677" y="4253485"/>
                    <a:pt x="2035232" y="4263930"/>
                  </a:cubicBezTo>
                  <a:cubicBezTo>
                    <a:pt x="2026280" y="4271390"/>
                    <a:pt x="2026280" y="4284819"/>
                    <a:pt x="2032248" y="4298249"/>
                  </a:cubicBezTo>
                  <a:cubicBezTo>
                    <a:pt x="2038216" y="4310185"/>
                    <a:pt x="2045677" y="4310185"/>
                    <a:pt x="2057614" y="4308693"/>
                  </a:cubicBezTo>
                  <a:cubicBezTo>
                    <a:pt x="2082979" y="4302725"/>
                    <a:pt x="2096408" y="4275867"/>
                    <a:pt x="2081487" y="4254977"/>
                  </a:cubicBezTo>
                  <a:cubicBezTo>
                    <a:pt x="2077011" y="4247517"/>
                    <a:pt x="2074027" y="4241548"/>
                    <a:pt x="2069550" y="4234088"/>
                  </a:cubicBezTo>
                  <a:close/>
                  <a:moveTo>
                    <a:pt x="2420195" y="4247517"/>
                  </a:moveTo>
                  <a:cubicBezTo>
                    <a:pt x="2403782" y="4254977"/>
                    <a:pt x="2390353" y="4260946"/>
                    <a:pt x="2376924" y="4266914"/>
                  </a:cubicBezTo>
                  <a:cubicBezTo>
                    <a:pt x="2379909" y="4278851"/>
                    <a:pt x="2382893" y="4290788"/>
                    <a:pt x="2385877" y="4302725"/>
                  </a:cubicBezTo>
                  <a:cubicBezTo>
                    <a:pt x="2387369" y="4302725"/>
                    <a:pt x="2390353" y="4304217"/>
                    <a:pt x="2391845" y="4304217"/>
                  </a:cubicBezTo>
                  <a:cubicBezTo>
                    <a:pt x="2400798" y="4286311"/>
                    <a:pt x="2409751" y="4268406"/>
                    <a:pt x="2420195" y="4247517"/>
                  </a:cubicBezTo>
                  <a:close/>
                  <a:moveTo>
                    <a:pt x="2273969" y="4231104"/>
                  </a:moveTo>
                  <a:cubicBezTo>
                    <a:pt x="2260540" y="4237072"/>
                    <a:pt x="2250095" y="4240056"/>
                    <a:pt x="2241143" y="4246025"/>
                  </a:cubicBezTo>
                  <a:cubicBezTo>
                    <a:pt x="2236666" y="4249009"/>
                    <a:pt x="2230698" y="4254977"/>
                    <a:pt x="2230698" y="4259454"/>
                  </a:cubicBezTo>
                  <a:cubicBezTo>
                    <a:pt x="2227714" y="4277359"/>
                    <a:pt x="2236666" y="4286311"/>
                    <a:pt x="2260540" y="4293772"/>
                  </a:cubicBezTo>
                  <a:cubicBezTo>
                    <a:pt x="2297843" y="4262438"/>
                    <a:pt x="2299335" y="4254977"/>
                    <a:pt x="2273969" y="4231104"/>
                  </a:cubicBezTo>
                  <a:close/>
                  <a:moveTo>
                    <a:pt x="2345590" y="4235580"/>
                  </a:moveTo>
                  <a:cubicBezTo>
                    <a:pt x="2333653" y="4240056"/>
                    <a:pt x="2323208" y="4244533"/>
                    <a:pt x="2312764" y="4250501"/>
                  </a:cubicBezTo>
                  <a:cubicBezTo>
                    <a:pt x="2311272" y="4266914"/>
                    <a:pt x="2305303" y="4283328"/>
                    <a:pt x="2326193" y="4295264"/>
                  </a:cubicBezTo>
                  <a:cubicBezTo>
                    <a:pt x="2333653" y="4287804"/>
                    <a:pt x="2341114" y="4281835"/>
                    <a:pt x="2348574" y="4274375"/>
                  </a:cubicBezTo>
                  <a:cubicBezTo>
                    <a:pt x="2364987" y="4256469"/>
                    <a:pt x="2364987" y="4251993"/>
                    <a:pt x="2345590" y="4235580"/>
                  </a:cubicBezTo>
                  <a:close/>
                  <a:moveTo>
                    <a:pt x="3778011" y="4344503"/>
                  </a:moveTo>
                  <a:cubicBezTo>
                    <a:pt x="3754138" y="4390759"/>
                    <a:pt x="3737724" y="4435522"/>
                    <a:pt x="3746677" y="4487746"/>
                  </a:cubicBezTo>
                  <a:cubicBezTo>
                    <a:pt x="3761598" y="4475809"/>
                    <a:pt x="3766075" y="4463872"/>
                    <a:pt x="3769059" y="4448951"/>
                  </a:cubicBezTo>
                  <a:cubicBezTo>
                    <a:pt x="3772043" y="4439999"/>
                    <a:pt x="3773535" y="4429554"/>
                    <a:pt x="3778011" y="4420601"/>
                  </a:cubicBezTo>
                  <a:cubicBezTo>
                    <a:pt x="3794425" y="4396727"/>
                    <a:pt x="3786964" y="4372854"/>
                    <a:pt x="3778011" y="4344503"/>
                  </a:cubicBezTo>
                  <a:close/>
                  <a:moveTo>
                    <a:pt x="2194887" y="4211706"/>
                  </a:moveTo>
                  <a:cubicBezTo>
                    <a:pt x="2179966" y="4220659"/>
                    <a:pt x="2168030" y="4229612"/>
                    <a:pt x="2153109" y="4243040"/>
                  </a:cubicBezTo>
                  <a:cubicBezTo>
                    <a:pt x="2156093" y="4250501"/>
                    <a:pt x="2157585" y="4259454"/>
                    <a:pt x="2162061" y="4266914"/>
                  </a:cubicBezTo>
                  <a:cubicBezTo>
                    <a:pt x="2166537" y="4275867"/>
                    <a:pt x="2191903" y="4281835"/>
                    <a:pt x="2199364" y="4277359"/>
                  </a:cubicBezTo>
                  <a:cubicBezTo>
                    <a:pt x="2208316" y="4272883"/>
                    <a:pt x="2217269" y="4249009"/>
                    <a:pt x="2212793" y="4240056"/>
                  </a:cubicBezTo>
                  <a:cubicBezTo>
                    <a:pt x="2206824" y="4229612"/>
                    <a:pt x="2200856" y="4220659"/>
                    <a:pt x="2194887" y="4211706"/>
                  </a:cubicBezTo>
                  <a:close/>
                  <a:moveTo>
                    <a:pt x="2121774" y="4205738"/>
                  </a:moveTo>
                  <a:cubicBezTo>
                    <a:pt x="2117298" y="4208722"/>
                    <a:pt x="2112822" y="4210214"/>
                    <a:pt x="2109837" y="4211706"/>
                  </a:cubicBezTo>
                  <a:cubicBezTo>
                    <a:pt x="2106853" y="4213198"/>
                    <a:pt x="2102377" y="4214691"/>
                    <a:pt x="2097900" y="4216183"/>
                  </a:cubicBezTo>
                  <a:cubicBezTo>
                    <a:pt x="2082979" y="4222151"/>
                    <a:pt x="2079995" y="4231104"/>
                    <a:pt x="2088948" y="4244533"/>
                  </a:cubicBezTo>
                  <a:cubicBezTo>
                    <a:pt x="2094916" y="4251993"/>
                    <a:pt x="2102377" y="4256469"/>
                    <a:pt x="2111330" y="4262438"/>
                  </a:cubicBezTo>
                  <a:cubicBezTo>
                    <a:pt x="2121774" y="4250501"/>
                    <a:pt x="2132219" y="4240056"/>
                    <a:pt x="2141172" y="4228119"/>
                  </a:cubicBezTo>
                  <a:cubicBezTo>
                    <a:pt x="2135203" y="4220659"/>
                    <a:pt x="2129235" y="4213198"/>
                    <a:pt x="2121774" y="4205738"/>
                  </a:cubicBezTo>
                  <a:close/>
                  <a:moveTo>
                    <a:pt x="2041201" y="4198277"/>
                  </a:moveTo>
                  <a:cubicBezTo>
                    <a:pt x="2038216" y="4216183"/>
                    <a:pt x="2035232" y="4228119"/>
                    <a:pt x="2033740" y="4241548"/>
                  </a:cubicBezTo>
                  <a:cubicBezTo>
                    <a:pt x="2035232" y="4241548"/>
                    <a:pt x="2036724" y="4243040"/>
                    <a:pt x="2038216" y="4243040"/>
                  </a:cubicBezTo>
                  <a:cubicBezTo>
                    <a:pt x="2045677" y="4235580"/>
                    <a:pt x="2051645" y="4228119"/>
                    <a:pt x="2060598" y="4219167"/>
                  </a:cubicBezTo>
                  <a:cubicBezTo>
                    <a:pt x="2054629" y="4213198"/>
                    <a:pt x="2048661" y="4207230"/>
                    <a:pt x="2041201" y="4198277"/>
                  </a:cubicBezTo>
                  <a:close/>
                  <a:moveTo>
                    <a:pt x="2308287" y="4172911"/>
                  </a:moveTo>
                  <a:cubicBezTo>
                    <a:pt x="2282922" y="4193801"/>
                    <a:pt x="2278445" y="4204246"/>
                    <a:pt x="2285906" y="4220659"/>
                  </a:cubicBezTo>
                  <a:cubicBezTo>
                    <a:pt x="2290382" y="4231104"/>
                    <a:pt x="2299335" y="4237072"/>
                    <a:pt x="2311272" y="4235580"/>
                  </a:cubicBezTo>
                  <a:cubicBezTo>
                    <a:pt x="2330669" y="4232596"/>
                    <a:pt x="2339622" y="4222151"/>
                    <a:pt x="2342606" y="4198277"/>
                  </a:cubicBezTo>
                  <a:cubicBezTo>
                    <a:pt x="2332161" y="4189324"/>
                    <a:pt x="2320224" y="4181864"/>
                    <a:pt x="2308287" y="4172911"/>
                  </a:cubicBezTo>
                  <a:close/>
                  <a:moveTo>
                    <a:pt x="2221745" y="4162467"/>
                  </a:moveTo>
                  <a:cubicBezTo>
                    <a:pt x="2215777" y="4171419"/>
                    <a:pt x="2208316" y="4178880"/>
                    <a:pt x="2205332" y="4187832"/>
                  </a:cubicBezTo>
                  <a:cubicBezTo>
                    <a:pt x="2202348" y="4202753"/>
                    <a:pt x="2208316" y="4216183"/>
                    <a:pt x="2218761" y="4226627"/>
                  </a:cubicBezTo>
                  <a:cubicBezTo>
                    <a:pt x="2224729" y="4234088"/>
                    <a:pt x="2241143" y="4235580"/>
                    <a:pt x="2248603" y="4232596"/>
                  </a:cubicBezTo>
                  <a:cubicBezTo>
                    <a:pt x="2256064" y="4228119"/>
                    <a:pt x="2266508" y="4207230"/>
                    <a:pt x="2265016" y="4199770"/>
                  </a:cubicBezTo>
                  <a:cubicBezTo>
                    <a:pt x="2265016" y="4198277"/>
                    <a:pt x="2263524" y="4195293"/>
                    <a:pt x="2262032" y="4193801"/>
                  </a:cubicBezTo>
                  <a:cubicBezTo>
                    <a:pt x="2250095" y="4184848"/>
                    <a:pt x="2236666" y="4174403"/>
                    <a:pt x="2221745" y="4162467"/>
                  </a:cubicBezTo>
                  <a:close/>
                  <a:moveTo>
                    <a:pt x="2159077" y="4155006"/>
                  </a:moveTo>
                  <a:cubicBezTo>
                    <a:pt x="2150124" y="4159482"/>
                    <a:pt x="2142664" y="4163959"/>
                    <a:pt x="2135203" y="4168435"/>
                  </a:cubicBezTo>
                  <a:cubicBezTo>
                    <a:pt x="2130727" y="4204246"/>
                    <a:pt x="2132219" y="4205738"/>
                    <a:pt x="2165045" y="4219167"/>
                  </a:cubicBezTo>
                  <a:cubicBezTo>
                    <a:pt x="2172506" y="4210214"/>
                    <a:pt x="2179966" y="4201262"/>
                    <a:pt x="2188919" y="4190817"/>
                  </a:cubicBezTo>
                  <a:cubicBezTo>
                    <a:pt x="2182951" y="4183356"/>
                    <a:pt x="2178474" y="4177388"/>
                    <a:pt x="2173998" y="4171419"/>
                  </a:cubicBezTo>
                  <a:cubicBezTo>
                    <a:pt x="2169522" y="4165451"/>
                    <a:pt x="2165045" y="4160975"/>
                    <a:pt x="2159077" y="4155006"/>
                  </a:cubicBezTo>
                  <a:close/>
                  <a:moveTo>
                    <a:pt x="2454514" y="4177388"/>
                  </a:moveTo>
                  <a:cubicBezTo>
                    <a:pt x="2435116" y="4186341"/>
                    <a:pt x="2432132" y="4199770"/>
                    <a:pt x="2433624" y="4213198"/>
                  </a:cubicBezTo>
                  <a:cubicBezTo>
                    <a:pt x="2444069" y="4204246"/>
                    <a:pt x="2451530" y="4195293"/>
                    <a:pt x="2454514" y="4177388"/>
                  </a:cubicBezTo>
                  <a:close/>
                  <a:moveTo>
                    <a:pt x="2099393" y="4141577"/>
                  </a:moveTo>
                  <a:cubicBezTo>
                    <a:pt x="2081487" y="4150530"/>
                    <a:pt x="2066566" y="4159482"/>
                    <a:pt x="2048661" y="4168435"/>
                  </a:cubicBezTo>
                  <a:cubicBezTo>
                    <a:pt x="2053137" y="4177388"/>
                    <a:pt x="2057614" y="4189324"/>
                    <a:pt x="2062090" y="4202753"/>
                  </a:cubicBezTo>
                  <a:cubicBezTo>
                    <a:pt x="2084472" y="4202753"/>
                    <a:pt x="2108345" y="4213198"/>
                    <a:pt x="2117298" y="4183356"/>
                  </a:cubicBezTo>
                  <a:cubicBezTo>
                    <a:pt x="2123266" y="4162467"/>
                    <a:pt x="2109837" y="4152022"/>
                    <a:pt x="2099393" y="4141577"/>
                  </a:cubicBezTo>
                  <a:close/>
                  <a:moveTo>
                    <a:pt x="2393337" y="4163959"/>
                  </a:moveTo>
                  <a:cubicBezTo>
                    <a:pt x="2385877" y="4169927"/>
                    <a:pt x="2381401" y="4175896"/>
                    <a:pt x="2376924" y="4178880"/>
                  </a:cubicBezTo>
                  <a:cubicBezTo>
                    <a:pt x="2356035" y="4190817"/>
                    <a:pt x="2359019" y="4208722"/>
                    <a:pt x="2360511" y="4226627"/>
                  </a:cubicBezTo>
                  <a:cubicBezTo>
                    <a:pt x="2362003" y="4240056"/>
                    <a:pt x="2382893" y="4251993"/>
                    <a:pt x="2394830" y="4247517"/>
                  </a:cubicBezTo>
                  <a:cubicBezTo>
                    <a:pt x="2420196" y="4237072"/>
                    <a:pt x="2426164" y="4198277"/>
                    <a:pt x="2406766" y="4180372"/>
                  </a:cubicBezTo>
                  <a:cubicBezTo>
                    <a:pt x="2402290" y="4175896"/>
                    <a:pt x="2399306" y="4169927"/>
                    <a:pt x="2393337" y="4163959"/>
                  </a:cubicBezTo>
                  <a:close/>
                  <a:moveTo>
                    <a:pt x="3763090" y="4266914"/>
                  </a:moveTo>
                  <a:cubicBezTo>
                    <a:pt x="3748169" y="4307201"/>
                    <a:pt x="3721312" y="4344503"/>
                    <a:pt x="3740709" y="4395235"/>
                  </a:cubicBezTo>
                  <a:cubicBezTo>
                    <a:pt x="3745185" y="4387775"/>
                    <a:pt x="3746677" y="4383298"/>
                    <a:pt x="3748169" y="4378822"/>
                  </a:cubicBezTo>
                  <a:cubicBezTo>
                    <a:pt x="3755630" y="4359425"/>
                    <a:pt x="3760106" y="4340027"/>
                    <a:pt x="3770551" y="4320630"/>
                  </a:cubicBezTo>
                  <a:cubicBezTo>
                    <a:pt x="3782488" y="4299740"/>
                    <a:pt x="3770551" y="4283328"/>
                    <a:pt x="3763090" y="4266914"/>
                  </a:cubicBezTo>
                  <a:close/>
                  <a:moveTo>
                    <a:pt x="2206824" y="4117704"/>
                  </a:moveTo>
                  <a:cubicBezTo>
                    <a:pt x="2194887" y="4120688"/>
                    <a:pt x="2184443" y="4125164"/>
                    <a:pt x="2171014" y="4128148"/>
                  </a:cubicBezTo>
                  <a:cubicBezTo>
                    <a:pt x="2165045" y="4147546"/>
                    <a:pt x="2173998" y="4159482"/>
                    <a:pt x="2188919" y="4169927"/>
                  </a:cubicBezTo>
                  <a:cubicBezTo>
                    <a:pt x="2227714" y="4153514"/>
                    <a:pt x="2232190" y="4141577"/>
                    <a:pt x="2206824" y="4117704"/>
                  </a:cubicBezTo>
                  <a:close/>
                  <a:moveTo>
                    <a:pt x="2273969" y="4119196"/>
                  </a:moveTo>
                  <a:cubicBezTo>
                    <a:pt x="2268001" y="4123672"/>
                    <a:pt x="2260540" y="4129640"/>
                    <a:pt x="2253080" y="4134117"/>
                  </a:cubicBezTo>
                  <a:cubicBezTo>
                    <a:pt x="2242635" y="4141577"/>
                    <a:pt x="2241143" y="4162467"/>
                    <a:pt x="2250095" y="4174403"/>
                  </a:cubicBezTo>
                  <a:cubicBezTo>
                    <a:pt x="2257557" y="4184848"/>
                    <a:pt x="2275461" y="4186341"/>
                    <a:pt x="2285906" y="4175896"/>
                  </a:cubicBezTo>
                  <a:cubicBezTo>
                    <a:pt x="2291874" y="4166943"/>
                    <a:pt x="2296351" y="4157990"/>
                    <a:pt x="2300827" y="4150530"/>
                  </a:cubicBezTo>
                  <a:cubicBezTo>
                    <a:pt x="2288890" y="4137101"/>
                    <a:pt x="2281429" y="4128148"/>
                    <a:pt x="2273969" y="4119196"/>
                  </a:cubicBezTo>
                  <a:close/>
                  <a:moveTo>
                    <a:pt x="2356035" y="4116211"/>
                  </a:moveTo>
                  <a:cubicBezTo>
                    <a:pt x="2342606" y="4126656"/>
                    <a:pt x="2335145" y="4132625"/>
                    <a:pt x="2326193" y="4140085"/>
                  </a:cubicBezTo>
                  <a:cubicBezTo>
                    <a:pt x="2314256" y="4149038"/>
                    <a:pt x="2312764" y="4156498"/>
                    <a:pt x="2320224" y="4166943"/>
                  </a:cubicBezTo>
                  <a:cubicBezTo>
                    <a:pt x="2329177" y="4181864"/>
                    <a:pt x="2344098" y="4187832"/>
                    <a:pt x="2356035" y="4180372"/>
                  </a:cubicBezTo>
                  <a:cubicBezTo>
                    <a:pt x="2373940" y="4168435"/>
                    <a:pt x="2385877" y="4152022"/>
                    <a:pt x="2388861" y="4131132"/>
                  </a:cubicBezTo>
                  <a:cubicBezTo>
                    <a:pt x="2387369" y="4129640"/>
                    <a:pt x="2387369" y="4128148"/>
                    <a:pt x="2385877" y="4128148"/>
                  </a:cubicBezTo>
                  <a:cubicBezTo>
                    <a:pt x="2373940" y="4123672"/>
                    <a:pt x="2362003" y="4119196"/>
                    <a:pt x="2356035" y="4116211"/>
                  </a:cubicBezTo>
                  <a:close/>
                  <a:moveTo>
                    <a:pt x="2069550" y="4092338"/>
                  </a:moveTo>
                  <a:cubicBezTo>
                    <a:pt x="2041201" y="4104275"/>
                    <a:pt x="2057614" y="4128148"/>
                    <a:pt x="2053137" y="4147546"/>
                  </a:cubicBezTo>
                  <a:cubicBezTo>
                    <a:pt x="2087456" y="4140085"/>
                    <a:pt x="2091932" y="4119196"/>
                    <a:pt x="2069550" y="4092338"/>
                  </a:cubicBezTo>
                  <a:close/>
                  <a:moveTo>
                    <a:pt x="2138187" y="4092338"/>
                  </a:moveTo>
                  <a:cubicBezTo>
                    <a:pt x="2127743" y="4099798"/>
                    <a:pt x="2118790" y="4107259"/>
                    <a:pt x="2108345" y="4114719"/>
                  </a:cubicBezTo>
                  <a:cubicBezTo>
                    <a:pt x="2109837" y="4122180"/>
                    <a:pt x="2111330" y="4129640"/>
                    <a:pt x="2112822" y="4135609"/>
                  </a:cubicBezTo>
                  <a:cubicBezTo>
                    <a:pt x="2115806" y="4144561"/>
                    <a:pt x="2121774" y="4150530"/>
                    <a:pt x="2130727" y="4149038"/>
                  </a:cubicBezTo>
                  <a:cubicBezTo>
                    <a:pt x="2136695" y="4147546"/>
                    <a:pt x="2144156" y="4143069"/>
                    <a:pt x="2148632" y="4137101"/>
                  </a:cubicBezTo>
                  <a:cubicBezTo>
                    <a:pt x="2160569" y="4120688"/>
                    <a:pt x="2156093" y="4107259"/>
                    <a:pt x="2138187" y="4092338"/>
                  </a:cubicBezTo>
                  <a:close/>
                  <a:moveTo>
                    <a:pt x="3783980" y="4223643"/>
                  </a:moveTo>
                  <a:cubicBezTo>
                    <a:pt x="3782488" y="4225135"/>
                    <a:pt x="3780996" y="4225135"/>
                    <a:pt x="3779504" y="4226627"/>
                  </a:cubicBezTo>
                  <a:cubicBezTo>
                    <a:pt x="3780996" y="4235580"/>
                    <a:pt x="3783980" y="4246025"/>
                    <a:pt x="3783980" y="4254977"/>
                  </a:cubicBezTo>
                  <a:cubicBezTo>
                    <a:pt x="3785472" y="4271390"/>
                    <a:pt x="3792932" y="4283328"/>
                    <a:pt x="3806361" y="4293772"/>
                  </a:cubicBezTo>
                  <a:cubicBezTo>
                    <a:pt x="3819790" y="4304217"/>
                    <a:pt x="3830235" y="4317646"/>
                    <a:pt x="3840680" y="4329582"/>
                  </a:cubicBezTo>
                  <a:cubicBezTo>
                    <a:pt x="3843664" y="4332567"/>
                    <a:pt x="3846648" y="4338535"/>
                    <a:pt x="3849632" y="4343012"/>
                  </a:cubicBezTo>
                  <a:cubicBezTo>
                    <a:pt x="3855601" y="4313170"/>
                    <a:pt x="3849632" y="4290788"/>
                    <a:pt x="3834711" y="4275867"/>
                  </a:cubicBezTo>
                  <a:cubicBezTo>
                    <a:pt x="3827251" y="4268406"/>
                    <a:pt x="3821282" y="4259454"/>
                    <a:pt x="3813822" y="4251993"/>
                  </a:cubicBezTo>
                  <a:cubicBezTo>
                    <a:pt x="3804869" y="4241548"/>
                    <a:pt x="3794425" y="4232596"/>
                    <a:pt x="3783980" y="4223643"/>
                  </a:cubicBezTo>
                  <a:close/>
                  <a:moveTo>
                    <a:pt x="2427656" y="4108751"/>
                  </a:moveTo>
                  <a:cubicBezTo>
                    <a:pt x="2420195" y="4114719"/>
                    <a:pt x="2412735" y="4120688"/>
                    <a:pt x="2405274" y="4125164"/>
                  </a:cubicBezTo>
                  <a:cubicBezTo>
                    <a:pt x="2405274" y="4137101"/>
                    <a:pt x="2403782" y="4147546"/>
                    <a:pt x="2405274" y="4157990"/>
                  </a:cubicBezTo>
                  <a:cubicBezTo>
                    <a:pt x="2408258" y="4174403"/>
                    <a:pt x="2426164" y="4180372"/>
                    <a:pt x="2438101" y="4171419"/>
                  </a:cubicBezTo>
                  <a:cubicBezTo>
                    <a:pt x="2448545" y="4163959"/>
                    <a:pt x="2457498" y="4155006"/>
                    <a:pt x="2456006" y="4144561"/>
                  </a:cubicBezTo>
                  <a:cubicBezTo>
                    <a:pt x="2445561" y="4131132"/>
                    <a:pt x="2436609" y="4120688"/>
                    <a:pt x="2427656" y="4108751"/>
                  </a:cubicBezTo>
                  <a:close/>
                  <a:moveTo>
                    <a:pt x="1793324" y="4047015"/>
                  </a:moveTo>
                  <a:cubicBezTo>
                    <a:pt x="1787542" y="4045709"/>
                    <a:pt x="1780828" y="4049067"/>
                    <a:pt x="1769637" y="4056527"/>
                  </a:cubicBezTo>
                  <a:cubicBezTo>
                    <a:pt x="1784558" y="4059512"/>
                    <a:pt x="1796495" y="4062495"/>
                    <a:pt x="1811416" y="4065480"/>
                  </a:cubicBezTo>
                  <a:cubicBezTo>
                    <a:pt x="1803955" y="4054289"/>
                    <a:pt x="1799106" y="4048320"/>
                    <a:pt x="1793324" y="4047015"/>
                  </a:cubicBezTo>
                  <a:close/>
                  <a:moveTo>
                    <a:pt x="3746677" y="4201262"/>
                  </a:moveTo>
                  <a:cubicBezTo>
                    <a:pt x="3737724" y="4222151"/>
                    <a:pt x="3733248" y="4240056"/>
                    <a:pt x="3724296" y="4256469"/>
                  </a:cubicBezTo>
                  <a:cubicBezTo>
                    <a:pt x="3712359" y="4277359"/>
                    <a:pt x="3721312" y="4293772"/>
                    <a:pt x="3727280" y="4313170"/>
                  </a:cubicBezTo>
                  <a:cubicBezTo>
                    <a:pt x="3733248" y="4307201"/>
                    <a:pt x="3736233" y="4301233"/>
                    <a:pt x="3739217" y="4295264"/>
                  </a:cubicBezTo>
                  <a:cubicBezTo>
                    <a:pt x="3743693" y="4283328"/>
                    <a:pt x="3748169" y="4269898"/>
                    <a:pt x="3752645" y="4257962"/>
                  </a:cubicBezTo>
                  <a:cubicBezTo>
                    <a:pt x="3761599" y="4238564"/>
                    <a:pt x="3757122" y="4222151"/>
                    <a:pt x="3746677" y="4201262"/>
                  </a:cubicBezTo>
                  <a:close/>
                  <a:moveTo>
                    <a:pt x="2484356" y="4093830"/>
                  </a:moveTo>
                  <a:cubicBezTo>
                    <a:pt x="2470927" y="4093830"/>
                    <a:pt x="2458990" y="4093830"/>
                    <a:pt x="2444069" y="4093830"/>
                  </a:cubicBezTo>
                  <a:cubicBezTo>
                    <a:pt x="2445561" y="4101290"/>
                    <a:pt x="2447053" y="4105766"/>
                    <a:pt x="2448545" y="4110243"/>
                  </a:cubicBezTo>
                  <a:cubicBezTo>
                    <a:pt x="2450037" y="4113227"/>
                    <a:pt x="2450037" y="4116211"/>
                    <a:pt x="2451530" y="4119196"/>
                  </a:cubicBezTo>
                  <a:cubicBezTo>
                    <a:pt x="2458990" y="4129640"/>
                    <a:pt x="2467943" y="4129640"/>
                    <a:pt x="2475403" y="4119196"/>
                  </a:cubicBezTo>
                  <a:cubicBezTo>
                    <a:pt x="2479880" y="4111735"/>
                    <a:pt x="2481372" y="4104275"/>
                    <a:pt x="2484356" y="4093830"/>
                  </a:cubicBezTo>
                  <a:close/>
                  <a:moveTo>
                    <a:pt x="2242635" y="4065480"/>
                  </a:moveTo>
                  <a:cubicBezTo>
                    <a:pt x="2236666" y="4068464"/>
                    <a:pt x="2233682" y="4071448"/>
                    <a:pt x="2230698" y="4074433"/>
                  </a:cubicBezTo>
                  <a:cubicBezTo>
                    <a:pt x="2215777" y="4084877"/>
                    <a:pt x="2214285" y="4107259"/>
                    <a:pt x="2226222" y="4119196"/>
                  </a:cubicBezTo>
                  <a:cubicBezTo>
                    <a:pt x="2229206" y="4122180"/>
                    <a:pt x="2236666" y="4125164"/>
                    <a:pt x="2241143" y="4123672"/>
                  </a:cubicBezTo>
                  <a:cubicBezTo>
                    <a:pt x="2254572" y="4119196"/>
                    <a:pt x="2265016" y="4110243"/>
                    <a:pt x="2268001" y="4096814"/>
                  </a:cubicBezTo>
                  <a:cubicBezTo>
                    <a:pt x="2270985" y="4084877"/>
                    <a:pt x="2260540" y="4080401"/>
                    <a:pt x="2253080" y="4072940"/>
                  </a:cubicBezTo>
                  <a:cubicBezTo>
                    <a:pt x="2251587" y="4071448"/>
                    <a:pt x="2248603" y="4069956"/>
                    <a:pt x="2242635" y="4065480"/>
                  </a:cubicBezTo>
                  <a:close/>
                  <a:moveTo>
                    <a:pt x="2117298" y="4055035"/>
                  </a:moveTo>
                  <a:cubicBezTo>
                    <a:pt x="2108345" y="4056527"/>
                    <a:pt x="2099393" y="4059512"/>
                    <a:pt x="2087456" y="4062495"/>
                  </a:cubicBezTo>
                  <a:cubicBezTo>
                    <a:pt x="2087456" y="4068464"/>
                    <a:pt x="2084472" y="4074433"/>
                    <a:pt x="2085964" y="4078909"/>
                  </a:cubicBezTo>
                  <a:cubicBezTo>
                    <a:pt x="2087456" y="4084877"/>
                    <a:pt x="2091932" y="4093830"/>
                    <a:pt x="2096408" y="4096814"/>
                  </a:cubicBezTo>
                  <a:cubicBezTo>
                    <a:pt x="2102377" y="4098306"/>
                    <a:pt x="2111330" y="4096814"/>
                    <a:pt x="2115806" y="4092338"/>
                  </a:cubicBezTo>
                  <a:cubicBezTo>
                    <a:pt x="2121774" y="4087861"/>
                    <a:pt x="2127743" y="4080401"/>
                    <a:pt x="2130727" y="4072940"/>
                  </a:cubicBezTo>
                  <a:cubicBezTo>
                    <a:pt x="2132219" y="4069956"/>
                    <a:pt x="2132219" y="4062495"/>
                    <a:pt x="2130727" y="4059512"/>
                  </a:cubicBezTo>
                  <a:cubicBezTo>
                    <a:pt x="2129235" y="4056527"/>
                    <a:pt x="2121774" y="4055035"/>
                    <a:pt x="2117298" y="4055035"/>
                  </a:cubicBezTo>
                  <a:close/>
                  <a:moveTo>
                    <a:pt x="2327685" y="4071448"/>
                  </a:moveTo>
                  <a:cubicBezTo>
                    <a:pt x="2314256" y="4078909"/>
                    <a:pt x="2303811" y="4086369"/>
                    <a:pt x="2290382" y="4095322"/>
                  </a:cubicBezTo>
                  <a:cubicBezTo>
                    <a:pt x="2290382" y="4099798"/>
                    <a:pt x="2290382" y="4105766"/>
                    <a:pt x="2290382" y="4111735"/>
                  </a:cubicBezTo>
                  <a:cubicBezTo>
                    <a:pt x="2290382" y="4114719"/>
                    <a:pt x="2291874" y="4119196"/>
                    <a:pt x="2291874" y="4120688"/>
                  </a:cubicBezTo>
                  <a:cubicBezTo>
                    <a:pt x="2296351" y="4132625"/>
                    <a:pt x="2311272" y="4138593"/>
                    <a:pt x="2320224" y="4128148"/>
                  </a:cubicBezTo>
                  <a:cubicBezTo>
                    <a:pt x="2330669" y="4114719"/>
                    <a:pt x="2345590" y="4104275"/>
                    <a:pt x="2344098" y="4083385"/>
                  </a:cubicBezTo>
                  <a:cubicBezTo>
                    <a:pt x="2338130" y="4078909"/>
                    <a:pt x="2332161" y="4074433"/>
                    <a:pt x="2327685" y="4071448"/>
                  </a:cubicBezTo>
                  <a:close/>
                  <a:moveTo>
                    <a:pt x="2182951" y="4055035"/>
                  </a:moveTo>
                  <a:cubicBezTo>
                    <a:pt x="2172506" y="4059512"/>
                    <a:pt x="2165045" y="4062495"/>
                    <a:pt x="2159077" y="4065480"/>
                  </a:cubicBezTo>
                  <a:cubicBezTo>
                    <a:pt x="2150124" y="4071448"/>
                    <a:pt x="2145648" y="4078909"/>
                    <a:pt x="2153109" y="4087861"/>
                  </a:cubicBezTo>
                  <a:cubicBezTo>
                    <a:pt x="2156093" y="4092338"/>
                    <a:pt x="2159077" y="4095322"/>
                    <a:pt x="2162061" y="4099798"/>
                  </a:cubicBezTo>
                  <a:cubicBezTo>
                    <a:pt x="2179966" y="4119196"/>
                    <a:pt x="2194887" y="4116211"/>
                    <a:pt x="2203840" y="4090845"/>
                  </a:cubicBezTo>
                  <a:cubicBezTo>
                    <a:pt x="2205332" y="4086369"/>
                    <a:pt x="2203840" y="4078909"/>
                    <a:pt x="2202348" y="4074433"/>
                  </a:cubicBezTo>
                  <a:cubicBezTo>
                    <a:pt x="2194887" y="4066972"/>
                    <a:pt x="2188919" y="4061003"/>
                    <a:pt x="2182951" y="4055035"/>
                  </a:cubicBezTo>
                  <a:close/>
                  <a:moveTo>
                    <a:pt x="2408258" y="4062495"/>
                  </a:moveTo>
                  <a:cubicBezTo>
                    <a:pt x="2391845" y="4071448"/>
                    <a:pt x="2376924" y="4080401"/>
                    <a:pt x="2360511" y="4089354"/>
                  </a:cubicBezTo>
                  <a:cubicBezTo>
                    <a:pt x="2363495" y="4107259"/>
                    <a:pt x="2367972" y="4111735"/>
                    <a:pt x="2384385" y="4113227"/>
                  </a:cubicBezTo>
                  <a:cubicBezTo>
                    <a:pt x="2396322" y="4114719"/>
                    <a:pt x="2415719" y="4104275"/>
                    <a:pt x="2418703" y="4090845"/>
                  </a:cubicBezTo>
                  <a:cubicBezTo>
                    <a:pt x="2424672" y="4078909"/>
                    <a:pt x="2420195" y="4068464"/>
                    <a:pt x="2408258" y="4062495"/>
                  </a:cubicBezTo>
                  <a:close/>
                  <a:moveTo>
                    <a:pt x="1918848" y="4022209"/>
                  </a:moveTo>
                  <a:cubicBezTo>
                    <a:pt x="1909895" y="4026685"/>
                    <a:pt x="1900943" y="4031161"/>
                    <a:pt x="1891990" y="4035638"/>
                  </a:cubicBezTo>
                  <a:cubicBezTo>
                    <a:pt x="1899451" y="4087861"/>
                    <a:pt x="1903927" y="4092338"/>
                    <a:pt x="1944214" y="4086369"/>
                  </a:cubicBezTo>
                  <a:cubicBezTo>
                    <a:pt x="1935261" y="4040114"/>
                    <a:pt x="1935261" y="4040114"/>
                    <a:pt x="1918848" y="4022209"/>
                  </a:cubicBezTo>
                  <a:close/>
                  <a:moveTo>
                    <a:pt x="2555977" y="4072940"/>
                  </a:moveTo>
                  <a:cubicBezTo>
                    <a:pt x="2552993" y="4087861"/>
                    <a:pt x="2551501" y="4096814"/>
                    <a:pt x="2548517" y="4108751"/>
                  </a:cubicBezTo>
                  <a:cubicBezTo>
                    <a:pt x="2563438" y="4107259"/>
                    <a:pt x="2572390" y="4105766"/>
                    <a:pt x="2587311" y="4102783"/>
                  </a:cubicBezTo>
                  <a:cubicBezTo>
                    <a:pt x="2575374" y="4090845"/>
                    <a:pt x="2567914" y="4083385"/>
                    <a:pt x="2555977" y="4072940"/>
                  </a:cubicBezTo>
                  <a:close/>
                  <a:moveTo>
                    <a:pt x="2045677" y="4029669"/>
                  </a:moveTo>
                  <a:cubicBezTo>
                    <a:pt x="2044185" y="4050559"/>
                    <a:pt x="2045677" y="4066972"/>
                    <a:pt x="2053137" y="4083385"/>
                  </a:cubicBezTo>
                  <a:cubicBezTo>
                    <a:pt x="2074027" y="4063988"/>
                    <a:pt x="2074027" y="4058019"/>
                    <a:pt x="2045677" y="4029669"/>
                  </a:cubicBezTo>
                  <a:close/>
                  <a:moveTo>
                    <a:pt x="2068058" y="4023701"/>
                  </a:moveTo>
                  <a:cubicBezTo>
                    <a:pt x="2068058" y="4038622"/>
                    <a:pt x="2072535" y="4047574"/>
                    <a:pt x="2085964" y="4049067"/>
                  </a:cubicBezTo>
                  <a:cubicBezTo>
                    <a:pt x="2100885" y="4050559"/>
                    <a:pt x="2117298" y="4041606"/>
                    <a:pt x="2121774" y="4028177"/>
                  </a:cubicBezTo>
                  <a:cubicBezTo>
                    <a:pt x="2105361" y="4026685"/>
                    <a:pt x="2087456" y="4025193"/>
                    <a:pt x="2068058" y="4023701"/>
                  </a:cubicBezTo>
                  <a:close/>
                  <a:moveTo>
                    <a:pt x="1748748" y="3990875"/>
                  </a:moveTo>
                  <a:cubicBezTo>
                    <a:pt x="1711445" y="4001319"/>
                    <a:pt x="1702492" y="4008780"/>
                    <a:pt x="1702492" y="4037130"/>
                  </a:cubicBezTo>
                  <a:cubicBezTo>
                    <a:pt x="1711445" y="4040114"/>
                    <a:pt x="1721890" y="4044590"/>
                    <a:pt x="1732335" y="4047574"/>
                  </a:cubicBezTo>
                  <a:cubicBezTo>
                    <a:pt x="1741287" y="4050559"/>
                    <a:pt x="1748748" y="4050559"/>
                    <a:pt x="1756208" y="4044590"/>
                  </a:cubicBezTo>
                  <a:cubicBezTo>
                    <a:pt x="1784558" y="4020717"/>
                    <a:pt x="1806940" y="4034146"/>
                    <a:pt x="1823353" y="4053543"/>
                  </a:cubicBezTo>
                  <a:cubicBezTo>
                    <a:pt x="1839766" y="4072940"/>
                    <a:pt x="1856179" y="4077417"/>
                    <a:pt x="1880053" y="4078909"/>
                  </a:cubicBezTo>
                  <a:cubicBezTo>
                    <a:pt x="1886021" y="4052051"/>
                    <a:pt x="1880053" y="4046082"/>
                    <a:pt x="1856179" y="4044590"/>
                  </a:cubicBezTo>
                  <a:cubicBezTo>
                    <a:pt x="1841258" y="4043098"/>
                    <a:pt x="1826337" y="4040114"/>
                    <a:pt x="1812908" y="4034146"/>
                  </a:cubicBezTo>
                  <a:cubicBezTo>
                    <a:pt x="1790527" y="4022209"/>
                    <a:pt x="1771129" y="4007288"/>
                    <a:pt x="1748748" y="3990875"/>
                  </a:cubicBezTo>
                  <a:close/>
                  <a:moveTo>
                    <a:pt x="2142664" y="4016240"/>
                  </a:moveTo>
                  <a:cubicBezTo>
                    <a:pt x="2141172" y="4032653"/>
                    <a:pt x="2135203" y="4046082"/>
                    <a:pt x="2147140" y="4052051"/>
                  </a:cubicBezTo>
                  <a:cubicBezTo>
                    <a:pt x="2157585" y="4056527"/>
                    <a:pt x="2168030" y="4049067"/>
                    <a:pt x="2173998" y="4037130"/>
                  </a:cubicBezTo>
                  <a:cubicBezTo>
                    <a:pt x="2165045" y="4031161"/>
                    <a:pt x="2156093" y="4025193"/>
                    <a:pt x="2142664" y="4016240"/>
                  </a:cubicBezTo>
                  <a:close/>
                  <a:moveTo>
                    <a:pt x="3758614" y="4147546"/>
                  </a:moveTo>
                  <a:cubicBezTo>
                    <a:pt x="3758614" y="4168435"/>
                    <a:pt x="3763090" y="4181864"/>
                    <a:pt x="3772043" y="4192309"/>
                  </a:cubicBezTo>
                  <a:cubicBezTo>
                    <a:pt x="3791440" y="4213198"/>
                    <a:pt x="3810838" y="4232596"/>
                    <a:pt x="3830235" y="4253485"/>
                  </a:cubicBezTo>
                  <a:cubicBezTo>
                    <a:pt x="3831727" y="4251993"/>
                    <a:pt x="3833219" y="4251993"/>
                    <a:pt x="3834711" y="4250501"/>
                  </a:cubicBezTo>
                  <a:cubicBezTo>
                    <a:pt x="3830235" y="4202753"/>
                    <a:pt x="3794425" y="4178880"/>
                    <a:pt x="3758614" y="4147546"/>
                  </a:cubicBezTo>
                  <a:close/>
                  <a:moveTo>
                    <a:pt x="2278445" y="4025193"/>
                  </a:moveTo>
                  <a:cubicBezTo>
                    <a:pt x="2278445" y="4025193"/>
                    <a:pt x="2276953" y="4025193"/>
                    <a:pt x="2275461" y="4025193"/>
                  </a:cubicBezTo>
                  <a:cubicBezTo>
                    <a:pt x="2269493" y="4028177"/>
                    <a:pt x="2262032" y="4031161"/>
                    <a:pt x="2256064" y="4034146"/>
                  </a:cubicBezTo>
                  <a:cubicBezTo>
                    <a:pt x="2254572" y="4055035"/>
                    <a:pt x="2263524" y="4072940"/>
                    <a:pt x="2278445" y="4078909"/>
                  </a:cubicBezTo>
                  <a:cubicBezTo>
                    <a:pt x="2293366" y="4083385"/>
                    <a:pt x="2305303" y="4075924"/>
                    <a:pt x="2317240" y="4052051"/>
                  </a:cubicBezTo>
                  <a:cubicBezTo>
                    <a:pt x="2305303" y="4043098"/>
                    <a:pt x="2291874" y="4034146"/>
                    <a:pt x="2278445" y="4025193"/>
                  </a:cubicBezTo>
                  <a:close/>
                  <a:moveTo>
                    <a:pt x="2356035" y="4031161"/>
                  </a:moveTo>
                  <a:cubicBezTo>
                    <a:pt x="2353051" y="4032653"/>
                    <a:pt x="2350066" y="4034146"/>
                    <a:pt x="2348574" y="4035638"/>
                  </a:cubicBezTo>
                  <a:cubicBezTo>
                    <a:pt x="2339622" y="4044590"/>
                    <a:pt x="2336637" y="4058019"/>
                    <a:pt x="2339622" y="4066972"/>
                  </a:cubicBezTo>
                  <a:cubicBezTo>
                    <a:pt x="2344098" y="4074433"/>
                    <a:pt x="2356035" y="4077417"/>
                    <a:pt x="2367972" y="4072940"/>
                  </a:cubicBezTo>
                  <a:cubicBezTo>
                    <a:pt x="2376924" y="4066972"/>
                    <a:pt x="2384385" y="4061003"/>
                    <a:pt x="2396322" y="4055035"/>
                  </a:cubicBezTo>
                  <a:cubicBezTo>
                    <a:pt x="2379909" y="4044590"/>
                    <a:pt x="2367972" y="4037130"/>
                    <a:pt x="2356035" y="4031161"/>
                  </a:cubicBezTo>
                  <a:close/>
                  <a:moveTo>
                    <a:pt x="1962119" y="3993859"/>
                  </a:moveTo>
                  <a:cubicBezTo>
                    <a:pt x="1948690" y="4002811"/>
                    <a:pt x="1935261" y="4007288"/>
                    <a:pt x="1939737" y="4020717"/>
                  </a:cubicBezTo>
                  <a:cubicBezTo>
                    <a:pt x="1944214" y="4040114"/>
                    <a:pt x="1950182" y="4059512"/>
                    <a:pt x="1968087" y="4075924"/>
                  </a:cubicBezTo>
                  <a:cubicBezTo>
                    <a:pt x="1965103" y="4049067"/>
                    <a:pt x="1963611" y="4023701"/>
                    <a:pt x="1962119" y="3993859"/>
                  </a:cubicBezTo>
                  <a:close/>
                  <a:moveTo>
                    <a:pt x="2214285" y="4011764"/>
                  </a:moveTo>
                  <a:cubicBezTo>
                    <a:pt x="2208316" y="4017732"/>
                    <a:pt x="2202348" y="4025193"/>
                    <a:pt x="2196380" y="4031161"/>
                  </a:cubicBezTo>
                  <a:cubicBezTo>
                    <a:pt x="2188919" y="4040114"/>
                    <a:pt x="2197872" y="4059512"/>
                    <a:pt x="2208316" y="4065480"/>
                  </a:cubicBezTo>
                  <a:cubicBezTo>
                    <a:pt x="2220253" y="4071448"/>
                    <a:pt x="2226222" y="4062495"/>
                    <a:pt x="2232190" y="4053543"/>
                  </a:cubicBezTo>
                  <a:cubicBezTo>
                    <a:pt x="2235174" y="4049067"/>
                    <a:pt x="2238159" y="4043098"/>
                    <a:pt x="2239650" y="4038622"/>
                  </a:cubicBezTo>
                  <a:cubicBezTo>
                    <a:pt x="2232190" y="4031161"/>
                    <a:pt x="2224729" y="4022209"/>
                    <a:pt x="2214285" y="4011764"/>
                  </a:cubicBezTo>
                  <a:close/>
                  <a:moveTo>
                    <a:pt x="3727280" y="4132625"/>
                  </a:moveTo>
                  <a:cubicBezTo>
                    <a:pt x="3719819" y="4166943"/>
                    <a:pt x="3698930" y="4201262"/>
                    <a:pt x="3712359" y="4241548"/>
                  </a:cubicBezTo>
                  <a:cubicBezTo>
                    <a:pt x="3713851" y="4241548"/>
                    <a:pt x="3716835" y="4241548"/>
                    <a:pt x="3718327" y="4243040"/>
                  </a:cubicBezTo>
                  <a:cubicBezTo>
                    <a:pt x="3724296" y="4226627"/>
                    <a:pt x="3725788" y="4207230"/>
                    <a:pt x="3736233" y="4192309"/>
                  </a:cubicBezTo>
                  <a:cubicBezTo>
                    <a:pt x="3751154" y="4168435"/>
                    <a:pt x="3736233" y="4150530"/>
                    <a:pt x="3727280" y="4132625"/>
                  </a:cubicBezTo>
                  <a:close/>
                  <a:moveTo>
                    <a:pt x="2183137" y="3996470"/>
                  </a:moveTo>
                  <a:cubicBezTo>
                    <a:pt x="2176982" y="3998708"/>
                    <a:pt x="2171014" y="4005050"/>
                    <a:pt x="2163553" y="4016240"/>
                  </a:cubicBezTo>
                  <a:cubicBezTo>
                    <a:pt x="2182951" y="4026685"/>
                    <a:pt x="2190411" y="4023701"/>
                    <a:pt x="2203840" y="4001319"/>
                  </a:cubicBezTo>
                  <a:cubicBezTo>
                    <a:pt x="2195633" y="3996097"/>
                    <a:pt x="2189292" y="3994232"/>
                    <a:pt x="2183137" y="3996470"/>
                  </a:cubicBezTo>
                  <a:close/>
                  <a:moveTo>
                    <a:pt x="2450037" y="4008780"/>
                  </a:moveTo>
                  <a:cubicBezTo>
                    <a:pt x="2441085" y="4019225"/>
                    <a:pt x="2435116" y="4029669"/>
                    <a:pt x="2426164" y="4037130"/>
                  </a:cubicBezTo>
                  <a:cubicBezTo>
                    <a:pt x="2417211" y="4044590"/>
                    <a:pt x="2417211" y="4050559"/>
                    <a:pt x="2424672" y="4058019"/>
                  </a:cubicBezTo>
                  <a:cubicBezTo>
                    <a:pt x="2430640" y="4063988"/>
                    <a:pt x="2438101" y="4069956"/>
                    <a:pt x="2445561" y="4074433"/>
                  </a:cubicBezTo>
                  <a:cubicBezTo>
                    <a:pt x="2466451" y="4089354"/>
                    <a:pt x="2482864" y="4083385"/>
                    <a:pt x="2487340" y="4058019"/>
                  </a:cubicBezTo>
                  <a:cubicBezTo>
                    <a:pt x="2479880" y="4050559"/>
                    <a:pt x="2473911" y="4043098"/>
                    <a:pt x="2467943" y="4037130"/>
                  </a:cubicBezTo>
                  <a:cubicBezTo>
                    <a:pt x="2463466" y="4029669"/>
                    <a:pt x="2458990" y="4022209"/>
                    <a:pt x="2450037" y="4008780"/>
                  </a:cubicBezTo>
                  <a:close/>
                  <a:moveTo>
                    <a:pt x="2745474" y="4028177"/>
                  </a:moveTo>
                  <a:cubicBezTo>
                    <a:pt x="2740998" y="4046082"/>
                    <a:pt x="2738014" y="4062495"/>
                    <a:pt x="2735030" y="4077417"/>
                  </a:cubicBezTo>
                  <a:cubicBezTo>
                    <a:pt x="2758903" y="4078909"/>
                    <a:pt x="2815603" y="4063988"/>
                    <a:pt x="2832017" y="4052051"/>
                  </a:cubicBezTo>
                  <a:cubicBezTo>
                    <a:pt x="2815603" y="4050559"/>
                    <a:pt x="2800682" y="4052051"/>
                    <a:pt x="2787253" y="4047574"/>
                  </a:cubicBezTo>
                  <a:cubicBezTo>
                    <a:pt x="2772332" y="4043098"/>
                    <a:pt x="2760395" y="4035638"/>
                    <a:pt x="2745474" y="4028177"/>
                  </a:cubicBezTo>
                  <a:close/>
                  <a:moveTo>
                    <a:pt x="1726366" y="3937159"/>
                  </a:moveTo>
                  <a:cubicBezTo>
                    <a:pt x="1687571" y="3953572"/>
                    <a:pt x="1671158" y="3984906"/>
                    <a:pt x="1659221" y="4022209"/>
                  </a:cubicBezTo>
                  <a:cubicBezTo>
                    <a:pt x="1668174" y="4026685"/>
                    <a:pt x="1675635" y="4029669"/>
                    <a:pt x="1683095" y="4032653"/>
                  </a:cubicBezTo>
                  <a:cubicBezTo>
                    <a:pt x="1692048" y="4019225"/>
                    <a:pt x="1698016" y="4005796"/>
                    <a:pt x="1708461" y="3995351"/>
                  </a:cubicBezTo>
                  <a:cubicBezTo>
                    <a:pt x="1717413" y="3986398"/>
                    <a:pt x="1732335" y="3980430"/>
                    <a:pt x="1744271" y="3972969"/>
                  </a:cubicBezTo>
                  <a:cubicBezTo>
                    <a:pt x="1738303" y="3961032"/>
                    <a:pt x="1732335" y="3949095"/>
                    <a:pt x="1726366" y="3937159"/>
                  </a:cubicBezTo>
                  <a:close/>
                  <a:moveTo>
                    <a:pt x="2341114" y="3983414"/>
                  </a:moveTo>
                  <a:cubicBezTo>
                    <a:pt x="2326193" y="3990875"/>
                    <a:pt x="2312764" y="3996843"/>
                    <a:pt x="2296351" y="4004303"/>
                  </a:cubicBezTo>
                  <a:cubicBezTo>
                    <a:pt x="2293366" y="4026685"/>
                    <a:pt x="2294859" y="4034146"/>
                    <a:pt x="2306795" y="4037130"/>
                  </a:cubicBezTo>
                  <a:cubicBezTo>
                    <a:pt x="2317240" y="4041606"/>
                    <a:pt x="2342606" y="4029669"/>
                    <a:pt x="2351558" y="4014748"/>
                  </a:cubicBezTo>
                  <a:cubicBezTo>
                    <a:pt x="2360511" y="3999827"/>
                    <a:pt x="2347082" y="3992367"/>
                    <a:pt x="2341114" y="3983414"/>
                  </a:cubicBezTo>
                  <a:close/>
                  <a:moveTo>
                    <a:pt x="2250095" y="3968493"/>
                  </a:moveTo>
                  <a:cubicBezTo>
                    <a:pt x="2239650" y="3977446"/>
                    <a:pt x="2230698" y="3984906"/>
                    <a:pt x="2220253" y="3993859"/>
                  </a:cubicBezTo>
                  <a:cubicBezTo>
                    <a:pt x="2229206" y="4005796"/>
                    <a:pt x="2227714" y="4025193"/>
                    <a:pt x="2247111" y="4025193"/>
                  </a:cubicBezTo>
                  <a:cubicBezTo>
                    <a:pt x="2262032" y="4025193"/>
                    <a:pt x="2273969" y="4016240"/>
                    <a:pt x="2276953" y="3999827"/>
                  </a:cubicBezTo>
                  <a:cubicBezTo>
                    <a:pt x="2268001" y="3989382"/>
                    <a:pt x="2259048" y="3978937"/>
                    <a:pt x="2250095" y="3968493"/>
                  </a:cubicBezTo>
                  <a:close/>
                  <a:moveTo>
                    <a:pt x="2233682" y="3959540"/>
                  </a:moveTo>
                  <a:cubicBezTo>
                    <a:pt x="2214285" y="3956556"/>
                    <a:pt x="2211301" y="3972969"/>
                    <a:pt x="2202348" y="3981922"/>
                  </a:cubicBezTo>
                  <a:cubicBezTo>
                    <a:pt x="2218761" y="3983414"/>
                    <a:pt x="2227714" y="3974461"/>
                    <a:pt x="2233682" y="3959540"/>
                  </a:cubicBezTo>
                  <a:close/>
                  <a:moveTo>
                    <a:pt x="2435116" y="3974461"/>
                  </a:moveTo>
                  <a:cubicBezTo>
                    <a:pt x="2415719" y="3984906"/>
                    <a:pt x="2400798" y="3992367"/>
                    <a:pt x="2385877" y="3999827"/>
                  </a:cubicBezTo>
                  <a:cubicBezTo>
                    <a:pt x="2375432" y="4005796"/>
                    <a:pt x="2372448" y="4014748"/>
                    <a:pt x="2375432" y="4025193"/>
                  </a:cubicBezTo>
                  <a:cubicBezTo>
                    <a:pt x="2378416" y="4034146"/>
                    <a:pt x="2387369" y="4037130"/>
                    <a:pt x="2399306" y="4034146"/>
                  </a:cubicBezTo>
                  <a:cubicBezTo>
                    <a:pt x="2423180" y="4028177"/>
                    <a:pt x="2436609" y="4011764"/>
                    <a:pt x="2447053" y="3987890"/>
                  </a:cubicBezTo>
                  <a:cubicBezTo>
                    <a:pt x="2442577" y="3983414"/>
                    <a:pt x="2438101" y="3978937"/>
                    <a:pt x="2435116" y="3974461"/>
                  </a:cubicBezTo>
                  <a:close/>
                  <a:moveTo>
                    <a:pt x="3737724" y="4077417"/>
                  </a:moveTo>
                  <a:cubicBezTo>
                    <a:pt x="3739217" y="4129640"/>
                    <a:pt x="3782488" y="4147546"/>
                    <a:pt x="3809346" y="4177388"/>
                  </a:cubicBezTo>
                  <a:cubicBezTo>
                    <a:pt x="3810838" y="4177388"/>
                    <a:pt x="3812330" y="4175896"/>
                    <a:pt x="3813822" y="4175896"/>
                  </a:cubicBezTo>
                  <a:cubicBezTo>
                    <a:pt x="3812330" y="4163959"/>
                    <a:pt x="3810838" y="4153514"/>
                    <a:pt x="3807854" y="4143069"/>
                  </a:cubicBezTo>
                  <a:cubicBezTo>
                    <a:pt x="3806361" y="4138593"/>
                    <a:pt x="3801885" y="4129640"/>
                    <a:pt x="3798901" y="4129640"/>
                  </a:cubicBezTo>
                  <a:cubicBezTo>
                    <a:pt x="3788456" y="4129640"/>
                    <a:pt x="3785472" y="4120688"/>
                    <a:pt x="3780996" y="4114719"/>
                  </a:cubicBezTo>
                  <a:cubicBezTo>
                    <a:pt x="3767566" y="4101290"/>
                    <a:pt x="3757122" y="4084877"/>
                    <a:pt x="3737724" y="4077417"/>
                  </a:cubicBezTo>
                  <a:close/>
                  <a:moveTo>
                    <a:pt x="2517182" y="3977446"/>
                  </a:moveTo>
                  <a:cubicBezTo>
                    <a:pt x="2502261" y="3986398"/>
                    <a:pt x="2491816" y="4004303"/>
                    <a:pt x="2469435" y="3995351"/>
                  </a:cubicBezTo>
                  <a:cubicBezTo>
                    <a:pt x="2466451" y="4016240"/>
                    <a:pt x="2473911" y="4028177"/>
                    <a:pt x="2485848" y="4037130"/>
                  </a:cubicBezTo>
                  <a:cubicBezTo>
                    <a:pt x="2509722" y="4028177"/>
                    <a:pt x="2520166" y="4007288"/>
                    <a:pt x="2517182" y="3977446"/>
                  </a:cubicBezTo>
                  <a:close/>
                  <a:moveTo>
                    <a:pt x="2387369" y="3943127"/>
                  </a:moveTo>
                  <a:cubicBezTo>
                    <a:pt x="2373940" y="3952080"/>
                    <a:pt x="2363495" y="3959540"/>
                    <a:pt x="2351558" y="3967001"/>
                  </a:cubicBezTo>
                  <a:cubicBezTo>
                    <a:pt x="2359019" y="3996843"/>
                    <a:pt x="2363495" y="3998335"/>
                    <a:pt x="2388861" y="3987890"/>
                  </a:cubicBezTo>
                  <a:cubicBezTo>
                    <a:pt x="2391845" y="3986398"/>
                    <a:pt x="2396322" y="3984906"/>
                    <a:pt x="2400798" y="3983414"/>
                  </a:cubicBezTo>
                  <a:cubicBezTo>
                    <a:pt x="2412735" y="3977446"/>
                    <a:pt x="2418703" y="3968493"/>
                    <a:pt x="2414227" y="3953572"/>
                  </a:cubicBezTo>
                  <a:cubicBezTo>
                    <a:pt x="2405274" y="3950588"/>
                    <a:pt x="2394830" y="3946111"/>
                    <a:pt x="2387369" y="3943127"/>
                  </a:cubicBezTo>
                  <a:close/>
                  <a:moveTo>
                    <a:pt x="3709374" y="4043098"/>
                  </a:moveTo>
                  <a:cubicBezTo>
                    <a:pt x="3682517" y="4083385"/>
                    <a:pt x="3673564" y="4128148"/>
                    <a:pt x="3703406" y="4163959"/>
                  </a:cubicBezTo>
                  <a:cubicBezTo>
                    <a:pt x="3715343" y="4144561"/>
                    <a:pt x="3704898" y="4117704"/>
                    <a:pt x="3722803" y="4101290"/>
                  </a:cubicBezTo>
                  <a:cubicBezTo>
                    <a:pt x="3724296" y="4099798"/>
                    <a:pt x="3722803" y="4096814"/>
                    <a:pt x="3722803" y="4093830"/>
                  </a:cubicBezTo>
                  <a:cubicBezTo>
                    <a:pt x="3719819" y="4078909"/>
                    <a:pt x="3715343" y="4062495"/>
                    <a:pt x="3709374" y="4043098"/>
                  </a:cubicBezTo>
                  <a:close/>
                  <a:moveTo>
                    <a:pt x="2270985" y="3920745"/>
                  </a:moveTo>
                  <a:cubicBezTo>
                    <a:pt x="2269493" y="3925222"/>
                    <a:pt x="2268001" y="3929698"/>
                    <a:pt x="2265016" y="3934174"/>
                  </a:cubicBezTo>
                  <a:cubicBezTo>
                    <a:pt x="2262032" y="3938651"/>
                    <a:pt x="2259048" y="3943127"/>
                    <a:pt x="2254572" y="3947604"/>
                  </a:cubicBezTo>
                  <a:cubicBezTo>
                    <a:pt x="2259048" y="3956556"/>
                    <a:pt x="2263524" y="3965509"/>
                    <a:pt x="2268001" y="3972969"/>
                  </a:cubicBezTo>
                  <a:cubicBezTo>
                    <a:pt x="2281429" y="3992367"/>
                    <a:pt x="2309780" y="3992367"/>
                    <a:pt x="2324701" y="3974461"/>
                  </a:cubicBezTo>
                  <a:cubicBezTo>
                    <a:pt x="2327685" y="3971477"/>
                    <a:pt x="2329177" y="3961032"/>
                    <a:pt x="2327685" y="3959540"/>
                  </a:cubicBezTo>
                  <a:cubicBezTo>
                    <a:pt x="2309780" y="3944619"/>
                    <a:pt x="2299335" y="3919253"/>
                    <a:pt x="2270985" y="3920745"/>
                  </a:cubicBezTo>
                  <a:close/>
                  <a:moveTo>
                    <a:pt x="3854109" y="4044590"/>
                  </a:moveTo>
                  <a:cubicBezTo>
                    <a:pt x="3852617" y="4050559"/>
                    <a:pt x="3851124" y="4053543"/>
                    <a:pt x="3851124" y="4056527"/>
                  </a:cubicBezTo>
                  <a:cubicBezTo>
                    <a:pt x="3846648" y="4084877"/>
                    <a:pt x="3845156" y="4113227"/>
                    <a:pt x="3830235" y="4140085"/>
                  </a:cubicBezTo>
                  <a:cubicBezTo>
                    <a:pt x="3822775" y="4152022"/>
                    <a:pt x="3828743" y="4166943"/>
                    <a:pt x="3837696" y="4178880"/>
                  </a:cubicBezTo>
                  <a:cubicBezTo>
                    <a:pt x="3840680" y="4175896"/>
                    <a:pt x="3843664" y="4174403"/>
                    <a:pt x="3843664" y="4172911"/>
                  </a:cubicBezTo>
                  <a:cubicBezTo>
                    <a:pt x="3852617" y="4140085"/>
                    <a:pt x="3861569" y="4107259"/>
                    <a:pt x="3869030" y="4074433"/>
                  </a:cubicBezTo>
                  <a:cubicBezTo>
                    <a:pt x="3872014" y="4062495"/>
                    <a:pt x="3864553" y="4053543"/>
                    <a:pt x="3854109" y="4044590"/>
                  </a:cubicBezTo>
                  <a:close/>
                  <a:moveTo>
                    <a:pt x="1663698" y="3850617"/>
                  </a:moveTo>
                  <a:cubicBezTo>
                    <a:pt x="1663698" y="3878967"/>
                    <a:pt x="1669666" y="3908809"/>
                    <a:pt x="1662206" y="3934174"/>
                  </a:cubicBezTo>
                  <a:cubicBezTo>
                    <a:pt x="1656237" y="3961032"/>
                    <a:pt x="1636840" y="3983414"/>
                    <a:pt x="1623411" y="4008780"/>
                  </a:cubicBezTo>
                  <a:cubicBezTo>
                    <a:pt x="1633856" y="4014748"/>
                    <a:pt x="1642808" y="4019225"/>
                    <a:pt x="1648777" y="4004303"/>
                  </a:cubicBezTo>
                  <a:cubicBezTo>
                    <a:pt x="1651761" y="3996843"/>
                    <a:pt x="1657729" y="3990875"/>
                    <a:pt x="1659221" y="3984906"/>
                  </a:cubicBezTo>
                  <a:cubicBezTo>
                    <a:pt x="1662206" y="3971477"/>
                    <a:pt x="1671158" y="3961032"/>
                    <a:pt x="1681603" y="3952080"/>
                  </a:cubicBezTo>
                  <a:cubicBezTo>
                    <a:pt x="1689064" y="3946111"/>
                    <a:pt x="1698016" y="3940143"/>
                    <a:pt x="1705477" y="3932683"/>
                  </a:cubicBezTo>
                  <a:cubicBezTo>
                    <a:pt x="1711445" y="3926714"/>
                    <a:pt x="1718906" y="3920745"/>
                    <a:pt x="1720398" y="3913285"/>
                  </a:cubicBezTo>
                  <a:cubicBezTo>
                    <a:pt x="1724874" y="3896872"/>
                    <a:pt x="1724874" y="3878967"/>
                    <a:pt x="1726366" y="3861061"/>
                  </a:cubicBezTo>
                  <a:cubicBezTo>
                    <a:pt x="1706969" y="3858077"/>
                    <a:pt x="1686079" y="3855093"/>
                    <a:pt x="1663698" y="3850617"/>
                  </a:cubicBezTo>
                  <a:close/>
                  <a:moveTo>
                    <a:pt x="2484356" y="3914777"/>
                  </a:moveTo>
                  <a:cubicBezTo>
                    <a:pt x="2467943" y="3928206"/>
                    <a:pt x="2453022" y="3941635"/>
                    <a:pt x="2438101" y="3953572"/>
                  </a:cubicBezTo>
                  <a:cubicBezTo>
                    <a:pt x="2444069" y="3978937"/>
                    <a:pt x="2466451" y="3980430"/>
                    <a:pt x="2482864" y="3984906"/>
                  </a:cubicBezTo>
                  <a:cubicBezTo>
                    <a:pt x="2494801" y="3989382"/>
                    <a:pt x="2502261" y="3975954"/>
                    <a:pt x="2509722" y="3967001"/>
                  </a:cubicBezTo>
                  <a:cubicBezTo>
                    <a:pt x="2500769" y="3947604"/>
                    <a:pt x="2491816" y="3931190"/>
                    <a:pt x="2484356" y="3914777"/>
                  </a:cubicBezTo>
                  <a:close/>
                  <a:moveTo>
                    <a:pt x="2348574" y="3901348"/>
                  </a:moveTo>
                  <a:cubicBezTo>
                    <a:pt x="2336637" y="3910301"/>
                    <a:pt x="2327685" y="3917762"/>
                    <a:pt x="2318732" y="3926714"/>
                  </a:cubicBezTo>
                  <a:cubicBezTo>
                    <a:pt x="2327685" y="3947604"/>
                    <a:pt x="2335145" y="3956556"/>
                    <a:pt x="2347082" y="3953572"/>
                  </a:cubicBezTo>
                  <a:cubicBezTo>
                    <a:pt x="2369464" y="3949095"/>
                    <a:pt x="2373940" y="3931190"/>
                    <a:pt x="2378416" y="3910301"/>
                  </a:cubicBezTo>
                  <a:cubicBezTo>
                    <a:pt x="2366479" y="3907317"/>
                    <a:pt x="2356035" y="3902840"/>
                    <a:pt x="2348574" y="3901348"/>
                  </a:cubicBezTo>
                  <a:close/>
                  <a:moveTo>
                    <a:pt x="2254572" y="3892396"/>
                  </a:moveTo>
                  <a:cubicBezTo>
                    <a:pt x="2230698" y="3901348"/>
                    <a:pt x="2232190" y="3922238"/>
                    <a:pt x="2227714" y="3940143"/>
                  </a:cubicBezTo>
                  <a:cubicBezTo>
                    <a:pt x="2254572" y="3938651"/>
                    <a:pt x="2259048" y="3928206"/>
                    <a:pt x="2254572" y="3892396"/>
                  </a:cubicBezTo>
                  <a:close/>
                  <a:moveTo>
                    <a:pt x="2326193" y="3892396"/>
                  </a:moveTo>
                  <a:cubicBezTo>
                    <a:pt x="2315748" y="3898364"/>
                    <a:pt x="2305303" y="3905824"/>
                    <a:pt x="2296351" y="3911793"/>
                  </a:cubicBezTo>
                  <a:cubicBezTo>
                    <a:pt x="2314256" y="3917762"/>
                    <a:pt x="2320224" y="3905824"/>
                    <a:pt x="2326193" y="3892396"/>
                  </a:cubicBezTo>
                  <a:close/>
                  <a:moveTo>
                    <a:pt x="3718327" y="4001319"/>
                  </a:moveTo>
                  <a:cubicBezTo>
                    <a:pt x="3718327" y="4023701"/>
                    <a:pt x="3724296" y="4043098"/>
                    <a:pt x="3742201" y="4058019"/>
                  </a:cubicBezTo>
                  <a:cubicBezTo>
                    <a:pt x="3757122" y="4069956"/>
                    <a:pt x="3769059" y="4084877"/>
                    <a:pt x="3783980" y="4096814"/>
                  </a:cubicBezTo>
                  <a:cubicBezTo>
                    <a:pt x="3786964" y="4102783"/>
                    <a:pt x="3791440" y="4104275"/>
                    <a:pt x="3800393" y="4110243"/>
                  </a:cubicBezTo>
                  <a:cubicBezTo>
                    <a:pt x="3792932" y="4086369"/>
                    <a:pt x="3786964" y="4068464"/>
                    <a:pt x="3780996" y="4047574"/>
                  </a:cubicBezTo>
                  <a:cubicBezTo>
                    <a:pt x="3766075" y="4052051"/>
                    <a:pt x="3760106" y="4043098"/>
                    <a:pt x="3754138" y="4032653"/>
                  </a:cubicBezTo>
                  <a:cubicBezTo>
                    <a:pt x="3745185" y="4019225"/>
                    <a:pt x="3736233" y="4007288"/>
                    <a:pt x="3718327" y="4001319"/>
                  </a:cubicBezTo>
                  <a:close/>
                  <a:moveTo>
                    <a:pt x="2451530" y="3875982"/>
                  </a:moveTo>
                  <a:cubicBezTo>
                    <a:pt x="2429148" y="3889411"/>
                    <a:pt x="2409751" y="3901348"/>
                    <a:pt x="2390353" y="3911793"/>
                  </a:cubicBezTo>
                  <a:cubicBezTo>
                    <a:pt x="2391845" y="3938651"/>
                    <a:pt x="2408258" y="3950588"/>
                    <a:pt x="2430640" y="3941635"/>
                  </a:cubicBezTo>
                  <a:cubicBezTo>
                    <a:pt x="2439593" y="3937159"/>
                    <a:pt x="2448545" y="3929698"/>
                    <a:pt x="2457498" y="3923730"/>
                  </a:cubicBezTo>
                  <a:cubicBezTo>
                    <a:pt x="2478387" y="3902840"/>
                    <a:pt x="2476895" y="3890903"/>
                    <a:pt x="2451530" y="3875982"/>
                  </a:cubicBezTo>
                  <a:close/>
                  <a:moveTo>
                    <a:pt x="3836203" y="3987890"/>
                  </a:moveTo>
                  <a:cubicBezTo>
                    <a:pt x="3833219" y="3987890"/>
                    <a:pt x="3831727" y="3987890"/>
                    <a:pt x="3828743" y="3987890"/>
                  </a:cubicBezTo>
                  <a:cubicBezTo>
                    <a:pt x="3822775" y="4013256"/>
                    <a:pt x="3816806" y="4037130"/>
                    <a:pt x="3809346" y="4062495"/>
                  </a:cubicBezTo>
                  <a:cubicBezTo>
                    <a:pt x="3803377" y="4083385"/>
                    <a:pt x="3813823" y="4099798"/>
                    <a:pt x="3822775" y="4119196"/>
                  </a:cubicBezTo>
                  <a:cubicBezTo>
                    <a:pt x="3833219" y="4098306"/>
                    <a:pt x="3846648" y="4047574"/>
                    <a:pt x="3845156" y="4023701"/>
                  </a:cubicBezTo>
                  <a:cubicBezTo>
                    <a:pt x="3845156" y="4011764"/>
                    <a:pt x="3839188" y="3999827"/>
                    <a:pt x="3836203" y="3987890"/>
                  </a:cubicBezTo>
                  <a:close/>
                  <a:moveTo>
                    <a:pt x="3684009" y="3969985"/>
                  </a:moveTo>
                  <a:cubicBezTo>
                    <a:pt x="3682517" y="3969985"/>
                    <a:pt x="3681025" y="3969985"/>
                    <a:pt x="3678040" y="3969985"/>
                  </a:cubicBezTo>
                  <a:cubicBezTo>
                    <a:pt x="3675056" y="3981922"/>
                    <a:pt x="3673564" y="3995351"/>
                    <a:pt x="3667596" y="4005796"/>
                  </a:cubicBezTo>
                  <a:cubicBezTo>
                    <a:pt x="3652675" y="4031161"/>
                    <a:pt x="3667596" y="4052051"/>
                    <a:pt x="3676548" y="4074433"/>
                  </a:cubicBezTo>
                  <a:cubicBezTo>
                    <a:pt x="3684009" y="4056527"/>
                    <a:pt x="3692961" y="4038622"/>
                    <a:pt x="3701914" y="4020717"/>
                  </a:cubicBezTo>
                  <a:cubicBezTo>
                    <a:pt x="3697438" y="4004303"/>
                    <a:pt x="3689977" y="3986398"/>
                    <a:pt x="3684009" y="3969985"/>
                  </a:cubicBezTo>
                  <a:close/>
                  <a:moveTo>
                    <a:pt x="2981227" y="3910301"/>
                  </a:moveTo>
                  <a:cubicBezTo>
                    <a:pt x="2973767" y="3908809"/>
                    <a:pt x="2964814" y="3908809"/>
                    <a:pt x="2957353" y="3911793"/>
                  </a:cubicBezTo>
                  <a:cubicBezTo>
                    <a:pt x="2923035" y="3925222"/>
                    <a:pt x="2903637" y="3950588"/>
                    <a:pt x="2899161" y="3986398"/>
                  </a:cubicBezTo>
                  <a:cubicBezTo>
                    <a:pt x="2897669" y="3995351"/>
                    <a:pt x="2900653" y="4005796"/>
                    <a:pt x="2902145" y="4014748"/>
                  </a:cubicBezTo>
                  <a:cubicBezTo>
                    <a:pt x="2905130" y="4026685"/>
                    <a:pt x="2914082" y="4031161"/>
                    <a:pt x="2926019" y="4026685"/>
                  </a:cubicBezTo>
                  <a:cubicBezTo>
                    <a:pt x="2939448" y="4022209"/>
                    <a:pt x="2954369" y="4017732"/>
                    <a:pt x="2969290" y="4011764"/>
                  </a:cubicBezTo>
                  <a:cubicBezTo>
                    <a:pt x="2990180" y="4004303"/>
                    <a:pt x="2993164" y="3992367"/>
                    <a:pt x="2985703" y="3972969"/>
                  </a:cubicBezTo>
                  <a:cubicBezTo>
                    <a:pt x="2978243" y="3956556"/>
                    <a:pt x="2967798" y="3949095"/>
                    <a:pt x="2955861" y="3953572"/>
                  </a:cubicBezTo>
                  <a:cubicBezTo>
                    <a:pt x="2940940" y="3958048"/>
                    <a:pt x="2933480" y="3969985"/>
                    <a:pt x="2936464" y="3986398"/>
                  </a:cubicBezTo>
                  <a:cubicBezTo>
                    <a:pt x="2937956" y="3992367"/>
                    <a:pt x="2939448" y="3998335"/>
                    <a:pt x="2942432" y="4005796"/>
                  </a:cubicBezTo>
                  <a:cubicBezTo>
                    <a:pt x="2927511" y="4010272"/>
                    <a:pt x="2921543" y="4002811"/>
                    <a:pt x="2918559" y="3992367"/>
                  </a:cubicBezTo>
                  <a:cubicBezTo>
                    <a:pt x="2914082" y="3971477"/>
                    <a:pt x="2927511" y="3947604"/>
                    <a:pt x="2946909" y="3943127"/>
                  </a:cubicBezTo>
                  <a:cubicBezTo>
                    <a:pt x="2970782" y="3935667"/>
                    <a:pt x="2990180" y="3944619"/>
                    <a:pt x="3000624" y="3967001"/>
                  </a:cubicBezTo>
                  <a:cubicBezTo>
                    <a:pt x="3005101" y="3977446"/>
                    <a:pt x="3006593" y="3987890"/>
                    <a:pt x="3009577" y="3998335"/>
                  </a:cubicBezTo>
                  <a:cubicBezTo>
                    <a:pt x="3017038" y="3996843"/>
                    <a:pt x="3025990" y="3995351"/>
                    <a:pt x="3033451" y="3992367"/>
                  </a:cubicBezTo>
                  <a:cubicBezTo>
                    <a:pt x="3036435" y="3958048"/>
                    <a:pt x="3011069" y="3917762"/>
                    <a:pt x="2981227" y="3910301"/>
                  </a:cubicBezTo>
                  <a:close/>
                  <a:moveTo>
                    <a:pt x="2699219" y="3883443"/>
                  </a:moveTo>
                  <a:cubicBezTo>
                    <a:pt x="2661916" y="3910301"/>
                    <a:pt x="2629090" y="3913285"/>
                    <a:pt x="2593280" y="3907317"/>
                  </a:cubicBezTo>
                  <a:cubicBezTo>
                    <a:pt x="2590295" y="3913285"/>
                    <a:pt x="2588803" y="3916269"/>
                    <a:pt x="2588803" y="3919253"/>
                  </a:cubicBezTo>
                  <a:cubicBezTo>
                    <a:pt x="2579851" y="3958048"/>
                    <a:pt x="2570898" y="3996843"/>
                    <a:pt x="2564930" y="4037130"/>
                  </a:cubicBezTo>
                  <a:cubicBezTo>
                    <a:pt x="2563438" y="4044590"/>
                    <a:pt x="2566422" y="4055035"/>
                    <a:pt x="2572390" y="4062495"/>
                  </a:cubicBezTo>
                  <a:cubicBezTo>
                    <a:pt x="2582835" y="4075924"/>
                    <a:pt x="2594772" y="4087861"/>
                    <a:pt x="2606709" y="4099798"/>
                  </a:cubicBezTo>
                  <a:cubicBezTo>
                    <a:pt x="2609693" y="4102783"/>
                    <a:pt x="2615661" y="4104275"/>
                    <a:pt x="2620137" y="4104275"/>
                  </a:cubicBezTo>
                  <a:cubicBezTo>
                    <a:pt x="2639535" y="4101290"/>
                    <a:pt x="2658932" y="4098306"/>
                    <a:pt x="2679822" y="4095322"/>
                  </a:cubicBezTo>
                  <a:cubicBezTo>
                    <a:pt x="2700711" y="4090845"/>
                    <a:pt x="2718616" y="4080401"/>
                    <a:pt x="2726077" y="4061003"/>
                  </a:cubicBezTo>
                  <a:cubicBezTo>
                    <a:pt x="2749951" y="4010272"/>
                    <a:pt x="2705188" y="3940143"/>
                    <a:pt x="2649980" y="3937159"/>
                  </a:cubicBezTo>
                  <a:cubicBezTo>
                    <a:pt x="2633566" y="3937159"/>
                    <a:pt x="2617153" y="3941635"/>
                    <a:pt x="2609693" y="3956556"/>
                  </a:cubicBezTo>
                  <a:cubicBezTo>
                    <a:pt x="2594772" y="3984906"/>
                    <a:pt x="2596264" y="4031161"/>
                    <a:pt x="2624614" y="4056527"/>
                  </a:cubicBezTo>
                  <a:cubicBezTo>
                    <a:pt x="2644011" y="4072940"/>
                    <a:pt x="2673853" y="4068464"/>
                    <a:pt x="2684298" y="4049067"/>
                  </a:cubicBezTo>
                  <a:cubicBezTo>
                    <a:pt x="2694743" y="4029669"/>
                    <a:pt x="2690267" y="4008780"/>
                    <a:pt x="2672361" y="3990875"/>
                  </a:cubicBezTo>
                  <a:cubicBezTo>
                    <a:pt x="2667885" y="3986398"/>
                    <a:pt x="2657440" y="3981922"/>
                    <a:pt x="2652964" y="3983414"/>
                  </a:cubicBezTo>
                  <a:cubicBezTo>
                    <a:pt x="2644011" y="3986398"/>
                    <a:pt x="2638043" y="3995351"/>
                    <a:pt x="2632074" y="4002811"/>
                  </a:cubicBezTo>
                  <a:cubicBezTo>
                    <a:pt x="2630582" y="4005796"/>
                    <a:pt x="2635058" y="4013256"/>
                    <a:pt x="2638043" y="4017732"/>
                  </a:cubicBezTo>
                  <a:cubicBezTo>
                    <a:pt x="2639535" y="4020717"/>
                    <a:pt x="2645503" y="4020717"/>
                    <a:pt x="2652964" y="4023701"/>
                  </a:cubicBezTo>
                  <a:cubicBezTo>
                    <a:pt x="2632074" y="4028177"/>
                    <a:pt x="2626106" y="4025193"/>
                    <a:pt x="2621630" y="4013256"/>
                  </a:cubicBezTo>
                  <a:cubicBezTo>
                    <a:pt x="2617153" y="4002811"/>
                    <a:pt x="2620137" y="3987890"/>
                    <a:pt x="2629090" y="3981922"/>
                  </a:cubicBezTo>
                  <a:cubicBezTo>
                    <a:pt x="2641027" y="3972969"/>
                    <a:pt x="2652964" y="3961032"/>
                    <a:pt x="2669377" y="3969985"/>
                  </a:cubicBezTo>
                  <a:cubicBezTo>
                    <a:pt x="2693251" y="3981922"/>
                    <a:pt x="2708172" y="4014748"/>
                    <a:pt x="2702203" y="4040114"/>
                  </a:cubicBezTo>
                  <a:cubicBezTo>
                    <a:pt x="2699219" y="4056527"/>
                    <a:pt x="2690267" y="4069956"/>
                    <a:pt x="2675345" y="4077417"/>
                  </a:cubicBezTo>
                  <a:cubicBezTo>
                    <a:pt x="2654456" y="4086369"/>
                    <a:pt x="2620137" y="4074433"/>
                    <a:pt x="2605216" y="4056527"/>
                  </a:cubicBezTo>
                  <a:cubicBezTo>
                    <a:pt x="2578359" y="4023701"/>
                    <a:pt x="2582835" y="3989382"/>
                    <a:pt x="2594772" y="3952080"/>
                  </a:cubicBezTo>
                  <a:cubicBezTo>
                    <a:pt x="2596264" y="3947604"/>
                    <a:pt x="2600740" y="3941635"/>
                    <a:pt x="2606709" y="3940143"/>
                  </a:cubicBezTo>
                  <a:cubicBezTo>
                    <a:pt x="2627598" y="3928206"/>
                    <a:pt x="2648488" y="3919253"/>
                    <a:pt x="2673853" y="3929698"/>
                  </a:cubicBezTo>
                  <a:cubicBezTo>
                    <a:pt x="2679822" y="3932683"/>
                    <a:pt x="2687282" y="3932683"/>
                    <a:pt x="2696235" y="3935667"/>
                  </a:cubicBezTo>
                  <a:cubicBezTo>
                    <a:pt x="2697727" y="3919253"/>
                    <a:pt x="2697727" y="3905824"/>
                    <a:pt x="2699219" y="3883443"/>
                  </a:cubicBezTo>
                  <a:close/>
                  <a:moveTo>
                    <a:pt x="2251587" y="3834204"/>
                  </a:moveTo>
                  <a:cubicBezTo>
                    <a:pt x="2242635" y="3834204"/>
                    <a:pt x="2238159" y="3840172"/>
                    <a:pt x="2239650" y="3849125"/>
                  </a:cubicBezTo>
                  <a:cubicBezTo>
                    <a:pt x="2241143" y="3859569"/>
                    <a:pt x="2242635" y="3868522"/>
                    <a:pt x="2244127" y="3880459"/>
                  </a:cubicBezTo>
                  <a:cubicBezTo>
                    <a:pt x="2263524" y="3875982"/>
                    <a:pt x="2257556" y="3859569"/>
                    <a:pt x="2262032" y="3849125"/>
                  </a:cubicBezTo>
                  <a:cubicBezTo>
                    <a:pt x="2265016" y="3841664"/>
                    <a:pt x="2260540" y="3834204"/>
                    <a:pt x="2251587" y="3834204"/>
                  </a:cubicBezTo>
                  <a:close/>
                  <a:moveTo>
                    <a:pt x="1557758" y="3777503"/>
                  </a:moveTo>
                  <a:cubicBezTo>
                    <a:pt x="1523440" y="3768551"/>
                    <a:pt x="1493598" y="3778995"/>
                    <a:pt x="1465248" y="3796901"/>
                  </a:cubicBezTo>
                  <a:cubicBezTo>
                    <a:pt x="1454803" y="3802869"/>
                    <a:pt x="1450327" y="3811822"/>
                    <a:pt x="1448834" y="3823759"/>
                  </a:cubicBezTo>
                  <a:cubicBezTo>
                    <a:pt x="1447343" y="3838680"/>
                    <a:pt x="1442866" y="3855093"/>
                    <a:pt x="1436898" y="3868522"/>
                  </a:cubicBezTo>
                  <a:cubicBezTo>
                    <a:pt x="1429437" y="3884935"/>
                    <a:pt x="1418992" y="3901348"/>
                    <a:pt x="1408548" y="3920745"/>
                  </a:cubicBezTo>
                  <a:cubicBezTo>
                    <a:pt x="1420485" y="3926714"/>
                    <a:pt x="1433914" y="3932683"/>
                    <a:pt x="1450327" y="3940143"/>
                  </a:cubicBezTo>
                  <a:cubicBezTo>
                    <a:pt x="1448834" y="3926714"/>
                    <a:pt x="1448834" y="3917762"/>
                    <a:pt x="1448834" y="3908809"/>
                  </a:cubicBezTo>
                  <a:cubicBezTo>
                    <a:pt x="1447343" y="3883443"/>
                    <a:pt x="1451819" y="3858077"/>
                    <a:pt x="1472708" y="3841664"/>
                  </a:cubicBezTo>
                  <a:cubicBezTo>
                    <a:pt x="1484645" y="3831219"/>
                    <a:pt x="1496582" y="3820775"/>
                    <a:pt x="1510011" y="3811822"/>
                  </a:cubicBezTo>
                  <a:cubicBezTo>
                    <a:pt x="1538361" y="3792424"/>
                    <a:pt x="1580140" y="3798393"/>
                    <a:pt x="1598045" y="3823759"/>
                  </a:cubicBezTo>
                  <a:cubicBezTo>
                    <a:pt x="1621919" y="3858077"/>
                    <a:pt x="1626395" y="3896872"/>
                    <a:pt x="1614458" y="3935667"/>
                  </a:cubicBezTo>
                  <a:cubicBezTo>
                    <a:pt x="1611474" y="3943127"/>
                    <a:pt x="1606998" y="3950588"/>
                    <a:pt x="1601029" y="3956556"/>
                  </a:cubicBezTo>
                  <a:cubicBezTo>
                    <a:pt x="1574171" y="3980430"/>
                    <a:pt x="1517471" y="3968493"/>
                    <a:pt x="1498074" y="3934174"/>
                  </a:cubicBezTo>
                  <a:cubicBezTo>
                    <a:pt x="1480169" y="3902840"/>
                    <a:pt x="1481661" y="3871506"/>
                    <a:pt x="1505535" y="3843156"/>
                  </a:cubicBezTo>
                  <a:cubicBezTo>
                    <a:pt x="1518964" y="3826743"/>
                    <a:pt x="1538361" y="3823759"/>
                    <a:pt x="1554774" y="3838680"/>
                  </a:cubicBezTo>
                  <a:cubicBezTo>
                    <a:pt x="1568203" y="3850617"/>
                    <a:pt x="1575663" y="3867030"/>
                    <a:pt x="1575663" y="3884935"/>
                  </a:cubicBezTo>
                  <a:cubicBezTo>
                    <a:pt x="1577156" y="3904332"/>
                    <a:pt x="1566711" y="3916269"/>
                    <a:pt x="1548806" y="3917762"/>
                  </a:cubicBezTo>
                  <a:cubicBezTo>
                    <a:pt x="1533885" y="3919253"/>
                    <a:pt x="1520456" y="3907317"/>
                    <a:pt x="1517471" y="3890903"/>
                  </a:cubicBezTo>
                  <a:cubicBezTo>
                    <a:pt x="1517471" y="3881951"/>
                    <a:pt x="1518964" y="3875982"/>
                    <a:pt x="1530900" y="3872998"/>
                  </a:cubicBezTo>
                  <a:cubicBezTo>
                    <a:pt x="1532392" y="3880459"/>
                    <a:pt x="1532392" y="3886427"/>
                    <a:pt x="1533885" y="3890903"/>
                  </a:cubicBezTo>
                  <a:cubicBezTo>
                    <a:pt x="1536869" y="3898364"/>
                    <a:pt x="1541345" y="3905824"/>
                    <a:pt x="1551790" y="3905824"/>
                  </a:cubicBezTo>
                  <a:cubicBezTo>
                    <a:pt x="1562235" y="3904332"/>
                    <a:pt x="1566711" y="3898364"/>
                    <a:pt x="1568203" y="3886427"/>
                  </a:cubicBezTo>
                  <a:cubicBezTo>
                    <a:pt x="1569695" y="3870014"/>
                    <a:pt x="1560742" y="3858077"/>
                    <a:pt x="1548806" y="3847632"/>
                  </a:cubicBezTo>
                  <a:cubicBezTo>
                    <a:pt x="1536869" y="3837187"/>
                    <a:pt x="1529408" y="3838680"/>
                    <a:pt x="1518964" y="3850617"/>
                  </a:cubicBezTo>
                  <a:cubicBezTo>
                    <a:pt x="1486137" y="3887919"/>
                    <a:pt x="1502550" y="3941635"/>
                    <a:pt x="1550298" y="3955064"/>
                  </a:cubicBezTo>
                  <a:cubicBezTo>
                    <a:pt x="1583124" y="3964016"/>
                    <a:pt x="1601029" y="3953572"/>
                    <a:pt x="1609982" y="3920745"/>
                  </a:cubicBezTo>
                  <a:cubicBezTo>
                    <a:pt x="1617442" y="3892396"/>
                    <a:pt x="1609982" y="3868522"/>
                    <a:pt x="1598045" y="3843156"/>
                  </a:cubicBezTo>
                  <a:cubicBezTo>
                    <a:pt x="1584616" y="3816298"/>
                    <a:pt x="1553282" y="3804361"/>
                    <a:pt x="1526424" y="3817790"/>
                  </a:cubicBezTo>
                  <a:cubicBezTo>
                    <a:pt x="1480169" y="3838680"/>
                    <a:pt x="1457787" y="3890903"/>
                    <a:pt x="1471216" y="3938651"/>
                  </a:cubicBezTo>
                  <a:cubicBezTo>
                    <a:pt x="1472708" y="3943127"/>
                    <a:pt x="1475692" y="3950588"/>
                    <a:pt x="1480169" y="3952080"/>
                  </a:cubicBezTo>
                  <a:cubicBezTo>
                    <a:pt x="1507027" y="3965509"/>
                    <a:pt x="1532392" y="3978937"/>
                    <a:pt x="1559250" y="3987890"/>
                  </a:cubicBezTo>
                  <a:cubicBezTo>
                    <a:pt x="1611474" y="4004303"/>
                    <a:pt x="1601029" y="4007288"/>
                    <a:pt x="1633856" y="3964016"/>
                  </a:cubicBezTo>
                  <a:cubicBezTo>
                    <a:pt x="1662206" y="3926714"/>
                    <a:pt x="1660714" y="3880459"/>
                    <a:pt x="1633856" y="3840172"/>
                  </a:cubicBezTo>
                  <a:cubicBezTo>
                    <a:pt x="1617442" y="3816298"/>
                    <a:pt x="1590585" y="3804361"/>
                    <a:pt x="1571187" y="3783472"/>
                  </a:cubicBezTo>
                  <a:cubicBezTo>
                    <a:pt x="1568203" y="3780488"/>
                    <a:pt x="1562235" y="3778995"/>
                    <a:pt x="1557758" y="3777503"/>
                  </a:cubicBezTo>
                  <a:close/>
                  <a:moveTo>
                    <a:pt x="2068058" y="3817790"/>
                  </a:moveTo>
                  <a:cubicBezTo>
                    <a:pt x="2053137" y="3819282"/>
                    <a:pt x="2042693" y="3837187"/>
                    <a:pt x="2048661" y="3850617"/>
                  </a:cubicBezTo>
                  <a:cubicBezTo>
                    <a:pt x="2050153" y="3853601"/>
                    <a:pt x="2051645" y="3858077"/>
                    <a:pt x="2054629" y="3865538"/>
                  </a:cubicBezTo>
                  <a:cubicBezTo>
                    <a:pt x="2045677" y="3862553"/>
                    <a:pt x="2041201" y="3859569"/>
                    <a:pt x="2033740" y="3858077"/>
                  </a:cubicBezTo>
                  <a:cubicBezTo>
                    <a:pt x="2038216" y="3880459"/>
                    <a:pt x="2045677" y="3890903"/>
                    <a:pt x="2059106" y="3896872"/>
                  </a:cubicBezTo>
                  <a:cubicBezTo>
                    <a:pt x="2069550" y="3902840"/>
                    <a:pt x="2078503" y="3904332"/>
                    <a:pt x="2090440" y="3898364"/>
                  </a:cubicBezTo>
                  <a:cubicBezTo>
                    <a:pt x="2109837" y="3889411"/>
                    <a:pt x="2117298" y="3872998"/>
                    <a:pt x="2112822" y="3850617"/>
                  </a:cubicBezTo>
                  <a:cubicBezTo>
                    <a:pt x="2108345" y="3831219"/>
                    <a:pt x="2088948" y="3816298"/>
                    <a:pt x="2068058" y="3817790"/>
                  </a:cubicBezTo>
                  <a:close/>
                  <a:moveTo>
                    <a:pt x="2547024" y="3856585"/>
                  </a:moveTo>
                  <a:cubicBezTo>
                    <a:pt x="2526135" y="3868522"/>
                    <a:pt x="2509722" y="3878967"/>
                    <a:pt x="2490324" y="3889411"/>
                  </a:cubicBezTo>
                  <a:cubicBezTo>
                    <a:pt x="2503753" y="3908809"/>
                    <a:pt x="2493308" y="3940143"/>
                    <a:pt x="2529119" y="3950588"/>
                  </a:cubicBezTo>
                  <a:cubicBezTo>
                    <a:pt x="2535087" y="3917762"/>
                    <a:pt x="2541056" y="3887919"/>
                    <a:pt x="2547024" y="3856585"/>
                  </a:cubicBezTo>
                  <a:close/>
                  <a:moveTo>
                    <a:pt x="2347082" y="3840172"/>
                  </a:moveTo>
                  <a:cubicBezTo>
                    <a:pt x="2327685" y="3868522"/>
                    <a:pt x="2350066" y="3895380"/>
                    <a:pt x="2376924" y="3898364"/>
                  </a:cubicBezTo>
                  <a:cubicBezTo>
                    <a:pt x="2394830" y="3899856"/>
                    <a:pt x="2423180" y="3886427"/>
                    <a:pt x="2432132" y="3870014"/>
                  </a:cubicBezTo>
                  <a:cubicBezTo>
                    <a:pt x="2435116" y="3864046"/>
                    <a:pt x="2435116" y="3858077"/>
                    <a:pt x="2438101" y="3849125"/>
                  </a:cubicBezTo>
                  <a:cubicBezTo>
                    <a:pt x="2405274" y="3846140"/>
                    <a:pt x="2376924" y="3843156"/>
                    <a:pt x="2347082" y="3840172"/>
                  </a:cubicBezTo>
                  <a:close/>
                  <a:moveTo>
                    <a:pt x="2327685" y="3837187"/>
                  </a:moveTo>
                  <a:cubicBezTo>
                    <a:pt x="2311272" y="3840172"/>
                    <a:pt x="2294859" y="3841664"/>
                    <a:pt x="2278445" y="3844648"/>
                  </a:cubicBezTo>
                  <a:cubicBezTo>
                    <a:pt x="2275461" y="3855093"/>
                    <a:pt x="2272477" y="3864046"/>
                    <a:pt x="2268001" y="3872998"/>
                  </a:cubicBezTo>
                  <a:cubicBezTo>
                    <a:pt x="2263524" y="3881951"/>
                    <a:pt x="2266508" y="3887919"/>
                    <a:pt x="2272477" y="3893888"/>
                  </a:cubicBezTo>
                  <a:cubicBezTo>
                    <a:pt x="2281429" y="3902840"/>
                    <a:pt x="2294859" y="3902840"/>
                    <a:pt x="2305303" y="3890903"/>
                  </a:cubicBezTo>
                  <a:cubicBezTo>
                    <a:pt x="2320224" y="3875982"/>
                    <a:pt x="2327685" y="3858077"/>
                    <a:pt x="2327685" y="3837187"/>
                  </a:cubicBezTo>
                  <a:close/>
                  <a:moveTo>
                    <a:pt x="1435406" y="3752138"/>
                  </a:moveTo>
                  <a:cubicBezTo>
                    <a:pt x="1438390" y="3765567"/>
                    <a:pt x="1441374" y="3776011"/>
                    <a:pt x="1445850" y="3790933"/>
                  </a:cubicBezTo>
                  <a:cubicBezTo>
                    <a:pt x="1463756" y="3781980"/>
                    <a:pt x="1478677" y="3773027"/>
                    <a:pt x="1499566" y="3762582"/>
                  </a:cubicBezTo>
                  <a:cubicBezTo>
                    <a:pt x="1474200" y="3759598"/>
                    <a:pt x="1456295" y="3756614"/>
                    <a:pt x="1435406" y="3752138"/>
                  </a:cubicBezTo>
                  <a:close/>
                  <a:moveTo>
                    <a:pt x="1188836" y="3721736"/>
                  </a:moveTo>
                  <a:cubicBezTo>
                    <a:pt x="1181748" y="3719312"/>
                    <a:pt x="1174288" y="3718566"/>
                    <a:pt x="1166827" y="3722296"/>
                  </a:cubicBezTo>
                  <a:cubicBezTo>
                    <a:pt x="1145937" y="3732740"/>
                    <a:pt x="1126540" y="3747661"/>
                    <a:pt x="1120571" y="3774519"/>
                  </a:cubicBezTo>
                  <a:cubicBezTo>
                    <a:pt x="1138477" y="3783472"/>
                    <a:pt x="1150413" y="3798393"/>
                    <a:pt x="1171303" y="3801377"/>
                  </a:cubicBezTo>
                  <a:cubicBezTo>
                    <a:pt x="1183240" y="3778995"/>
                    <a:pt x="1195177" y="3756614"/>
                    <a:pt x="1208606" y="3731248"/>
                  </a:cubicBezTo>
                  <a:cubicBezTo>
                    <a:pt x="1202638" y="3728264"/>
                    <a:pt x="1195923" y="3724161"/>
                    <a:pt x="1188836" y="3721736"/>
                  </a:cubicBezTo>
                  <a:close/>
                  <a:moveTo>
                    <a:pt x="3698930" y="3925222"/>
                  </a:moveTo>
                  <a:cubicBezTo>
                    <a:pt x="3701914" y="3940143"/>
                    <a:pt x="3701914" y="3950588"/>
                    <a:pt x="3706391" y="3961032"/>
                  </a:cubicBezTo>
                  <a:cubicBezTo>
                    <a:pt x="3709374" y="3969985"/>
                    <a:pt x="3713851" y="3977446"/>
                    <a:pt x="3719819" y="3983414"/>
                  </a:cubicBezTo>
                  <a:cubicBezTo>
                    <a:pt x="3734740" y="3998335"/>
                    <a:pt x="3752645" y="4011764"/>
                    <a:pt x="3770551" y="4026685"/>
                  </a:cubicBezTo>
                  <a:cubicBezTo>
                    <a:pt x="3763090" y="3980430"/>
                    <a:pt x="3737724" y="3949095"/>
                    <a:pt x="3698930" y="3925222"/>
                  </a:cubicBezTo>
                  <a:close/>
                  <a:moveTo>
                    <a:pt x="1323684" y="3730316"/>
                  </a:moveTo>
                  <a:cubicBezTo>
                    <a:pt x="1308204" y="3727145"/>
                    <a:pt x="1290671" y="3728264"/>
                    <a:pt x="1272766" y="3734232"/>
                  </a:cubicBezTo>
                  <a:cubicBezTo>
                    <a:pt x="1263813" y="3737217"/>
                    <a:pt x="1254861" y="3741693"/>
                    <a:pt x="1245908" y="3743185"/>
                  </a:cubicBezTo>
                  <a:cubicBezTo>
                    <a:pt x="1211590" y="3747661"/>
                    <a:pt x="1201145" y="3774519"/>
                    <a:pt x="1190700" y="3799885"/>
                  </a:cubicBezTo>
                  <a:cubicBezTo>
                    <a:pt x="1186224" y="3810330"/>
                    <a:pt x="1190700" y="3817790"/>
                    <a:pt x="1199653" y="3822266"/>
                  </a:cubicBezTo>
                  <a:cubicBezTo>
                    <a:pt x="1211590" y="3828235"/>
                    <a:pt x="1223527" y="3832711"/>
                    <a:pt x="1233971" y="3837187"/>
                  </a:cubicBezTo>
                  <a:cubicBezTo>
                    <a:pt x="1235463" y="3834204"/>
                    <a:pt x="1236956" y="3834204"/>
                    <a:pt x="1236956" y="3834204"/>
                  </a:cubicBezTo>
                  <a:cubicBezTo>
                    <a:pt x="1236956" y="3829727"/>
                    <a:pt x="1238448" y="3823759"/>
                    <a:pt x="1238448" y="3819282"/>
                  </a:cubicBezTo>
                  <a:cubicBezTo>
                    <a:pt x="1239940" y="3783472"/>
                    <a:pt x="1245908" y="3774519"/>
                    <a:pt x="1278735" y="3761090"/>
                  </a:cubicBezTo>
                  <a:cubicBezTo>
                    <a:pt x="1299624" y="3753630"/>
                    <a:pt x="1332450" y="3759598"/>
                    <a:pt x="1342895" y="3774519"/>
                  </a:cubicBezTo>
                  <a:cubicBezTo>
                    <a:pt x="1354832" y="3792424"/>
                    <a:pt x="1353340" y="3810330"/>
                    <a:pt x="1344387" y="3829727"/>
                  </a:cubicBezTo>
                  <a:cubicBezTo>
                    <a:pt x="1336927" y="3846140"/>
                    <a:pt x="1322006" y="3852109"/>
                    <a:pt x="1305592" y="3847632"/>
                  </a:cubicBezTo>
                  <a:cubicBezTo>
                    <a:pt x="1292164" y="3844648"/>
                    <a:pt x="1284703" y="3832711"/>
                    <a:pt x="1284703" y="3813314"/>
                  </a:cubicBezTo>
                  <a:cubicBezTo>
                    <a:pt x="1310069" y="3802869"/>
                    <a:pt x="1304100" y="3832711"/>
                    <a:pt x="1323498" y="3835696"/>
                  </a:cubicBezTo>
                  <a:cubicBezTo>
                    <a:pt x="1327974" y="3828235"/>
                    <a:pt x="1335435" y="3822266"/>
                    <a:pt x="1338419" y="3814806"/>
                  </a:cubicBezTo>
                  <a:cubicBezTo>
                    <a:pt x="1344387" y="3801377"/>
                    <a:pt x="1341403" y="3784964"/>
                    <a:pt x="1330958" y="3777503"/>
                  </a:cubicBezTo>
                  <a:cubicBezTo>
                    <a:pt x="1301116" y="3755122"/>
                    <a:pt x="1256353" y="3774519"/>
                    <a:pt x="1256353" y="3804361"/>
                  </a:cubicBezTo>
                  <a:cubicBezTo>
                    <a:pt x="1256353" y="3814806"/>
                    <a:pt x="1254861" y="3823759"/>
                    <a:pt x="1256353" y="3834204"/>
                  </a:cubicBezTo>
                  <a:cubicBezTo>
                    <a:pt x="1256353" y="3838680"/>
                    <a:pt x="1259337" y="3846140"/>
                    <a:pt x="1263813" y="3849125"/>
                  </a:cubicBezTo>
                  <a:cubicBezTo>
                    <a:pt x="1278735" y="3858077"/>
                    <a:pt x="1295148" y="3868522"/>
                    <a:pt x="1311561" y="3875982"/>
                  </a:cubicBezTo>
                  <a:cubicBezTo>
                    <a:pt x="1336927" y="3884935"/>
                    <a:pt x="1359308" y="3877474"/>
                    <a:pt x="1372737" y="3856585"/>
                  </a:cubicBezTo>
                  <a:cubicBezTo>
                    <a:pt x="1393627" y="3823759"/>
                    <a:pt x="1389150" y="3784964"/>
                    <a:pt x="1362292" y="3752138"/>
                  </a:cubicBezTo>
                  <a:cubicBezTo>
                    <a:pt x="1352593" y="3740947"/>
                    <a:pt x="1339165" y="3733487"/>
                    <a:pt x="1323684" y="3730316"/>
                  </a:cubicBezTo>
                  <a:close/>
                  <a:moveTo>
                    <a:pt x="3806361" y="3932683"/>
                  </a:moveTo>
                  <a:cubicBezTo>
                    <a:pt x="3801885" y="3959540"/>
                    <a:pt x="3798901" y="3980430"/>
                    <a:pt x="3792932" y="4002811"/>
                  </a:cubicBezTo>
                  <a:cubicBezTo>
                    <a:pt x="3788456" y="4017732"/>
                    <a:pt x="3794425" y="4028177"/>
                    <a:pt x="3803377" y="4038622"/>
                  </a:cubicBezTo>
                  <a:cubicBezTo>
                    <a:pt x="3806360" y="4004303"/>
                    <a:pt x="3834711" y="3971477"/>
                    <a:pt x="3806361" y="3932683"/>
                  </a:cubicBezTo>
                  <a:close/>
                  <a:moveTo>
                    <a:pt x="2955861" y="3858077"/>
                  </a:moveTo>
                  <a:cubicBezTo>
                    <a:pt x="2933480" y="3858077"/>
                    <a:pt x="2908114" y="3872998"/>
                    <a:pt x="2900653" y="3889411"/>
                  </a:cubicBezTo>
                  <a:cubicBezTo>
                    <a:pt x="2888716" y="3913285"/>
                    <a:pt x="2876780" y="3937159"/>
                    <a:pt x="2861859" y="3958048"/>
                  </a:cubicBezTo>
                  <a:cubicBezTo>
                    <a:pt x="2852906" y="3971477"/>
                    <a:pt x="2845445" y="3986398"/>
                    <a:pt x="2846938" y="4002811"/>
                  </a:cubicBezTo>
                  <a:cubicBezTo>
                    <a:pt x="2846938" y="4017732"/>
                    <a:pt x="2851414" y="4032653"/>
                    <a:pt x="2852906" y="4049067"/>
                  </a:cubicBezTo>
                  <a:cubicBezTo>
                    <a:pt x="2867827" y="4046082"/>
                    <a:pt x="2881256" y="4041606"/>
                    <a:pt x="2894685" y="4037130"/>
                  </a:cubicBezTo>
                  <a:cubicBezTo>
                    <a:pt x="2891701" y="4029669"/>
                    <a:pt x="2890209" y="4028177"/>
                    <a:pt x="2888716" y="4023701"/>
                  </a:cubicBezTo>
                  <a:cubicBezTo>
                    <a:pt x="2876780" y="3993859"/>
                    <a:pt x="2885732" y="3946111"/>
                    <a:pt x="2911098" y="3925222"/>
                  </a:cubicBezTo>
                  <a:cubicBezTo>
                    <a:pt x="2926019" y="3913285"/>
                    <a:pt x="2942432" y="3899856"/>
                    <a:pt x="2963322" y="3896872"/>
                  </a:cubicBezTo>
                  <a:cubicBezTo>
                    <a:pt x="2996148" y="3893888"/>
                    <a:pt x="3018530" y="3910301"/>
                    <a:pt x="3033451" y="3938651"/>
                  </a:cubicBezTo>
                  <a:cubicBezTo>
                    <a:pt x="3040911" y="3953572"/>
                    <a:pt x="3045387" y="3968493"/>
                    <a:pt x="3052848" y="3984906"/>
                  </a:cubicBezTo>
                  <a:cubicBezTo>
                    <a:pt x="3073738" y="3980430"/>
                    <a:pt x="3094627" y="3978937"/>
                    <a:pt x="3111040" y="3965509"/>
                  </a:cubicBezTo>
                  <a:cubicBezTo>
                    <a:pt x="3105072" y="3938651"/>
                    <a:pt x="3093135" y="3917762"/>
                    <a:pt x="3072245" y="3899856"/>
                  </a:cubicBezTo>
                  <a:cubicBezTo>
                    <a:pt x="3037927" y="3871506"/>
                    <a:pt x="3000624" y="3856585"/>
                    <a:pt x="2955861" y="3858077"/>
                  </a:cubicBezTo>
                  <a:close/>
                  <a:moveTo>
                    <a:pt x="3664611" y="3908809"/>
                  </a:moveTo>
                  <a:cubicBezTo>
                    <a:pt x="3640738" y="3941635"/>
                    <a:pt x="3637754" y="3971477"/>
                    <a:pt x="3657151" y="3999827"/>
                  </a:cubicBezTo>
                  <a:cubicBezTo>
                    <a:pt x="3660135" y="3993859"/>
                    <a:pt x="3663119" y="3989382"/>
                    <a:pt x="3664611" y="3984906"/>
                  </a:cubicBezTo>
                  <a:cubicBezTo>
                    <a:pt x="3667596" y="3974461"/>
                    <a:pt x="3669088" y="3962525"/>
                    <a:pt x="3673564" y="3952080"/>
                  </a:cubicBezTo>
                  <a:cubicBezTo>
                    <a:pt x="3681025" y="3935667"/>
                    <a:pt x="3672072" y="3922238"/>
                    <a:pt x="3664611" y="3908809"/>
                  </a:cubicBezTo>
                  <a:close/>
                  <a:moveTo>
                    <a:pt x="1550298" y="3734232"/>
                  </a:moveTo>
                  <a:cubicBezTo>
                    <a:pt x="1533885" y="3743185"/>
                    <a:pt x="1520456" y="3750646"/>
                    <a:pt x="1507027" y="3758106"/>
                  </a:cubicBezTo>
                  <a:cubicBezTo>
                    <a:pt x="1507027" y="3759598"/>
                    <a:pt x="1507027" y="3761090"/>
                    <a:pt x="1508519" y="3761090"/>
                  </a:cubicBezTo>
                  <a:cubicBezTo>
                    <a:pt x="1524932" y="3761090"/>
                    <a:pt x="1541345" y="3761090"/>
                    <a:pt x="1559250" y="3761090"/>
                  </a:cubicBezTo>
                  <a:cubicBezTo>
                    <a:pt x="1556266" y="3750646"/>
                    <a:pt x="1553282" y="3743185"/>
                    <a:pt x="1550298" y="3734232"/>
                  </a:cubicBezTo>
                  <a:close/>
                  <a:moveTo>
                    <a:pt x="3075230" y="3858077"/>
                  </a:moveTo>
                  <a:cubicBezTo>
                    <a:pt x="3058817" y="3870014"/>
                    <a:pt x="3058817" y="3870014"/>
                    <a:pt x="3075230" y="3880459"/>
                  </a:cubicBezTo>
                  <a:cubicBezTo>
                    <a:pt x="3075230" y="3871506"/>
                    <a:pt x="3075230" y="3865538"/>
                    <a:pt x="3075230" y="3858077"/>
                  </a:cubicBezTo>
                  <a:close/>
                  <a:moveTo>
                    <a:pt x="2487340" y="3802869"/>
                  </a:moveTo>
                  <a:cubicBezTo>
                    <a:pt x="2475403" y="3817790"/>
                    <a:pt x="2461974" y="3834204"/>
                    <a:pt x="2450037" y="3849125"/>
                  </a:cubicBezTo>
                  <a:cubicBezTo>
                    <a:pt x="2463466" y="3871506"/>
                    <a:pt x="2464959" y="3872998"/>
                    <a:pt x="2475403" y="3874490"/>
                  </a:cubicBezTo>
                  <a:cubicBezTo>
                    <a:pt x="2508229" y="3880459"/>
                    <a:pt x="2539564" y="3847632"/>
                    <a:pt x="2535087" y="3814806"/>
                  </a:cubicBezTo>
                  <a:cubicBezTo>
                    <a:pt x="2521659" y="3810330"/>
                    <a:pt x="2506738" y="3807345"/>
                    <a:pt x="2487340" y="3802869"/>
                  </a:cubicBezTo>
                  <a:close/>
                  <a:moveTo>
                    <a:pt x="1871847" y="3746915"/>
                  </a:moveTo>
                  <a:cubicBezTo>
                    <a:pt x="1859537" y="3743558"/>
                    <a:pt x="1846481" y="3743185"/>
                    <a:pt x="1832306" y="3747661"/>
                  </a:cubicBezTo>
                  <a:cubicBezTo>
                    <a:pt x="1829321" y="3759598"/>
                    <a:pt x="1826337" y="3770043"/>
                    <a:pt x="1823353" y="3783472"/>
                  </a:cubicBezTo>
                  <a:cubicBezTo>
                    <a:pt x="1832306" y="3786456"/>
                    <a:pt x="1841258" y="3789440"/>
                    <a:pt x="1850211" y="3790933"/>
                  </a:cubicBezTo>
                  <a:cubicBezTo>
                    <a:pt x="1860656" y="3792424"/>
                    <a:pt x="1872593" y="3792424"/>
                    <a:pt x="1881545" y="3795409"/>
                  </a:cubicBezTo>
                  <a:cubicBezTo>
                    <a:pt x="1889006" y="3796901"/>
                    <a:pt x="1897958" y="3802869"/>
                    <a:pt x="1902435" y="3808838"/>
                  </a:cubicBezTo>
                  <a:cubicBezTo>
                    <a:pt x="1935261" y="3853601"/>
                    <a:pt x="1936753" y="3901348"/>
                    <a:pt x="1917356" y="3952080"/>
                  </a:cubicBezTo>
                  <a:cubicBezTo>
                    <a:pt x="1909895" y="3969985"/>
                    <a:pt x="1894974" y="3986398"/>
                    <a:pt x="1877069" y="3983414"/>
                  </a:cubicBezTo>
                  <a:cubicBezTo>
                    <a:pt x="1848719" y="3980430"/>
                    <a:pt x="1820369" y="3968493"/>
                    <a:pt x="1800971" y="3947604"/>
                  </a:cubicBezTo>
                  <a:cubicBezTo>
                    <a:pt x="1784558" y="3929698"/>
                    <a:pt x="1784558" y="3902840"/>
                    <a:pt x="1781574" y="3878967"/>
                  </a:cubicBezTo>
                  <a:cubicBezTo>
                    <a:pt x="1780082" y="3862553"/>
                    <a:pt x="1795003" y="3855093"/>
                    <a:pt x="1802464" y="3843156"/>
                  </a:cubicBezTo>
                  <a:cubicBezTo>
                    <a:pt x="1811416" y="3828235"/>
                    <a:pt x="1824845" y="3826743"/>
                    <a:pt x="1839766" y="3829727"/>
                  </a:cubicBezTo>
                  <a:cubicBezTo>
                    <a:pt x="1845735" y="3831219"/>
                    <a:pt x="1851703" y="3834204"/>
                    <a:pt x="1856179" y="3834204"/>
                  </a:cubicBezTo>
                  <a:cubicBezTo>
                    <a:pt x="1871100" y="3834204"/>
                    <a:pt x="1877069" y="3843156"/>
                    <a:pt x="1878561" y="3856585"/>
                  </a:cubicBezTo>
                  <a:cubicBezTo>
                    <a:pt x="1880053" y="3870014"/>
                    <a:pt x="1881545" y="3883443"/>
                    <a:pt x="1880053" y="3896872"/>
                  </a:cubicBezTo>
                  <a:cubicBezTo>
                    <a:pt x="1878561" y="3913285"/>
                    <a:pt x="1863640" y="3928206"/>
                    <a:pt x="1851703" y="3928206"/>
                  </a:cubicBezTo>
                  <a:cubicBezTo>
                    <a:pt x="1839766" y="3928206"/>
                    <a:pt x="1827829" y="3916269"/>
                    <a:pt x="1823353" y="3898364"/>
                  </a:cubicBezTo>
                  <a:cubicBezTo>
                    <a:pt x="1821861" y="3895380"/>
                    <a:pt x="1821861" y="3892396"/>
                    <a:pt x="1821861" y="3887919"/>
                  </a:cubicBezTo>
                  <a:cubicBezTo>
                    <a:pt x="1820369" y="3868522"/>
                    <a:pt x="1830814" y="3862553"/>
                    <a:pt x="1853195" y="3872998"/>
                  </a:cubicBezTo>
                  <a:cubicBezTo>
                    <a:pt x="1845735" y="3875982"/>
                    <a:pt x="1841258" y="3877474"/>
                    <a:pt x="1835290" y="3880459"/>
                  </a:cubicBezTo>
                  <a:cubicBezTo>
                    <a:pt x="1832306" y="3898364"/>
                    <a:pt x="1836782" y="3908809"/>
                    <a:pt x="1850211" y="3916269"/>
                  </a:cubicBezTo>
                  <a:cubicBezTo>
                    <a:pt x="1868116" y="3901348"/>
                    <a:pt x="1875577" y="3875982"/>
                    <a:pt x="1868116" y="3858077"/>
                  </a:cubicBezTo>
                  <a:cubicBezTo>
                    <a:pt x="1866624" y="3853601"/>
                    <a:pt x="1860656" y="3849125"/>
                    <a:pt x="1856179" y="3846140"/>
                  </a:cubicBezTo>
                  <a:cubicBezTo>
                    <a:pt x="1844242" y="3841664"/>
                    <a:pt x="1827829" y="3834204"/>
                    <a:pt x="1818877" y="3846140"/>
                  </a:cubicBezTo>
                  <a:cubicBezTo>
                    <a:pt x="1806940" y="3859569"/>
                    <a:pt x="1793511" y="3871506"/>
                    <a:pt x="1796495" y="3895380"/>
                  </a:cubicBezTo>
                  <a:cubicBezTo>
                    <a:pt x="1802464" y="3929698"/>
                    <a:pt x="1815893" y="3953572"/>
                    <a:pt x="1848719" y="3962525"/>
                  </a:cubicBezTo>
                  <a:cubicBezTo>
                    <a:pt x="1851703" y="3962525"/>
                    <a:pt x="1853195" y="3964016"/>
                    <a:pt x="1856179" y="3965509"/>
                  </a:cubicBezTo>
                  <a:cubicBezTo>
                    <a:pt x="1880053" y="3975954"/>
                    <a:pt x="1900943" y="3968493"/>
                    <a:pt x="1909895" y="3943127"/>
                  </a:cubicBezTo>
                  <a:cubicBezTo>
                    <a:pt x="1918848" y="3919253"/>
                    <a:pt x="1923324" y="3893888"/>
                    <a:pt x="1917356" y="3867030"/>
                  </a:cubicBezTo>
                  <a:cubicBezTo>
                    <a:pt x="1905419" y="3819282"/>
                    <a:pt x="1884529" y="3801377"/>
                    <a:pt x="1835290" y="3801377"/>
                  </a:cubicBezTo>
                  <a:cubicBezTo>
                    <a:pt x="1821861" y="3801377"/>
                    <a:pt x="1811416" y="3805854"/>
                    <a:pt x="1803956" y="3816298"/>
                  </a:cubicBezTo>
                  <a:cubicBezTo>
                    <a:pt x="1793511" y="3832711"/>
                    <a:pt x="1778590" y="3844648"/>
                    <a:pt x="1762177" y="3855093"/>
                  </a:cubicBezTo>
                  <a:cubicBezTo>
                    <a:pt x="1750240" y="3861061"/>
                    <a:pt x="1741287" y="3870014"/>
                    <a:pt x="1741287" y="3883443"/>
                  </a:cubicBezTo>
                  <a:cubicBezTo>
                    <a:pt x="1741287" y="3896872"/>
                    <a:pt x="1741287" y="3910301"/>
                    <a:pt x="1742779" y="3923730"/>
                  </a:cubicBezTo>
                  <a:cubicBezTo>
                    <a:pt x="1750240" y="3965509"/>
                    <a:pt x="1777098" y="3993859"/>
                    <a:pt x="1811416" y="4014748"/>
                  </a:cubicBezTo>
                  <a:cubicBezTo>
                    <a:pt x="1847227" y="4037130"/>
                    <a:pt x="1881545" y="4028177"/>
                    <a:pt x="1915864" y="4010272"/>
                  </a:cubicBezTo>
                  <a:cubicBezTo>
                    <a:pt x="1917356" y="4010272"/>
                    <a:pt x="1918848" y="4008780"/>
                    <a:pt x="1920340" y="4007288"/>
                  </a:cubicBezTo>
                  <a:cubicBezTo>
                    <a:pt x="1933769" y="3995351"/>
                    <a:pt x="1950182" y="3986398"/>
                    <a:pt x="1959135" y="3972969"/>
                  </a:cubicBezTo>
                  <a:cubicBezTo>
                    <a:pt x="1965103" y="3964016"/>
                    <a:pt x="1957643" y="3947604"/>
                    <a:pt x="1956150" y="3934174"/>
                  </a:cubicBezTo>
                  <a:cubicBezTo>
                    <a:pt x="1956150" y="3931190"/>
                    <a:pt x="1954658" y="3929698"/>
                    <a:pt x="1954658" y="3926714"/>
                  </a:cubicBezTo>
                  <a:cubicBezTo>
                    <a:pt x="1950182" y="3875982"/>
                    <a:pt x="1930785" y="3828235"/>
                    <a:pt x="1915864" y="3778995"/>
                  </a:cubicBezTo>
                  <a:cubicBezTo>
                    <a:pt x="1914372" y="3773027"/>
                    <a:pt x="1911387" y="3767059"/>
                    <a:pt x="1906911" y="3764074"/>
                  </a:cubicBezTo>
                  <a:cubicBezTo>
                    <a:pt x="1895720" y="3756614"/>
                    <a:pt x="1884157" y="3750272"/>
                    <a:pt x="1871847" y="3746915"/>
                  </a:cubicBezTo>
                  <a:close/>
                  <a:moveTo>
                    <a:pt x="1087745" y="3673056"/>
                  </a:moveTo>
                  <a:cubicBezTo>
                    <a:pt x="1078792" y="3695437"/>
                    <a:pt x="1071332" y="3717819"/>
                    <a:pt x="1062379" y="3744677"/>
                  </a:cubicBezTo>
                  <a:cubicBezTo>
                    <a:pt x="1071332" y="3750646"/>
                    <a:pt x="1080284" y="3758106"/>
                    <a:pt x="1090729" y="3762582"/>
                  </a:cubicBezTo>
                  <a:cubicBezTo>
                    <a:pt x="1095206" y="3764074"/>
                    <a:pt x="1104158" y="3762582"/>
                    <a:pt x="1107142" y="3759598"/>
                  </a:cubicBezTo>
                  <a:cubicBezTo>
                    <a:pt x="1120571" y="3744677"/>
                    <a:pt x="1131016" y="3729756"/>
                    <a:pt x="1145937" y="3711851"/>
                  </a:cubicBezTo>
                  <a:cubicBezTo>
                    <a:pt x="1135492" y="3707375"/>
                    <a:pt x="1123556" y="3702898"/>
                    <a:pt x="1114603" y="3696930"/>
                  </a:cubicBezTo>
                  <a:cubicBezTo>
                    <a:pt x="1104158" y="3690961"/>
                    <a:pt x="1096698" y="3680516"/>
                    <a:pt x="1087745" y="3673056"/>
                  </a:cubicBezTo>
                  <a:close/>
                  <a:moveTo>
                    <a:pt x="1339911" y="3687977"/>
                  </a:moveTo>
                  <a:cubicBezTo>
                    <a:pt x="1332450" y="3695437"/>
                    <a:pt x="1324990" y="3701406"/>
                    <a:pt x="1313053" y="3711851"/>
                  </a:cubicBezTo>
                  <a:cubicBezTo>
                    <a:pt x="1362292" y="3719311"/>
                    <a:pt x="1383182" y="3750646"/>
                    <a:pt x="1395119" y="3790933"/>
                  </a:cubicBezTo>
                  <a:cubicBezTo>
                    <a:pt x="1408548" y="3834204"/>
                    <a:pt x="1387658" y="3867030"/>
                    <a:pt x="1356324" y="3895380"/>
                  </a:cubicBezTo>
                  <a:cubicBezTo>
                    <a:pt x="1366769" y="3901348"/>
                    <a:pt x="1374229" y="3905824"/>
                    <a:pt x="1386166" y="3911793"/>
                  </a:cubicBezTo>
                  <a:cubicBezTo>
                    <a:pt x="1396611" y="3902840"/>
                    <a:pt x="1410040" y="3895380"/>
                    <a:pt x="1416008" y="3884935"/>
                  </a:cubicBezTo>
                  <a:cubicBezTo>
                    <a:pt x="1429437" y="3859569"/>
                    <a:pt x="1442866" y="3832711"/>
                    <a:pt x="1433914" y="3799885"/>
                  </a:cubicBezTo>
                  <a:cubicBezTo>
                    <a:pt x="1420485" y="3747661"/>
                    <a:pt x="1395119" y="3707375"/>
                    <a:pt x="1339911" y="3687977"/>
                  </a:cubicBezTo>
                  <a:close/>
                  <a:moveTo>
                    <a:pt x="2336637" y="3765567"/>
                  </a:moveTo>
                  <a:cubicBezTo>
                    <a:pt x="2321716" y="3767059"/>
                    <a:pt x="2308286" y="3770043"/>
                    <a:pt x="2293366" y="3771535"/>
                  </a:cubicBezTo>
                  <a:cubicBezTo>
                    <a:pt x="2288890" y="3787948"/>
                    <a:pt x="2284414" y="3804361"/>
                    <a:pt x="2276953" y="3823759"/>
                  </a:cubicBezTo>
                  <a:cubicBezTo>
                    <a:pt x="2291874" y="3834204"/>
                    <a:pt x="2308287" y="3832711"/>
                    <a:pt x="2320224" y="3819282"/>
                  </a:cubicBezTo>
                  <a:cubicBezTo>
                    <a:pt x="2336637" y="3802869"/>
                    <a:pt x="2344098" y="3777503"/>
                    <a:pt x="2336637" y="3765567"/>
                  </a:cubicBezTo>
                  <a:close/>
                  <a:moveTo>
                    <a:pt x="2359019" y="3767059"/>
                  </a:moveTo>
                  <a:cubicBezTo>
                    <a:pt x="2354543" y="3783472"/>
                    <a:pt x="2348574" y="3801377"/>
                    <a:pt x="2342606" y="3820775"/>
                  </a:cubicBezTo>
                  <a:cubicBezTo>
                    <a:pt x="2353051" y="3825251"/>
                    <a:pt x="2360511" y="3829727"/>
                    <a:pt x="2369464" y="3834204"/>
                  </a:cubicBezTo>
                  <a:cubicBezTo>
                    <a:pt x="2373940" y="3828235"/>
                    <a:pt x="2376924" y="3825251"/>
                    <a:pt x="2381401" y="3817790"/>
                  </a:cubicBezTo>
                  <a:cubicBezTo>
                    <a:pt x="2396322" y="3826743"/>
                    <a:pt x="2408258" y="3817790"/>
                    <a:pt x="2414227" y="3807345"/>
                  </a:cubicBezTo>
                  <a:cubicBezTo>
                    <a:pt x="2420195" y="3796901"/>
                    <a:pt x="2427656" y="3784964"/>
                    <a:pt x="2420195" y="3776011"/>
                  </a:cubicBezTo>
                  <a:cubicBezTo>
                    <a:pt x="2396322" y="3773027"/>
                    <a:pt x="2378416" y="3770043"/>
                    <a:pt x="2359019" y="3767059"/>
                  </a:cubicBezTo>
                  <a:close/>
                  <a:moveTo>
                    <a:pt x="2439593" y="3771535"/>
                  </a:moveTo>
                  <a:cubicBezTo>
                    <a:pt x="2436609" y="3786456"/>
                    <a:pt x="2435116" y="3798393"/>
                    <a:pt x="2430640" y="3808838"/>
                  </a:cubicBezTo>
                  <a:cubicBezTo>
                    <a:pt x="2426164" y="3819282"/>
                    <a:pt x="2417211" y="3826743"/>
                    <a:pt x="2408258" y="3835696"/>
                  </a:cubicBezTo>
                  <a:cubicBezTo>
                    <a:pt x="2445561" y="3840172"/>
                    <a:pt x="2461974" y="3826743"/>
                    <a:pt x="2475403" y="3783472"/>
                  </a:cubicBezTo>
                  <a:cubicBezTo>
                    <a:pt x="2463466" y="3780488"/>
                    <a:pt x="2453022" y="3776011"/>
                    <a:pt x="2439593" y="3771535"/>
                  </a:cubicBezTo>
                  <a:close/>
                  <a:moveTo>
                    <a:pt x="2257556" y="3755122"/>
                  </a:moveTo>
                  <a:cubicBezTo>
                    <a:pt x="2242635" y="3761090"/>
                    <a:pt x="2229206" y="3767059"/>
                    <a:pt x="2214285" y="3773027"/>
                  </a:cubicBezTo>
                  <a:cubicBezTo>
                    <a:pt x="2221745" y="3789440"/>
                    <a:pt x="2229206" y="3805854"/>
                    <a:pt x="2238159" y="3823759"/>
                  </a:cubicBezTo>
                  <a:cubicBezTo>
                    <a:pt x="2259048" y="3820775"/>
                    <a:pt x="2269492" y="3808838"/>
                    <a:pt x="2272477" y="3790933"/>
                  </a:cubicBezTo>
                  <a:cubicBezTo>
                    <a:pt x="2275461" y="3774519"/>
                    <a:pt x="2270985" y="3764074"/>
                    <a:pt x="2257556" y="3755122"/>
                  </a:cubicBezTo>
                  <a:close/>
                  <a:moveTo>
                    <a:pt x="2024787" y="3734232"/>
                  </a:moveTo>
                  <a:cubicBezTo>
                    <a:pt x="2002406" y="3734232"/>
                    <a:pt x="1983008" y="3734232"/>
                    <a:pt x="1963611" y="3734232"/>
                  </a:cubicBezTo>
                  <a:cubicBezTo>
                    <a:pt x="1969579" y="3752138"/>
                    <a:pt x="1975548" y="3768551"/>
                    <a:pt x="1983008" y="3787948"/>
                  </a:cubicBezTo>
                  <a:cubicBezTo>
                    <a:pt x="1997929" y="3770043"/>
                    <a:pt x="2011358" y="3753630"/>
                    <a:pt x="2024787" y="3734232"/>
                  </a:cubicBezTo>
                  <a:close/>
                  <a:moveTo>
                    <a:pt x="3106564" y="3822266"/>
                  </a:moveTo>
                  <a:cubicBezTo>
                    <a:pt x="3097611" y="3826743"/>
                    <a:pt x="3093135" y="3834204"/>
                    <a:pt x="3091643" y="3844648"/>
                  </a:cubicBezTo>
                  <a:cubicBezTo>
                    <a:pt x="3087166" y="3871506"/>
                    <a:pt x="3100596" y="3895380"/>
                    <a:pt x="3109548" y="3919253"/>
                  </a:cubicBezTo>
                  <a:cubicBezTo>
                    <a:pt x="3115517" y="3935667"/>
                    <a:pt x="3127453" y="3943127"/>
                    <a:pt x="3140882" y="3950588"/>
                  </a:cubicBezTo>
                  <a:cubicBezTo>
                    <a:pt x="3146851" y="3953572"/>
                    <a:pt x="3152819" y="3955064"/>
                    <a:pt x="3158788" y="3955064"/>
                  </a:cubicBezTo>
                  <a:cubicBezTo>
                    <a:pt x="3170724" y="3952080"/>
                    <a:pt x="3181169" y="3947604"/>
                    <a:pt x="3194598" y="3943127"/>
                  </a:cubicBezTo>
                  <a:cubicBezTo>
                    <a:pt x="3172216" y="3922238"/>
                    <a:pt x="3140882" y="3920745"/>
                    <a:pt x="3128945" y="3895380"/>
                  </a:cubicBezTo>
                  <a:cubicBezTo>
                    <a:pt x="3118501" y="3872998"/>
                    <a:pt x="3114024" y="3847632"/>
                    <a:pt x="3106564" y="3822266"/>
                  </a:cubicBezTo>
                  <a:close/>
                  <a:moveTo>
                    <a:pt x="2829032" y="3798393"/>
                  </a:moveTo>
                  <a:cubicBezTo>
                    <a:pt x="2799190" y="3799885"/>
                    <a:pt x="2767856" y="3802869"/>
                    <a:pt x="2746966" y="3828235"/>
                  </a:cubicBezTo>
                  <a:cubicBezTo>
                    <a:pt x="2721601" y="3858077"/>
                    <a:pt x="2708172" y="3893888"/>
                    <a:pt x="2715632" y="3932683"/>
                  </a:cubicBezTo>
                  <a:cubicBezTo>
                    <a:pt x="2723093" y="3968493"/>
                    <a:pt x="2733538" y="4004303"/>
                    <a:pt x="2769348" y="4025193"/>
                  </a:cubicBezTo>
                  <a:cubicBezTo>
                    <a:pt x="2791730" y="4038622"/>
                    <a:pt x="2811127" y="4044590"/>
                    <a:pt x="2833509" y="4034146"/>
                  </a:cubicBezTo>
                  <a:cubicBezTo>
                    <a:pt x="2833509" y="4032653"/>
                    <a:pt x="2835001" y="4031161"/>
                    <a:pt x="2835001" y="4029669"/>
                  </a:cubicBezTo>
                  <a:cubicBezTo>
                    <a:pt x="2832017" y="4008780"/>
                    <a:pt x="2832017" y="3990875"/>
                    <a:pt x="2832017" y="3969985"/>
                  </a:cubicBezTo>
                  <a:cubicBezTo>
                    <a:pt x="2818587" y="3969985"/>
                    <a:pt x="2808143" y="3968493"/>
                    <a:pt x="2797698" y="3968493"/>
                  </a:cubicBezTo>
                  <a:cubicBezTo>
                    <a:pt x="2755919" y="3968493"/>
                    <a:pt x="2718616" y="3931190"/>
                    <a:pt x="2735030" y="3889411"/>
                  </a:cubicBezTo>
                  <a:cubicBezTo>
                    <a:pt x="2739506" y="3878967"/>
                    <a:pt x="2738014" y="3867030"/>
                    <a:pt x="2742490" y="3858077"/>
                  </a:cubicBezTo>
                  <a:cubicBezTo>
                    <a:pt x="2746966" y="3849125"/>
                    <a:pt x="2754427" y="3838680"/>
                    <a:pt x="2761887" y="3834204"/>
                  </a:cubicBezTo>
                  <a:cubicBezTo>
                    <a:pt x="2775317" y="3828235"/>
                    <a:pt x="2791730" y="3825251"/>
                    <a:pt x="2808143" y="3823759"/>
                  </a:cubicBezTo>
                  <a:cubicBezTo>
                    <a:pt x="2830524" y="3822266"/>
                    <a:pt x="2843953" y="3832711"/>
                    <a:pt x="2851414" y="3853601"/>
                  </a:cubicBezTo>
                  <a:cubicBezTo>
                    <a:pt x="2858874" y="3877474"/>
                    <a:pt x="2852906" y="3901348"/>
                    <a:pt x="2835001" y="3911793"/>
                  </a:cubicBezTo>
                  <a:cubicBezTo>
                    <a:pt x="2824556" y="3917762"/>
                    <a:pt x="2811127" y="3922238"/>
                    <a:pt x="2800682" y="3920745"/>
                  </a:cubicBezTo>
                  <a:cubicBezTo>
                    <a:pt x="2775317" y="3917762"/>
                    <a:pt x="2764872" y="3895380"/>
                    <a:pt x="2772332" y="3867030"/>
                  </a:cubicBezTo>
                  <a:cubicBezTo>
                    <a:pt x="2776808" y="3850617"/>
                    <a:pt x="2784269" y="3847632"/>
                    <a:pt x="2803666" y="3855093"/>
                  </a:cubicBezTo>
                  <a:cubicBezTo>
                    <a:pt x="2788745" y="3865538"/>
                    <a:pt x="2784269" y="3877474"/>
                    <a:pt x="2788745" y="3893888"/>
                  </a:cubicBezTo>
                  <a:cubicBezTo>
                    <a:pt x="2791730" y="3902840"/>
                    <a:pt x="2800682" y="3910301"/>
                    <a:pt x="2811127" y="3910301"/>
                  </a:cubicBezTo>
                  <a:cubicBezTo>
                    <a:pt x="2829032" y="3908809"/>
                    <a:pt x="2843953" y="3893888"/>
                    <a:pt x="2843953" y="3872998"/>
                  </a:cubicBezTo>
                  <a:cubicBezTo>
                    <a:pt x="2843953" y="3852109"/>
                    <a:pt x="2833509" y="3840172"/>
                    <a:pt x="2812619" y="3838680"/>
                  </a:cubicBezTo>
                  <a:cubicBezTo>
                    <a:pt x="2779793" y="3835696"/>
                    <a:pt x="2760395" y="3849125"/>
                    <a:pt x="2754427" y="3881951"/>
                  </a:cubicBezTo>
                  <a:cubicBezTo>
                    <a:pt x="2752935" y="3886427"/>
                    <a:pt x="2752935" y="3892396"/>
                    <a:pt x="2751443" y="3896872"/>
                  </a:cubicBezTo>
                  <a:cubicBezTo>
                    <a:pt x="2746966" y="3913285"/>
                    <a:pt x="2751443" y="3926714"/>
                    <a:pt x="2761887" y="3938651"/>
                  </a:cubicBezTo>
                  <a:cubicBezTo>
                    <a:pt x="2775317" y="3955064"/>
                    <a:pt x="2811127" y="3962525"/>
                    <a:pt x="2835001" y="3958048"/>
                  </a:cubicBezTo>
                  <a:cubicBezTo>
                    <a:pt x="2866335" y="3950588"/>
                    <a:pt x="2878272" y="3925222"/>
                    <a:pt x="2888716" y="3899856"/>
                  </a:cubicBezTo>
                  <a:cubicBezTo>
                    <a:pt x="2899161" y="3875982"/>
                    <a:pt x="2900653" y="3852109"/>
                    <a:pt x="2882748" y="3828235"/>
                  </a:cubicBezTo>
                  <a:cubicBezTo>
                    <a:pt x="2869319" y="3810330"/>
                    <a:pt x="2852906" y="3795409"/>
                    <a:pt x="2829032" y="3798393"/>
                  </a:cubicBezTo>
                  <a:close/>
                  <a:moveTo>
                    <a:pt x="2100885" y="3728264"/>
                  </a:moveTo>
                  <a:cubicBezTo>
                    <a:pt x="2045677" y="3729756"/>
                    <a:pt x="2012850" y="3764074"/>
                    <a:pt x="2000914" y="3813314"/>
                  </a:cubicBezTo>
                  <a:cubicBezTo>
                    <a:pt x="1999422" y="3820775"/>
                    <a:pt x="2000914" y="3829727"/>
                    <a:pt x="2003898" y="3837187"/>
                  </a:cubicBezTo>
                  <a:cubicBezTo>
                    <a:pt x="2009866" y="3856585"/>
                    <a:pt x="2018819" y="3875982"/>
                    <a:pt x="2023295" y="3896872"/>
                  </a:cubicBezTo>
                  <a:cubicBezTo>
                    <a:pt x="2029264" y="3925222"/>
                    <a:pt x="2047169" y="3938651"/>
                    <a:pt x="2074027" y="3946111"/>
                  </a:cubicBezTo>
                  <a:cubicBezTo>
                    <a:pt x="2091932" y="3952080"/>
                    <a:pt x="2109837" y="3949095"/>
                    <a:pt x="2127743" y="3944619"/>
                  </a:cubicBezTo>
                  <a:cubicBezTo>
                    <a:pt x="2141172" y="3940143"/>
                    <a:pt x="2150124" y="3931190"/>
                    <a:pt x="2157585" y="3919253"/>
                  </a:cubicBezTo>
                  <a:cubicBezTo>
                    <a:pt x="2185935" y="3868522"/>
                    <a:pt x="2157585" y="3808838"/>
                    <a:pt x="2121774" y="3781980"/>
                  </a:cubicBezTo>
                  <a:cubicBezTo>
                    <a:pt x="2111330" y="3774519"/>
                    <a:pt x="2100885" y="3773027"/>
                    <a:pt x="2088948" y="3778995"/>
                  </a:cubicBezTo>
                  <a:cubicBezTo>
                    <a:pt x="2077011" y="3784964"/>
                    <a:pt x="2065074" y="3790933"/>
                    <a:pt x="2053137" y="3796901"/>
                  </a:cubicBezTo>
                  <a:cubicBezTo>
                    <a:pt x="2044185" y="3802869"/>
                    <a:pt x="2035232" y="3808838"/>
                    <a:pt x="2036724" y="3822266"/>
                  </a:cubicBezTo>
                  <a:cubicBezTo>
                    <a:pt x="2060598" y="3804361"/>
                    <a:pt x="2097900" y="3805854"/>
                    <a:pt x="2114314" y="3823759"/>
                  </a:cubicBezTo>
                  <a:cubicBezTo>
                    <a:pt x="2132219" y="3844648"/>
                    <a:pt x="2130727" y="3877474"/>
                    <a:pt x="2109837" y="3898364"/>
                  </a:cubicBezTo>
                  <a:cubicBezTo>
                    <a:pt x="2090440" y="3917762"/>
                    <a:pt x="2065074" y="3916269"/>
                    <a:pt x="2042693" y="3895380"/>
                  </a:cubicBezTo>
                  <a:cubicBezTo>
                    <a:pt x="2038216" y="3890903"/>
                    <a:pt x="2033740" y="3884935"/>
                    <a:pt x="2030756" y="3880459"/>
                  </a:cubicBezTo>
                  <a:cubicBezTo>
                    <a:pt x="2017327" y="3862553"/>
                    <a:pt x="2020311" y="3843156"/>
                    <a:pt x="2020311" y="3822266"/>
                  </a:cubicBezTo>
                  <a:cubicBezTo>
                    <a:pt x="2020311" y="3807345"/>
                    <a:pt x="2026280" y="3795409"/>
                    <a:pt x="2038216" y="3789440"/>
                  </a:cubicBezTo>
                  <a:cubicBezTo>
                    <a:pt x="2056122" y="3780488"/>
                    <a:pt x="2075519" y="3771535"/>
                    <a:pt x="2094916" y="3764074"/>
                  </a:cubicBezTo>
                  <a:cubicBezTo>
                    <a:pt x="2106853" y="3759598"/>
                    <a:pt x="2118790" y="3764074"/>
                    <a:pt x="2127743" y="3773027"/>
                  </a:cubicBezTo>
                  <a:cubicBezTo>
                    <a:pt x="2159077" y="3802869"/>
                    <a:pt x="2184443" y="3837187"/>
                    <a:pt x="2175490" y="3883443"/>
                  </a:cubicBezTo>
                  <a:cubicBezTo>
                    <a:pt x="2166537" y="3935667"/>
                    <a:pt x="2148632" y="3959540"/>
                    <a:pt x="2099393" y="3959540"/>
                  </a:cubicBezTo>
                  <a:cubicBezTo>
                    <a:pt x="2078503" y="3958048"/>
                    <a:pt x="2057614" y="3952080"/>
                    <a:pt x="2033740" y="3949095"/>
                  </a:cubicBezTo>
                  <a:cubicBezTo>
                    <a:pt x="2035232" y="3956556"/>
                    <a:pt x="2036724" y="3967001"/>
                    <a:pt x="2038216" y="3975954"/>
                  </a:cubicBezTo>
                  <a:cubicBezTo>
                    <a:pt x="2041201" y="3998335"/>
                    <a:pt x="2047169" y="4004303"/>
                    <a:pt x="2069550" y="4007288"/>
                  </a:cubicBezTo>
                  <a:cubicBezTo>
                    <a:pt x="2075519" y="4008780"/>
                    <a:pt x="2082979" y="4008780"/>
                    <a:pt x="2088948" y="4010272"/>
                  </a:cubicBezTo>
                  <a:cubicBezTo>
                    <a:pt x="2121774" y="4014748"/>
                    <a:pt x="2151616" y="4008780"/>
                    <a:pt x="2172506" y="3978937"/>
                  </a:cubicBezTo>
                  <a:cubicBezTo>
                    <a:pt x="2173998" y="3975954"/>
                    <a:pt x="2179966" y="3974461"/>
                    <a:pt x="2182951" y="3971477"/>
                  </a:cubicBezTo>
                  <a:cubicBezTo>
                    <a:pt x="2188919" y="3965509"/>
                    <a:pt x="2197872" y="3961032"/>
                    <a:pt x="2200856" y="3955064"/>
                  </a:cubicBezTo>
                  <a:cubicBezTo>
                    <a:pt x="2209808" y="3937159"/>
                    <a:pt x="2218761" y="3917762"/>
                    <a:pt x="2224729" y="3896872"/>
                  </a:cubicBezTo>
                  <a:cubicBezTo>
                    <a:pt x="2235174" y="3865538"/>
                    <a:pt x="2223237" y="3834204"/>
                    <a:pt x="2215777" y="3804361"/>
                  </a:cubicBezTo>
                  <a:cubicBezTo>
                    <a:pt x="2209808" y="3784964"/>
                    <a:pt x="2197872" y="3771535"/>
                    <a:pt x="2175490" y="3768551"/>
                  </a:cubicBezTo>
                  <a:cubicBezTo>
                    <a:pt x="2156093" y="3765567"/>
                    <a:pt x="2139679" y="3755122"/>
                    <a:pt x="2126251" y="3741693"/>
                  </a:cubicBezTo>
                  <a:cubicBezTo>
                    <a:pt x="2118790" y="3735724"/>
                    <a:pt x="2109837" y="3728264"/>
                    <a:pt x="2100885" y="3728264"/>
                  </a:cubicBezTo>
                  <a:close/>
                  <a:moveTo>
                    <a:pt x="3761598" y="3862553"/>
                  </a:moveTo>
                  <a:cubicBezTo>
                    <a:pt x="3760106" y="3865538"/>
                    <a:pt x="3757122" y="3870014"/>
                    <a:pt x="3755630" y="3872998"/>
                  </a:cubicBezTo>
                  <a:cubicBezTo>
                    <a:pt x="3754138" y="3878967"/>
                    <a:pt x="3752645" y="3886427"/>
                    <a:pt x="3751154" y="3892396"/>
                  </a:cubicBezTo>
                  <a:cubicBezTo>
                    <a:pt x="3749661" y="3899856"/>
                    <a:pt x="3743693" y="3908809"/>
                    <a:pt x="3746677" y="3914777"/>
                  </a:cubicBezTo>
                  <a:cubicBezTo>
                    <a:pt x="3755630" y="3938651"/>
                    <a:pt x="3767566" y="3962525"/>
                    <a:pt x="3780996" y="3989382"/>
                  </a:cubicBezTo>
                  <a:cubicBezTo>
                    <a:pt x="3794425" y="3959540"/>
                    <a:pt x="3795917" y="3932683"/>
                    <a:pt x="3797409" y="3905824"/>
                  </a:cubicBezTo>
                  <a:cubicBezTo>
                    <a:pt x="3797409" y="3901348"/>
                    <a:pt x="3792932" y="3896872"/>
                    <a:pt x="3791440" y="3890903"/>
                  </a:cubicBezTo>
                  <a:cubicBezTo>
                    <a:pt x="3789948" y="3890903"/>
                    <a:pt x="3788456" y="3890903"/>
                    <a:pt x="3786964" y="3890903"/>
                  </a:cubicBezTo>
                  <a:cubicBezTo>
                    <a:pt x="3782488" y="3907317"/>
                    <a:pt x="3776519" y="3923730"/>
                    <a:pt x="3772043" y="3940143"/>
                  </a:cubicBezTo>
                  <a:cubicBezTo>
                    <a:pt x="3767566" y="3934174"/>
                    <a:pt x="3767566" y="3929698"/>
                    <a:pt x="3767566" y="3925222"/>
                  </a:cubicBezTo>
                  <a:cubicBezTo>
                    <a:pt x="3770551" y="3911793"/>
                    <a:pt x="3773535" y="3896872"/>
                    <a:pt x="3776519" y="3883443"/>
                  </a:cubicBezTo>
                  <a:cubicBezTo>
                    <a:pt x="3780995" y="3871506"/>
                    <a:pt x="3776519" y="3864046"/>
                    <a:pt x="3761598" y="3862553"/>
                  </a:cubicBezTo>
                  <a:close/>
                  <a:moveTo>
                    <a:pt x="2896177" y="3787948"/>
                  </a:moveTo>
                  <a:cubicBezTo>
                    <a:pt x="2890209" y="3790933"/>
                    <a:pt x="2882748" y="3793916"/>
                    <a:pt x="2875288" y="3796901"/>
                  </a:cubicBezTo>
                  <a:cubicBezTo>
                    <a:pt x="2887224" y="3819282"/>
                    <a:pt x="2897669" y="3838680"/>
                    <a:pt x="2906622" y="3856585"/>
                  </a:cubicBezTo>
                  <a:cubicBezTo>
                    <a:pt x="2920051" y="3852109"/>
                    <a:pt x="2930495" y="3849125"/>
                    <a:pt x="2945416" y="3844648"/>
                  </a:cubicBezTo>
                  <a:cubicBezTo>
                    <a:pt x="2929003" y="3825251"/>
                    <a:pt x="2912590" y="3805854"/>
                    <a:pt x="2896177" y="3787948"/>
                  </a:cubicBezTo>
                  <a:close/>
                  <a:moveTo>
                    <a:pt x="1366769" y="3656643"/>
                  </a:moveTo>
                  <a:cubicBezTo>
                    <a:pt x="1362292" y="3664104"/>
                    <a:pt x="1359308" y="3668580"/>
                    <a:pt x="1353340" y="3676040"/>
                  </a:cubicBezTo>
                  <a:cubicBezTo>
                    <a:pt x="1362292" y="3680516"/>
                    <a:pt x="1366769" y="3683501"/>
                    <a:pt x="1377213" y="3687977"/>
                  </a:cubicBezTo>
                  <a:cubicBezTo>
                    <a:pt x="1372737" y="3674548"/>
                    <a:pt x="1371245" y="3667088"/>
                    <a:pt x="1366769" y="3656643"/>
                  </a:cubicBezTo>
                  <a:close/>
                  <a:moveTo>
                    <a:pt x="3636261" y="3838680"/>
                  </a:moveTo>
                  <a:cubicBezTo>
                    <a:pt x="3627309" y="3871506"/>
                    <a:pt x="3612388" y="3899856"/>
                    <a:pt x="3637754" y="3929698"/>
                  </a:cubicBezTo>
                  <a:cubicBezTo>
                    <a:pt x="3649690" y="3899856"/>
                    <a:pt x="3661627" y="3871506"/>
                    <a:pt x="3636261" y="3838680"/>
                  </a:cubicBezTo>
                  <a:close/>
                  <a:moveTo>
                    <a:pt x="3666103" y="3840172"/>
                  </a:moveTo>
                  <a:cubicBezTo>
                    <a:pt x="3670580" y="3883443"/>
                    <a:pt x="3694453" y="3907317"/>
                    <a:pt x="3727280" y="3925222"/>
                  </a:cubicBezTo>
                  <a:cubicBezTo>
                    <a:pt x="3713851" y="3893888"/>
                    <a:pt x="3706391" y="3856585"/>
                    <a:pt x="3666103" y="3840172"/>
                  </a:cubicBezTo>
                  <a:close/>
                  <a:moveTo>
                    <a:pt x="3712359" y="3837187"/>
                  </a:moveTo>
                  <a:cubicBezTo>
                    <a:pt x="3719819" y="3858077"/>
                    <a:pt x="3721312" y="3875982"/>
                    <a:pt x="3739217" y="3889411"/>
                  </a:cubicBezTo>
                  <a:cubicBezTo>
                    <a:pt x="3742201" y="3875982"/>
                    <a:pt x="3743693" y="3865538"/>
                    <a:pt x="3745185" y="3852109"/>
                  </a:cubicBezTo>
                  <a:cubicBezTo>
                    <a:pt x="3736233" y="3847632"/>
                    <a:pt x="3727280" y="3843156"/>
                    <a:pt x="3712359" y="3837187"/>
                  </a:cubicBezTo>
                  <a:close/>
                  <a:moveTo>
                    <a:pt x="2641399" y="3747661"/>
                  </a:moveTo>
                  <a:cubicBezTo>
                    <a:pt x="2629836" y="3749154"/>
                    <a:pt x="2619391" y="3755868"/>
                    <a:pt x="2612677" y="3768551"/>
                  </a:cubicBezTo>
                  <a:cubicBezTo>
                    <a:pt x="2602232" y="3789440"/>
                    <a:pt x="2597756" y="3811822"/>
                    <a:pt x="2605216" y="3834204"/>
                  </a:cubicBezTo>
                  <a:cubicBezTo>
                    <a:pt x="2608201" y="3844648"/>
                    <a:pt x="2615661" y="3853601"/>
                    <a:pt x="2627598" y="3856585"/>
                  </a:cubicBezTo>
                  <a:cubicBezTo>
                    <a:pt x="2642519" y="3859569"/>
                    <a:pt x="2664901" y="3847632"/>
                    <a:pt x="2673853" y="3832711"/>
                  </a:cubicBezTo>
                  <a:cubicBezTo>
                    <a:pt x="2679822" y="3822266"/>
                    <a:pt x="2678330" y="3799885"/>
                    <a:pt x="2667885" y="3790933"/>
                  </a:cubicBezTo>
                  <a:cubicBezTo>
                    <a:pt x="2663409" y="3786456"/>
                    <a:pt x="2655948" y="3783472"/>
                    <a:pt x="2651472" y="3784964"/>
                  </a:cubicBezTo>
                  <a:cubicBezTo>
                    <a:pt x="2645503" y="3786456"/>
                    <a:pt x="2638043" y="3792424"/>
                    <a:pt x="2638043" y="3796901"/>
                  </a:cubicBezTo>
                  <a:cubicBezTo>
                    <a:pt x="2638043" y="3802869"/>
                    <a:pt x="2642519" y="3808838"/>
                    <a:pt x="2646995" y="3814806"/>
                  </a:cubicBezTo>
                  <a:cubicBezTo>
                    <a:pt x="2649980" y="3816298"/>
                    <a:pt x="2652964" y="3817790"/>
                    <a:pt x="2657440" y="3819282"/>
                  </a:cubicBezTo>
                  <a:cubicBezTo>
                    <a:pt x="2641027" y="3825251"/>
                    <a:pt x="2635058" y="3823759"/>
                    <a:pt x="2626106" y="3813314"/>
                  </a:cubicBezTo>
                  <a:cubicBezTo>
                    <a:pt x="2618645" y="3802869"/>
                    <a:pt x="2618645" y="3790933"/>
                    <a:pt x="2624614" y="3783472"/>
                  </a:cubicBezTo>
                  <a:cubicBezTo>
                    <a:pt x="2636551" y="3770043"/>
                    <a:pt x="2660424" y="3765567"/>
                    <a:pt x="2673853" y="3777503"/>
                  </a:cubicBezTo>
                  <a:cubicBezTo>
                    <a:pt x="2687282" y="3790933"/>
                    <a:pt x="2696235" y="3805854"/>
                    <a:pt x="2691759" y="3826743"/>
                  </a:cubicBezTo>
                  <a:cubicBezTo>
                    <a:pt x="2684298" y="3856585"/>
                    <a:pt x="2645503" y="3877474"/>
                    <a:pt x="2615661" y="3865538"/>
                  </a:cubicBezTo>
                  <a:cubicBezTo>
                    <a:pt x="2609693" y="3864046"/>
                    <a:pt x="2603724" y="3859569"/>
                    <a:pt x="2596264" y="3856585"/>
                  </a:cubicBezTo>
                  <a:cubicBezTo>
                    <a:pt x="2594772" y="3868522"/>
                    <a:pt x="2594772" y="3877474"/>
                    <a:pt x="2593280" y="3884935"/>
                  </a:cubicBezTo>
                  <a:cubicBezTo>
                    <a:pt x="2615661" y="3902840"/>
                    <a:pt x="2636551" y="3902840"/>
                    <a:pt x="2657440" y="3886427"/>
                  </a:cubicBezTo>
                  <a:cubicBezTo>
                    <a:pt x="2663409" y="3881951"/>
                    <a:pt x="2672361" y="3877474"/>
                    <a:pt x="2678330" y="3871506"/>
                  </a:cubicBezTo>
                  <a:cubicBezTo>
                    <a:pt x="2694743" y="3856585"/>
                    <a:pt x="2708172" y="3838680"/>
                    <a:pt x="2705188" y="3814806"/>
                  </a:cubicBezTo>
                  <a:cubicBezTo>
                    <a:pt x="2702203" y="3793916"/>
                    <a:pt x="2696235" y="3773027"/>
                    <a:pt x="2676837" y="3758106"/>
                  </a:cubicBezTo>
                  <a:cubicBezTo>
                    <a:pt x="2665647" y="3749900"/>
                    <a:pt x="2652964" y="3746169"/>
                    <a:pt x="2641399" y="3747661"/>
                  </a:cubicBezTo>
                  <a:close/>
                  <a:moveTo>
                    <a:pt x="2288890" y="3702898"/>
                  </a:moveTo>
                  <a:cubicBezTo>
                    <a:pt x="2281429" y="3716327"/>
                    <a:pt x="2275461" y="3726772"/>
                    <a:pt x="2269493" y="3741693"/>
                  </a:cubicBezTo>
                  <a:cubicBezTo>
                    <a:pt x="2276953" y="3747661"/>
                    <a:pt x="2284414" y="3753630"/>
                    <a:pt x="2293366" y="3756614"/>
                  </a:cubicBezTo>
                  <a:cubicBezTo>
                    <a:pt x="2309780" y="3764074"/>
                    <a:pt x="2327685" y="3756614"/>
                    <a:pt x="2336637" y="3741693"/>
                  </a:cubicBezTo>
                  <a:cubicBezTo>
                    <a:pt x="2344098" y="3729756"/>
                    <a:pt x="2339622" y="3717819"/>
                    <a:pt x="2327685" y="3713343"/>
                  </a:cubicBezTo>
                  <a:cubicBezTo>
                    <a:pt x="2315748" y="3710358"/>
                    <a:pt x="2302319" y="3705882"/>
                    <a:pt x="2288890" y="3702898"/>
                  </a:cubicBezTo>
                  <a:close/>
                  <a:moveTo>
                    <a:pt x="1056411" y="3601435"/>
                  </a:moveTo>
                  <a:cubicBezTo>
                    <a:pt x="1047458" y="3604419"/>
                    <a:pt x="1039998" y="3608895"/>
                    <a:pt x="1031045" y="3610388"/>
                  </a:cubicBezTo>
                  <a:cubicBezTo>
                    <a:pt x="1020600" y="3613372"/>
                    <a:pt x="1019108" y="3620832"/>
                    <a:pt x="1022092" y="3629785"/>
                  </a:cubicBezTo>
                  <a:cubicBezTo>
                    <a:pt x="1028061" y="3658135"/>
                    <a:pt x="1029553" y="3684993"/>
                    <a:pt x="1016124" y="3711851"/>
                  </a:cubicBezTo>
                  <a:cubicBezTo>
                    <a:pt x="1019108" y="3714835"/>
                    <a:pt x="1022092" y="3717819"/>
                    <a:pt x="1026569" y="3719311"/>
                  </a:cubicBezTo>
                  <a:cubicBezTo>
                    <a:pt x="1044474" y="3729756"/>
                    <a:pt x="1056411" y="3725280"/>
                    <a:pt x="1062379" y="3704390"/>
                  </a:cubicBezTo>
                  <a:cubicBezTo>
                    <a:pt x="1063871" y="3696930"/>
                    <a:pt x="1065363" y="3689469"/>
                    <a:pt x="1065363" y="3682009"/>
                  </a:cubicBezTo>
                  <a:cubicBezTo>
                    <a:pt x="1065363" y="3668580"/>
                    <a:pt x="1072824" y="3664104"/>
                    <a:pt x="1083269" y="3661119"/>
                  </a:cubicBezTo>
                  <a:cubicBezTo>
                    <a:pt x="1072824" y="3643214"/>
                    <a:pt x="1065363" y="3623817"/>
                    <a:pt x="1056411" y="3601435"/>
                  </a:cubicBezTo>
                  <a:close/>
                  <a:moveTo>
                    <a:pt x="2521659" y="3717819"/>
                  </a:moveTo>
                  <a:cubicBezTo>
                    <a:pt x="2512706" y="3734232"/>
                    <a:pt x="2505245" y="3747661"/>
                    <a:pt x="2496293" y="3759598"/>
                  </a:cubicBezTo>
                  <a:cubicBezTo>
                    <a:pt x="2490324" y="3768551"/>
                    <a:pt x="2487340" y="3776011"/>
                    <a:pt x="2494801" y="3786456"/>
                  </a:cubicBezTo>
                  <a:cubicBezTo>
                    <a:pt x="2503753" y="3796901"/>
                    <a:pt x="2517182" y="3804361"/>
                    <a:pt x="2526135" y="3799885"/>
                  </a:cubicBezTo>
                  <a:cubicBezTo>
                    <a:pt x="2541056" y="3790933"/>
                    <a:pt x="2554485" y="3783472"/>
                    <a:pt x="2555977" y="3761090"/>
                  </a:cubicBezTo>
                  <a:cubicBezTo>
                    <a:pt x="2555977" y="3740201"/>
                    <a:pt x="2550008" y="3728264"/>
                    <a:pt x="2530611" y="3722296"/>
                  </a:cubicBezTo>
                  <a:cubicBezTo>
                    <a:pt x="2527627" y="3720803"/>
                    <a:pt x="2524643" y="3719311"/>
                    <a:pt x="2521659" y="3717819"/>
                  </a:cubicBezTo>
                  <a:close/>
                  <a:moveTo>
                    <a:pt x="857075" y="3572269"/>
                  </a:moveTo>
                  <a:cubicBezTo>
                    <a:pt x="849382" y="3572805"/>
                    <a:pt x="840802" y="3574577"/>
                    <a:pt x="831103" y="3577561"/>
                  </a:cubicBezTo>
                  <a:cubicBezTo>
                    <a:pt x="843040" y="3589498"/>
                    <a:pt x="853484" y="3598451"/>
                    <a:pt x="863929" y="3607403"/>
                  </a:cubicBezTo>
                  <a:cubicBezTo>
                    <a:pt x="878850" y="3620832"/>
                    <a:pt x="893771" y="3632769"/>
                    <a:pt x="910184" y="3644706"/>
                  </a:cubicBezTo>
                  <a:cubicBezTo>
                    <a:pt x="913169" y="3646198"/>
                    <a:pt x="919137" y="3647690"/>
                    <a:pt x="920629" y="3646198"/>
                  </a:cubicBezTo>
                  <a:cubicBezTo>
                    <a:pt x="923613" y="3643214"/>
                    <a:pt x="926598" y="3637245"/>
                    <a:pt x="925106" y="3634261"/>
                  </a:cubicBezTo>
                  <a:cubicBezTo>
                    <a:pt x="920629" y="3622324"/>
                    <a:pt x="914661" y="3611880"/>
                    <a:pt x="908692" y="3601435"/>
                  </a:cubicBezTo>
                  <a:cubicBezTo>
                    <a:pt x="895263" y="3580173"/>
                    <a:pt x="880156" y="3570661"/>
                    <a:pt x="857075" y="3572269"/>
                  </a:cubicBezTo>
                  <a:close/>
                  <a:moveTo>
                    <a:pt x="2643219" y="3715465"/>
                  </a:moveTo>
                  <a:cubicBezTo>
                    <a:pt x="2634499" y="3715954"/>
                    <a:pt x="2625359" y="3718566"/>
                    <a:pt x="2615661" y="3723788"/>
                  </a:cubicBezTo>
                  <a:cubicBezTo>
                    <a:pt x="2615661" y="3729756"/>
                    <a:pt x="2615661" y="3735724"/>
                    <a:pt x="2615661" y="3743185"/>
                  </a:cubicBezTo>
                  <a:cubicBezTo>
                    <a:pt x="2624614" y="3740201"/>
                    <a:pt x="2630582" y="3737217"/>
                    <a:pt x="2638043" y="3735724"/>
                  </a:cubicBezTo>
                  <a:cubicBezTo>
                    <a:pt x="2645503" y="3734232"/>
                    <a:pt x="2652964" y="3732740"/>
                    <a:pt x="2658932" y="3735724"/>
                  </a:cubicBezTo>
                  <a:cubicBezTo>
                    <a:pt x="2688774" y="3749153"/>
                    <a:pt x="2714140" y="3767059"/>
                    <a:pt x="2718616" y="3802869"/>
                  </a:cubicBezTo>
                  <a:cubicBezTo>
                    <a:pt x="2718616" y="3807345"/>
                    <a:pt x="2720109" y="3811822"/>
                    <a:pt x="2721601" y="3817790"/>
                  </a:cubicBezTo>
                  <a:cubicBezTo>
                    <a:pt x="2735030" y="3810330"/>
                    <a:pt x="2742490" y="3802869"/>
                    <a:pt x="2752935" y="3795409"/>
                  </a:cubicBezTo>
                  <a:cubicBezTo>
                    <a:pt x="2739506" y="3781980"/>
                    <a:pt x="2727569" y="3768551"/>
                    <a:pt x="2714140" y="3755122"/>
                  </a:cubicBezTo>
                  <a:cubicBezTo>
                    <a:pt x="2691759" y="3731622"/>
                    <a:pt x="2669378" y="3713996"/>
                    <a:pt x="2643219" y="3715465"/>
                  </a:cubicBezTo>
                  <a:close/>
                  <a:moveTo>
                    <a:pt x="2467943" y="3693946"/>
                  </a:moveTo>
                  <a:cubicBezTo>
                    <a:pt x="2464959" y="3717819"/>
                    <a:pt x="2463466" y="3741693"/>
                    <a:pt x="2439593" y="3758106"/>
                  </a:cubicBezTo>
                  <a:cubicBezTo>
                    <a:pt x="2456006" y="3768551"/>
                    <a:pt x="2469435" y="3776011"/>
                    <a:pt x="2479880" y="3762582"/>
                  </a:cubicBezTo>
                  <a:cubicBezTo>
                    <a:pt x="2488832" y="3752138"/>
                    <a:pt x="2496293" y="3738709"/>
                    <a:pt x="2502261" y="3725280"/>
                  </a:cubicBezTo>
                  <a:cubicBezTo>
                    <a:pt x="2508229" y="3711851"/>
                    <a:pt x="2502261" y="3702898"/>
                    <a:pt x="2488832" y="3698422"/>
                  </a:cubicBezTo>
                  <a:cubicBezTo>
                    <a:pt x="2482864" y="3696930"/>
                    <a:pt x="2476895" y="3695437"/>
                    <a:pt x="2467943" y="3693946"/>
                  </a:cubicBezTo>
                  <a:close/>
                  <a:moveTo>
                    <a:pt x="3600451" y="3784964"/>
                  </a:moveTo>
                  <a:cubicBezTo>
                    <a:pt x="3585530" y="3817790"/>
                    <a:pt x="3588514" y="3840172"/>
                    <a:pt x="3613880" y="3864046"/>
                  </a:cubicBezTo>
                  <a:cubicBezTo>
                    <a:pt x="3618356" y="3846140"/>
                    <a:pt x="3622833" y="3829727"/>
                    <a:pt x="3627309" y="3810330"/>
                  </a:cubicBezTo>
                  <a:cubicBezTo>
                    <a:pt x="3619848" y="3802869"/>
                    <a:pt x="3618356" y="3784964"/>
                    <a:pt x="3600451" y="3784964"/>
                  </a:cubicBezTo>
                  <a:close/>
                  <a:moveTo>
                    <a:pt x="1817385" y="3638738"/>
                  </a:moveTo>
                  <a:cubicBezTo>
                    <a:pt x="1808432" y="3641722"/>
                    <a:pt x="1800971" y="3646198"/>
                    <a:pt x="1793511" y="3649183"/>
                  </a:cubicBezTo>
                  <a:cubicBezTo>
                    <a:pt x="1805448" y="3677532"/>
                    <a:pt x="1815893" y="3704390"/>
                    <a:pt x="1827829" y="3732740"/>
                  </a:cubicBezTo>
                  <a:cubicBezTo>
                    <a:pt x="1835290" y="3734232"/>
                    <a:pt x="1844242" y="3735724"/>
                    <a:pt x="1859164" y="3737217"/>
                  </a:cubicBezTo>
                  <a:cubicBezTo>
                    <a:pt x="1848719" y="3699914"/>
                    <a:pt x="1851703" y="3661119"/>
                    <a:pt x="1817385" y="3638738"/>
                  </a:cubicBezTo>
                  <a:close/>
                  <a:moveTo>
                    <a:pt x="2427656" y="3683501"/>
                  </a:moveTo>
                  <a:cubicBezTo>
                    <a:pt x="2411243" y="3683501"/>
                    <a:pt x="2396322" y="3686485"/>
                    <a:pt x="2385877" y="3699914"/>
                  </a:cubicBezTo>
                  <a:cubicBezTo>
                    <a:pt x="2382893" y="3704390"/>
                    <a:pt x="2375432" y="3705882"/>
                    <a:pt x="2370956" y="3708867"/>
                  </a:cubicBezTo>
                  <a:cubicBezTo>
                    <a:pt x="2350066" y="3722296"/>
                    <a:pt x="2350066" y="3741693"/>
                    <a:pt x="2372448" y="3755122"/>
                  </a:cubicBezTo>
                  <a:cubicBezTo>
                    <a:pt x="2388861" y="3764074"/>
                    <a:pt x="2405274" y="3765567"/>
                    <a:pt x="2421688" y="3755122"/>
                  </a:cubicBezTo>
                  <a:cubicBezTo>
                    <a:pt x="2438101" y="3743185"/>
                    <a:pt x="2453022" y="3729756"/>
                    <a:pt x="2451529" y="3708867"/>
                  </a:cubicBezTo>
                  <a:cubicBezTo>
                    <a:pt x="2451530" y="3684993"/>
                    <a:pt x="2448545" y="3683501"/>
                    <a:pt x="2427656" y="3683501"/>
                  </a:cubicBezTo>
                  <a:close/>
                  <a:moveTo>
                    <a:pt x="3564640" y="3768551"/>
                  </a:moveTo>
                  <a:cubicBezTo>
                    <a:pt x="3569117" y="3778995"/>
                    <a:pt x="3573593" y="3786456"/>
                    <a:pt x="3578069" y="3795409"/>
                  </a:cubicBezTo>
                  <a:cubicBezTo>
                    <a:pt x="3591498" y="3774519"/>
                    <a:pt x="3590006" y="3771535"/>
                    <a:pt x="3564640" y="3768551"/>
                  </a:cubicBezTo>
                  <a:close/>
                  <a:moveTo>
                    <a:pt x="1833798" y="3620832"/>
                  </a:moveTo>
                  <a:cubicBezTo>
                    <a:pt x="1832306" y="3638738"/>
                    <a:pt x="1847227" y="3646198"/>
                    <a:pt x="1851703" y="3658135"/>
                  </a:cubicBezTo>
                  <a:cubicBezTo>
                    <a:pt x="1856179" y="3670072"/>
                    <a:pt x="1860656" y="3683501"/>
                    <a:pt x="1863640" y="3696930"/>
                  </a:cubicBezTo>
                  <a:cubicBezTo>
                    <a:pt x="1866624" y="3708867"/>
                    <a:pt x="1878561" y="3720803"/>
                    <a:pt x="1865132" y="3737217"/>
                  </a:cubicBezTo>
                  <a:cubicBezTo>
                    <a:pt x="1877069" y="3740201"/>
                    <a:pt x="1886021" y="3743185"/>
                    <a:pt x="1896466" y="3746169"/>
                  </a:cubicBezTo>
                  <a:cubicBezTo>
                    <a:pt x="1889006" y="3707375"/>
                    <a:pt x="1853195" y="3634261"/>
                    <a:pt x="1833798" y="3620832"/>
                  </a:cubicBezTo>
                  <a:close/>
                  <a:moveTo>
                    <a:pt x="1583124" y="3593974"/>
                  </a:moveTo>
                  <a:cubicBezTo>
                    <a:pt x="1577156" y="3596959"/>
                    <a:pt x="1569695" y="3598451"/>
                    <a:pt x="1574171" y="3610388"/>
                  </a:cubicBezTo>
                  <a:cubicBezTo>
                    <a:pt x="1577156" y="3617848"/>
                    <a:pt x="1577156" y="3625309"/>
                    <a:pt x="1580140" y="3632769"/>
                  </a:cubicBezTo>
                  <a:cubicBezTo>
                    <a:pt x="1587600" y="3662611"/>
                    <a:pt x="1590585" y="3689469"/>
                    <a:pt x="1571187" y="3716327"/>
                  </a:cubicBezTo>
                  <a:cubicBezTo>
                    <a:pt x="1568203" y="3719311"/>
                    <a:pt x="1568203" y="3726772"/>
                    <a:pt x="1569695" y="3729756"/>
                  </a:cubicBezTo>
                  <a:cubicBezTo>
                    <a:pt x="1581632" y="3753630"/>
                    <a:pt x="1587600" y="3780488"/>
                    <a:pt x="1611474" y="3796901"/>
                  </a:cubicBezTo>
                  <a:cubicBezTo>
                    <a:pt x="1632364" y="3811822"/>
                    <a:pt x="1654745" y="3826743"/>
                    <a:pt x="1677127" y="3837187"/>
                  </a:cubicBezTo>
                  <a:cubicBezTo>
                    <a:pt x="1690556" y="3844648"/>
                    <a:pt x="1706969" y="3846140"/>
                    <a:pt x="1723382" y="3847632"/>
                  </a:cubicBezTo>
                  <a:cubicBezTo>
                    <a:pt x="1742779" y="3849125"/>
                    <a:pt x="1760685" y="3843156"/>
                    <a:pt x="1775606" y="3828235"/>
                  </a:cubicBezTo>
                  <a:cubicBezTo>
                    <a:pt x="1806940" y="3798393"/>
                    <a:pt x="1815893" y="3762582"/>
                    <a:pt x="1803956" y="3722296"/>
                  </a:cubicBezTo>
                  <a:cubicBezTo>
                    <a:pt x="1800971" y="3710358"/>
                    <a:pt x="1795003" y="3699914"/>
                    <a:pt x="1789035" y="3689469"/>
                  </a:cubicBezTo>
                  <a:cubicBezTo>
                    <a:pt x="1780082" y="3674548"/>
                    <a:pt x="1760685" y="3665595"/>
                    <a:pt x="1757701" y="3646198"/>
                  </a:cubicBezTo>
                  <a:cubicBezTo>
                    <a:pt x="1757701" y="3643214"/>
                    <a:pt x="1750240" y="3640230"/>
                    <a:pt x="1745764" y="3638738"/>
                  </a:cubicBezTo>
                  <a:cubicBezTo>
                    <a:pt x="1736811" y="3635753"/>
                    <a:pt x="1727858" y="3631277"/>
                    <a:pt x="1718906" y="3631277"/>
                  </a:cubicBezTo>
                  <a:cubicBezTo>
                    <a:pt x="1699508" y="3629785"/>
                    <a:pt x="1680111" y="3626801"/>
                    <a:pt x="1671158" y="3650674"/>
                  </a:cubicBezTo>
                  <a:cubicBezTo>
                    <a:pt x="1669666" y="3655151"/>
                    <a:pt x="1663698" y="3656643"/>
                    <a:pt x="1659221" y="3659627"/>
                  </a:cubicBezTo>
                  <a:cubicBezTo>
                    <a:pt x="1635348" y="3676040"/>
                    <a:pt x="1623411" y="3716327"/>
                    <a:pt x="1633856" y="3741693"/>
                  </a:cubicBezTo>
                  <a:cubicBezTo>
                    <a:pt x="1647285" y="3773027"/>
                    <a:pt x="1680111" y="3793916"/>
                    <a:pt x="1714429" y="3789440"/>
                  </a:cubicBezTo>
                  <a:cubicBezTo>
                    <a:pt x="1723382" y="3787948"/>
                    <a:pt x="1735319" y="3784964"/>
                    <a:pt x="1741287" y="3777503"/>
                  </a:cubicBezTo>
                  <a:cubicBezTo>
                    <a:pt x="1766653" y="3752138"/>
                    <a:pt x="1769637" y="3704390"/>
                    <a:pt x="1730843" y="3680516"/>
                  </a:cubicBezTo>
                  <a:cubicBezTo>
                    <a:pt x="1711445" y="3668580"/>
                    <a:pt x="1681603" y="3676040"/>
                    <a:pt x="1681603" y="3707375"/>
                  </a:cubicBezTo>
                  <a:cubicBezTo>
                    <a:pt x="1681603" y="3723788"/>
                    <a:pt x="1695032" y="3734232"/>
                    <a:pt x="1711445" y="3728264"/>
                  </a:cubicBezTo>
                  <a:cubicBezTo>
                    <a:pt x="1715922" y="3726772"/>
                    <a:pt x="1720398" y="3725280"/>
                    <a:pt x="1724874" y="3722296"/>
                  </a:cubicBezTo>
                  <a:cubicBezTo>
                    <a:pt x="1729350" y="3735724"/>
                    <a:pt x="1721890" y="3741693"/>
                    <a:pt x="1711445" y="3743185"/>
                  </a:cubicBezTo>
                  <a:cubicBezTo>
                    <a:pt x="1695032" y="3747661"/>
                    <a:pt x="1668174" y="3731248"/>
                    <a:pt x="1665190" y="3716327"/>
                  </a:cubicBezTo>
                  <a:cubicBezTo>
                    <a:pt x="1660714" y="3698422"/>
                    <a:pt x="1672650" y="3671564"/>
                    <a:pt x="1689064" y="3665595"/>
                  </a:cubicBezTo>
                  <a:cubicBezTo>
                    <a:pt x="1715922" y="3655151"/>
                    <a:pt x="1747256" y="3667088"/>
                    <a:pt x="1760685" y="3693946"/>
                  </a:cubicBezTo>
                  <a:cubicBezTo>
                    <a:pt x="1774114" y="3717819"/>
                    <a:pt x="1769637" y="3741693"/>
                    <a:pt x="1757701" y="3765567"/>
                  </a:cubicBezTo>
                  <a:cubicBezTo>
                    <a:pt x="1742779" y="3795409"/>
                    <a:pt x="1718906" y="3808838"/>
                    <a:pt x="1686079" y="3799885"/>
                  </a:cubicBezTo>
                  <a:cubicBezTo>
                    <a:pt x="1663698" y="3793916"/>
                    <a:pt x="1645793" y="3780488"/>
                    <a:pt x="1630872" y="3762582"/>
                  </a:cubicBezTo>
                  <a:cubicBezTo>
                    <a:pt x="1615950" y="3746169"/>
                    <a:pt x="1609982" y="3728264"/>
                    <a:pt x="1615950" y="3704390"/>
                  </a:cubicBezTo>
                  <a:cubicBezTo>
                    <a:pt x="1620427" y="3683501"/>
                    <a:pt x="1626395" y="3662611"/>
                    <a:pt x="1641316" y="3647690"/>
                  </a:cubicBezTo>
                  <a:cubicBezTo>
                    <a:pt x="1621919" y="3631277"/>
                    <a:pt x="1604014" y="3613372"/>
                    <a:pt x="1583124" y="3593974"/>
                  </a:cubicBezTo>
                  <a:close/>
                  <a:moveTo>
                    <a:pt x="2550008" y="3667088"/>
                  </a:moveTo>
                  <a:cubicBezTo>
                    <a:pt x="2541056" y="3677532"/>
                    <a:pt x="2532103" y="3687977"/>
                    <a:pt x="2521659" y="3698422"/>
                  </a:cubicBezTo>
                  <a:cubicBezTo>
                    <a:pt x="2532103" y="3708867"/>
                    <a:pt x="2539564" y="3719311"/>
                    <a:pt x="2554485" y="3716327"/>
                  </a:cubicBezTo>
                  <a:cubicBezTo>
                    <a:pt x="2554485" y="3699914"/>
                    <a:pt x="2554485" y="3683501"/>
                    <a:pt x="2554485" y="3668580"/>
                  </a:cubicBezTo>
                  <a:cubicBezTo>
                    <a:pt x="2552993" y="3668580"/>
                    <a:pt x="2551501" y="3667088"/>
                    <a:pt x="2550008" y="3667088"/>
                  </a:cubicBezTo>
                  <a:close/>
                  <a:moveTo>
                    <a:pt x="3493019" y="3741693"/>
                  </a:moveTo>
                  <a:cubicBezTo>
                    <a:pt x="3472130" y="3773027"/>
                    <a:pt x="3455717" y="3798393"/>
                    <a:pt x="3437812" y="3823759"/>
                  </a:cubicBezTo>
                  <a:cubicBezTo>
                    <a:pt x="3439303" y="3825251"/>
                    <a:pt x="3440795" y="3826743"/>
                    <a:pt x="3442288" y="3828235"/>
                  </a:cubicBezTo>
                  <a:cubicBezTo>
                    <a:pt x="3467654" y="3811822"/>
                    <a:pt x="3498987" y="3807345"/>
                    <a:pt x="3521369" y="3783472"/>
                  </a:cubicBezTo>
                  <a:cubicBezTo>
                    <a:pt x="3510925" y="3768551"/>
                    <a:pt x="3503464" y="3756614"/>
                    <a:pt x="3493019" y="3741693"/>
                  </a:cubicBezTo>
                  <a:close/>
                  <a:moveTo>
                    <a:pt x="1399595" y="3558164"/>
                  </a:moveTo>
                  <a:cubicBezTo>
                    <a:pt x="1386166" y="3590990"/>
                    <a:pt x="1386166" y="3620832"/>
                    <a:pt x="1395119" y="3649183"/>
                  </a:cubicBezTo>
                  <a:cubicBezTo>
                    <a:pt x="1404071" y="3682009"/>
                    <a:pt x="1426453" y="3705882"/>
                    <a:pt x="1451819" y="3729756"/>
                  </a:cubicBezTo>
                  <a:cubicBezTo>
                    <a:pt x="1481661" y="3756614"/>
                    <a:pt x="1518964" y="3740201"/>
                    <a:pt x="1535377" y="3717819"/>
                  </a:cubicBezTo>
                  <a:cubicBezTo>
                    <a:pt x="1547314" y="3702898"/>
                    <a:pt x="1556266" y="3684993"/>
                    <a:pt x="1559250" y="3665595"/>
                  </a:cubicBezTo>
                  <a:cubicBezTo>
                    <a:pt x="1562235" y="3650674"/>
                    <a:pt x="1562235" y="3631277"/>
                    <a:pt x="1556266" y="3616356"/>
                  </a:cubicBezTo>
                  <a:cubicBezTo>
                    <a:pt x="1544329" y="3585022"/>
                    <a:pt x="1515979" y="3576069"/>
                    <a:pt x="1477185" y="3580546"/>
                  </a:cubicBezTo>
                  <a:cubicBezTo>
                    <a:pt x="1448834" y="3583530"/>
                    <a:pt x="1436898" y="3599943"/>
                    <a:pt x="1429437" y="3623817"/>
                  </a:cubicBezTo>
                  <a:cubicBezTo>
                    <a:pt x="1421977" y="3649183"/>
                    <a:pt x="1436898" y="3674548"/>
                    <a:pt x="1460771" y="3677532"/>
                  </a:cubicBezTo>
                  <a:cubicBezTo>
                    <a:pt x="1475692" y="3679025"/>
                    <a:pt x="1481661" y="3676040"/>
                    <a:pt x="1487629" y="3661119"/>
                  </a:cubicBezTo>
                  <a:cubicBezTo>
                    <a:pt x="1493598" y="3644706"/>
                    <a:pt x="1492106" y="3631277"/>
                    <a:pt x="1481661" y="3625309"/>
                  </a:cubicBezTo>
                  <a:cubicBezTo>
                    <a:pt x="1477185" y="3622324"/>
                    <a:pt x="1472708" y="3623817"/>
                    <a:pt x="1462264" y="3622324"/>
                  </a:cubicBezTo>
                  <a:cubicBezTo>
                    <a:pt x="1469724" y="3635753"/>
                    <a:pt x="1474200" y="3643214"/>
                    <a:pt x="1478677" y="3650674"/>
                  </a:cubicBezTo>
                  <a:cubicBezTo>
                    <a:pt x="1457787" y="3665595"/>
                    <a:pt x="1451819" y="3664104"/>
                    <a:pt x="1444358" y="3646198"/>
                  </a:cubicBezTo>
                  <a:cubicBezTo>
                    <a:pt x="1436898" y="3628293"/>
                    <a:pt x="1439882" y="3617848"/>
                    <a:pt x="1454803" y="3605911"/>
                  </a:cubicBezTo>
                  <a:cubicBezTo>
                    <a:pt x="1468232" y="3595467"/>
                    <a:pt x="1483153" y="3593974"/>
                    <a:pt x="1495090" y="3605911"/>
                  </a:cubicBezTo>
                  <a:cubicBezTo>
                    <a:pt x="1505535" y="3616356"/>
                    <a:pt x="1515979" y="3628293"/>
                    <a:pt x="1520456" y="3641722"/>
                  </a:cubicBezTo>
                  <a:cubicBezTo>
                    <a:pt x="1529408" y="3662611"/>
                    <a:pt x="1520456" y="3684993"/>
                    <a:pt x="1507027" y="3692453"/>
                  </a:cubicBezTo>
                  <a:cubicBezTo>
                    <a:pt x="1483153" y="3705882"/>
                    <a:pt x="1448834" y="3699914"/>
                    <a:pt x="1427945" y="3680516"/>
                  </a:cubicBezTo>
                  <a:cubicBezTo>
                    <a:pt x="1407056" y="3659627"/>
                    <a:pt x="1401087" y="3628293"/>
                    <a:pt x="1416008" y="3601435"/>
                  </a:cubicBezTo>
                  <a:cubicBezTo>
                    <a:pt x="1417500" y="3598451"/>
                    <a:pt x="1418992" y="3595467"/>
                    <a:pt x="1420485" y="3592482"/>
                  </a:cubicBezTo>
                  <a:cubicBezTo>
                    <a:pt x="1414516" y="3582038"/>
                    <a:pt x="1408548" y="3573085"/>
                    <a:pt x="1399595" y="3558164"/>
                  </a:cubicBezTo>
                  <a:close/>
                  <a:moveTo>
                    <a:pt x="2673853" y="3659627"/>
                  </a:moveTo>
                  <a:cubicBezTo>
                    <a:pt x="2658932" y="3658135"/>
                    <a:pt x="2644011" y="3659627"/>
                    <a:pt x="2629090" y="3661119"/>
                  </a:cubicBezTo>
                  <a:cubicBezTo>
                    <a:pt x="2624614" y="3661119"/>
                    <a:pt x="2617153" y="3668580"/>
                    <a:pt x="2615661" y="3673056"/>
                  </a:cubicBezTo>
                  <a:cubicBezTo>
                    <a:pt x="2614169" y="3683501"/>
                    <a:pt x="2615661" y="3695437"/>
                    <a:pt x="2615661" y="3707375"/>
                  </a:cubicBezTo>
                  <a:cubicBezTo>
                    <a:pt x="2646995" y="3699914"/>
                    <a:pt x="2672361" y="3699914"/>
                    <a:pt x="2696235" y="3717819"/>
                  </a:cubicBezTo>
                  <a:cubicBezTo>
                    <a:pt x="2697727" y="3705882"/>
                    <a:pt x="2697727" y="3696930"/>
                    <a:pt x="2697727" y="3689469"/>
                  </a:cubicBezTo>
                  <a:cubicBezTo>
                    <a:pt x="2697727" y="3674548"/>
                    <a:pt x="2688774" y="3661119"/>
                    <a:pt x="2673853" y="3659627"/>
                  </a:cubicBezTo>
                  <a:close/>
                  <a:moveTo>
                    <a:pt x="3472130" y="3722296"/>
                  </a:moveTo>
                  <a:cubicBezTo>
                    <a:pt x="3468772" y="3722295"/>
                    <a:pt x="3466162" y="3724534"/>
                    <a:pt x="3464669" y="3728264"/>
                  </a:cubicBezTo>
                  <a:cubicBezTo>
                    <a:pt x="3454224" y="3749153"/>
                    <a:pt x="3439303" y="3765567"/>
                    <a:pt x="3416922" y="3774519"/>
                  </a:cubicBezTo>
                  <a:cubicBezTo>
                    <a:pt x="3421398" y="3784964"/>
                    <a:pt x="3424382" y="3793916"/>
                    <a:pt x="3430351" y="3807345"/>
                  </a:cubicBezTo>
                  <a:cubicBezTo>
                    <a:pt x="3449748" y="3778995"/>
                    <a:pt x="3466161" y="3755122"/>
                    <a:pt x="3484066" y="3729756"/>
                  </a:cubicBezTo>
                  <a:cubicBezTo>
                    <a:pt x="3479590" y="3724534"/>
                    <a:pt x="3475487" y="3722295"/>
                    <a:pt x="3472130" y="3722296"/>
                  </a:cubicBezTo>
                  <a:close/>
                  <a:moveTo>
                    <a:pt x="1636840" y="3571593"/>
                  </a:moveTo>
                  <a:cubicBezTo>
                    <a:pt x="1629379" y="3574577"/>
                    <a:pt x="1621919" y="3579053"/>
                    <a:pt x="1612966" y="3583530"/>
                  </a:cubicBezTo>
                  <a:cubicBezTo>
                    <a:pt x="1605506" y="3588006"/>
                    <a:pt x="1602521" y="3596959"/>
                    <a:pt x="1608490" y="3602927"/>
                  </a:cubicBezTo>
                  <a:cubicBezTo>
                    <a:pt x="1621919" y="3614864"/>
                    <a:pt x="1636840" y="3625309"/>
                    <a:pt x="1650269" y="3637245"/>
                  </a:cubicBezTo>
                  <a:cubicBezTo>
                    <a:pt x="1660714" y="3629785"/>
                    <a:pt x="1671158" y="3623817"/>
                    <a:pt x="1684587" y="3616356"/>
                  </a:cubicBezTo>
                  <a:cubicBezTo>
                    <a:pt x="1668174" y="3601435"/>
                    <a:pt x="1653253" y="3586514"/>
                    <a:pt x="1636840" y="3571593"/>
                  </a:cubicBezTo>
                  <a:close/>
                  <a:moveTo>
                    <a:pt x="3259878" y="3702525"/>
                  </a:moveTo>
                  <a:cubicBezTo>
                    <a:pt x="3249434" y="3701033"/>
                    <a:pt x="3238616" y="3702152"/>
                    <a:pt x="3227425" y="3705882"/>
                  </a:cubicBezTo>
                  <a:cubicBezTo>
                    <a:pt x="3176693" y="3720803"/>
                    <a:pt x="3143867" y="3755122"/>
                    <a:pt x="3128945" y="3805854"/>
                  </a:cubicBezTo>
                  <a:cubicBezTo>
                    <a:pt x="3119993" y="3835696"/>
                    <a:pt x="3128945" y="3865538"/>
                    <a:pt x="3140882" y="3892396"/>
                  </a:cubicBezTo>
                  <a:cubicBezTo>
                    <a:pt x="3142374" y="3896872"/>
                    <a:pt x="3146851" y="3902840"/>
                    <a:pt x="3152819" y="3905824"/>
                  </a:cubicBezTo>
                  <a:cubicBezTo>
                    <a:pt x="3179677" y="3922238"/>
                    <a:pt x="3208027" y="3934174"/>
                    <a:pt x="3240853" y="3922238"/>
                  </a:cubicBezTo>
                  <a:cubicBezTo>
                    <a:pt x="3270696" y="3911793"/>
                    <a:pt x="3293077" y="3896872"/>
                    <a:pt x="3303522" y="3864046"/>
                  </a:cubicBezTo>
                  <a:cubicBezTo>
                    <a:pt x="3313966" y="3831219"/>
                    <a:pt x="3294569" y="3783472"/>
                    <a:pt x="3266219" y="3764074"/>
                  </a:cubicBezTo>
                  <a:cubicBezTo>
                    <a:pt x="3257267" y="3758106"/>
                    <a:pt x="3245330" y="3753630"/>
                    <a:pt x="3236377" y="3755122"/>
                  </a:cubicBezTo>
                  <a:cubicBezTo>
                    <a:pt x="3185646" y="3761090"/>
                    <a:pt x="3164756" y="3820775"/>
                    <a:pt x="3184153" y="3853601"/>
                  </a:cubicBezTo>
                  <a:cubicBezTo>
                    <a:pt x="3191614" y="3865538"/>
                    <a:pt x="3197582" y="3881951"/>
                    <a:pt x="3213995" y="3881951"/>
                  </a:cubicBezTo>
                  <a:cubicBezTo>
                    <a:pt x="3230409" y="3881951"/>
                    <a:pt x="3240853" y="3867030"/>
                    <a:pt x="3249806" y="3853601"/>
                  </a:cubicBezTo>
                  <a:cubicBezTo>
                    <a:pt x="3258759" y="3838680"/>
                    <a:pt x="3257267" y="3817790"/>
                    <a:pt x="3246822" y="3805854"/>
                  </a:cubicBezTo>
                  <a:cubicBezTo>
                    <a:pt x="3239361" y="3796901"/>
                    <a:pt x="3231901" y="3796901"/>
                    <a:pt x="3224440" y="3805854"/>
                  </a:cubicBezTo>
                  <a:cubicBezTo>
                    <a:pt x="3221456" y="3808838"/>
                    <a:pt x="3219964" y="3814806"/>
                    <a:pt x="3216980" y="3819282"/>
                  </a:cubicBezTo>
                  <a:cubicBezTo>
                    <a:pt x="3224440" y="3823759"/>
                    <a:pt x="3227425" y="3828235"/>
                    <a:pt x="3233393" y="3832711"/>
                  </a:cubicBezTo>
                  <a:cubicBezTo>
                    <a:pt x="3209519" y="3835696"/>
                    <a:pt x="3200567" y="3828235"/>
                    <a:pt x="3206535" y="3808838"/>
                  </a:cubicBezTo>
                  <a:cubicBezTo>
                    <a:pt x="3209519" y="3795409"/>
                    <a:pt x="3218472" y="3789440"/>
                    <a:pt x="3231901" y="3787948"/>
                  </a:cubicBezTo>
                  <a:cubicBezTo>
                    <a:pt x="3245330" y="3786456"/>
                    <a:pt x="3254282" y="3790933"/>
                    <a:pt x="3261743" y="3801377"/>
                  </a:cubicBezTo>
                  <a:cubicBezTo>
                    <a:pt x="3282632" y="3831219"/>
                    <a:pt x="3260251" y="3887919"/>
                    <a:pt x="3222948" y="3893888"/>
                  </a:cubicBezTo>
                  <a:cubicBezTo>
                    <a:pt x="3213995" y="3895380"/>
                    <a:pt x="3202059" y="3892396"/>
                    <a:pt x="3194598" y="3886427"/>
                  </a:cubicBezTo>
                  <a:cubicBezTo>
                    <a:pt x="3161772" y="3864046"/>
                    <a:pt x="3154311" y="3826743"/>
                    <a:pt x="3172216" y="3790933"/>
                  </a:cubicBezTo>
                  <a:cubicBezTo>
                    <a:pt x="3175201" y="3783472"/>
                    <a:pt x="3179677" y="3777503"/>
                    <a:pt x="3182661" y="3771535"/>
                  </a:cubicBezTo>
                  <a:cubicBezTo>
                    <a:pt x="3200567" y="3744677"/>
                    <a:pt x="3240853" y="3735724"/>
                    <a:pt x="3269203" y="3752138"/>
                  </a:cubicBezTo>
                  <a:cubicBezTo>
                    <a:pt x="3303522" y="3774519"/>
                    <a:pt x="3322919" y="3817790"/>
                    <a:pt x="3313966" y="3858077"/>
                  </a:cubicBezTo>
                  <a:cubicBezTo>
                    <a:pt x="3312475" y="3868522"/>
                    <a:pt x="3309490" y="3877474"/>
                    <a:pt x="3307998" y="3892396"/>
                  </a:cubicBezTo>
                  <a:cubicBezTo>
                    <a:pt x="3327396" y="3881951"/>
                    <a:pt x="3340824" y="3874490"/>
                    <a:pt x="3354254" y="3868522"/>
                  </a:cubicBezTo>
                  <a:cubicBezTo>
                    <a:pt x="3364698" y="3864046"/>
                    <a:pt x="3369175" y="3855093"/>
                    <a:pt x="3369175" y="3844648"/>
                  </a:cubicBezTo>
                  <a:cubicBezTo>
                    <a:pt x="3369175" y="3822266"/>
                    <a:pt x="3367682" y="3801377"/>
                    <a:pt x="3355746" y="3781980"/>
                  </a:cubicBezTo>
                  <a:cubicBezTo>
                    <a:pt x="3339332" y="3753630"/>
                    <a:pt x="3316951" y="3731248"/>
                    <a:pt x="3290093" y="3714835"/>
                  </a:cubicBezTo>
                  <a:cubicBezTo>
                    <a:pt x="3280394" y="3708121"/>
                    <a:pt x="3270322" y="3704017"/>
                    <a:pt x="3259878" y="3702525"/>
                  </a:cubicBezTo>
                  <a:close/>
                  <a:moveTo>
                    <a:pt x="1818877" y="3582038"/>
                  </a:moveTo>
                  <a:cubicBezTo>
                    <a:pt x="1797987" y="3598451"/>
                    <a:pt x="1777098" y="3613372"/>
                    <a:pt x="1756208" y="3626801"/>
                  </a:cubicBezTo>
                  <a:cubicBezTo>
                    <a:pt x="1774114" y="3649183"/>
                    <a:pt x="1811416" y="3638738"/>
                    <a:pt x="1832306" y="3599943"/>
                  </a:cubicBezTo>
                  <a:cubicBezTo>
                    <a:pt x="1827829" y="3593974"/>
                    <a:pt x="1823353" y="3588006"/>
                    <a:pt x="1818877" y="3582038"/>
                  </a:cubicBezTo>
                  <a:close/>
                  <a:moveTo>
                    <a:pt x="2399306" y="3625309"/>
                  </a:moveTo>
                  <a:cubicBezTo>
                    <a:pt x="2391845" y="3625309"/>
                    <a:pt x="2384385" y="3623817"/>
                    <a:pt x="2375432" y="3623817"/>
                  </a:cubicBezTo>
                  <a:cubicBezTo>
                    <a:pt x="2372448" y="3643214"/>
                    <a:pt x="2363495" y="3653659"/>
                    <a:pt x="2347082" y="3661119"/>
                  </a:cubicBezTo>
                  <a:cubicBezTo>
                    <a:pt x="2329177" y="3665595"/>
                    <a:pt x="2315748" y="3656643"/>
                    <a:pt x="2300827" y="3658135"/>
                  </a:cubicBezTo>
                  <a:cubicBezTo>
                    <a:pt x="2290382" y="3680516"/>
                    <a:pt x="2299335" y="3696930"/>
                    <a:pt x="2326193" y="3702898"/>
                  </a:cubicBezTo>
                  <a:cubicBezTo>
                    <a:pt x="2366479" y="3710358"/>
                    <a:pt x="2403782" y="3671564"/>
                    <a:pt x="2399306" y="3625309"/>
                  </a:cubicBezTo>
                  <a:close/>
                  <a:moveTo>
                    <a:pt x="3828743" y="3738709"/>
                  </a:moveTo>
                  <a:cubicBezTo>
                    <a:pt x="3792932" y="3767059"/>
                    <a:pt x="3794425" y="3783472"/>
                    <a:pt x="3830235" y="3799885"/>
                  </a:cubicBezTo>
                  <a:cubicBezTo>
                    <a:pt x="3837696" y="3802869"/>
                    <a:pt x="3843664" y="3807345"/>
                    <a:pt x="3851124" y="3799885"/>
                  </a:cubicBezTo>
                  <a:cubicBezTo>
                    <a:pt x="3858585" y="3792424"/>
                    <a:pt x="3858585" y="3784964"/>
                    <a:pt x="3854109" y="3777503"/>
                  </a:cubicBezTo>
                  <a:cubicBezTo>
                    <a:pt x="3846648" y="3765567"/>
                    <a:pt x="3837696" y="3753630"/>
                    <a:pt x="3828743" y="3738709"/>
                  </a:cubicBezTo>
                  <a:close/>
                  <a:moveTo>
                    <a:pt x="2348574" y="3617848"/>
                  </a:moveTo>
                  <a:cubicBezTo>
                    <a:pt x="2339621" y="3625309"/>
                    <a:pt x="2332161" y="3634261"/>
                    <a:pt x="2323208" y="3634261"/>
                  </a:cubicBezTo>
                  <a:cubicBezTo>
                    <a:pt x="2314256" y="3635753"/>
                    <a:pt x="2303811" y="3629785"/>
                    <a:pt x="2291874" y="3626801"/>
                  </a:cubicBezTo>
                  <a:cubicBezTo>
                    <a:pt x="2293366" y="3644706"/>
                    <a:pt x="2308287" y="3640230"/>
                    <a:pt x="2317240" y="3646198"/>
                  </a:cubicBezTo>
                  <a:cubicBezTo>
                    <a:pt x="2329177" y="3653659"/>
                    <a:pt x="2341114" y="3649183"/>
                    <a:pt x="2351558" y="3641722"/>
                  </a:cubicBezTo>
                  <a:cubicBezTo>
                    <a:pt x="2362003" y="3632769"/>
                    <a:pt x="2362003" y="3628293"/>
                    <a:pt x="2348574" y="3617848"/>
                  </a:cubicBezTo>
                  <a:close/>
                  <a:moveTo>
                    <a:pt x="3443780" y="3705882"/>
                  </a:moveTo>
                  <a:cubicBezTo>
                    <a:pt x="3427367" y="3722296"/>
                    <a:pt x="3422890" y="3743185"/>
                    <a:pt x="3399017" y="3744677"/>
                  </a:cubicBezTo>
                  <a:cubicBezTo>
                    <a:pt x="3402001" y="3759598"/>
                    <a:pt x="3407969" y="3761090"/>
                    <a:pt x="3416922" y="3758106"/>
                  </a:cubicBezTo>
                  <a:cubicBezTo>
                    <a:pt x="3434827" y="3752138"/>
                    <a:pt x="3445272" y="3738709"/>
                    <a:pt x="3451240" y="3720803"/>
                  </a:cubicBezTo>
                  <a:cubicBezTo>
                    <a:pt x="3452733" y="3717819"/>
                    <a:pt x="3446764" y="3711851"/>
                    <a:pt x="3443780" y="3705882"/>
                  </a:cubicBezTo>
                  <a:close/>
                  <a:moveTo>
                    <a:pt x="2456006" y="3623817"/>
                  </a:moveTo>
                  <a:cubicBezTo>
                    <a:pt x="2444069" y="3623817"/>
                    <a:pt x="2432132" y="3623817"/>
                    <a:pt x="2420195" y="3623817"/>
                  </a:cubicBezTo>
                  <a:cubicBezTo>
                    <a:pt x="2418703" y="3638738"/>
                    <a:pt x="2415719" y="3652166"/>
                    <a:pt x="2411243" y="3668580"/>
                  </a:cubicBezTo>
                  <a:cubicBezTo>
                    <a:pt x="2433624" y="3674548"/>
                    <a:pt x="2461974" y="3662611"/>
                    <a:pt x="2469435" y="3646198"/>
                  </a:cubicBezTo>
                  <a:cubicBezTo>
                    <a:pt x="2476895" y="3632769"/>
                    <a:pt x="2472419" y="3623817"/>
                    <a:pt x="2456006" y="3623817"/>
                  </a:cubicBezTo>
                  <a:close/>
                  <a:moveTo>
                    <a:pt x="2317054" y="3612439"/>
                  </a:moveTo>
                  <a:cubicBezTo>
                    <a:pt x="2312764" y="3611134"/>
                    <a:pt x="2307542" y="3611880"/>
                    <a:pt x="2302319" y="3611880"/>
                  </a:cubicBezTo>
                  <a:cubicBezTo>
                    <a:pt x="2306795" y="3623817"/>
                    <a:pt x="2315748" y="3623817"/>
                    <a:pt x="2326193" y="3625309"/>
                  </a:cubicBezTo>
                  <a:cubicBezTo>
                    <a:pt x="2324701" y="3617102"/>
                    <a:pt x="2321344" y="3613745"/>
                    <a:pt x="2317054" y="3612439"/>
                  </a:cubicBezTo>
                  <a:close/>
                  <a:moveTo>
                    <a:pt x="2500769" y="3626801"/>
                  </a:moveTo>
                  <a:cubicBezTo>
                    <a:pt x="2496293" y="3626801"/>
                    <a:pt x="2490324" y="3629785"/>
                    <a:pt x="2488832" y="3632769"/>
                  </a:cubicBezTo>
                  <a:cubicBezTo>
                    <a:pt x="2481372" y="3646198"/>
                    <a:pt x="2473911" y="3661119"/>
                    <a:pt x="2467943" y="3676040"/>
                  </a:cubicBezTo>
                  <a:cubicBezTo>
                    <a:pt x="2503753" y="3699914"/>
                    <a:pt x="2533595" y="3684993"/>
                    <a:pt x="2544040" y="3631277"/>
                  </a:cubicBezTo>
                  <a:cubicBezTo>
                    <a:pt x="2529119" y="3629785"/>
                    <a:pt x="2514198" y="3626801"/>
                    <a:pt x="2500769" y="3626801"/>
                  </a:cubicBezTo>
                  <a:close/>
                  <a:moveTo>
                    <a:pt x="3345301" y="3677532"/>
                  </a:moveTo>
                  <a:cubicBezTo>
                    <a:pt x="3343809" y="3679025"/>
                    <a:pt x="3343809" y="3680516"/>
                    <a:pt x="3342317" y="3682009"/>
                  </a:cubicBezTo>
                  <a:cubicBezTo>
                    <a:pt x="3357237" y="3698422"/>
                    <a:pt x="3370667" y="3716327"/>
                    <a:pt x="3384096" y="3734232"/>
                  </a:cubicBezTo>
                  <a:cubicBezTo>
                    <a:pt x="3402001" y="3726772"/>
                    <a:pt x="3419906" y="3725280"/>
                    <a:pt x="3422890" y="3701406"/>
                  </a:cubicBezTo>
                  <a:cubicBezTo>
                    <a:pt x="3397524" y="3693946"/>
                    <a:pt x="3370667" y="3684993"/>
                    <a:pt x="3345301" y="3677532"/>
                  </a:cubicBezTo>
                  <a:close/>
                  <a:moveTo>
                    <a:pt x="2146767" y="3579054"/>
                  </a:moveTo>
                  <a:cubicBezTo>
                    <a:pt x="2133711" y="3577934"/>
                    <a:pt x="2121028" y="3580546"/>
                    <a:pt x="2109837" y="3593974"/>
                  </a:cubicBezTo>
                  <a:cubicBezTo>
                    <a:pt x="2088948" y="3598451"/>
                    <a:pt x="2087456" y="3613372"/>
                    <a:pt x="2088948" y="3632769"/>
                  </a:cubicBezTo>
                  <a:cubicBezTo>
                    <a:pt x="2091932" y="3662611"/>
                    <a:pt x="2082979" y="3689469"/>
                    <a:pt x="2057614" y="3707375"/>
                  </a:cubicBezTo>
                  <a:cubicBezTo>
                    <a:pt x="2054629" y="3710358"/>
                    <a:pt x="2051645" y="3713343"/>
                    <a:pt x="2045677" y="3720803"/>
                  </a:cubicBezTo>
                  <a:cubicBezTo>
                    <a:pt x="2068058" y="3717819"/>
                    <a:pt x="2084472" y="3714835"/>
                    <a:pt x="2103869" y="3711851"/>
                  </a:cubicBezTo>
                  <a:cubicBezTo>
                    <a:pt x="2103869" y="3693946"/>
                    <a:pt x="2103869" y="3677532"/>
                    <a:pt x="2103869" y="3661119"/>
                  </a:cubicBezTo>
                  <a:cubicBezTo>
                    <a:pt x="2103869" y="3647690"/>
                    <a:pt x="2106853" y="3635753"/>
                    <a:pt x="2117298" y="3626801"/>
                  </a:cubicBezTo>
                  <a:cubicBezTo>
                    <a:pt x="2127743" y="3617848"/>
                    <a:pt x="2138187" y="3610388"/>
                    <a:pt x="2150124" y="3602927"/>
                  </a:cubicBezTo>
                  <a:cubicBezTo>
                    <a:pt x="2176982" y="3588006"/>
                    <a:pt x="2202348" y="3593974"/>
                    <a:pt x="2224729" y="3608895"/>
                  </a:cubicBezTo>
                  <a:cubicBezTo>
                    <a:pt x="2247111" y="3623817"/>
                    <a:pt x="2256064" y="3647690"/>
                    <a:pt x="2251587" y="3674548"/>
                  </a:cubicBezTo>
                  <a:cubicBezTo>
                    <a:pt x="2247111" y="3699914"/>
                    <a:pt x="2233682" y="3720803"/>
                    <a:pt x="2206824" y="3731248"/>
                  </a:cubicBezTo>
                  <a:cubicBezTo>
                    <a:pt x="2176982" y="3741693"/>
                    <a:pt x="2148632" y="3729756"/>
                    <a:pt x="2136695" y="3699914"/>
                  </a:cubicBezTo>
                  <a:cubicBezTo>
                    <a:pt x="2129235" y="3683501"/>
                    <a:pt x="2132219" y="3665595"/>
                    <a:pt x="2139679" y="3649183"/>
                  </a:cubicBezTo>
                  <a:cubicBezTo>
                    <a:pt x="2148632" y="3631277"/>
                    <a:pt x="2169522" y="3623817"/>
                    <a:pt x="2191903" y="3628293"/>
                  </a:cubicBezTo>
                  <a:cubicBezTo>
                    <a:pt x="2205332" y="3631277"/>
                    <a:pt x="2220253" y="3649183"/>
                    <a:pt x="2221745" y="3665595"/>
                  </a:cubicBezTo>
                  <a:cubicBezTo>
                    <a:pt x="2223237" y="3682009"/>
                    <a:pt x="2212793" y="3696930"/>
                    <a:pt x="2197872" y="3698422"/>
                  </a:cubicBezTo>
                  <a:cubicBezTo>
                    <a:pt x="2184443" y="3699914"/>
                    <a:pt x="2168030" y="3684993"/>
                    <a:pt x="2166537" y="3671564"/>
                  </a:cubicBezTo>
                  <a:cubicBezTo>
                    <a:pt x="2163553" y="3662611"/>
                    <a:pt x="2165045" y="3655151"/>
                    <a:pt x="2176982" y="3655151"/>
                  </a:cubicBezTo>
                  <a:cubicBezTo>
                    <a:pt x="2178474" y="3662611"/>
                    <a:pt x="2178474" y="3670072"/>
                    <a:pt x="2181458" y="3674548"/>
                  </a:cubicBezTo>
                  <a:cubicBezTo>
                    <a:pt x="2182951" y="3677532"/>
                    <a:pt x="2188919" y="3682009"/>
                    <a:pt x="2193395" y="3682009"/>
                  </a:cubicBezTo>
                  <a:cubicBezTo>
                    <a:pt x="2196380" y="3682009"/>
                    <a:pt x="2202348" y="3677532"/>
                    <a:pt x="2203840" y="3673056"/>
                  </a:cubicBezTo>
                  <a:cubicBezTo>
                    <a:pt x="2208316" y="3662611"/>
                    <a:pt x="2203840" y="3646198"/>
                    <a:pt x="2194887" y="3638738"/>
                  </a:cubicBezTo>
                  <a:cubicBezTo>
                    <a:pt x="2187427" y="3632769"/>
                    <a:pt x="2169522" y="3632769"/>
                    <a:pt x="2162061" y="3640230"/>
                  </a:cubicBezTo>
                  <a:cubicBezTo>
                    <a:pt x="2145648" y="3652166"/>
                    <a:pt x="2142664" y="3682009"/>
                    <a:pt x="2153109" y="3702898"/>
                  </a:cubicBezTo>
                  <a:cubicBezTo>
                    <a:pt x="2163553" y="3720803"/>
                    <a:pt x="2184443" y="3726772"/>
                    <a:pt x="2205332" y="3717819"/>
                  </a:cubicBezTo>
                  <a:cubicBezTo>
                    <a:pt x="2226222" y="3710358"/>
                    <a:pt x="2233682" y="3690961"/>
                    <a:pt x="2239650" y="3671564"/>
                  </a:cubicBezTo>
                  <a:cubicBezTo>
                    <a:pt x="2245619" y="3655151"/>
                    <a:pt x="2236666" y="3626801"/>
                    <a:pt x="2221745" y="3617848"/>
                  </a:cubicBezTo>
                  <a:cubicBezTo>
                    <a:pt x="2206824" y="3608895"/>
                    <a:pt x="2190411" y="3599943"/>
                    <a:pt x="2172506" y="3605911"/>
                  </a:cubicBezTo>
                  <a:cubicBezTo>
                    <a:pt x="2151616" y="3611880"/>
                    <a:pt x="2129235" y="3622324"/>
                    <a:pt x="2121774" y="3643214"/>
                  </a:cubicBezTo>
                  <a:cubicBezTo>
                    <a:pt x="2112822" y="3673056"/>
                    <a:pt x="2111330" y="3705882"/>
                    <a:pt x="2135203" y="3732740"/>
                  </a:cubicBezTo>
                  <a:cubicBezTo>
                    <a:pt x="2157585" y="3759598"/>
                    <a:pt x="2185935" y="3761090"/>
                    <a:pt x="2217269" y="3756614"/>
                  </a:cubicBezTo>
                  <a:cubicBezTo>
                    <a:pt x="2244127" y="3752138"/>
                    <a:pt x="2263524" y="3737217"/>
                    <a:pt x="2270985" y="3710358"/>
                  </a:cubicBezTo>
                  <a:cubicBezTo>
                    <a:pt x="2275461" y="3698422"/>
                    <a:pt x="2275461" y="3686485"/>
                    <a:pt x="2279938" y="3674548"/>
                  </a:cubicBezTo>
                  <a:cubicBezTo>
                    <a:pt x="2287398" y="3652166"/>
                    <a:pt x="2278445" y="3635753"/>
                    <a:pt x="2265016" y="3619340"/>
                  </a:cubicBezTo>
                  <a:cubicBezTo>
                    <a:pt x="2257556" y="3610388"/>
                    <a:pt x="2248603" y="3601435"/>
                    <a:pt x="2239650" y="3598451"/>
                  </a:cubicBezTo>
                  <a:cubicBezTo>
                    <a:pt x="2223237" y="3592482"/>
                    <a:pt x="2203840" y="3589498"/>
                    <a:pt x="2185935" y="3586514"/>
                  </a:cubicBezTo>
                  <a:cubicBezTo>
                    <a:pt x="2173252" y="3585022"/>
                    <a:pt x="2159823" y="3580173"/>
                    <a:pt x="2146767" y="3579054"/>
                  </a:cubicBezTo>
                  <a:close/>
                  <a:moveTo>
                    <a:pt x="3678040" y="3702898"/>
                  </a:moveTo>
                  <a:cubicBezTo>
                    <a:pt x="3676548" y="3704390"/>
                    <a:pt x="3676548" y="3705882"/>
                    <a:pt x="3675056" y="3708867"/>
                  </a:cubicBezTo>
                  <a:cubicBezTo>
                    <a:pt x="3692961" y="3722296"/>
                    <a:pt x="3710867" y="3734232"/>
                    <a:pt x="3733248" y="3741693"/>
                  </a:cubicBezTo>
                  <a:cubicBezTo>
                    <a:pt x="3734740" y="3740201"/>
                    <a:pt x="3734740" y="3738709"/>
                    <a:pt x="3736233" y="3737217"/>
                  </a:cubicBezTo>
                  <a:cubicBezTo>
                    <a:pt x="3716835" y="3726772"/>
                    <a:pt x="3697438" y="3714835"/>
                    <a:pt x="3678040" y="3702898"/>
                  </a:cubicBezTo>
                  <a:close/>
                  <a:moveTo>
                    <a:pt x="2732045" y="3620832"/>
                  </a:moveTo>
                  <a:cubicBezTo>
                    <a:pt x="2694743" y="3623817"/>
                    <a:pt x="2655948" y="3625309"/>
                    <a:pt x="2618645" y="3628293"/>
                  </a:cubicBezTo>
                  <a:cubicBezTo>
                    <a:pt x="2617153" y="3650674"/>
                    <a:pt x="2618645" y="3652166"/>
                    <a:pt x="2636551" y="3646198"/>
                  </a:cubicBezTo>
                  <a:cubicBezTo>
                    <a:pt x="2654455" y="3640230"/>
                    <a:pt x="2669377" y="3644706"/>
                    <a:pt x="2684298" y="3649183"/>
                  </a:cubicBezTo>
                  <a:cubicBezTo>
                    <a:pt x="2690267" y="3650674"/>
                    <a:pt x="2696235" y="3653659"/>
                    <a:pt x="2702203" y="3656643"/>
                  </a:cubicBezTo>
                  <a:cubicBezTo>
                    <a:pt x="2700711" y="3655151"/>
                    <a:pt x="2700711" y="3653659"/>
                    <a:pt x="2699219" y="3650674"/>
                  </a:cubicBezTo>
                  <a:cubicBezTo>
                    <a:pt x="2711156" y="3644706"/>
                    <a:pt x="2721601" y="3635753"/>
                    <a:pt x="2733538" y="3626801"/>
                  </a:cubicBezTo>
                  <a:cubicBezTo>
                    <a:pt x="2733538" y="3625309"/>
                    <a:pt x="2732045" y="3622324"/>
                    <a:pt x="2732045" y="3620832"/>
                  </a:cubicBezTo>
                  <a:close/>
                  <a:moveTo>
                    <a:pt x="3260624" y="3660373"/>
                  </a:moveTo>
                  <a:cubicBezTo>
                    <a:pt x="3247196" y="3658135"/>
                    <a:pt x="3233393" y="3658882"/>
                    <a:pt x="3218472" y="3664104"/>
                  </a:cubicBezTo>
                  <a:cubicBezTo>
                    <a:pt x="3200567" y="3671564"/>
                    <a:pt x="3182661" y="3677532"/>
                    <a:pt x="3166248" y="3686485"/>
                  </a:cubicBezTo>
                  <a:cubicBezTo>
                    <a:pt x="3145359" y="3698422"/>
                    <a:pt x="3137898" y="3716327"/>
                    <a:pt x="3139390" y="3740201"/>
                  </a:cubicBezTo>
                  <a:cubicBezTo>
                    <a:pt x="3142374" y="3738709"/>
                    <a:pt x="3145359" y="3738709"/>
                    <a:pt x="3146851" y="3737217"/>
                  </a:cubicBezTo>
                  <a:cubicBezTo>
                    <a:pt x="3169232" y="3710358"/>
                    <a:pt x="3200567" y="3698422"/>
                    <a:pt x="3231901" y="3689469"/>
                  </a:cubicBezTo>
                  <a:cubicBezTo>
                    <a:pt x="3242346" y="3686485"/>
                    <a:pt x="3255774" y="3684993"/>
                    <a:pt x="3266219" y="3687977"/>
                  </a:cubicBezTo>
                  <a:cubicBezTo>
                    <a:pt x="3325903" y="3702898"/>
                    <a:pt x="3382603" y="3770043"/>
                    <a:pt x="3381111" y="3826743"/>
                  </a:cubicBezTo>
                  <a:cubicBezTo>
                    <a:pt x="3381111" y="3834204"/>
                    <a:pt x="3382603" y="3840172"/>
                    <a:pt x="3382603" y="3852109"/>
                  </a:cubicBezTo>
                  <a:cubicBezTo>
                    <a:pt x="3399017" y="3846140"/>
                    <a:pt x="3410953" y="3840172"/>
                    <a:pt x="3422890" y="3835696"/>
                  </a:cubicBezTo>
                  <a:cubicBezTo>
                    <a:pt x="3415430" y="3795409"/>
                    <a:pt x="3394540" y="3768551"/>
                    <a:pt x="3373651" y="3741693"/>
                  </a:cubicBezTo>
                  <a:cubicBezTo>
                    <a:pt x="3352761" y="3716327"/>
                    <a:pt x="3330380" y="3690961"/>
                    <a:pt x="3300538" y="3674548"/>
                  </a:cubicBezTo>
                  <a:cubicBezTo>
                    <a:pt x="3287109" y="3667834"/>
                    <a:pt x="3274053" y="3662611"/>
                    <a:pt x="3260624" y="3660373"/>
                  </a:cubicBezTo>
                  <a:close/>
                  <a:moveTo>
                    <a:pt x="2059106" y="3558164"/>
                  </a:moveTo>
                  <a:cubicBezTo>
                    <a:pt x="2066566" y="3571593"/>
                    <a:pt x="2072535" y="3580546"/>
                    <a:pt x="2079995" y="3592482"/>
                  </a:cubicBezTo>
                  <a:cubicBezTo>
                    <a:pt x="2090440" y="3585022"/>
                    <a:pt x="2105361" y="3589498"/>
                    <a:pt x="2112822" y="3571593"/>
                  </a:cubicBezTo>
                  <a:cubicBezTo>
                    <a:pt x="2094916" y="3567117"/>
                    <a:pt x="2079995" y="3556672"/>
                    <a:pt x="2059106" y="3558164"/>
                  </a:cubicBezTo>
                  <a:close/>
                  <a:moveTo>
                    <a:pt x="3695945" y="3684993"/>
                  </a:moveTo>
                  <a:cubicBezTo>
                    <a:pt x="3689977" y="3696930"/>
                    <a:pt x="3700422" y="3701406"/>
                    <a:pt x="3706391" y="3705882"/>
                  </a:cubicBezTo>
                  <a:cubicBezTo>
                    <a:pt x="3715343" y="3713343"/>
                    <a:pt x="3725788" y="3719311"/>
                    <a:pt x="3734740" y="3725280"/>
                  </a:cubicBezTo>
                  <a:cubicBezTo>
                    <a:pt x="3752645" y="3735724"/>
                    <a:pt x="3769059" y="3744677"/>
                    <a:pt x="3785472" y="3753630"/>
                  </a:cubicBezTo>
                  <a:cubicBezTo>
                    <a:pt x="3780996" y="3731248"/>
                    <a:pt x="3733248" y="3696930"/>
                    <a:pt x="3695945" y="3684993"/>
                  </a:cubicBezTo>
                  <a:close/>
                  <a:moveTo>
                    <a:pt x="3885443" y="3698422"/>
                  </a:moveTo>
                  <a:cubicBezTo>
                    <a:pt x="3869030" y="3705882"/>
                    <a:pt x="3855601" y="3713343"/>
                    <a:pt x="3840680" y="3722296"/>
                  </a:cubicBezTo>
                  <a:cubicBezTo>
                    <a:pt x="3848141" y="3744677"/>
                    <a:pt x="3864553" y="3753630"/>
                    <a:pt x="3882459" y="3759598"/>
                  </a:cubicBezTo>
                  <a:cubicBezTo>
                    <a:pt x="3895888" y="3764074"/>
                    <a:pt x="3900364" y="3759598"/>
                    <a:pt x="3901856" y="3746169"/>
                  </a:cubicBezTo>
                  <a:cubicBezTo>
                    <a:pt x="3903348" y="3728264"/>
                    <a:pt x="3898872" y="3711851"/>
                    <a:pt x="3885443" y="3698422"/>
                  </a:cubicBezTo>
                  <a:close/>
                  <a:moveTo>
                    <a:pt x="2891701" y="3607403"/>
                  </a:moveTo>
                  <a:cubicBezTo>
                    <a:pt x="2876780" y="3610388"/>
                    <a:pt x="2864843" y="3613372"/>
                    <a:pt x="2848430" y="3617848"/>
                  </a:cubicBezTo>
                  <a:cubicBezTo>
                    <a:pt x="2884240" y="3638738"/>
                    <a:pt x="2891701" y="3665595"/>
                    <a:pt x="2888716" y="3698422"/>
                  </a:cubicBezTo>
                  <a:cubicBezTo>
                    <a:pt x="2884240" y="3740201"/>
                    <a:pt x="2848430" y="3774519"/>
                    <a:pt x="2806651" y="3773027"/>
                  </a:cubicBezTo>
                  <a:cubicBezTo>
                    <a:pt x="2796206" y="3773027"/>
                    <a:pt x="2782777" y="3768551"/>
                    <a:pt x="2776808" y="3762582"/>
                  </a:cubicBezTo>
                  <a:cubicBezTo>
                    <a:pt x="2764872" y="3749153"/>
                    <a:pt x="2754427" y="3732740"/>
                    <a:pt x="2749951" y="3716327"/>
                  </a:cubicBezTo>
                  <a:cubicBezTo>
                    <a:pt x="2739506" y="3677532"/>
                    <a:pt x="2764872" y="3650674"/>
                    <a:pt x="2805159" y="3650674"/>
                  </a:cubicBezTo>
                  <a:cubicBezTo>
                    <a:pt x="2830524" y="3650674"/>
                    <a:pt x="2845445" y="3668580"/>
                    <a:pt x="2842461" y="3695437"/>
                  </a:cubicBezTo>
                  <a:cubicBezTo>
                    <a:pt x="2840969" y="3704390"/>
                    <a:pt x="2837985" y="3714835"/>
                    <a:pt x="2832017" y="3719311"/>
                  </a:cubicBezTo>
                  <a:cubicBezTo>
                    <a:pt x="2817096" y="3732740"/>
                    <a:pt x="2785761" y="3722296"/>
                    <a:pt x="2781285" y="3701406"/>
                  </a:cubicBezTo>
                  <a:cubicBezTo>
                    <a:pt x="2779793" y="3692453"/>
                    <a:pt x="2784269" y="3682009"/>
                    <a:pt x="2788745" y="3673056"/>
                  </a:cubicBezTo>
                  <a:cubicBezTo>
                    <a:pt x="2790238" y="3670072"/>
                    <a:pt x="2799190" y="3670072"/>
                    <a:pt x="2808143" y="3667088"/>
                  </a:cubicBezTo>
                  <a:cubicBezTo>
                    <a:pt x="2802174" y="3680516"/>
                    <a:pt x="2788745" y="3687977"/>
                    <a:pt x="2797698" y="3699914"/>
                  </a:cubicBezTo>
                  <a:cubicBezTo>
                    <a:pt x="2803666" y="3708867"/>
                    <a:pt x="2812619" y="3710358"/>
                    <a:pt x="2824556" y="3705882"/>
                  </a:cubicBezTo>
                  <a:cubicBezTo>
                    <a:pt x="2832017" y="3677532"/>
                    <a:pt x="2827540" y="3664104"/>
                    <a:pt x="2805159" y="3659627"/>
                  </a:cubicBezTo>
                  <a:cubicBezTo>
                    <a:pt x="2782777" y="3655151"/>
                    <a:pt x="2764872" y="3667088"/>
                    <a:pt x="2761887" y="3692453"/>
                  </a:cubicBezTo>
                  <a:cubicBezTo>
                    <a:pt x="2757411" y="3719311"/>
                    <a:pt x="2773824" y="3738709"/>
                    <a:pt x="2791730" y="3755122"/>
                  </a:cubicBezTo>
                  <a:cubicBezTo>
                    <a:pt x="2796206" y="3758106"/>
                    <a:pt x="2805159" y="3759598"/>
                    <a:pt x="2811127" y="3758106"/>
                  </a:cubicBezTo>
                  <a:cubicBezTo>
                    <a:pt x="2835001" y="3752138"/>
                    <a:pt x="2857382" y="3743185"/>
                    <a:pt x="2869319" y="3719311"/>
                  </a:cubicBezTo>
                  <a:cubicBezTo>
                    <a:pt x="2882748" y="3687977"/>
                    <a:pt x="2885732" y="3655151"/>
                    <a:pt x="2852906" y="3635753"/>
                  </a:cubicBezTo>
                  <a:cubicBezTo>
                    <a:pt x="2821572" y="3617848"/>
                    <a:pt x="2790238" y="3619340"/>
                    <a:pt x="2758903" y="3632769"/>
                  </a:cubicBezTo>
                  <a:cubicBezTo>
                    <a:pt x="2740998" y="3640230"/>
                    <a:pt x="2726077" y="3653659"/>
                    <a:pt x="2720109" y="3676040"/>
                  </a:cubicBezTo>
                  <a:cubicBezTo>
                    <a:pt x="2711156" y="3707375"/>
                    <a:pt x="2718616" y="3732740"/>
                    <a:pt x="2736522" y="3755122"/>
                  </a:cubicBezTo>
                  <a:cubicBezTo>
                    <a:pt x="2752935" y="3776011"/>
                    <a:pt x="2773824" y="3792424"/>
                    <a:pt x="2805159" y="3784964"/>
                  </a:cubicBezTo>
                  <a:cubicBezTo>
                    <a:pt x="2817096" y="3781980"/>
                    <a:pt x="2832017" y="3780488"/>
                    <a:pt x="2842461" y="3784964"/>
                  </a:cubicBezTo>
                  <a:cubicBezTo>
                    <a:pt x="2864843" y="3793916"/>
                    <a:pt x="2878272" y="3781980"/>
                    <a:pt x="2894685" y="3773027"/>
                  </a:cubicBezTo>
                  <a:cubicBezTo>
                    <a:pt x="2894685" y="3767059"/>
                    <a:pt x="2894685" y="3764074"/>
                    <a:pt x="2894685" y="3759598"/>
                  </a:cubicBezTo>
                  <a:cubicBezTo>
                    <a:pt x="2893193" y="3734232"/>
                    <a:pt x="2899161" y="3710358"/>
                    <a:pt x="2912590" y="3687977"/>
                  </a:cubicBezTo>
                  <a:cubicBezTo>
                    <a:pt x="2918559" y="3679025"/>
                    <a:pt x="2920051" y="3664104"/>
                    <a:pt x="2917067" y="3655151"/>
                  </a:cubicBezTo>
                  <a:cubicBezTo>
                    <a:pt x="2911098" y="3638738"/>
                    <a:pt x="2900653" y="3623817"/>
                    <a:pt x="2891701" y="3607403"/>
                  </a:cubicBezTo>
                  <a:close/>
                  <a:moveTo>
                    <a:pt x="3160280" y="3623817"/>
                  </a:moveTo>
                  <a:cubicBezTo>
                    <a:pt x="3169232" y="3640230"/>
                    <a:pt x="3175201" y="3650674"/>
                    <a:pt x="3181169" y="3661119"/>
                  </a:cubicBezTo>
                  <a:cubicBezTo>
                    <a:pt x="3199074" y="3655151"/>
                    <a:pt x="3216980" y="3650674"/>
                    <a:pt x="3234885" y="3646198"/>
                  </a:cubicBezTo>
                  <a:cubicBezTo>
                    <a:pt x="3213995" y="3635753"/>
                    <a:pt x="3191614" y="3625309"/>
                    <a:pt x="3160280" y="3623817"/>
                  </a:cubicBezTo>
                  <a:close/>
                  <a:moveTo>
                    <a:pt x="1951674" y="3520861"/>
                  </a:moveTo>
                  <a:cubicBezTo>
                    <a:pt x="1945706" y="3519369"/>
                    <a:pt x="1938245" y="3520861"/>
                    <a:pt x="1933769" y="3525337"/>
                  </a:cubicBezTo>
                  <a:cubicBezTo>
                    <a:pt x="1906911" y="3552196"/>
                    <a:pt x="1894974" y="3585022"/>
                    <a:pt x="1899451" y="3622324"/>
                  </a:cubicBezTo>
                  <a:cubicBezTo>
                    <a:pt x="1899451" y="3626801"/>
                    <a:pt x="1902435" y="3632769"/>
                    <a:pt x="1905419" y="3635753"/>
                  </a:cubicBezTo>
                  <a:cubicBezTo>
                    <a:pt x="1924816" y="3656643"/>
                    <a:pt x="1939737" y="3680516"/>
                    <a:pt x="1948690" y="3707375"/>
                  </a:cubicBezTo>
                  <a:cubicBezTo>
                    <a:pt x="1951674" y="3716327"/>
                    <a:pt x="1957643" y="3722296"/>
                    <a:pt x="1968087" y="3723788"/>
                  </a:cubicBezTo>
                  <a:cubicBezTo>
                    <a:pt x="2006882" y="3731248"/>
                    <a:pt x="2038216" y="3716327"/>
                    <a:pt x="2063582" y="3687977"/>
                  </a:cubicBezTo>
                  <a:cubicBezTo>
                    <a:pt x="2068058" y="3682009"/>
                    <a:pt x="2071043" y="3674548"/>
                    <a:pt x="2074027" y="3668580"/>
                  </a:cubicBezTo>
                  <a:cubicBezTo>
                    <a:pt x="2084472" y="3641722"/>
                    <a:pt x="2075519" y="3617848"/>
                    <a:pt x="2063582" y="3593974"/>
                  </a:cubicBezTo>
                  <a:cubicBezTo>
                    <a:pt x="2047169" y="3561148"/>
                    <a:pt x="2035232" y="3555180"/>
                    <a:pt x="1997929" y="3556672"/>
                  </a:cubicBezTo>
                  <a:cubicBezTo>
                    <a:pt x="1969579" y="3556672"/>
                    <a:pt x="1956150" y="3571593"/>
                    <a:pt x="1953166" y="3601435"/>
                  </a:cubicBezTo>
                  <a:cubicBezTo>
                    <a:pt x="1942722" y="3607403"/>
                    <a:pt x="1942722" y="3616356"/>
                    <a:pt x="1944214" y="3628293"/>
                  </a:cubicBezTo>
                  <a:cubicBezTo>
                    <a:pt x="1947198" y="3647690"/>
                    <a:pt x="1960627" y="3656643"/>
                    <a:pt x="1978532" y="3664104"/>
                  </a:cubicBezTo>
                  <a:cubicBezTo>
                    <a:pt x="2008374" y="3677532"/>
                    <a:pt x="2027771" y="3662611"/>
                    <a:pt x="2033740" y="3631277"/>
                  </a:cubicBezTo>
                  <a:cubicBezTo>
                    <a:pt x="2036724" y="3616356"/>
                    <a:pt x="2023295" y="3596959"/>
                    <a:pt x="2008374" y="3592482"/>
                  </a:cubicBezTo>
                  <a:cubicBezTo>
                    <a:pt x="1991961" y="3586514"/>
                    <a:pt x="1978532" y="3593974"/>
                    <a:pt x="1969579" y="3611880"/>
                  </a:cubicBezTo>
                  <a:cubicBezTo>
                    <a:pt x="1975548" y="3625309"/>
                    <a:pt x="1985992" y="3614864"/>
                    <a:pt x="1994945" y="3614864"/>
                  </a:cubicBezTo>
                  <a:cubicBezTo>
                    <a:pt x="1994945" y="3629785"/>
                    <a:pt x="1993453" y="3631277"/>
                    <a:pt x="1985992" y="3631277"/>
                  </a:cubicBezTo>
                  <a:cubicBezTo>
                    <a:pt x="1971071" y="3631277"/>
                    <a:pt x="1957643" y="3619340"/>
                    <a:pt x="1953166" y="3601435"/>
                  </a:cubicBezTo>
                  <a:cubicBezTo>
                    <a:pt x="1962119" y="3595467"/>
                    <a:pt x="1969579" y="3586514"/>
                    <a:pt x="1978532" y="3583530"/>
                  </a:cubicBezTo>
                  <a:cubicBezTo>
                    <a:pt x="1999422" y="3576069"/>
                    <a:pt x="2021803" y="3583530"/>
                    <a:pt x="2035232" y="3602927"/>
                  </a:cubicBezTo>
                  <a:cubicBezTo>
                    <a:pt x="2047169" y="3620832"/>
                    <a:pt x="2045677" y="3641722"/>
                    <a:pt x="2030756" y="3661119"/>
                  </a:cubicBezTo>
                  <a:cubicBezTo>
                    <a:pt x="2017327" y="3679025"/>
                    <a:pt x="2003898" y="3682009"/>
                    <a:pt x="1977040" y="3673056"/>
                  </a:cubicBezTo>
                  <a:cubicBezTo>
                    <a:pt x="1972564" y="3671564"/>
                    <a:pt x="1969579" y="3670072"/>
                    <a:pt x="1965103" y="3668580"/>
                  </a:cubicBezTo>
                  <a:cubicBezTo>
                    <a:pt x="1929293" y="3656643"/>
                    <a:pt x="1929293" y="3626801"/>
                    <a:pt x="1935261" y="3601435"/>
                  </a:cubicBezTo>
                  <a:cubicBezTo>
                    <a:pt x="1936753" y="3593974"/>
                    <a:pt x="1941229" y="3586514"/>
                    <a:pt x="1944214" y="3579053"/>
                  </a:cubicBezTo>
                  <a:cubicBezTo>
                    <a:pt x="1951674" y="3558164"/>
                    <a:pt x="1966595" y="3549211"/>
                    <a:pt x="1987485" y="3546227"/>
                  </a:cubicBezTo>
                  <a:cubicBezTo>
                    <a:pt x="1994945" y="3544735"/>
                    <a:pt x="2002406" y="3544735"/>
                    <a:pt x="2009866" y="3543243"/>
                  </a:cubicBezTo>
                  <a:cubicBezTo>
                    <a:pt x="1990469" y="3532798"/>
                    <a:pt x="1971071" y="3526830"/>
                    <a:pt x="1951674" y="3520861"/>
                  </a:cubicBezTo>
                  <a:close/>
                  <a:moveTo>
                    <a:pt x="2409751" y="3553687"/>
                  </a:moveTo>
                  <a:cubicBezTo>
                    <a:pt x="2388861" y="3553687"/>
                    <a:pt x="2369464" y="3553687"/>
                    <a:pt x="2351558" y="3553687"/>
                  </a:cubicBezTo>
                  <a:cubicBezTo>
                    <a:pt x="2338130" y="3553687"/>
                    <a:pt x="2330669" y="3561148"/>
                    <a:pt x="2332161" y="3577561"/>
                  </a:cubicBezTo>
                  <a:cubicBezTo>
                    <a:pt x="2357526" y="3580546"/>
                    <a:pt x="2381401" y="3583530"/>
                    <a:pt x="2405274" y="3585022"/>
                  </a:cubicBezTo>
                  <a:cubicBezTo>
                    <a:pt x="2406766" y="3574577"/>
                    <a:pt x="2408258" y="3565625"/>
                    <a:pt x="2409751" y="3553687"/>
                  </a:cubicBezTo>
                  <a:close/>
                  <a:moveTo>
                    <a:pt x="2978942" y="3597728"/>
                  </a:moveTo>
                  <a:cubicBezTo>
                    <a:pt x="2957819" y="3597518"/>
                    <a:pt x="2937955" y="3605911"/>
                    <a:pt x="2915574" y="3605911"/>
                  </a:cubicBezTo>
                  <a:cubicBezTo>
                    <a:pt x="2923035" y="3626801"/>
                    <a:pt x="2929003" y="3643214"/>
                    <a:pt x="2936464" y="3661119"/>
                  </a:cubicBezTo>
                  <a:cubicBezTo>
                    <a:pt x="2960338" y="3644706"/>
                    <a:pt x="2984211" y="3632769"/>
                    <a:pt x="3011069" y="3638738"/>
                  </a:cubicBezTo>
                  <a:cubicBezTo>
                    <a:pt x="3028974" y="3641722"/>
                    <a:pt x="3046880" y="3646198"/>
                    <a:pt x="3064785" y="3652166"/>
                  </a:cubicBezTo>
                  <a:cubicBezTo>
                    <a:pt x="3093135" y="3661119"/>
                    <a:pt x="3105072" y="3679025"/>
                    <a:pt x="3105072" y="3708867"/>
                  </a:cubicBezTo>
                  <a:cubicBezTo>
                    <a:pt x="3105072" y="3750646"/>
                    <a:pt x="3084182" y="3781980"/>
                    <a:pt x="3051356" y="3805854"/>
                  </a:cubicBezTo>
                  <a:cubicBezTo>
                    <a:pt x="3036435" y="3816298"/>
                    <a:pt x="3018530" y="3817790"/>
                    <a:pt x="3000624" y="3813314"/>
                  </a:cubicBezTo>
                  <a:cubicBezTo>
                    <a:pt x="2975259" y="3807345"/>
                    <a:pt x="2955861" y="3790933"/>
                    <a:pt x="2940940" y="3771535"/>
                  </a:cubicBezTo>
                  <a:cubicBezTo>
                    <a:pt x="2937956" y="3767059"/>
                    <a:pt x="2936464" y="3761090"/>
                    <a:pt x="2934972" y="3755122"/>
                  </a:cubicBezTo>
                  <a:cubicBezTo>
                    <a:pt x="2927511" y="3729756"/>
                    <a:pt x="2936464" y="3707375"/>
                    <a:pt x="2952877" y="3687977"/>
                  </a:cubicBezTo>
                  <a:cubicBezTo>
                    <a:pt x="2967798" y="3670072"/>
                    <a:pt x="3011069" y="3659627"/>
                    <a:pt x="3030466" y="3668580"/>
                  </a:cubicBezTo>
                  <a:cubicBezTo>
                    <a:pt x="3034943" y="3670072"/>
                    <a:pt x="3040911" y="3674548"/>
                    <a:pt x="3043896" y="3679025"/>
                  </a:cubicBezTo>
                  <a:cubicBezTo>
                    <a:pt x="3066277" y="3707375"/>
                    <a:pt x="3052848" y="3744677"/>
                    <a:pt x="3017038" y="3761090"/>
                  </a:cubicBezTo>
                  <a:cubicBezTo>
                    <a:pt x="3006593" y="3765567"/>
                    <a:pt x="2991672" y="3762582"/>
                    <a:pt x="2982719" y="3753630"/>
                  </a:cubicBezTo>
                  <a:cubicBezTo>
                    <a:pt x="2973767" y="3744677"/>
                    <a:pt x="2972274" y="3729756"/>
                    <a:pt x="2979735" y="3713343"/>
                  </a:cubicBezTo>
                  <a:cubicBezTo>
                    <a:pt x="2981227" y="3698422"/>
                    <a:pt x="2991672" y="3693946"/>
                    <a:pt x="3008085" y="3696930"/>
                  </a:cubicBezTo>
                  <a:cubicBezTo>
                    <a:pt x="3000624" y="3702898"/>
                    <a:pt x="2994656" y="3705882"/>
                    <a:pt x="2991672" y="3710358"/>
                  </a:cubicBezTo>
                  <a:cubicBezTo>
                    <a:pt x="2982719" y="3720803"/>
                    <a:pt x="2982719" y="3734232"/>
                    <a:pt x="2990180" y="3741693"/>
                  </a:cubicBezTo>
                  <a:cubicBezTo>
                    <a:pt x="2996148" y="3749153"/>
                    <a:pt x="3009577" y="3747661"/>
                    <a:pt x="3020022" y="3740201"/>
                  </a:cubicBezTo>
                  <a:cubicBezTo>
                    <a:pt x="3033451" y="3731248"/>
                    <a:pt x="3042403" y="3705882"/>
                    <a:pt x="3037927" y="3693946"/>
                  </a:cubicBezTo>
                  <a:cubicBezTo>
                    <a:pt x="3031959" y="3677532"/>
                    <a:pt x="3023006" y="3674548"/>
                    <a:pt x="2999132" y="3676040"/>
                  </a:cubicBezTo>
                  <a:cubicBezTo>
                    <a:pt x="2996148" y="3676040"/>
                    <a:pt x="2993164" y="3676040"/>
                    <a:pt x="2988688" y="3676040"/>
                  </a:cubicBezTo>
                  <a:cubicBezTo>
                    <a:pt x="2946909" y="3683501"/>
                    <a:pt x="2934972" y="3740201"/>
                    <a:pt x="2955861" y="3764074"/>
                  </a:cubicBezTo>
                  <a:cubicBezTo>
                    <a:pt x="2964814" y="3776011"/>
                    <a:pt x="2978243" y="3784964"/>
                    <a:pt x="2990180" y="3792424"/>
                  </a:cubicBezTo>
                  <a:cubicBezTo>
                    <a:pt x="3009577" y="3804361"/>
                    <a:pt x="3028974" y="3801377"/>
                    <a:pt x="3046880" y="3789440"/>
                  </a:cubicBezTo>
                  <a:cubicBezTo>
                    <a:pt x="3070753" y="3773027"/>
                    <a:pt x="3085675" y="3749153"/>
                    <a:pt x="3093135" y="3720803"/>
                  </a:cubicBezTo>
                  <a:cubicBezTo>
                    <a:pt x="3099103" y="3696930"/>
                    <a:pt x="3090151" y="3676040"/>
                    <a:pt x="3067769" y="3664104"/>
                  </a:cubicBezTo>
                  <a:cubicBezTo>
                    <a:pt x="3054340" y="3656643"/>
                    <a:pt x="3039419" y="3650674"/>
                    <a:pt x="3023006" y="3647690"/>
                  </a:cubicBezTo>
                  <a:cubicBezTo>
                    <a:pt x="3002117" y="3643214"/>
                    <a:pt x="2981227" y="3641722"/>
                    <a:pt x="2961830" y="3655151"/>
                  </a:cubicBezTo>
                  <a:cubicBezTo>
                    <a:pt x="2934972" y="3674548"/>
                    <a:pt x="2917067" y="3701406"/>
                    <a:pt x="2908114" y="3734232"/>
                  </a:cubicBezTo>
                  <a:cubicBezTo>
                    <a:pt x="2906622" y="3737217"/>
                    <a:pt x="2908114" y="3740201"/>
                    <a:pt x="2909605" y="3744677"/>
                  </a:cubicBezTo>
                  <a:cubicBezTo>
                    <a:pt x="2912590" y="3778995"/>
                    <a:pt x="2930495" y="3804361"/>
                    <a:pt x="2955860" y="3826743"/>
                  </a:cubicBezTo>
                  <a:cubicBezTo>
                    <a:pt x="2970782" y="3840172"/>
                    <a:pt x="2985703" y="3849125"/>
                    <a:pt x="3006593" y="3849125"/>
                  </a:cubicBezTo>
                  <a:cubicBezTo>
                    <a:pt x="3012561" y="3849125"/>
                    <a:pt x="3020022" y="3850617"/>
                    <a:pt x="3025990" y="3853601"/>
                  </a:cubicBezTo>
                  <a:cubicBezTo>
                    <a:pt x="3039419" y="3859569"/>
                    <a:pt x="3049864" y="3856585"/>
                    <a:pt x="3060309" y="3847632"/>
                  </a:cubicBezTo>
                  <a:cubicBezTo>
                    <a:pt x="3106564" y="3804361"/>
                    <a:pt x="3133422" y="3753630"/>
                    <a:pt x="3124469" y="3687977"/>
                  </a:cubicBezTo>
                  <a:cubicBezTo>
                    <a:pt x="3118501" y="3647690"/>
                    <a:pt x="3096119" y="3622324"/>
                    <a:pt x="3058817" y="3611880"/>
                  </a:cubicBezTo>
                  <a:cubicBezTo>
                    <a:pt x="3039419" y="3605911"/>
                    <a:pt x="3018530" y="3607403"/>
                    <a:pt x="3000624" y="3601435"/>
                  </a:cubicBezTo>
                  <a:cubicBezTo>
                    <a:pt x="2993163" y="3598824"/>
                    <a:pt x="2985983" y="3597798"/>
                    <a:pt x="2978942" y="3597728"/>
                  </a:cubicBezTo>
                  <a:close/>
                  <a:moveTo>
                    <a:pt x="2503753" y="3558164"/>
                  </a:moveTo>
                  <a:cubicBezTo>
                    <a:pt x="2499277" y="3567117"/>
                    <a:pt x="2494801" y="3576069"/>
                    <a:pt x="2488832" y="3586514"/>
                  </a:cubicBezTo>
                  <a:cubicBezTo>
                    <a:pt x="2508229" y="3586514"/>
                    <a:pt x="2526135" y="3586514"/>
                    <a:pt x="2547024" y="3586514"/>
                  </a:cubicBezTo>
                  <a:cubicBezTo>
                    <a:pt x="2535087" y="3568608"/>
                    <a:pt x="2520166" y="3562640"/>
                    <a:pt x="2503753" y="3558164"/>
                  </a:cubicBezTo>
                  <a:close/>
                  <a:moveTo>
                    <a:pt x="3118990" y="3605608"/>
                  </a:moveTo>
                  <a:cubicBezTo>
                    <a:pt x="3111973" y="3604233"/>
                    <a:pt x="3103953" y="3604419"/>
                    <a:pt x="3094627" y="3605911"/>
                  </a:cubicBezTo>
                  <a:cubicBezTo>
                    <a:pt x="3103580" y="3617848"/>
                    <a:pt x="3114024" y="3628293"/>
                    <a:pt x="3121485" y="3640230"/>
                  </a:cubicBezTo>
                  <a:cubicBezTo>
                    <a:pt x="3128945" y="3653659"/>
                    <a:pt x="3134914" y="3668580"/>
                    <a:pt x="3142374" y="3683501"/>
                  </a:cubicBezTo>
                  <a:cubicBezTo>
                    <a:pt x="3149835" y="3677532"/>
                    <a:pt x="3157294" y="3671564"/>
                    <a:pt x="3163264" y="3667088"/>
                  </a:cubicBezTo>
                  <a:cubicBezTo>
                    <a:pt x="3152073" y="3627920"/>
                    <a:pt x="3140043" y="3609735"/>
                    <a:pt x="3118990" y="3605608"/>
                  </a:cubicBezTo>
                  <a:close/>
                  <a:moveTo>
                    <a:pt x="698305" y="3397017"/>
                  </a:moveTo>
                  <a:cubicBezTo>
                    <a:pt x="695321" y="3397017"/>
                    <a:pt x="690845" y="3397017"/>
                    <a:pt x="686369" y="3397017"/>
                  </a:cubicBezTo>
                  <a:cubicBezTo>
                    <a:pt x="692337" y="3425366"/>
                    <a:pt x="722179" y="3443272"/>
                    <a:pt x="707258" y="3476098"/>
                  </a:cubicBezTo>
                  <a:cubicBezTo>
                    <a:pt x="743069" y="3507432"/>
                    <a:pt x="778879" y="3537275"/>
                    <a:pt x="814690" y="3567117"/>
                  </a:cubicBezTo>
                  <a:cubicBezTo>
                    <a:pt x="819166" y="3565625"/>
                    <a:pt x="822150" y="3564132"/>
                    <a:pt x="825134" y="3564132"/>
                  </a:cubicBezTo>
                  <a:cubicBezTo>
                    <a:pt x="862437" y="3552196"/>
                    <a:pt x="896756" y="3558164"/>
                    <a:pt x="919137" y="3592482"/>
                  </a:cubicBezTo>
                  <a:cubicBezTo>
                    <a:pt x="932566" y="3613372"/>
                    <a:pt x="950471" y="3634261"/>
                    <a:pt x="932566" y="3662611"/>
                  </a:cubicBezTo>
                  <a:cubicBezTo>
                    <a:pt x="956440" y="3677532"/>
                    <a:pt x="977329" y="3692453"/>
                    <a:pt x="1004187" y="3710358"/>
                  </a:cubicBezTo>
                  <a:cubicBezTo>
                    <a:pt x="1007171" y="3696930"/>
                    <a:pt x="1010156" y="3689469"/>
                    <a:pt x="1011648" y="3680516"/>
                  </a:cubicBezTo>
                  <a:cubicBezTo>
                    <a:pt x="1019108" y="3637245"/>
                    <a:pt x="998219" y="3604419"/>
                    <a:pt x="972853" y="3574577"/>
                  </a:cubicBezTo>
                  <a:cubicBezTo>
                    <a:pt x="959424" y="3558164"/>
                    <a:pt x="943011" y="3543243"/>
                    <a:pt x="925106" y="3529814"/>
                  </a:cubicBezTo>
                  <a:cubicBezTo>
                    <a:pt x="890787" y="3501464"/>
                    <a:pt x="856469" y="3474606"/>
                    <a:pt x="820658" y="3447748"/>
                  </a:cubicBezTo>
                  <a:cubicBezTo>
                    <a:pt x="802753" y="3434319"/>
                    <a:pt x="784848" y="3419398"/>
                    <a:pt x="763958" y="3410445"/>
                  </a:cubicBezTo>
                  <a:cubicBezTo>
                    <a:pt x="743069" y="3401493"/>
                    <a:pt x="720687" y="3400001"/>
                    <a:pt x="698305" y="3397017"/>
                  </a:cubicBezTo>
                  <a:close/>
                  <a:moveTo>
                    <a:pt x="1869608" y="3489527"/>
                  </a:moveTo>
                  <a:cubicBezTo>
                    <a:pt x="1871100" y="3501464"/>
                    <a:pt x="1872593" y="3508924"/>
                    <a:pt x="1871100" y="3516385"/>
                  </a:cubicBezTo>
                  <a:cubicBezTo>
                    <a:pt x="1869608" y="3534290"/>
                    <a:pt x="1868116" y="3552196"/>
                    <a:pt x="1865132" y="3570101"/>
                  </a:cubicBezTo>
                  <a:cubicBezTo>
                    <a:pt x="1860656" y="3589498"/>
                    <a:pt x="1860656" y="3592482"/>
                    <a:pt x="1884529" y="3605911"/>
                  </a:cubicBezTo>
                  <a:cubicBezTo>
                    <a:pt x="1881545" y="3567117"/>
                    <a:pt x="1896466" y="3538766"/>
                    <a:pt x="1921832" y="3507432"/>
                  </a:cubicBezTo>
                  <a:cubicBezTo>
                    <a:pt x="1902435" y="3499972"/>
                    <a:pt x="1887514" y="3495495"/>
                    <a:pt x="1869608" y="3489527"/>
                  </a:cubicBezTo>
                  <a:close/>
                  <a:moveTo>
                    <a:pt x="3695946" y="3635753"/>
                  </a:moveTo>
                  <a:cubicBezTo>
                    <a:pt x="3698930" y="3652166"/>
                    <a:pt x="3697438" y="3664104"/>
                    <a:pt x="3710867" y="3673056"/>
                  </a:cubicBezTo>
                  <a:cubicBezTo>
                    <a:pt x="3737724" y="3689469"/>
                    <a:pt x="3766075" y="3707375"/>
                    <a:pt x="3792932" y="3725280"/>
                  </a:cubicBezTo>
                  <a:cubicBezTo>
                    <a:pt x="3798901" y="3728264"/>
                    <a:pt x="3804869" y="3729756"/>
                    <a:pt x="3807854" y="3722296"/>
                  </a:cubicBezTo>
                  <a:cubicBezTo>
                    <a:pt x="3809346" y="3719311"/>
                    <a:pt x="3806361" y="3713343"/>
                    <a:pt x="3803377" y="3710358"/>
                  </a:cubicBezTo>
                  <a:cubicBezTo>
                    <a:pt x="3786964" y="3695437"/>
                    <a:pt x="3769059" y="3682009"/>
                    <a:pt x="3751154" y="3668580"/>
                  </a:cubicBezTo>
                  <a:cubicBezTo>
                    <a:pt x="3733248" y="3658135"/>
                    <a:pt x="3715343" y="3647690"/>
                    <a:pt x="3695946" y="3635753"/>
                  </a:cubicBezTo>
                  <a:close/>
                  <a:moveTo>
                    <a:pt x="2673853" y="3552196"/>
                  </a:moveTo>
                  <a:cubicBezTo>
                    <a:pt x="2654456" y="3559656"/>
                    <a:pt x="2633566" y="3567117"/>
                    <a:pt x="2612677" y="3574577"/>
                  </a:cubicBezTo>
                  <a:cubicBezTo>
                    <a:pt x="2612677" y="3576069"/>
                    <a:pt x="2612677" y="3579053"/>
                    <a:pt x="2612677" y="3580546"/>
                  </a:cubicBezTo>
                  <a:cubicBezTo>
                    <a:pt x="2617153" y="3582038"/>
                    <a:pt x="2620137" y="3586514"/>
                    <a:pt x="2624614" y="3586514"/>
                  </a:cubicBezTo>
                  <a:cubicBezTo>
                    <a:pt x="2636551" y="3586514"/>
                    <a:pt x="2648488" y="3586514"/>
                    <a:pt x="2658932" y="3586514"/>
                  </a:cubicBezTo>
                  <a:cubicBezTo>
                    <a:pt x="2682806" y="3585022"/>
                    <a:pt x="2687282" y="3576069"/>
                    <a:pt x="2673853" y="3552196"/>
                  </a:cubicBezTo>
                  <a:close/>
                  <a:moveTo>
                    <a:pt x="1266611" y="3432291"/>
                  </a:moveTo>
                  <a:cubicBezTo>
                    <a:pt x="1257286" y="3430496"/>
                    <a:pt x="1248147" y="3430962"/>
                    <a:pt x="1239940" y="3434319"/>
                  </a:cubicBezTo>
                  <a:cubicBezTo>
                    <a:pt x="1183240" y="3456701"/>
                    <a:pt x="1150413" y="3483559"/>
                    <a:pt x="1171303" y="3549211"/>
                  </a:cubicBezTo>
                  <a:cubicBezTo>
                    <a:pt x="1171303" y="3550703"/>
                    <a:pt x="1171303" y="3552196"/>
                    <a:pt x="1172795" y="3553687"/>
                  </a:cubicBezTo>
                  <a:cubicBezTo>
                    <a:pt x="1181748" y="3577561"/>
                    <a:pt x="1204129" y="3589498"/>
                    <a:pt x="1232479" y="3588006"/>
                  </a:cubicBezTo>
                  <a:cubicBezTo>
                    <a:pt x="1251877" y="3586514"/>
                    <a:pt x="1268290" y="3570101"/>
                    <a:pt x="1274258" y="3547719"/>
                  </a:cubicBezTo>
                  <a:cubicBezTo>
                    <a:pt x="1280227" y="3523845"/>
                    <a:pt x="1269782" y="3507432"/>
                    <a:pt x="1247400" y="3504448"/>
                  </a:cubicBezTo>
                  <a:cubicBezTo>
                    <a:pt x="1235463" y="3502956"/>
                    <a:pt x="1225019" y="3504448"/>
                    <a:pt x="1219050" y="3516385"/>
                  </a:cubicBezTo>
                  <a:cubicBezTo>
                    <a:pt x="1213082" y="3526830"/>
                    <a:pt x="1219050" y="3535782"/>
                    <a:pt x="1228003" y="3541751"/>
                  </a:cubicBezTo>
                  <a:cubicBezTo>
                    <a:pt x="1233971" y="3546227"/>
                    <a:pt x="1238448" y="3550703"/>
                    <a:pt x="1232479" y="3561148"/>
                  </a:cubicBezTo>
                  <a:cubicBezTo>
                    <a:pt x="1223527" y="3556672"/>
                    <a:pt x="1214574" y="3553687"/>
                    <a:pt x="1210098" y="3547719"/>
                  </a:cubicBezTo>
                  <a:cubicBezTo>
                    <a:pt x="1201145" y="3538766"/>
                    <a:pt x="1198161" y="3525337"/>
                    <a:pt x="1202637" y="3513401"/>
                  </a:cubicBezTo>
                  <a:cubicBezTo>
                    <a:pt x="1205621" y="3501464"/>
                    <a:pt x="1216066" y="3498480"/>
                    <a:pt x="1228003" y="3495495"/>
                  </a:cubicBezTo>
                  <a:cubicBezTo>
                    <a:pt x="1263813" y="3489527"/>
                    <a:pt x="1280227" y="3492511"/>
                    <a:pt x="1284703" y="3532798"/>
                  </a:cubicBezTo>
                  <a:cubicBezTo>
                    <a:pt x="1284703" y="3535782"/>
                    <a:pt x="1286195" y="3537275"/>
                    <a:pt x="1286195" y="3540259"/>
                  </a:cubicBezTo>
                  <a:cubicBezTo>
                    <a:pt x="1289179" y="3561148"/>
                    <a:pt x="1263813" y="3598451"/>
                    <a:pt x="1244416" y="3602927"/>
                  </a:cubicBezTo>
                  <a:cubicBezTo>
                    <a:pt x="1211590" y="3610388"/>
                    <a:pt x="1175779" y="3596959"/>
                    <a:pt x="1157874" y="3567117"/>
                  </a:cubicBezTo>
                  <a:cubicBezTo>
                    <a:pt x="1153398" y="3559656"/>
                    <a:pt x="1151906" y="3552196"/>
                    <a:pt x="1147429" y="3544735"/>
                  </a:cubicBezTo>
                  <a:cubicBezTo>
                    <a:pt x="1136985" y="3556672"/>
                    <a:pt x="1128032" y="3568608"/>
                    <a:pt x="1114603" y="3585022"/>
                  </a:cubicBezTo>
                  <a:cubicBezTo>
                    <a:pt x="1131016" y="3604419"/>
                    <a:pt x="1145937" y="3625309"/>
                    <a:pt x="1163842" y="3641722"/>
                  </a:cubicBezTo>
                  <a:cubicBezTo>
                    <a:pt x="1186224" y="3661119"/>
                    <a:pt x="1214574" y="3673056"/>
                    <a:pt x="1244416" y="3664104"/>
                  </a:cubicBezTo>
                  <a:cubicBezTo>
                    <a:pt x="1286195" y="3652166"/>
                    <a:pt x="1320514" y="3628293"/>
                    <a:pt x="1332450" y="3583530"/>
                  </a:cubicBezTo>
                  <a:cubicBezTo>
                    <a:pt x="1339911" y="3553687"/>
                    <a:pt x="1347371" y="3523845"/>
                    <a:pt x="1335435" y="3492511"/>
                  </a:cubicBezTo>
                  <a:cubicBezTo>
                    <a:pt x="1324244" y="3463416"/>
                    <a:pt x="1294589" y="3437677"/>
                    <a:pt x="1266611" y="3432291"/>
                  </a:cubicBezTo>
                  <a:close/>
                  <a:moveTo>
                    <a:pt x="1742593" y="3458566"/>
                  </a:moveTo>
                  <a:cubicBezTo>
                    <a:pt x="1721890" y="3459312"/>
                    <a:pt x="1701747" y="3468638"/>
                    <a:pt x="1695032" y="3488035"/>
                  </a:cubicBezTo>
                  <a:cubicBezTo>
                    <a:pt x="1684587" y="3517877"/>
                    <a:pt x="1692048" y="3541751"/>
                    <a:pt x="1702492" y="3567117"/>
                  </a:cubicBezTo>
                  <a:cubicBezTo>
                    <a:pt x="1705477" y="3573085"/>
                    <a:pt x="1715922" y="3577561"/>
                    <a:pt x="1723382" y="3579053"/>
                  </a:cubicBezTo>
                  <a:cubicBezTo>
                    <a:pt x="1741287" y="3582038"/>
                    <a:pt x="1766653" y="3567117"/>
                    <a:pt x="1771129" y="3550703"/>
                  </a:cubicBezTo>
                  <a:cubicBezTo>
                    <a:pt x="1774114" y="3540259"/>
                    <a:pt x="1775606" y="3528322"/>
                    <a:pt x="1766653" y="3520861"/>
                  </a:cubicBezTo>
                  <a:cubicBezTo>
                    <a:pt x="1760685" y="3514893"/>
                    <a:pt x="1741287" y="3513401"/>
                    <a:pt x="1733827" y="3519369"/>
                  </a:cubicBezTo>
                  <a:cubicBezTo>
                    <a:pt x="1729350" y="3522354"/>
                    <a:pt x="1724874" y="3529814"/>
                    <a:pt x="1724874" y="3535782"/>
                  </a:cubicBezTo>
                  <a:cubicBezTo>
                    <a:pt x="1724874" y="3543243"/>
                    <a:pt x="1730843" y="3547719"/>
                    <a:pt x="1739795" y="3544735"/>
                  </a:cubicBezTo>
                  <a:cubicBezTo>
                    <a:pt x="1742779" y="3544735"/>
                    <a:pt x="1747256" y="3544735"/>
                    <a:pt x="1753224" y="3544735"/>
                  </a:cubicBezTo>
                  <a:cubicBezTo>
                    <a:pt x="1739795" y="3556672"/>
                    <a:pt x="1733827" y="3558164"/>
                    <a:pt x="1723382" y="3555180"/>
                  </a:cubicBezTo>
                  <a:cubicBezTo>
                    <a:pt x="1712937" y="3550703"/>
                    <a:pt x="1711445" y="3541751"/>
                    <a:pt x="1711445" y="3532798"/>
                  </a:cubicBezTo>
                  <a:cubicBezTo>
                    <a:pt x="1711445" y="3523845"/>
                    <a:pt x="1712937" y="3513401"/>
                    <a:pt x="1721890" y="3508924"/>
                  </a:cubicBezTo>
                  <a:cubicBezTo>
                    <a:pt x="1739795" y="3501464"/>
                    <a:pt x="1759192" y="3499972"/>
                    <a:pt x="1774114" y="3511909"/>
                  </a:cubicBezTo>
                  <a:cubicBezTo>
                    <a:pt x="1790527" y="3523845"/>
                    <a:pt x="1784558" y="3541751"/>
                    <a:pt x="1780082" y="3558164"/>
                  </a:cubicBezTo>
                  <a:cubicBezTo>
                    <a:pt x="1778590" y="3561148"/>
                    <a:pt x="1778590" y="3562640"/>
                    <a:pt x="1777098" y="3565625"/>
                  </a:cubicBezTo>
                  <a:cubicBezTo>
                    <a:pt x="1768145" y="3583530"/>
                    <a:pt x="1744271" y="3593974"/>
                    <a:pt x="1721890" y="3592482"/>
                  </a:cubicBezTo>
                  <a:cubicBezTo>
                    <a:pt x="1698016" y="3589498"/>
                    <a:pt x="1689064" y="3582038"/>
                    <a:pt x="1683095" y="3556672"/>
                  </a:cubicBezTo>
                  <a:cubicBezTo>
                    <a:pt x="1680111" y="3541751"/>
                    <a:pt x="1677127" y="3526830"/>
                    <a:pt x="1672650" y="3505940"/>
                  </a:cubicBezTo>
                  <a:cubicBezTo>
                    <a:pt x="1666682" y="3517877"/>
                    <a:pt x="1663698" y="3526830"/>
                    <a:pt x="1659221" y="3534290"/>
                  </a:cubicBezTo>
                  <a:cubicBezTo>
                    <a:pt x="1650269" y="3558164"/>
                    <a:pt x="1657729" y="3577561"/>
                    <a:pt x="1680111" y="3592482"/>
                  </a:cubicBezTo>
                  <a:cubicBezTo>
                    <a:pt x="1689064" y="3598451"/>
                    <a:pt x="1696524" y="3602927"/>
                    <a:pt x="1705477" y="3607403"/>
                  </a:cubicBezTo>
                  <a:cubicBezTo>
                    <a:pt x="1736811" y="3625309"/>
                    <a:pt x="1792019" y="3605911"/>
                    <a:pt x="1803956" y="3573085"/>
                  </a:cubicBezTo>
                  <a:cubicBezTo>
                    <a:pt x="1815893" y="3541751"/>
                    <a:pt x="1812908" y="3510416"/>
                    <a:pt x="1793511" y="3480574"/>
                  </a:cubicBezTo>
                  <a:cubicBezTo>
                    <a:pt x="1784559" y="3465653"/>
                    <a:pt x="1763296" y="3457820"/>
                    <a:pt x="1742593" y="3458566"/>
                  </a:cubicBezTo>
                  <a:close/>
                  <a:moveTo>
                    <a:pt x="3812330" y="3626801"/>
                  </a:moveTo>
                  <a:cubicBezTo>
                    <a:pt x="3804869" y="3632769"/>
                    <a:pt x="3792932" y="3631277"/>
                    <a:pt x="3788456" y="3644706"/>
                  </a:cubicBezTo>
                  <a:cubicBezTo>
                    <a:pt x="3809346" y="3656643"/>
                    <a:pt x="3828743" y="3667088"/>
                    <a:pt x="3849632" y="3677532"/>
                  </a:cubicBezTo>
                  <a:cubicBezTo>
                    <a:pt x="3858585" y="3684993"/>
                    <a:pt x="3866046" y="3682009"/>
                    <a:pt x="3876490" y="3671564"/>
                  </a:cubicBezTo>
                  <a:cubicBezTo>
                    <a:pt x="3864553" y="3664104"/>
                    <a:pt x="3854109" y="3656643"/>
                    <a:pt x="3843664" y="3649183"/>
                  </a:cubicBezTo>
                  <a:cubicBezTo>
                    <a:pt x="3833219" y="3641722"/>
                    <a:pt x="3824267" y="3634261"/>
                    <a:pt x="3812330" y="3626801"/>
                  </a:cubicBezTo>
                  <a:close/>
                  <a:moveTo>
                    <a:pt x="1796495" y="3458193"/>
                  </a:moveTo>
                  <a:cubicBezTo>
                    <a:pt x="1808432" y="3485051"/>
                    <a:pt x="1820369" y="3508924"/>
                    <a:pt x="1821861" y="3535782"/>
                  </a:cubicBezTo>
                  <a:cubicBezTo>
                    <a:pt x="1823353" y="3553687"/>
                    <a:pt x="1833798" y="3561148"/>
                    <a:pt x="1848719" y="3570101"/>
                  </a:cubicBezTo>
                  <a:cubicBezTo>
                    <a:pt x="1857672" y="3546227"/>
                    <a:pt x="1862148" y="3522354"/>
                    <a:pt x="1853195" y="3498480"/>
                  </a:cubicBezTo>
                  <a:cubicBezTo>
                    <a:pt x="1850211" y="3491019"/>
                    <a:pt x="1845735" y="3480574"/>
                    <a:pt x="1838274" y="3476098"/>
                  </a:cubicBezTo>
                  <a:cubicBezTo>
                    <a:pt x="1824845" y="3468638"/>
                    <a:pt x="1809924" y="3464161"/>
                    <a:pt x="1796495" y="3458193"/>
                  </a:cubicBezTo>
                  <a:close/>
                  <a:moveTo>
                    <a:pt x="2427656" y="3505940"/>
                  </a:moveTo>
                  <a:cubicBezTo>
                    <a:pt x="2400798" y="3508924"/>
                    <a:pt x="2379909" y="3510416"/>
                    <a:pt x="2359019" y="3513401"/>
                  </a:cubicBezTo>
                  <a:cubicBezTo>
                    <a:pt x="2354543" y="3513401"/>
                    <a:pt x="2348574" y="3516385"/>
                    <a:pt x="2345590" y="3519369"/>
                  </a:cubicBezTo>
                  <a:cubicBezTo>
                    <a:pt x="2342606" y="3522354"/>
                    <a:pt x="2341114" y="3528322"/>
                    <a:pt x="2339622" y="3532798"/>
                  </a:cubicBezTo>
                  <a:cubicBezTo>
                    <a:pt x="2345590" y="3534290"/>
                    <a:pt x="2347082" y="3535782"/>
                    <a:pt x="2350066" y="3535782"/>
                  </a:cubicBezTo>
                  <a:cubicBezTo>
                    <a:pt x="2372448" y="3535782"/>
                    <a:pt x="2394830" y="3535782"/>
                    <a:pt x="2418703" y="3535782"/>
                  </a:cubicBezTo>
                  <a:cubicBezTo>
                    <a:pt x="2421688" y="3528322"/>
                    <a:pt x="2423180" y="3519369"/>
                    <a:pt x="2427656" y="3505940"/>
                  </a:cubicBezTo>
                  <a:close/>
                  <a:moveTo>
                    <a:pt x="1538361" y="3426859"/>
                  </a:moveTo>
                  <a:cubicBezTo>
                    <a:pt x="1520456" y="3419398"/>
                    <a:pt x="1499566" y="3428351"/>
                    <a:pt x="1492106" y="3447748"/>
                  </a:cubicBezTo>
                  <a:cubicBezTo>
                    <a:pt x="1499566" y="3447748"/>
                    <a:pt x="1507027" y="3447748"/>
                    <a:pt x="1514487" y="3446256"/>
                  </a:cubicBezTo>
                  <a:cubicBezTo>
                    <a:pt x="1514487" y="3449240"/>
                    <a:pt x="1515979" y="3450732"/>
                    <a:pt x="1514487" y="3452224"/>
                  </a:cubicBezTo>
                  <a:cubicBezTo>
                    <a:pt x="1507027" y="3467145"/>
                    <a:pt x="1508519" y="3476098"/>
                    <a:pt x="1520456" y="3482067"/>
                  </a:cubicBezTo>
                  <a:cubicBezTo>
                    <a:pt x="1530900" y="3488035"/>
                    <a:pt x="1541345" y="3482067"/>
                    <a:pt x="1548806" y="3470130"/>
                  </a:cubicBezTo>
                  <a:cubicBezTo>
                    <a:pt x="1557758" y="3453717"/>
                    <a:pt x="1551790" y="3432827"/>
                    <a:pt x="1538361" y="3426859"/>
                  </a:cubicBezTo>
                  <a:close/>
                  <a:moveTo>
                    <a:pt x="3669088" y="3599943"/>
                  </a:moveTo>
                  <a:cubicBezTo>
                    <a:pt x="3678040" y="3605911"/>
                    <a:pt x="3684009" y="3611880"/>
                    <a:pt x="3691469" y="3616356"/>
                  </a:cubicBezTo>
                  <a:cubicBezTo>
                    <a:pt x="3722803" y="3640230"/>
                    <a:pt x="3760106" y="3655151"/>
                    <a:pt x="3786964" y="3683501"/>
                  </a:cubicBezTo>
                  <a:cubicBezTo>
                    <a:pt x="3794425" y="3690961"/>
                    <a:pt x="3806361" y="3696930"/>
                    <a:pt x="3816806" y="3699914"/>
                  </a:cubicBezTo>
                  <a:cubicBezTo>
                    <a:pt x="3821282" y="3702898"/>
                    <a:pt x="3828743" y="3699914"/>
                    <a:pt x="3836203" y="3699914"/>
                  </a:cubicBezTo>
                  <a:cubicBezTo>
                    <a:pt x="3794425" y="3656643"/>
                    <a:pt x="3703406" y="3604419"/>
                    <a:pt x="3669088" y="3599943"/>
                  </a:cubicBezTo>
                  <a:close/>
                  <a:moveTo>
                    <a:pt x="860945" y="3364190"/>
                  </a:moveTo>
                  <a:cubicBezTo>
                    <a:pt x="837071" y="3379111"/>
                    <a:pt x="811705" y="3391048"/>
                    <a:pt x="784848" y="3405969"/>
                  </a:cubicBezTo>
                  <a:cubicBezTo>
                    <a:pt x="802753" y="3422382"/>
                    <a:pt x="822150" y="3434319"/>
                    <a:pt x="843040" y="3444764"/>
                  </a:cubicBezTo>
                  <a:cubicBezTo>
                    <a:pt x="846024" y="3428351"/>
                    <a:pt x="846024" y="3413430"/>
                    <a:pt x="849008" y="3400001"/>
                  </a:cubicBezTo>
                  <a:cubicBezTo>
                    <a:pt x="851992" y="3386572"/>
                    <a:pt x="857961" y="3374635"/>
                    <a:pt x="860945" y="3364190"/>
                  </a:cubicBezTo>
                  <a:close/>
                  <a:moveTo>
                    <a:pt x="2533595" y="3499972"/>
                  </a:moveTo>
                  <a:cubicBezTo>
                    <a:pt x="2527627" y="3499972"/>
                    <a:pt x="2521659" y="3499972"/>
                    <a:pt x="2512706" y="3501464"/>
                  </a:cubicBezTo>
                  <a:cubicBezTo>
                    <a:pt x="2512706" y="3514893"/>
                    <a:pt x="2511214" y="3526830"/>
                    <a:pt x="2509722" y="3543243"/>
                  </a:cubicBezTo>
                  <a:cubicBezTo>
                    <a:pt x="2523151" y="3538766"/>
                    <a:pt x="2532102" y="3538766"/>
                    <a:pt x="2538072" y="3534290"/>
                  </a:cubicBezTo>
                  <a:cubicBezTo>
                    <a:pt x="2544040" y="3531306"/>
                    <a:pt x="2551501" y="3523845"/>
                    <a:pt x="2551501" y="3517877"/>
                  </a:cubicBezTo>
                  <a:cubicBezTo>
                    <a:pt x="2551501" y="3508924"/>
                    <a:pt x="2544040" y="3501464"/>
                    <a:pt x="2533595" y="3499972"/>
                  </a:cubicBezTo>
                  <a:close/>
                  <a:moveTo>
                    <a:pt x="2749951" y="3510416"/>
                  </a:moveTo>
                  <a:cubicBezTo>
                    <a:pt x="2732045" y="3520861"/>
                    <a:pt x="2714140" y="3532798"/>
                    <a:pt x="2696235" y="3544735"/>
                  </a:cubicBezTo>
                  <a:cubicBezTo>
                    <a:pt x="2720109" y="3568608"/>
                    <a:pt x="2745474" y="3571593"/>
                    <a:pt x="2760395" y="3553687"/>
                  </a:cubicBezTo>
                  <a:cubicBezTo>
                    <a:pt x="2770840" y="3540259"/>
                    <a:pt x="2766364" y="3522354"/>
                    <a:pt x="2749951" y="3510416"/>
                  </a:cubicBezTo>
                  <a:close/>
                  <a:moveTo>
                    <a:pt x="2315748" y="3473114"/>
                  </a:moveTo>
                  <a:cubicBezTo>
                    <a:pt x="2294859" y="3477590"/>
                    <a:pt x="2276953" y="3482067"/>
                    <a:pt x="2260540" y="3485051"/>
                  </a:cubicBezTo>
                  <a:cubicBezTo>
                    <a:pt x="2259048" y="3510416"/>
                    <a:pt x="2257556" y="3535782"/>
                    <a:pt x="2256064" y="3567117"/>
                  </a:cubicBezTo>
                  <a:cubicBezTo>
                    <a:pt x="2266508" y="3568608"/>
                    <a:pt x="2279938" y="3573085"/>
                    <a:pt x="2291874" y="3574577"/>
                  </a:cubicBezTo>
                  <a:cubicBezTo>
                    <a:pt x="2311272" y="3577561"/>
                    <a:pt x="2317240" y="3574577"/>
                    <a:pt x="2318732" y="3555180"/>
                  </a:cubicBezTo>
                  <a:cubicBezTo>
                    <a:pt x="2320224" y="3528322"/>
                    <a:pt x="2317240" y="3501464"/>
                    <a:pt x="2315748" y="3473114"/>
                  </a:cubicBezTo>
                  <a:close/>
                  <a:moveTo>
                    <a:pt x="1222034" y="3376127"/>
                  </a:moveTo>
                  <a:cubicBezTo>
                    <a:pt x="1202637" y="3377619"/>
                    <a:pt x="1184732" y="3385080"/>
                    <a:pt x="1168319" y="3394032"/>
                  </a:cubicBezTo>
                  <a:cubicBezTo>
                    <a:pt x="1159366" y="3398509"/>
                    <a:pt x="1154890" y="3405969"/>
                    <a:pt x="1157874" y="3416414"/>
                  </a:cubicBezTo>
                  <a:cubicBezTo>
                    <a:pt x="1160858" y="3429843"/>
                    <a:pt x="1163842" y="3441779"/>
                    <a:pt x="1166827" y="3456701"/>
                  </a:cubicBezTo>
                  <a:cubicBezTo>
                    <a:pt x="1171303" y="3455209"/>
                    <a:pt x="1175779" y="3453717"/>
                    <a:pt x="1178764" y="3452224"/>
                  </a:cubicBezTo>
                  <a:cubicBezTo>
                    <a:pt x="1192192" y="3444764"/>
                    <a:pt x="1204129" y="3434319"/>
                    <a:pt x="1217558" y="3428351"/>
                  </a:cubicBezTo>
                  <a:cubicBezTo>
                    <a:pt x="1259337" y="3408953"/>
                    <a:pt x="1322006" y="3422382"/>
                    <a:pt x="1341403" y="3477590"/>
                  </a:cubicBezTo>
                  <a:cubicBezTo>
                    <a:pt x="1350356" y="3505940"/>
                    <a:pt x="1356324" y="3532798"/>
                    <a:pt x="1348863" y="3562640"/>
                  </a:cubicBezTo>
                  <a:cubicBezTo>
                    <a:pt x="1341403" y="3592482"/>
                    <a:pt x="1332450" y="3617848"/>
                    <a:pt x="1311561" y="3640230"/>
                  </a:cubicBezTo>
                  <a:cubicBezTo>
                    <a:pt x="1269782" y="3684993"/>
                    <a:pt x="1181748" y="3692453"/>
                    <a:pt x="1138477" y="3634261"/>
                  </a:cubicBezTo>
                  <a:cubicBezTo>
                    <a:pt x="1126540" y="3617848"/>
                    <a:pt x="1113111" y="3604419"/>
                    <a:pt x="1099682" y="3588006"/>
                  </a:cubicBezTo>
                  <a:cubicBezTo>
                    <a:pt x="1090729" y="3592482"/>
                    <a:pt x="1083269" y="3595467"/>
                    <a:pt x="1075808" y="3598451"/>
                  </a:cubicBezTo>
                  <a:cubicBezTo>
                    <a:pt x="1080284" y="3644706"/>
                    <a:pt x="1110127" y="3683501"/>
                    <a:pt x="1157874" y="3696930"/>
                  </a:cubicBezTo>
                  <a:cubicBezTo>
                    <a:pt x="1165335" y="3698422"/>
                    <a:pt x="1174287" y="3701406"/>
                    <a:pt x="1181748" y="3704390"/>
                  </a:cubicBezTo>
                  <a:cubicBezTo>
                    <a:pt x="1257845" y="3732740"/>
                    <a:pt x="1330958" y="3701406"/>
                    <a:pt x="1363785" y="3628293"/>
                  </a:cubicBezTo>
                  <a:cubicBezTo>
                    <a:pt x="1377213" y="3598451"/>
                    <a:pt x="1384674" y="3567117"/>
                    <a:pt x="1386166" y="3534290"/>
                  </a:cubicBezTo>
                  <a:cubicBezTo>
                    <a:pt x="1389150" y="3477590"/>
                    <a:pt x="1371245" y="3426859"/>
                    <a:pt x="1317529" y="3400001"/>
                  </a:cubicBezTo>
                  <a:cubicBezTo>
                    <a:pt x="1289179" y="3385080"/>
                    <a:pt x="1256353" y="3374635"/>
                    <a:pt x="1222034" y="3376127"/>
                  </a:cubicBezTo>
                  <a:close/>
                  <a:moveTo>
                    <a:pt x="1714429" y="3414922"/>
                  </a:moveTo>
                  <a:cubicBezTo>
                    <a:pt x="1698016" y="3407461"/>
                    <a:pt x="1687571" y="3419398"/>
                    <a:pt x="1675635" y="3426859"/>
                  </a:cubicBezTo>
                  <a:cubicBezTo>
                    <a:pt x="1666682" y="3432827"/>
                    <a:pt x="1665190" y="3443272"/>
                    <a:pt x="1666682" y="3453717"/>
                  </a:cubicBezTo>
                  <a:cubicBezTo>
                    <a:pt x="1669666" y="3467145"/>
                    <a:pt x="1672650" y="3479082"/>
                    <a:pt x="1674143" y="3491019"/>
                  </a:cubicBezTo>
                  <a:cubicBezTo>
                    <a:pt x="1686079" y="3477590"/>
                    <a:pt x="1695032" y="3461177"/>
                    <a:pt x="1709953" y="3453717"/>
                  </a:cubicBezTo>
                  <a:cubicBezTo>
                    <a:pt x="1724874" y="3446256"/>
                    <a:pt x="1744271" y="3446256"/>
                    <a:pt x="1765161" y="3441779"/>
                  </a:cubicBezTo>
                  <a:cubicBezTo>
                    <a:pt x="1747256" y="3432827"/>
                    <a:pt x="1730843" y="3422382"/>
                    <a:pt x="1714429" y="3414922"/>
                  </a:cubicBezTo>
                  <a:close/>
                  <a:moveTo>
                    <a:pt x="2421688" y="3468638"/>
                  </a:moveTo>
                  <a:cubicBezTo>
                    <a:pt x="2393337" y="3476098"/>
                    <a:pt x="2364987" y="3482067"/>
                    <a:pt x="2336637" y="3489527"/>
                  </a:cubicBezTo>
                  <a:cubicBezTo>
                    <a:pt x="2335145" y="3499972"/>
                    <a:pt x="2341114" y="3501464"/>
                    <a:pt x="2348574" y="3501464"/>
                  </a:cubicBezTo>
                  <a:cubicBezTo>
                    <a:pt x="2369464" y="3499972"/>
                    <a:pt x="2391845" y="3496988"/>
                    <a:pt x="2412735" y="3494003"/>
                  </a:cubicBezTo>
                  <a:cubicBezTo>
                    <a:pt x="2426164" y="3491019"/>
                    <a:pt x="2426164" y="3488035"/>
                    <a:pt x="2421688" y="3468638"/>
                  </a:cubicBezTo>
                  <a:close/>
                  <a:moveTo>
                    <a:pt x="2057614" y="3438796"/>
                  </a:moveTo>
                  <a:cubicBezTo>
                    <a:pt x="2054629" y="3470130"/>
                    <a:pt x="2068058" y="3491019"/>
                    <a:pt x="2088948" y="3492511"/>
                  </a:cubicBezTo>
                  <a:cubicBezTo>
                    <a:pt x="2109837" y="3492511"/>
                    <a:pt x="2118790" y="3480574"/>
                    <a:pt x="2118790" y="3450732"/>
                  </a:cubicBezTo>
                  <a:cubicBezTo>
                    <a:pt x="2097900" y="3446256"/>
                    <a:pt x="2078503" y="3441779"/>
                    <a:pt x="2057614" y="3438796"/>
                  </a:cubicBezTo>
                  <a:close/>
                  <a:moveTo>
                    <a:pt x="1924816" y="3423874"/>
                  </a:moveTo>
                  <a:cubicBezTo>
                    <a:pt x="1909895" y="3431335"/>
                    <a:pt x="1896466" y="3438796"/>
                    <a:pt x="1878561" y="3447748"/>
                  </a:cubicBezTo>
                  <a:cubicBezTo>
                    <a:pt x="1893482" y="3455209"/>
                    <a:pt x="1903927" y="3461177"/>
                    <a:pt x="1914372" y="3467145"/>
                  </a:cubicBezTo>
                  <a:cubicBezTo>
                    <a:pt x="1921832" y="3470130"/>
                    <a:pt x="1930785" y="3476098"/>
                    <a:pt x="1938245" y="3467145"/>
                  </a:cubicBezTo>
                  <a:cubicBezTo>
                    <a:pt x="1945706" y="3458193"/>
                    <a:pt x="1942722" y="3447748"/>
                    <a:pt x="1936753" y="3440288"/>
                  </a:cubicBezTo>
                  <a:cubicBezTo>
                    <a:pt x="1933769" y="3434319"/>
                    <a:pt x="1929293" y="3429843"/>
                    <a:pt x="1924816" y="3423874"/>
                  </a:cubicBezTo>
                  <a:close/>
                  <a:moveTo>
                    <a:pt x="2583324" y="3477473"/>
                  </a:moveTo>
                  <a:cubicBezTo>
                    <a:pt x="2579012" y="3477031"/>
                    <a:pt x="2573510" y="3477217"/>
                    <a:pt x="2566422" y="3477590"/>
                  </a:cubicBezTo>
                  <a:cubicBezTo>
                    <a:pt x="2561945" y="3477590"/>
                    <a:pt x="2557469" y="3477590"/>
                    <a:pt x="2550008" y="3477590"/>
                  </a:cubicBezTo>
                  <a:cubicBezTo>
                    <a:pt x="2558961" y="3492511"/>
                    <a:pt x="2564930" y="3502956"/>
                    <a:pt x="2572390" y="3516385"/>
                  </a:cubicBezTo>
                  <a:cubicBezTo>
                    <a:pt x="2581343" y="3514893"/>
                    <a:pt x="2591787" y="3511909"/>
                    <a:pt x="2600740" y="3510416"/>
                  </a:cubicBezTo>
                  <a:cubicBezTo>
                    <a:pt x="2598502" y="3485797"/>
                    <a:pt x="2596264" y="3478802"/>
                    <a:pt x="2583324" y="3477473"/>
                  </a:cubicBezTo>
                  <a:close/>
                  <a:moveTo>
                    <a:pt x="2223237" y="3444764"/>
                  </a:moveTo>
                  <a:cubicBezTo>
                    <a:pt x="2193395" y="3452224"/>
                    <a:pt x="2163553" y="3447748"/>
                    <a:pt x="2135203" y="3458193"/>
                  </a:cubicBezTo>
                  <a:cubicBezTo>
                    <a:pt x="2153109" y="3486543"/>
                    <a:pt x="2166537" y="3491019"/>
                    <a:pt x="2197872" y="3483559"/>
                  </a:cubicBezTo>
                  <a:cubicBezTo>
                    <a:pt x="2214285" y="3479082"/>
                    <a:pt x="2220253" y="3470130"/>
                    <a:pt x="2223237" y="3444764"/>
                  </a:cubicBezTo>
                  <a:close/>
                  <a:moveTo>
                    <a:pt x="2021174" y="3427372"/>
                  </a:moveTo>
                  <a:cubicBezTo>
                    <a:pt x="2018539" y="3427605"/>
                    <a:pt x="2015835" y="3428724"/>
                    <a:pt x="2012850" y="3431335"/>
                  </a:cubicBezTo>
                  <a:cubicBezTo>
                    <a:pt x="2003898" y="3440288"/>
                    <a:pt x="1993453" y="3446256"/>
                    <a:pt x="1980024" y="3446256"/>
                  </a:cubicBezTo>
                  <a:cubicBezTo>
                    <a:pt x="1977040" y="3446256"/>
                    <a:pt x="1969579" y="3452224"/>
                    <a:pt x="1971071" y="3455209"/>
                  </a:cubicBezTo>
                  <a:cubicBezTo>
                    <a:pt x="1971071" y="3459685"/>
                    <a:pt x="1975548" y="3465653"/>
                    <a:pt x="1978532" y="3468638"/>
                  </a:cubicBezTo>
                  <a:cubicBezTo>
                    <a:pt x="1991961" y="3479082"/>
                    <a:pt x="2008374" y="3477590"/>
                    <a:pt x="2021803" y="3465653"/>
                  </a:cubicBezTo>
                  <a:cubicBezTo>
                    <a:pt x="2030756" y="3458193"/>
                    <a:pt x="2036724" y="3447748"/>
                    <a:pt x="2048661" y="3432827"/>
                  </a:cubicBezTo>
                  <a:cubicBezTo>
                    <a:pt x="2036352" y="3433946"/>
                    <a:pt x="2029077" y="3426672"/>
                    <a:pt x="2021174" y="3427372"/>
                  </a:cubicBezTo>
                  <a:close/>
                  <a:moveTo>
                    <a:pt x="3027482" y="3496988"/>
                  </a:moveTo>
                  <a:cubicBezTo>
                    <a:pt x="3009577" y="3504448"/>
                    <a:pt x="2988688" y="3507432"/>
                    <a:pt x="2975259" y="3522354"/>
                  </a:cubicBezTo>
                  <a:cubicBezTo>
                    <a:pt x="2976751" y="3534290"/>
                    <a:pt x="2976751" y="3544735"/>
                    <a:pt x="2978243" y="3556672"/>
                  </a:cubicBezTo>
                  <a:cubicBezTo>
                    <a:pt x="2991672" y="3552196"/>
                    <a:pt x="3003609" y="3549211"/>
                    <a:pt x="3015545" y="3546227"/>
                  </a:cubicBezTo>
                  <a:cubicBezTo>
                    <a:pt x="3024498" y="3544735"/>
                    <a:pt x="3036435" y="3544735"/>
                    <a:pt x="3034943" y="3534290"/>
                  </a:cubicBezTo>
                  <a:cubicBezTo>
                    <a:pt x="3033451" y="3522354"/>
                    <a:pt x="3049864" y="3505940"/>
                    <a:pt x="3027482" y="3496988"/>
                  </a:cubicBezTo>
                  <a:close/>
                  <a:moveTo>
                    <a:pt x="1072824" y="3334348"/>
                  </a:moveTo>
                  <a:cubicBezTo>
                    <a:pt x="1062379" y="3335840"/>
                    <a:pt x="1051935" y="3337332"/>
                    <a:pt x="1039998" y="3338824"/>
                  </a:cubicBezTo>
                  <a:cubicBezTo>
                    <a:pt x="1042982" y="3341809"/>
                    <a:pt x="1044474" y="3344793"/>
                    <a:pt x="1045966" y="3346285"/>
                  </a:cubicBezTo>
                  <a:cubicBezTo>
                    <a:pt x="1078792" y="3376127"/>
                    <a:pt x="1092221" y="3413430"/>
                    <a:pt x="1080284" y="3456701"/>
                  </a:cubicBezTo>
                  <a:cubicBezTo>
                    <a:pt x="1075808" y="3473114"/>
                    <a:pt x="1066856" y="3488035"/>
                    <a:pt x="1057903" y="3502956"/>
                  </a:cubicBezTo>
                  <a:cubicBezTo>
                    <a:pt x="1042982" y="3529814"/>
                    <a:pt x="1023584" y="3550703"/>
                    <a:pt x="989266" y="3549211"/>
                  </a:cubicBezTo>
                  <a:cubicBezTo>
                    <a:pt x="986282" y="3552196"/>
                    <a:pt x="983298" y="3553687"/>
                    <a:pt x="975837" y="3553687"/>
                  </a:cubicBezTo>
                  <a:cubicBezTo>
                    <a:pt x="986282" y="3567117"/>
                    <a:pt x="993742" y="3577561"/>
                    <a:pt x="1001203" y="3589498"/>
                  </a:cubicBezTo>
                  <a:cubicBezTo>
                    <a:pt x="1007171" y="3601435"/>
                    <a:pt x="1016124" y="3604419"/>
                    <a:pt x="1028061" y="3598451"/>
                  </a:cubicBezTo>
                  <a:cubicBezTo>
                    <a:pt x="1053427" y="3586514"/>
                    <a:pt x="1080284" y="3576069"/>
                    <a:pt x="1105650" y="3564132"/>
                  </a:cubicBezTo>
                  <a:cubicBezTo>
                    <a:pt x="1116095" y="3558164"/>
                    <a:pt x="1126540" y="3549211"/>
                    <a:pt x="1131016" y="3537275"/>
                  </a:cubicBezTo>
                  <a:cubicBezTo>
                    <a:pt x="1162350" y="3477590"/>
                    <a:pt x="1156382" y="3402985"/>
                    <a:pt x="1108634" y="3347777"/>
                  </a:cubicBezTo>
                  <a:cubicBezTo>
                    <a:pt x="1099682" y="3337332"/>
                    <a:pt x="1087745" y="3331364"/>
                    <a:pt x="1072824" y="3334348"/>
                  </a:cubicBezTo>
                  <a:close/>
                  <a:moveTo>
                    <a:pt x="1633856" y="3377619"/>
                  </a:moveTo>
                  <a:cubicBezTo>
                    <a:pt x="1632364" y="3379111"/>
                    <a:pt x="1632364" y="3380603"/>
                    <a:pt x="1630872" y="3380603"/>
                  </a:cubicBezTo>
                  <a:cubicBezTo>
                    <a:pt x="1639824" y="3394032"/>
                    <a:pt x="1647285" y="3408953"/>
                    <a:pt x="1657729" y="3425366"/>
                  </a:cubicBezTo>
                  <a:cubicBezTo>
                    <a:pt x="1668174" y="3416414"/>
                    <a:pt x="1675635" y="3410445"/>
                    <a:pt x="1683095" y="3402985"/>
                  </a:cubicBezTo>
                  <a:cubicBezTo>
                    <a:pt x="1665190" y="3394032"/>
                    <a:pt x="1650269" y="3385080"/>
                    <a:pt x="1633856" y="3377619"/>
                  </a:cubicBezTo>
                  <a:close/>
                  <a:moveTo>
                    <a:pt x="2638043" y="3455209"/>
                  </a:moveTo>
                  <a:cubicBezTo>
                    <a:pt x="2624614" y="3462669"/>
                    <a:pt x="2615661" y="3467145"/>
                    <a:pt x="2606709" y="3473114"/>
                  </a:cubicBezTo>
                  <a:cubicBezTo>
                    <a:pt x="2611185" y="3486543"/>
                    <a:pt x="2615661" y="3496988"/>
                    <a:pt x="2620137" y="3507432"/>
                  </a:cubicBezTo>
                  <a:cubicBezTo>
                    <a:pt x="2635058" y="3505940"/>
                    <a:pt x="2648488" y="3501464"/>
                    <a:pt x="2658932" y="3488035"/>
                  </a:cubicBezTo>
                  <a:cubicBezTo>
                    <a:pt x="2651472" y="3477590"/>
                    <a:pt x="2645503" y="3467145"/>
                    <a:pt x="2638043" y="3455209"/>
                  </a:cubicBezTo>
                  <a:close/>
                  <a:moveTo>
                    <a:pt x="980500" y="3315883"/>
                  </a:moveTo>
                  <a:cubicBezTo>
                    <a:pt x="968750" y="3313832"/>
                    <a:pt x="956440" y="3314951"/>
                    <a:pt x="943011" y="3320919"/>
                  </a:cubicBezTo>
                  <a:cubicBezTo>
                    <a:pt x="932566" y="3325395"/>
                    <a:pt x="923613" y="3331364"/>
                    <a:pt x="914661" y="3335840"/>
                  </a:cubicBezTo>
                  <a:cubicBezTo>
                    <a:pt x="869898" y="3356730"/>
                    <a:pt x="857961" y="3397017"/>
                    <a:pt x="859453" y="3441779"/>
                  </a:cubicBezTo>
                  <a:cubicBezTo>
                    <a:pt x="859453" y="3456701"/>
                    <a:pt x="865421" y="3468638"/>
                    <a:pt x="880342" y="3476098"/>
                  </a:cubicBezTo>
                  <a:cubicBezTo>
                    <a:pt x="887803" y="3480574"/>
                    <a:pt x="893771" y="3488035"/>
                    <a:pt x="901232" y="3492511"/>
                  </a:cubicBezTo>
                  <a:cubicBezTo>
                    <a:pt x="923613" y="3507432"/>
                    <a:pt x="940027" y="3529814"/>
                    <a:pt x="971361" y="3532798"/>
                  </a:cubicBezTo>
                  <a:cubicBezTo>
                    <a:pt x="1008663" y="3537275"/>
                    <a:pt x="1031045" y="3531306"/>
                    <a:pt x="1048950" y="3498480"/>
                  </a:cubicBezTo>
                  <a:cubicBezTo>
                    <a:pt x="1053427" y="3491019"/>
                    <a:pt x="1056411" y="3483559"/>
                    <a:pt x="1060887" y="3477590"/>
                  </a:cubicBezTo>
                  <a:cubicBezTo>
                    <a:pt x="1087745" y="3435811"/>
                    <a:pt x="1072824" y="3383587"/>
                    <a:pt x="1044474" y="3361206"/>
                  </a:cubicBezTo>
                  <a:cubicBezTo>
                    <a:pt x="1037013" y="3355238"/>
                    <a:pt x="1025077" y="3350761"/>
                    <a:pt x="1016124" y="3349269"/>
                  </a:cubicBezTo>
                  <a:cubicBezTo>
                    <a:pt x="995234" y="3346285"/>
                    <a:pt x="978821" y="3361206"/>
                    <a:pt x="960916" y="3367174"/>
                  </a:cubicBezTo>
                  <a:cubicBezTo>
                    <a:pt x="934058" y="3377619"/>
                    <a:pt x="926598" y="3398509"/>
                    <a:pt x="925106" y="3423874"/>
                  </a:cubicBezTo>
                  <a:cubicBezTo>
                    <a:pt x="923613" y="3450732"/>
                    <a:pt x="938534" y="3468638"/>
                    <a:pt x="965392" y="3473114"/>
                  </a:cubicBezTo>
                  <a:cubicBezTo>
                    <a:pt x="977329" y="3474606"/>
                    <a:pt x="989266" y="3476098"/>
                    <a:pt x="999711" y="3473114"/>
                  </a:cubicBezTo>
                  <a:cubicBezTo>
                    <a:pt x="1016124" y="3470130"/>
                    <a:pt x="1032537" y="3461177"/>
                    <a:pt x="1038506" y="3444764"/>
                  </a:cubicBezTo>
                  <a:cubicBezTo>
                    <a:pt x="1044474" y="3426859"/>
                    <a:pt x="1038506" y="3410445"/>
                    <a:pt x="1026569" y="3395524"/>
                  </a:cubicBezTo>
                  <a:cubicBezTo>
                    <a:pt x="1019108" y="3386572"/>
                    <a:pt x="1008663" y="3383587"/>
                    <a:pt x="999711" y="3388064"/>
                  </a:cubicBezTo>
                  <a:cubicBezTo>
                    <a:pt x="990758" y="3394032"/>
                    <a:pt x="983298" y="3402985"/>
                    <a:pt x="978821" y="3413430"/>
                  </a:cubicBezTo>
                  <a:cubicBezTo>
                    <a:pt x="971361" y="3428351"/>
                    <a:pt x="983298" y="3431335"/>
                    <a:pt x="995234" y="3437303"/>
                  </a:cubicBezTo>
                  <a:cubicBezTo>
                    <a:pt x="971361" y="3444764"/>
                    <a:pt x="959424" y="3437303"/>
                    <a:pt x="959424" y="3420890"/>
                  </a:cubicBezTo>
                  <a:cubicBezTo>
                    <a:pt x="959424" y="3405969"/>
                    <a:pt x="975837" y="3382095"/>
                    <a:pt x="989266" y="3377619"/>
                  </a:cubicBezTo>
                  <a:cubicBezTo>
                    <a:pt x="1001203" y="3373143"/>
                    <a:pt x="1022092" y="3379111"/>
                    <a:pt x="1032537" y="3391048"/>
                  </a:cubicBezTo>
                  <a:cubicBezTo>
                    <a:pt x="1044474" y="3404477"/>
                    <a:pt x="1047458" y="3422382"/>
                    <a:pt x="1048950" y="3440288"/>
                  </a:cubicBezTo>
                  <a:cubicBezTo>
                    <a:pt x="1050442" y="3456701"/>
                    <a:pt x="1042982" y="3468638"/>
                    <a:pt x="1028061" y="3477590"/>
                  </a:cubicBezTo>
                  <a:cubicBezTo>
                    <a:pt x="1004187" y="3491019"/>
                    <a:pt x="978821" y="3494003"/>
                    <a:pt x="953455" y="3485051"/>
                  </a:cubicBezTo>
                  <a:cubicBezTo>
                    <a:pt x="926598" y="3476098"/>
                    <a:pt x="907200" y="3453717"/>
                    <a:pt x="908692" y="3429843"/>
                  </a:cubicBezTo>
                  <a:cubicBezTo>
                    <a:pt x="910184" y="3401493"/>
                    <a:pt x="911677" y="3373143"/>
                    <a:pt x="945995" y="3359714"/>
                  </a:cubicBezTo>
                  <a:cubicBezTo>
                    <a:pt x="968377" y="3350761"/>
                    <a:pt x="990758" y="3340316"/>
                    <a:pt x="1014632" y="3329872"/>
                  </a:cubicBezTo>
                  <a:cubicBezTo>
                    <a:pt x="1003441" y="3323157"/>
                    <a:pt x="992250" y="3317935"/>
                    <a:pt x="980500" y="3315883"/>
                  </a:cubicBezTo>
                  <a:close/>
                  <a:moveTo>
                    <a:pt x="2303811" y="3416414"/>
                  </a:moveTo>
                  <a:cubicBezTo>
                    <a:pt x="2291874" y="3420890"/>
                    <a:pt x="2282922" y="3423874"/>
                    <a:pt x="2272477" y="3426859"/>
                  </a:cubicBezTo>
                  <a:cubicBezTo>
                    <a:pt x="2262032" y="3431335"/>
                    <a:pt x="2251587" y="3434319"/>
                    <a:pt x="2239650" y="3438796"/>
                  </a:cubicBezTo>
                  <a:cubicBezTo>
                    <a:pt x="2245619" y="3464161"/>
                    <a:pt x="2262032" y="3468638"/>
                    <a:pt x="2278445" y="3470130"/>
                  </a:cubicBezTo>
                  <a:cubicBezTo>
                    <a:pt x="2294859" y="3471622"/>
                    <a:pt x="2303811" y="3458193"/>
                    <a:pt x="2311272" y="3446256"/>
                  </a:cubicBezTo>
                  <a:cubicBezTo>
                    <a:pt x="2317240" y="3434319"/>
                    <a:pt x="2314256" y="3423874"/>
                    <a:pt x="2303811" y="3416414"/>
                  </a:cubicBezTo>
                  <a:close/>
                  <a:moveTo>
                    <a:pt x="3124469" y="3482067"/>
                  </a:moveTo>
                  <a:cubicBezTo>
                    <a:pt x="3125961" y="3495495"/>
                    <a:pt x="3125961" y="3501464"/>
                    <a:pt x="3125961" y="3511909"/>
                  </a:cubicBezTo>
                  <a:cubicBezTo>
                    <a:pt x="3137898" y="3507432"/>
                    <a:pt x="3146851" y="3502956"/>
                    <a:pt x="3157295" y="3499972"/>
                  </a:cubicBezTo>
                  <a:cubicBezTo>
                    <a:pt x="3157295" y="3498480"/>
                    <a:pt x="3157295" y="3495495"/>
                    <a:pt x="3157295" y="3494003"/>
                  </a:cubicBezTo>
                  <a:cubicBezTo>
                    <a:pt x="3148343" y="3491019"/>
                    <a:pt x="3140882" y="3488035"/>
                    <a:pt x="3124469" y="3482067"/>
                  </a:cubicBezTo>
                  <a:close/>
                  <a:moveTo>
                    <a:pt x="2409751" y="3416414"/>
                  </a:moveTo>
                  <a:cubicBezTo>
                    <a:pt x="2396322" y="3453717"/>
                    <a:pt x="2369464" y="3453717"/>
                    <a:pt x="2338130" y="3446256"/>
                  </a:cubicBezTo>
                  <a:cubicBezTo>
                    <a:pt x="2336637" y="3456701"/>
                    <a:pt x="2336637" y="3465653"/>
                    <a:pt x="2336637" y="3476098"/>
                  </a:cubicBezTo>
                  <a:cubicBezTo>
                    <a:pt x="2357527" y="3471622"/>
                    <a:pt x="2376924" y="3467145"/>
                    <a:pt x="2396322" y="3461177"/>
                  </a:cubicBezTo>
                  <a:cubicBezTo>
                    <a:pt x="2424672" y="3453717"/>
                    <a:pt x="2427656" y="3444764"/>
                    <a:pt x="2409751" y="3416414"/>
                  </a:cubicBezTo>
                  <a:close/>
                  <a:moveTo>
                    <a:pt x="1974056" y="3380603"/>
                  </a:moveTo>
                  <a:cubicBezTo>
                    <a:pt x="1962119" y="3394032"/>
                    <a:pt x="1953166" y="3402985"/>
                    <a:pt x="1942722" y="3413430"/>
                  </a:cubicBezTo>
                  <a:cubicBezTo>
                    <a:pt x="1975548" y="3437303"/>
                    <a:pt x="1990469" y="3437303"/>
                    <a:pt x="2005390" y="3411938"/>
                  </a:cubicBezTo>
                  <a:cubicBezTo>
                    <a:pt x="1994945" y="3401493"/>
                    <a:pt x="1984501" y="3392540"/>
                    <a:pt x="1974056" y="3380603"/>
                  </a:cubicBezTo>
                  <a:close/>
                  <a:moveTo>
                    <a:pt x="2797698" y="3446256"/>
                  </a:moveTo>
                  <a:cubicBezTo>
                    <a:pt x="2794714" y="3447748"/>
                    <a:pt x="2791730" y="3449240"/>
                    <a:pt x="2790238" y="3452224"/>
                  </a:cubicBezTo>
                  <a:cubicBezTo>
                    <a:pt x="2782777" y="3464161"/>
                    <a:pt x="2775317" y="3474606"/>
                    <a:pt x="2766364" y="3488035"/>
                  </a:cubicBezTo>
                  <a:cubicBezTo>
                    <a:pt x="2784269" y="3504448"/>
                    <a:pt x="2796206" y="3505940"/>
                    <a:pt x="2805159" y="3495495"/>
                  </a:cubicBezTo>
                  <a:cubicBezTo>
                    <a:pt x="2823064" y="3473114"/>
                    <a:pt x="2821572" y="3464161"/>
                    <a:pt x="2797698" y="3446256"/>
                  </a:cubicBezTo>
                  <a:close/>
                  <a:moveTo>
                    <a:pt x="1542837" y="3343301"/>
                  </a:moveTo>
                  <a:cubicBezTo>
                    <a:pt x="1504043" y="3343301"/>
                    <a:pt x="1469724" y="3349269"/>
                    <a:pt x="1445850" y="3382095"/>
                  </a:cubicBezTo>
                  <a:cubicBezTo>
                    <a:pt x="1427945" y="3407461"/>
                    <a:pt x="1404071" y="3428351"/>
                    <a:pt x="1404071" y="3462669"/>
                  </a:cubicBezTo>
                  <a:cubicBezTo>
                    <a:pt x="1404071" y="3464161"/>
                    <a:pt x="1404071" y="3467145"/>
                    <a:pt x="1402579" y="3467145"/>
                  </a:cubicBezTo>
                  <a:cubicBezTo>
                    <a:pt x="1389150" y="3477590"/>
                    <a:pt x="1392135" y="3492511"/>
                    <a:pt x="1396611" y="3504448"/>
                  </a:cubicBezTo>
                  <a:cubicBezTo>
                    <a:pt x="1405564" y="3526830"/>
                    <a:pt x="1416008" y="3549211"/>
                    <a:pt x="1427945" y="3571593"/>
                  </a:cubicBezTo>
                  <a:cubicBezTo>
                    <a:pt x="1427945" y="3571593"/>
                    <a:pt x="1429437" y="3571593"/>
                    <a:pt x="1430929" y="3573085"/>
                  </a:cubicBezTo>
                  <a:cubicBezTo>
                    <a:pt x="1444358" y="3567117"/>
                    <a:pt x="1457787" y="3559656"/>
                    <a:pt x="1471216" y="3552196"/>
                  </a:cubicBezTo>
                  <a:cubicBezTo>
                    <a:pt x="1466740" y="3547719"/>
                    <a:pt x="1465248" y="3544735"/>
                    <a:pt x="1462264" y="3541751"/>
                  </a:cubicBezTo>
                  <a:cubicBezTo>
                    <a:pt x="1421977" y="3495495"/>
                    <a:pt x="1420485" y="3456701"/>
                    <a:pt x="1454803" y="3405969"/>
                  </a:cubicBezTo>
                  <a:cubicBezTo>
                    <a:pt x="1474200" y="3377619"/>
                    <a:pt x="1536869" y="3367174"/>
                    <a:pt x="1563727" y="3386572"/>
                  </a:cubicBezTo>
                  <a:cubicBezTo>
                    <a:pt x="1566711" y="3388064"/>
                    <a:pt x="1569695" y="3389556"/>
                    <a:pt x="1571187" y="3392540"/>
                  </a:cubicBezTo>
                  <a:cubicBezTo>
                    <a:pt x="1590585" y="3420890"/>
                    <a:pt x="1606998" y="3449240"/>
                    <a:pt x="1601029" y="3485051"/>
                  </a:cubicBezTo>
                  <a:cubicBezTo>
                    <a:pt x="1596553" y="3511909"/>
                    <a:pt x="1572679" y="3532798"/>
                    <a:pt x="1544329" y="3532798"/>
                  </a:cubicBezTo>
                  <a:cubicBezTo>
                    <a:pt x="1498074" y="3532798"/>
                    <a:pt x="1463756" y="3488035"/>
                    <a:pt x="1475692" y="3443272"/>
                  </a:cubicBezTo>
                  <a:cubicBezTo>
                    <a:pt x="1477185" y="3438796"/>
                    <a:pt x="1478677" y="3435811"/>
                    <a:pt x="1481661" y="3432827"/>
                  </a:cubicBezTo>
                  <a:cubicBezTo>
                    <a:pt x="1493598" y="3419398"/>
                    <a:pt x="1523440" y="3411938"/>
                    <a:pt x="1539853" y="3417906"/>
                  </a:cubicBezTo>
                  <a:cubicBezTo>
                    <a:pt x="1554774" y="3423874"/>
                    <a:pt x="1565219" y="3452224"/>
                    <a:pt x="1560742" y="3470130"/>
                  </a:cubicBezTo>
                  <a:cubicBezTo>
                    <a:pt x="1554774" y="3496988"/>
                    <a:pt x="1526424" y="3507432"/>
                    <a:pt x="1505535" y="3491019"/>
                  </a:cubicBezTo>
                  <a:cubicBezTo>
                    <a:pt x="1504043" y="3488035"/>
                    <a:pt x="1501058" y="3485051"/>
                    <a:pt x="1496582" y="3482067"/>
                  </a:cubicBezTo>
                  <a:cubicBezTo>
                    <a:pt x="1495090" y="3483559"/>
                    <a:pt x="1493598" y="3485051"/>
                    <a:pt x="1490613" y="3488035"/>
                  </a:cubicBezTo>
                  <a:cubicBezTo>
                    <a:pt x="1501058" y="3495495"/>
                    <a:pt x="1510011" y="3504448"/>
                    <a:pt x="1520456" y="3511909"/>
                  </a:cubicBezTo>
                  <a:cubicBezTo>
                    <a:pt x="1548806" y="3529814"/>
                    <a:pt x="1581632" y="3514893"/>
                    <a:pt x="1592077" y="3483559"/>
                  </a:cubicBezTo>
                  <a:cubicBezTo>
                    <a:pt x="1605506" y="3435811"/>
                    <a:pt x="1569695" y="3389556"/>
                    <a:pt x="1520456" y="3391048"/>
                  </a:cubicBezTo>
                  <a:cubicBezTo>
                    <a:pt x="1469724" y="3392540"/>
                    <a:pt x="1439882" y="3429843"/>
                    <a:pt x="1448834" y="3479082"/>
                  </a:cubicBezTo>
                  <a:cubicBezTo>
                    <a:pt x="1451819" y="3499972"/>
                    <a:pt x="1462264" y="3516385"/>
                    <a:pt x="1475692" y="3531306"/>
                  </a:cubicBezTo>
                  <a:cubicBezTo>
                    <a:pt x="1498074" y="3558164"/>
                    <a:pt x="1529408" y="3568608"/>
                    <a:pt x="1560742" y="3582038"/>
                  </a:cubicBezTo>
                  <a:cubicBezTo>
                    <a:pt x="1577156" y="3589498"/>
                    <a:pt x="1627887" y="3565625"/>
                    <a:pt x="1639824" y="3544735"/>
                  </a:cubicBezTo>
                  <a:cubicBezTo>
                    <a:pt x="1659221" y="3513401"/>
                    <a:pt x="1668174" y="3479082"/>
                    <a:pt x="1651761" y="3444764"/>
                  </a:cubicBezTo>
                  <a:cubicBezTo>
                    <a:pt x="1642808" y="3423874"/>
                    <a:pt x="1632364" y="3402985"/>
                    <a:pt x="1618935" y="3386572"/>
                  </a:cubicBezTo>
                  <a:cubicBezTo>
                    <a:pt x="1599537" y="3364190"/>
                    <a:pt x="1577156" y="3343301"/>
                    <a:pt x="1542837" y="3343301"/>
                  </a:cubicBezTo>
                  <a:close/>
                  <a:moveTo>
                    <a:pt x="1765651" y="3357220"/>
                  </a:moveTo>
                  <a:cubicBezTo>
                    <a:pt x="1760778" y="3356730"/>
                    <a:pt x="1754344" y="3356730"/>
                    <a:pt x="1745764" y="3356730"/>
                  </a:cubicBezTo>
                  <a:cubicBezTo>
                    <a:pt x="1741287" y="3391048"/>
                    <a:pt x="1751732" y="3400001"/>
                    <a:pt x="1783066" y="3388064"/>
                  </a:cubicBezTo>
                  <a:cubicBezTo>
                    <a:pt x="1780828" y="3364564"/>
                    <a:pt x="1780268" y="3358688"/>
                    <a:pt x="1765651" y="3357220"/>
                  </a:cubicBezTo>
                  <a:close/>
                  <a:moveTo>
                    <a:pt x="2677397" y="3430962"/>
                  </a:moveTo>
                  <a:cubicBezTo>
                    <a:pt x="2670496" y="3429470"/>
                    <a:pt x="2663409" y="3435811"/>
                    <a:pt x="2652964" y="3449240"/>
                  </a:cubicBezTo>
                  <a:cubicBezTo>
                    <a:pt x="2660424" y="3458193"/>
                    <a:pt x="2669377" y="3468638"/>
                    <a:pt x="2678330" y="3480574"/>
                  </a:cubicBezTo>
                  <a:cubicBezTo>
                    <a:pt x="2687282" y="3471622"/>
                    <a:pt x="2693251" y="3465653"/>
                    <a:pt x="2700711" y="3459685"/>
                  </a:cubicBezTo>
                  <a:cubicBezTo>
                    <a:pt x="2691012" y="3441780"/>
                    <a:pt x="2684298" y="3432454"/>
                    <a:pt x="2677397" y="3430962"/>
                  </a:cubicBezTo>
                  <a:close/>
                  <a:moveTo>
                    <a:pt x="1706223" y="3348849"/>
                  </a:moveTo>
                  <a:cubicBezTo>
                    <a:pt x="1700348" y="3348057"/>
                    <a:pt x="1692794" y="3347777"/>
                    <a:pt x="1683095" y="3347777"/>
                  </a:cubicBezTo>
                  <a:cubicBezTo>
                    <a:pt x="1699508" y="3358222"/>
                    <a:pt x="1712937" y="3367174"/>
                    <a:pt x="1726366" y="3376127"/>
                  </a:cubicBezTo>
                  <a:cubicBezTo>
                    <a:pt x="1726366" y="3358221"/>
                    <a:pt x="1723848" y="3351227"/>
                    <a:pt x="1706223" y="3348849"/>
                  </a:cubicBezTo>
                  <a:close/>
                  <a:moveTo>
                    <a:pt x="1165335" y="3301522"/>
                  </a:moveTo>
                  <a:cubicBezTo>
                    <a:pt x="1147429" y="3311967"/>
                    <a:pt x="1129524" y="3320919"/>
                    <a:pt x="1110127" y="3329872"/>
                  </a:cubicBezTo>
                  <a:cubicBezTo>
                    <a:pt x="1116095" y="3337332"/>
                    <a:pt x="1122063" y="3341809"/>
                    <a:pt x="1125048" y="3347777"/>
                  </a:cubicBezTo>
                  <a:cubicBezTo>
                    <a:pt x="1129524" y="3353745"/>
                    <a:pt x="1132508" y="3361206"/>
                    <a:pt x="1136985" y="3367174"/>
                  </a:cubicBezTo>
                  <a:cubicBezTo>
                    <a:pt x="1148921" y="3385080"/>
                    <a:pt x="1150413" y="3385080"/>
                    <a:pt x="1171303" y="3377619"/>
                  </a:cubicBezTo>
                  <a:cubicBezTo>
                    <a:pt x="1183240" y="3373143"/>
                    <a:pt x="1193685" y="3368666"/>
                    <a:pt x="1207113" y="3362698"/>
                  </a:cubicBezTo>
                  <a:cubicBezTo>
                    <a:pt x="1193685" y="3341809"/>
                    <a:pt x="1180256" y="3320919"/>
                    <a:pt x="1165335" y="3301522"/>
                  </a:cubicBezTo>
                  <a:close/>
                  <a:moveTo>
                    <a:pt x="2884240" y="3435811"/>
                  </a:moveTo>
                  <a:cubicBezTo>
                    <a:pt x="2867827" y="3443272"/>
                    <a:pt x="2854398" y="3447748"/>
                    <a:pt x="2840969" y="3453717"/>
                  </a:cubicBezTo>
                  <a:cubicBezTo>
                    <a:pt x="2830524" y="3458193"/>
                    <a:pt x="2827540" y="3467145"/>
                    <a:pt x="2835001" y="3474606"/>
                  </a:cubicBezTo>
                  <a:cubicBezTo>
                    <a:pt x="2837985" y="3477590"/>
                    <a:pt x="2842461" y="3480574"/>
                    <a:pt x="2846938" y="3483559"/>
                  </a:cubicBezTo>
                  <a:cubicBezTo>
                    <a:pt x="2870811" y="3499972"/>
                    <a:pt x="2894685" y="3514893"/>
                    <a:pt x="2893193" y="3550703"/>
                  </a:cubicBezTo>
                  <a:cubicBezTo>
                    <a:pt x="2891701" y="3565625"/>
                    <a:pt x="2899161" y="3568608"/>
                    <a:pt x="2915574" y="3565625"/>
                  </a:cubicBezTo>
                  <a:cubicBezTo>
                    <a:pt x="2931988" y="3565625"/>
                    <a:pt x="2946909" y="3561148"/>
                    <a:pt x="2960338" y="3559656"/>
                  </a:cubicBezTo>
                  <a:cubicBezTo>
                    <a:pt x="2955861" y="3511909"/>
                    <a:pt x="2918559" y="3453717"/>
                    <a:pt x="2884240" y="3435811"/>
                  </a:cubicBezTo>
                  <a:close/>
                  <a:moveTo>
                    <a:pt x="3011069" y="3444764"/>
                  </a:moveTo>
                  <a:cubicBezTo>
                    <a:pt x="2994656" y="3456701"/>
                    <a:pt x="2981227" y="3465653"/>
                    <a:pt x="2967798" y="3476098"/>
                  </a:cubicBezTo>
                  <a:cubicBezTo>
                    <a:pt x="2952877" y="3485051"/>
                    <a:pt x="2954369" y="3486543"/>
                    <a:pt x="2967797" y="3507432"/>
                  </a:cubicBezTo>
                  <a:cubicBezTo>
                    <a:pt x="2988688" y="3498480"/>
                    <a:pt x="3009577" y="3489527"/>
                    <a:pt x="3031959" y="3480574"/>
                  </a:cubicBezTo>
                  <a:cubicBezTo>
                    <a:pt x="3024498" y="3467145"/>
                    <a:pt x="3018530" y="3456701"/>
                    <a:pt x="3011069" y="3444764"/>
                  </a:cubicBezTo>
                  <a:close/>
                  <a:moveTo>
                    <a:pt x="1820999" y="3346378"/>
                  </a:moveTo>
                  <a:cubicBezTo>
                    <a:pt x="1815986" y="3345539"/>
                    <a:pt x="1810670" y="3345912"/>
                    <a:pt x="1805448" y="3347777"/>
                  </a:cubicBezTo>
                  <a:cubicBezTo>
                    <a:pt x="1800971" y="3349269"/>
                    <a:pt x="1797987" y="3352253"/>
                    <a:pt x="1790527" y="3356730"/>
                  </a:cubicBezTo>
                  <a:cubicBezTo>
                    <a:pt x="1795003" y="3368666"/>
                    <a:pt x="1799479" y="3380603"/>
                    <a:pt x="1803956" y="3392540"/>
                  </a:cubicBezTo>
                  <a:cubicBezTo>
                    <a:pt x="1817385" y="3391048"/>
                    <a:pt x="1827829" y="3392540"/>
                    <a:pt x="1836782" y="3389556"/>
                  </a:cubicBezTo>
                  <a:cubicBezTo>
                    <a:pt x="1841258" y="3388064"/>
                    <a:pt x="1847227" y="3382095"/>
                    <a:pt x="1847227" y="3379111"/>
                  </a:cubicBezTo>
                  <a:cubicBezTo>
                    <a:pt x="1848346" y="3362325"/>
                    <a:pt x="1836036" y="3348896"/>
                    <a:pt x="1820999" y="3346378"/>
                  </a:cubicBezTo>
                  <a:close/>
                  <a:moveTo>
                    <a:pt x="3255774" y="3462669"/>
                  </a:moveTo>
                  <a:cubicBezTo>
                    <a:pt x="3230409" y="3461177"/>
                    <a:pt x="3205043" y="3459685"/>
                    <a:pt x="3179677" y="3456701"/>
                  </a:cubicBezTo>
                  <a:cubicBezTo>
                    <a:pt x="3167740" y="3455209"/>
                    <a:pt x="3158788" y="3458193"/>
                    <a:pt x="3151327" y="3471622"/>
                  </a:cubicBezTo>
                  <a:cubicBezTo>
                    <a:pt x="3163264" y="3477590"/>
                    <a:pt x="3176693" y="3489527"/>
                    <a:pt x="3187138" y="3488035"/>
                  </a:cubicBezTo>
                  <a:cubicBezTo>
                    <a:pt x="3211011" y="3485051"/>
                    <a:pt x="3233393" y="3476098"/>
                    <a:pt x="3257267" y="3468638"/>
                  </a:cubicBezTo>
                  <a:cubicBezTo>
                    <a:pt x="3257267" y="3467145"/>
                    <a:pt x="3255774" y="3464161"/>
                    <a:pt x="3255774" y="3462669"/>
                  </a:cubicBezTo>
                  <a:close/>
                  <a:moveTo>
                    <a:pt x="3142374" y="3452224"/>
                  </a:moveTo>
                  <a:cubicBezTo>
                    <a:pt x="3131929" y="3452224"/>
                    <a:pt x="3122977" y="3452224"/>
                    <a:pt x="3112532" y="3452224"/>
                  </a:cubicBezTo>
                  <a:cubicBezTo>
                    <a:pt x="3124469" y="3471622"/>
                    <a:pt x="3130438" y="3471622"/>
                    <a:pt x="3142374" y="3452224"/>
                  </a:cubicBezTo>
                  <a:close/>
                  <a:moveTo>
                    <a:pt x="2376924" y="3377619"/>
                  </a:moveTo>
                  <a:cubicBezTo>
                    <a:pt x="2359019" y="3389556"/>
                    <a:pt x="2342606" y="3400001"/>
                    <a:pt x="2324701" y="3410445"/>
                  </a:cubicBezTo>
                  <a:cubicBezTo>
                    <a:pt x="2338130" y="3426859"/>
                    <a:pt x="2350066" y="3440288"/>
                    <a:pt x="2372448" y="3437303"/>
                  </a:cubicBezTo>
                  <a:cubicBezTo>
                    <a:pt x="2384385" y="3435811"/>
                    <a:pt x="2391845" y="3428351"/>
                    <a:pt x="2394830" y="3417906"/>
                  </a:cubicBezTo>
                  <a:cubicBezTo>
                    <a:pt x="2399306" y="3400001"/>
                    <a:pt x="2390353" y="3388064"/>
                    <a:pt x="2376924" y="3377619"/>
                  </a:cubicBezTo>
                  <a:close/>
                  <a:moveTo>
                    <a:pt x="2472419" y="3382095"/>
                  </a:moveTo>
                  <a:cubicBezTo>
                    <a:pt x="2457498" y="3391048"/>
                    <a:pt x="2444069" y="3397017"/>
                    <a:pt x="2430640" y="3404477"/>
                  </a:cubicBezTo>
                  <a:cubicBezTo>
                    <a:pt x="2433624" y="3434319"/>
                    <a:pt x="2441085" y="3464161"/>
                    <a:pt x="2439593" y="3494003"/>
                  </a:cubicBezTo>
                  <a:cubicBezTo>
                    <a:pt x="2439593" y="3523845"/>
                    <a:pt x="2429148" y="3553687"/>
                    <a:pt x="2423180" y="3585022"/>
                  </a:cubicBezTo>
                  <a:cubicBezTo>
                    <a:pt x="2435116" y="3586514"/>
                    <a:pt x="2445561" y="3588006"/>
                    <a:pt x="2456006" y="3586514"/>
                  </a:cubicBezTo>
                  <a:cubicBezTo>
                    <a:pt x="2461974" y="3586514"/>
                    <a:pt x="2469435" y="3583530"/>
                    <a:pt x="2472419" y="3579053"/>
                  </a:cubicBezTo>
                  <a:cubicBezTo>
                    <a:pt x="2485848" y="3562640"/>
                    <a:pt x="2494801" y="3544735"/>
                    <a:pt x="2497785" y="3522354"/>
                  </a:cubicBezTo>
                  <a:cubicBezTo>
                    <a:pt x="2505245" y="3473114"/>
                    <a:pt x="2484356" y="3428351"/>
                    <a:pt x="2472419" y="3382095"/>
                  </a:cubicBezTo>
                  <a:close/>
                  <a:moveTo>
                    <a:pt x="3433591" y="3459196"/>
                  </a:moveTo>
                  <a:cubicBezTo>
                    <a:pt x="3406383" y="3456328"/>
                    <a:pt x="3381484" y="3470876"/>
                    <a:pt x="3355746" y="3482067"/>
                  </a:cubicBezTo>
                  <a:cubicBezTo>
                    <a:pt x="3376635" y="3492511"/>
                    <a:pt x="3399017" y="3499972"/>
                    <a:pt x="3419906" y="3508924"/>
                  </a:cubicBezTo>
                  <a:cubicBezTo>
                    <a:pt x="3442288" y="3519369"/>
                    <a:pt x="3464669" y="3529814"/>
                    <a:pt x="3484066" y="3543243"/>
                  </a:cubicBezTo>
                  <a:cubicBezTo>
                    <a:pt x="3500480" y="3555180"/>
                    <a:pt x="3522861" y="3561148"/>
                    <a:pt x="3537782" y="3582038"/>
                  </a:cubicBezTo>
                  <a:cubicBezTo>
                    <a:pt x="3524353" y="3590990"/>
                    <a:pt x="3516893" y="3583530"/>
                    <a:pt x="3507940" y="3579053"/>
                  </a:cubicBezTo>
                  <a:cubicBezTo>
                    <a:pt x="3464669" y="3550703"/>
                    <a:pt x="3419906" y="3525337"/>
                    <a:pt x="3369175" y="3510416"/>
                  </a:cubicBezTo>
                  <a:cubicBezTo>
                    <a:pt x="3348285" y="3504448"/>
                    <a:pt x="3328888" y="3492511"/>
                    <a:pt x="3306506" y="3498480"/>
                  </a:cubicBezTo>
                  <a:cubicBezTo>
                    <a:pt x="3284124" y="3504448"/>
                    <a:pt x="3261743" y="3513401"/>
                    <a:pt x="3233393" y="3523845"/>
                  </a:cubicBezTo>
                  <a:cubicBezTo>
                    <a:pt x="3260251" y="3534290"/>
                    <a:pt x="3281140" y="3544735"/>
                    <a:pt x="3303522" y="3552196"/>
                  </a:cubicBezTo>
                  <a:cubicBezTo>
                    <a:pt x="3364698" y="3573085"/>
                    <a:pt x="3428859" y="3588006"/>
                    <a:pt x="3487051" y="3616356"/>
                  </a:cubicBezTo>
                  <a:cubicBezTo>
                    <a:pt x="3525846" y="3635753"/>
                    <a:pt x="3567624" y="3652166"/>
                    <a:pt x="3607911" y="3668580"/>
                  </a:cubicBezTo>
                  <a:cubicBezTo>
                    <a:pt x="3628801" y="3676040"/>
                    <a:pt x="3649690" y="3684993"/>
                    <a:pt x="3673564" y="3673056"/>
                  </a:cubicBezTo>
                  <a:cubicBezTo>
                    <a:pt x="3681025" y="3661119"/>
                    <a:pt x="3679532" y="3650674"/>
                    <a:pt x="3670580" y="3641722"/>
                  </a:cubicBezTo>
                  <a:cubicBezTo>
                    <a:pt x="3631785" y="3592482"/>
                    <a:pt x="3590006" y="3546227"/>
                    <a:pt x="3537782" y="3510416"/>
                  </a:cubicBezTo>
                  <a:cubicBezTo>
                    <a:pt x="3513909" y="3494003"/>
                    <a:pt x="3485559" y="3483559"/>
                    <a:pt x="3461685" y="3468638"/>
                  </a:cubicBezTo>
                  <a:cubicBezTo>
                    <a:pt x="3451986" y="3463043"/>
                    <a:pt x="3442660" y="3460152"/>
                    <a:pt x="3433591" y="3459196"/>
                  </a:cubicBezTo>
                  <a:close/>
                  <a:moveTo>
                    <a:pt x="3025990" y="3422382"/>
                  </a:moveTo>
                  <a:cubicBezTo>
                    <a:pt x="3024498" y="3423874"/>
                    <a:pt x="3023006" y="3425366"/>
                    <a:pt x="3021514" y="3426859"/>
                  </a:cubicBezTo>
                  <a:cubicBezTo>
                    <a:pt x="3042403" y="3458193"/>
                    <a:pt x="3055832" y="3492511"/>
                    <a:pt x="3054340" y="3532798"/>
                  </a:cubicBezTo>
                  <a:cubicBezTo>
                    <a:pt x="3070753" y="3528322"/>
                    <a:pt x="3082690" y="3525337"/>
                    <a:pt x="3096119" y="3522354"/>
                  </a:cubicBezTo>
                  <a:cubicBezTo>
                    <a:pt x="3105072" y="3520861"/>
                    <a:pt x="3106564" y="3513401"/>
                    <a:pt x="3109548" y="3507432"/>
                  </a:cubicBezTo>
                  <a:cubicBezTo>
                    <a:pt x="3117009" y="3494003"/>
                    <a:pt x="3109548" y="3483559"/>
                    <a:pt x="3105072" y="3471622"/>
                  </a:cubicBezTo>
                  <a:cubicBezTo>
                    <a:pt x="3100596" y="3461177"/>
                    <a:pt x="3096119" y="3446256"/>
                    <a:pt x="3088659" y="3443272"/>
                  </a:cubicBezTo>
                  <a:cubicBezTo>
                    <a:pt x="3069261" y="3434319"/>
                    <a:pt x="3046880" y="3429843"/>
                    <a:pt x="3025990" y="3422382"/>
                  </a:cubicBezTo>
                  <a:close/>
                  <a:moveTo>
                    <a:pt x="2702203" y="3389556"/>
                  </a:moveTo>
                  <a:cubicBezTo>
                    <a:pt x="2696235" y="3398509"/>
                    <a:pt x="2693251" y="3404477"/>
                    <a:pt x="2687281" y="3413430"/>
                  </a:cubicBezTo>
                  <a:cubicBezTo>
                    <a:pt x="2697727" y="3422382"/>
                    <a:pt x="2706680" y="3431335"/>
                    <a:pt x="2715632" y="3440288"/>
                  </a:cubicBezTo>
                  <a:cubicBezTo>
                    <a:pt x="2742490" y="3419398"/>
                    <a:pt x="2742490" y="3413430"/>
                    <a:pt x="2717124" y="3398509"/>
                  </a:cubicBezTo>
                  <a:cubicBezTo>
                    <a:pt x="2712648" y="3395524"/>
                    <a:pt x="2709664" y="3394032"/>
                    <a:pt x="2702203" y="3389556"/>
                  </a:cubicBezTo>
                  <a:close/>
                  <a:moveTo>
                    <a:pt x="1871100" y="3319427"/>
                  </a:moveTo>
                  <a:cubicBezTo>
                    <a:pt x="1863640" y="3326888"/>
                    <a:pt x="1854687" y="3332856"/>
                    <a:pt x="1844242" y="3338824"/>
                  </a:cubicBezTo>
                  <a:cubicBezTo>
                    <a:pt x="1850211" y="3350761"/>
                    <a:pt x="1853195" y="3361206"/>
                    <a:pt x="1859164" y="3370159"/>
                  </a:cubicBezTo>
                  <a:cubicBezTo>
                    <a:pt x="1862148" y="3374635"/>
                    <a:pt x="1869608" y="3377619"/>
                    <a:pt x="1872593" y="3376127"/>
                  </a:cubicBezTo>
                  <a:cubicBezTo>
                    <a:pt x="1884529" y="3371651"/>
                    <a:pt x="1897958" y="3368666"/>
                    <a:pt x="1902435" y="3352253"/>
                  </a:cubicBezTo>
                  <a:cubicBezTo>
                    <a:pt x="1891990" y="3341809"/>
                    <a:pt x="1889006" y="3325395"/>
                    <a:pt x="1871100" y="3319427"/>
                  </a:cubicBezTo>
                  <a:close/>
                  <a:moveTo>
                    <a:pt x="2982719" y="3402985"/>
                  </a:moveTo>
                  <a:cubicBezTo>
                    <a:pt x="2963322" y="3423874"/>
                    <a:pt x="2948401" y="3440288"/>
                    <a:pt x="2931988" y="3455209"/>
                  </a:cubicBezTo>
                  <a:cubicBezTo>
                    <a:pt x="2942432" y="3471622"/>
                    <a:pt x="2945416" y="3473114"/>
                    <a:pt x="2955861" y="3467145"/>
                  </a:cubicBezTo>
                  <a:cubicBezTo>
                    <a:pt x="2972274" y="3455209"/>
                    <a:pt x="2987195" y="3443272"/>
                    <a:pt x="3005101" y="3429843"/>
                  </a:cubicBezTo>
                  <a:cubicBezTo>
                    <a:pt x="2997640" y="3420890"/>
                    <a:pt x="2991672" y="3413430"/>
                    <a:pt x="2982719" y="3402985"/>
                  </a:cubicBezTo>
                  <a:close/>
                  <a:moveTo>
                    <a:pt x="2094916" y="3328380"/>
                  </a:moveTo>
                  <a:cubicBezTo>
                    <a:pt x="2087456" y="3334348"/>
                    <a:pt x="2078503" y="3340316"/>
                    <a:pt x="2068058" y="3347777"/>
                  </a:cubicBezTo>
                  <a:cubicBezTo>
                    <a:pt x="2074027" y="3356730"/>
                    <a:pt x="2082979" y="3358222"/>
                    <a:pt x="2088948" y="3352253"/>
                  </a:cubicBezTo>
                  <a:cubicBezTo>
                    <a:pt x="2097900" y="3344793"/>
                    <a:pt x="2094916" y="3334348"/>
                    <a:pt x="2094916" y="3328380"/>
                  </a:cubicBezTo>
                  <a:close/>
                  <a:moveTo>
                    <a:pt x="2833509" y="3385080"/>
                  </a:moveTo>
                  <a:cubicBezTo>
                    <a:pt x="2826048" y="3398509"/>
                    <a:pt x="2818587" y="3410445"/>
                    <a:pt x="2812619" y="3423874"/>
                  </a:cubicBezTo>
                  <a:cubicBezTo>
                    <a:pt x="2820080" y="3437303"/>
                    <a:pt x="2833509" y="3440288"/>
                    <a:pt x="2843953" y="3438796"/>
                  </a:cubicBezTo>
                  <a:cubicBezTo>
                    <a:pt x="2851414" y="3438796"/>
                    <a:pt x="2861859" y="3432827"/>
                    <a:pt x="2864843" y="3425366"/>
                  </a:cubicBezTo>
                  <a:cubicBezTo>
                    <a:pt x="2867827" y="3419398"/>
                    <a:pt x="2864843" y="3408953"/>
                    <a:pt x="2861859" y="3402985"/>
                  </a:cubicBezTo>
                  <a:cubicBezTo>
                    <a:pt x="2855890" y="3394032"/>
                    <a:pt x="2846938" y="3385080"/>
                    <a:pt x="2833509" y="3385080"/>
                  </a:cubicBezTo>
                  <a:close/>
                  <a:moveTo>
                    <a:pt x="2157398" y="3325769"/>
                  </a:moveTo>
                  <a:cubicBezTo>
                    <a:pt x="2153855" y="3326142"/>
                    <a:pt x="2150125" y="3326888"/>
                    <a:pt x="2147140" y="3326888"/>
                  </a:cubicBezTo>
                  <a:cubicBezTo>
                    <a:pt x="2145648" y="3359714"/>
                    <a:pt x="2150124" y="3364190"/>
                    <a:pt x="2173998" y="3364190"/>
                  </a:cubicBezTo>
                  <a:cubicBezTo>
                    <a:pt x="2176982" y="3349269"/>
                    <a:pt x="2176982" y="3335840"/>
                    <a:pt x="2166537" y="3326888"/>
                  </a:cubicBezTo>
                  <a:cubicBezTo>
                    <a:pt x="2164299" y="3325396"/>
                    <a:pt x="2160942" y="3325396"/>
                    <a:pt x="2157398" y="3325769"/>
                  </a:cubicBezTo>
                  <a:close/>
                  <a:moveTo>
                    <a:pt x="2124758" y="3322411"/>
                  </a:moveTo>
                  <a:cubicBezTo>
                    <a:pt x="2121774" y="3320919"/>
                    <a:pt x="2114314" y="3323903"/>
                    <a:pt x="2114314" y="3325395"/>
                  </a:cubicBezTo>
                  <a:cubicBezTo>
                    <a:pt x="2112822" y="3334348"/>
                    <a:pt x="2109837" y="3344793"/>
                    <a:pt x="2111330" y="3353745"/>
                  </a:cubicBezTo>
                  <a:cubicBezTo>
                    <a:pt x="2112822" y="3362698"/>
                    <a:pt x="2123266" y="3362698"/>
                    <a:pt x="2133711" y="3361206"/>
                  </a:cubicBezTo>
                  <a:cubicBezTo>
                    <a:pt x="2133711" y="3352253"/>
                    <a:pt x="2135203" y="3341809"/>
                    <a:pt x="2133711" y="3332856"/>
                  </a:cubicBezTo>
                  <a:cubicBezTo>
                    <a:pt x="2133711" y="3328380"/>
                    <a:pt x="2129235" y="3323903"/>
                    <a:pt x="2124758" y="3322411"/>
                  </a:cubicBezTo>
                  <a:close/>
                  <a:moveTo>
                    <a:pt x="2211673" y="3326514"/>
                  </a:moveTo>
                  <a:cubicBezTo>
                    <a:pt x="2206078" y="3322784"/>
                    <a:pt x="2198617" y="3323903"/>
                    <a:pt x="2187427" y="3328380"/>
                  </a:cubicBezTo>
                  <a:cubicBezTo>
                    <a:pt x="2190411" y="3338824"/>
                    <a:pt x="2193395" y="3349269"/>
                    <a:pt x="2196380" y="3362698"/>
                  </a:cubicBezTo>
                  <a:cubicBezTo>
                    <a:pt x="2206824" y="3359714"/>
                    <a:pt x="2215777" y="3356730"/>
                    <a:pt x="2224729" y="3353745"/>
                  </a:cubicBezTo>
                  <a:cubicBezTo>
                    <a:pt x="2220999" y="3338824"/>
                    <a:pt x="2217269" y="3330245"/>
                    <a:pt x="2211673" y="3326514"/>
                  </a:cubicBezTo>
                  <a:close/>
                  <a:moveTo>
                    <a:pt x="1905419" y="3292569"/>
                  </a:moveTo>
                  <a:cubicBezTo>
                    <a:pt x="1900943" y="3297046"/>
                    <a:pt x="1894974" y="3303014"/>
                    <a:pt x="1887514" y="3308982"/>
                  </a:cubicBezTo>
                  <a:cubicBezTo>
                    <a:pt x="1894974" y="3319427"/>
                    <a:pt x="1900943" y="3328380"/>
                    <a:pt x="1906911" y="3338824"/>
                  </a:cubicBezTo>
                  <a:cubicBezTo>
                    <a:pt x="1909895" y="3341809"/>
                    <a:pt x="1912879" y="3344793"/>
                    <a:pt x="1915864" y="3347777"/>
                  </a:cubicBezTo>
                  <a:cubicBezTo>
                    <a:pt x="1951674" y="3322411"/>
                    <a:pt x="1941229" y="3311967"/>
                    <a:pt x="1905419" y="3292569"/>
                  </a:cubicBezTo>
                  <a:close/>
                  <a:moveTo>
                    <a:pt x="2939448" y="3374635"/>
                  </a:moveTo>
                  <a:cubicBezTo>
                    <a:pt x="2926019" y="3389556"/>
                    <a:pt x="2911098" y="3416414"/>
                    <a:pt x="2912590" y="3425366"/>
                  </a:cubicBezTo>
                  <a:cubicBezTo>
                    <a:pt x="2912590" y="3429843"/>
                    <a:pt x="2917067" y="3432827"/>
                    <a:pt x="2920051" y="3438796"/>
                  </a:cubicBezTo>
                  <a:cubicBezTo>
                    <a:pt x="2940940" y="3428351"/>
                    <a:pt x="2955861" y="3413430"/>
                    <a:pt x="2969290" y="3394032"/>
                  </a:cubicBezTo>
                  <a:cubicBezTo>
                    <a:pt x="2957353" y="3388064"/>
                    <a:pt x="2948401" y="3382095"/>
                    <a:pt x="2939448" y="3374635"/>
                  </a:cubicBezTo>
                  <a:close/>
                  <a:moveTo>
                    <a:pt x="2508229" y="3337332"/>
                  </a:moveTo>
                  <a:cubicBezTo>
                    <a:pt x="2499277" y="3343301"/>
                    <a:pt x="2490324" y="3347777"/>
                    <a:pt x="2478387" y="3353745"/>
                  </a:cubicBezTo>
                  <a:cubicBezTo>
                    <a:pt x="2491816" y="3395524"/>
                    <a:pt x="2503753" y="3437303"/>
                    <a:pt x="2517182" y="3479082"/>
                  </a:cubicBezTo>
                  <a:cubicBezTo>
                    <a:pt x="2542548" y="3476098"/>
                    <a:pt x="2550008" y="3468638"/>
                    <a:pt x="2557469" y="3444764"/>
                  </a:cubicBezTo>
                  <a:cubicBezTo>
                    <a:pt x="2560453" y="3432827"/>
                    <a:pt x="2557469" y="3423874"/>
                    <a:pt x="2545532" y="3422382"/>
                  </a:cubicBezTo>
                  <a:cubicBezTo>
                    <a:pt x="2538072" y="3420890"/>
                    <a:pt x="2529119" y="3422382"/>
                    <a:pt x="2521659" y="3423874"/>
                  </a:cubicBezTo>
                  <a:cubicBezTo>
                    <a:pt x="2515690" y="3423874"/>
                    <a:pt x="2511214" y="3422382"/>
                    <a:pt x="2503753" y="3420890"/>
                  </a:cubicBezTo>
                  <a:cubicBezTo>
                    <a:pt x="2539564" y="3376127"/>
                    <a:pt x="2539564" y="3358222"/>
                    <a:pt x="2508229" y="3337332"/>
                  </a:cubicBezTo>
                  <a:close/>
                  <a:moveTo>
                    <a:pt x="2722720" y="3352067"/>
                  </a:moveTo>
                  <a:cubicBezTo>
                    <a:pt x="2719363" y="3352253"/>
                    <a:pt x="2716378" y="3353746"/>
                    <a:pt x="2714140" y="3358222"/>
                  </a:cubicBezTo>
                  <a:cubicBezTo>
                    <a:pt x="2709664" y="3367174"/>
                    <a:pt x="2711156" y="3374635"/>
                    <a:pt x="2718616" y="3380603"/>
                  </a:cubicBezTo>
                  <a:cubicBezTo>
                    <a:pt x="2726077" y="3386572"/>
                    <a:pt x="2733538" y="3392540"/>
                    <a:pt x="2743982" y="3398509"/>
                  </a:cubicBezTo>
                  <a:cubicBezTo>
                    <a:pt x="2761887" y="3371651"/>
                    <a:pt x="2757411" y="3359714"/>
                    <a:pt x="2733538" y="3353745"/>
                  </a:cubicBezTo>
                  <a:cubicBezTo>
                    <a:pt x="2729808" y="3352999"/>
                    <a:pt x="2726077" y="3351880"/>
                    <a:pt x="2722720" y="3352067"/>
                  </a:cubicBezTo>
                  <a:close/>
                  <a:moveTo>
                    <a:pt x="1635348" y="3253774"/>
                  </a:moveTo>
                  <a:cubicBezTo>
                    <a:pt x="1627887" y="3270188"/>
                    <a:pt x="1620427" y="3285109"/>
                    <a:pt x="1611474" y="3304506"/>
                  </a:cubicBezTo>
                  <a:cubicBezTo>
                    <a:pt x="1621919" y="3305998"/>
                    <a:pt x="1629379" y="3308982"/>
                    <a:pt x="1636840" y="3307490"/>
                  </a:cubicBezTo>
                  <a:cubicBezTo>
                    <a:pt x="1642808" y="3305998"/>
                    <a:pt x="1650269" y="3301522"/>
                    <a:pt x="1654745" y="3295553"/>
                  </a:cubicBezTo>
                  <a:cubicBezTo>
                    <a:pt x="1662206" y="3285109"/>
                    <a:pt x="1651761" y="3265711"/>
                    <a:pt x="1635348" y="3253774"/>
                  </a:cubicBezTo>
                  <a:close/>
                  <a:moveTo>
                    <a:pt x="2433624" y="3317935"/>
                  </a:moveTo>
                  <a:cubicBezTo>
                    <a:pt x="2418703" y="3334348"/>
                    <a:pt x="2403782" y="3349269"/>
                    <a:pt x="2390352" y="3364190"/>
                  </a:cubicBezTo>
                  <a:cubicBezTo>
                    <a:pt x="2406766" y="3394032"/>
                    <a:pt x="2421688" y="3400001"/>
                    <a:pt x="2444069" y="3388064"/>
                  </a:cubicBezTo>
                  <a:cubicBezTo>
                    <a:pt x="2453022" y="3382095"/>
                    <a:pt x="2457498" y="3374635"/>
                    <a:pt x="2454514" y="3365682"/>
                  </a:cubicBezTo>
                  <a:cubicBezTo>
                    <a:pt x="2448545" y="3349269"/>
                    <a:pt x="2441085" y="3334348"/>
                    <a:pt x="2433624" y="3317935"/>
                  </a:cubicBezTo>
                  <a:close/>
                  <a:moveTo>
                    <a:pt x="2908114" y="3355238"/>
                  </a:moveTo>
                  <a:cubicBezTo>
                    <a:pt x="2905130" y="3353745"/>
                    <a:pt x="2899161" y="3356730"/>
                    <a:pt x="2896177" y="3361206"/>
                  </a:cubicBezTo>
                  <a:cubicBezTo>
                    <a:pt x="2888716" y="3368666"/>
                    <a:pt x="2881256" y="3377619"/>
                    <a:pt x="2872303" y="3388064"/>
                  </a:cubicBezTo>
                  <a:cubicBezTo>
                    <a:pt x="2878272" y="3397017"/>
                    <a:pt x="2884240" y="3407461"/>
                    <a:pt x="2891701" y="3417906"/>
                  </a:cubicBezTo>
                  <a:cubicBezTo>
                    <a:pt x="2905130" y="3401493"/>
                    <a:pt x="2915574" y="3386572"/>
                    <a:pt x="2917067" y="3368666"/>
                  </a:cubicBezTo>
                  <a:cubicBezTo>
                    <a:pt x="2917067" y="3364190"/>
                    <a:pt x="2912590" y="3358222"/>
                    <a:pt x="2908114" y="3355238"/>
                  </a:cubicBezTo>
                  <a:close/>
                  <a:moveTo>
                    <a:pt x="1459279" y="3235869"/>
                  </a:moveTo>
                  <a:cubicBezTo>
                    <a:pt x="1465248" y="3279140"/>
                    <a:pt x="1489122" y="3303014"/>
                    <a:pt x="1518964" y="3322411"/>
                  </a:cubicBezTo>
                  <a:cubicBezTo>
                    <a:pt x="1530900" y="3329872"/>
                    <a:pt x="1545821" y="3329872"/>
                    <a:pt x="1559250" y="3332856"/>
                  </a:cubicBezTo>
                  <a:cubicBezTo>
                    <a:pt x="1560742" y="3329872"/>
                    <a:pt x="1562235" y="3326888"/>
                    <a:pt x="1562235" y="3323903"/>
                  </a:cubicBezTo>
                  <a:cubicBezTo>
                    <a:pt x="1527916" y="3297046"/>
                    <a:pt x="1499566" y="3262727"/>
                    <a:pt x="1459279" y="3235869"/>
                  </a:cubicBezTo>
                  <a:close/>
                  <a:moveTo>
                    <a:pt x="913169" y="3189614"/>
                  </a:moveTo>
                  <a:cubicBezTo>
                    <a:pt x="895263" y="3189614"/>
                    <a:pt x="880342" y="3191106"/>
                    <a:pt x="862437" y="3191106"/>
                  </a:cubicBezTo>
                  <a:cubicBezTo>
                    <a:pt x="889295" y="3237361"/>
                    <a:pt x="889295" y="3286601"/>
                    <a:pt x="881834" y="3335840"/>
                  </a:cubicBezTo>
                  <a:cubicBezTo>
                    <a:pt x="911677" y="3322411"/>
                    <a:pt x="940027" y="3308982"/>
                    <a:pt x="969869" y="3295553"/>
                  </a:cubicBezTo>
                  <a:cubicBezTo>
                    <a:pt x="941519" y="3267203"/>
                    <a:pt x="929582" y="3225424"/>
                    <a:pt x="913169" y="3189614"/>
                  </a:cubicBezTo>
                  <a:close/>
                  <a:moveTo>
                    <a:pt x="2043066" y="3281751"/>
                  </a:moveTo>
                  <a:cubicBezTo>
                    <a:pt x="2039335" y="3282870"/>
                    <a:pt x="2035978" y="3286600"/>
                    <a:pt x="2032248" y="3292569"/>
                  </a:cubicBezTo>
                  <a:cubicBezTo>
                    <a:pt x="2021803" y="3310474"/>
                    <a:pt x="2011358" y="3328380"/>
                    <a:pt x="2000914" y="3346285"/>
                  </a:cubicBezTo>
                  <a:cubicBezTo>
                    <a:pt x="1996437" y="3352253"/>
                    <a:pt x="1988977" y="3359714"/>
                    <a:pt x="1981516" y="3371651"/>
                  </a:cubicBezTo>
                  <a:cubicBezTo>
                    <a:pt x="1994945" y="3377619"/>
                    <a:pt x="2003898" y="3380603"/>
                    <a:pt x="2012850" y="3385080"/>
                  </a:cubicBezTo>
                  <a:cubicBezTo>
                    <a:pt x="2024787" y="3389556"/>
                    <a:pt x="2032248" y="3382095"/>
                    <a:pt x="2038216" y="3374635"/>
                  </a:cubicBezTo>
                  <a:cubicBezTo>
                    <a:pt x="2044185" y="3365682"/>
                    <a:pt x="2038216" y="3359714"/>
                    <a:pt x="2032248" y="3352253"/>
                  </a:cubicBezTo>
                  <a:cubicBezTo>
                    <a:pt x="2027771" y="3346285"/>
                    <a:pt x="2015835" y="3344793"/>
                    <a:pt x="2020311" y="3331364"/>
                  </a:cubicBezTo>
                  <a:cubicBezTo>
                    <a:pt x="2030756" y="3332856"/>
                    <a:pt x="2041201" y="3335840"/>
                    <a:pt x="2051645" y="3337332"/>
                  </a:cubicBezTo>
                  <a:cubicBezTo>
                    <a:pt x="2065074" y="3338824"/>
                    <a:pt x="2072535" y="3331364"/>
                    <a:pt x="2078503" y="3316443"/>
                  </a:cubicBezTo>
                  <a:cubicBezTo>
                    <a:pt x="2071043" y="3305998"/>
                    <a:pt x="2065074" y="3294061"/>
                    <a:pt x="2056122" y="3286601"/>
                  </a:cubicBezTo>
                  <a:cubicBezTo>
                    <a:pt x="2050900" y="3282125"/>
                    <a:pt x="2046796" y="3280632"/>
                    <a:pt x="2043066" y="3281751"/>
                  </a:cubicBezTo>
                  <a:close/>
                  <a:moveTo>
                    <a:pt x="2257556" y="3295553"/>
                  </a:moveTo>
                  <a:cubicBezTo>
                    <a:pt x="2247111" y="3301522"/>
                    <a:pt x="2236666" y="3307490"/>
                    <a:pt x="2221745" y="3314951"/>
                  </a:cubicBezTo>
                  <a:cubicBezTo>
                    <a:pt x="2232190" y="3326888"/>
                    <a:pt x="2241143" y="3335840"/>
                    <a:pt x="2248603" y="3346285"/>
                  </a:cubicBezTo>
                  <a:cubicBezTo>
                    <a:pt x="2260540" y="3340316"/>
                    <a:pt x="2270985" y="3337332"/>
                    <a:pt x="2279938" y="3332856"/>
                  </a:cubicBezTo>
                  <a:cubicBezTo>
                    <a:pt x="2276953" y="3316443"/>
                    <a:pt x="2272477" y="3304506"/>
                    <a:pt x="2257556" y="3295553"/>
                  </a:cubicBezTo>
                  <a:close/>
                  <a:moveTo>
                    <a:pt x="1932277" y="3250790"/>
                  </a:moveTo>
                  <a:cubicBezTo>
                    <a:pt x="1927800" y="3258251"/>
                    <a:pt x="1923324" y="3267203"/>
                    <a:pt x="1918848" y="3276156"/>
                  </a:cubicBezTo>
                  <a:cubicBezTo>
                    <a:pt x="1921832" y="3279140"/>
                    <a:pt x="1923324" y="3282124"/>
                    <a:pt x="1924816" y="3285109"/>
                  </a:cubicBezTo>
                  <a:cubicBezTo>
                    <a:pt x="1930785" y="3291077"/>
                    <a:pt x="1938245" y="3297046"/>
                    <a:pt x="1945706" y="3304506"/>
                  </a:cubicBezTo>
                  <a:cubicBezTo>
                    <a:pt x="1969579" y="3270188"/>
                    <a:pt x="1966595" y="3259743"/>
                    <a:pt x="1932277" y="3250790"/>
                  </a:cubicBezTo>
                  <a:close/>
                  <a:moveTo>
                    <a:pt x="1541345" y="3216472"/>
                  </a:moveTo>
                  <a:cubicBezTo>
                    <a:pt x="1538361" y="3214980"/>
                    <a:pt x="1529408" y="3216472"/>
                    <a:pt x="1527916" y="3219456"/>
                  </a:cubicBezTo>
                  <a:cubicBezTo>
                    <a:pt x="1526424" y="3222440"/>
                    <a:pt x="1526424" y="3231393"/>
                    <a:pt x="1529408" y="3234377"/>
                  </a:cubicBezTo>
                  <a:cubicBezTo>
                    <a:pt x="1538361" y="3244822"/>
                    <a:pt x="1550298" y="3255267"/>
                    <a:pt x="1563727" y="3265711"/>
                  </a:cubicBezTo>
                  <a:cubicBezTo>
                    <a:pt x="1571187" y="3256758"/>
                    <a:pt x="1575663" y="3249298"/>
                    <a:pt x="1584616" y="3240345"/>
                  </a:cubicBezTo>
                  <a:cubicBezTo>
                    <a:pt x="1568203" y="3231393"/>
                    <a:pt x="1554774" y="3223932"/>
                    <a:pt x="1541345" y="3216472"/>
                  </a:cubicBezTo>
                  <a:close/>
                  <a:moveTo>
                    <a:pt x="3627309" y="3386572"/>
                  </a:moveTo>
                  <a:cubicBezTo>
                    <a:pt x="3604927" y="3392540"/>
                    <a:pt x="3582545" y="3400001"/>
                    <a:pt x="3557180" y="3408953"/>
                  </a:cubicBezTo>
                  <a:cubicBezTo>
                    <a:pt x="3590006" y="3429843"/>
                    <a:pt x="3619848" y="3447748"/>
                    <a:pt x="3649690" y="3467145"/>
                  </a:cubicBezTo>
                  <a:cubicBezTo>
                    <a:pt x="3670580" y="3482067"/>
                    <a:pt x="3691469" y="3496988"/>
                    <a:pt x="3712359" y="3513401"/>
                  </a:cubicBezTo>
                  <a:cubicBezTo>
                    <a:pt x="3718327" y="3517877"/>
                    <a:pt x="3725788" y="3522354"/>
                    <a:pt x="3722803" y="3537275"/>
                  </a:cubicBezTo>
                  <a:cubicBezTo>
                    <a:pt x="3704898" y="3526830"/>
                    <a:pt x="3686993" y="3517877"/>
                    <a:pt x="3670580" y="3505940"/>
                  </a:cubicBezTo>
                  <a:cubicBezTo>
                    <a:pt x="3627309" y="3476098"/>
                    <a:pt x="3585530" y="3444764"/>
                    <a:pt x="3536290" y="3423874"/>
                  </a:cubicBezTo>
                  <a:cubicBezTo>
                    <a:pt x="3530322" y="3422382"/>
                    <a:pt x="3522861" y="3420890"/>
                    <a:pt x="3518385" y="3422382"/>
                  </a:cubicBezTo>
                  <a:cubicBezTo>
                    <a:pt x="3501972" y="3428351"/>
                    <a:pt x="3487051" y="3435811"/>
                    <a:pt x="3466161" y="3443272"/>
                  </a:cubicBezTo>
                  <a:cubicBezTo>
                    <a:pt x="3479590" y="3450732"/>
                    <a:pt x="3490035" y="3458193"/>
                    <a:pt x="3500480" y="3461177"/>
                  </a:cubicBezTo>
                  <a:cubicBezTo>
                    <a:pt x="3533306" y="3471622"/>
                    <a:pt x="3555688" y="3495495"/>
                    <a:pt x="3579562" y="3516385"/>
                  </a:cubicBezTo>
                  <a:cubicBezTo>
                    <a:pt x="3592990" y="3526830"/>
                    <a:pt x="3606419" y="3540259"/>
                    <a:pt x="3621340" y="3549211"/>
                  </a:cubicBezTo>
                  <a:cubicBezTo>
                    <a:pt x="3664611" y="3573085"/>
                    <a:pt x="3707882" y="3596959"/>
                    <a:pt x="3751154" y="3619340"/>
                  </a:cubicBezTo>
                  <a:cubicBezTo>
                    <a:pt x="3772043" y="3629785"/>
                    <a:pt x="3794425" y="3622324"/>
                    <a:pt x="3812330" y="3608895"/>
                  </a:cubicBezTo>
                  <a:cubicBezTo>
                    <a:pt x="3827251" y="3596959"/>
                    <a:pt x="3831727" y="3574577"/>
                    <a:pt x="3822775" y="3553687"/>
                  </a:cubicBezTo>
                  <a:cubicBezTo>
                    <a:pt x="3818298" y="3543243"/>
                    <a:pt x="3812330" y="3534290"/>
                    <a:pt x="3806361" y="3525337"/>
                  </a:cubicBezTo>
                  <a:cubicBezTo>
                    <a:pt x="3764583" y="3465653"/>
                    <a:pt x="3701914" y="3431335"/>
                    <a:pt x="3643722" y="3389556"/>
                  </a:cubicBezTo>
                  <a:cubicBezTo>
                    <a:pt x="3639246" y="3386572"/>
                    <a:pt x="3631785" y="3385080"/>
                    <a:pt x="3627309" y="3386572"/>
                  </a:cubicBezTo>
                  <a:close/>
                  <a:moveTo>
                    <a:pt x="2741977" y="3310871"/>
                  </a:moveTo>
                  <a:cubicBezTo>
                    <a:pt x="2726450" y="3306185"/>
                    <a:pt x="2723094" y="3313459"/>
                    <a:pt x="2723093" y="3335840"/>
                  </a:cubicBezTo>
                  <a:cubicBezTo>
                    <a:pt x="2735030" y="3338824"/>
                    <a:pt x="2745474" y="3341809"/>
                    <a:pt x="2758903" y="3346285"/>
                  </a:cubicBezTo>
                  <a:cubicBezTo>
                    <a:pt x="2760395" y="3335840"/>
                    <a:pt x="2761887" y="3326888"/>
                    <a:pt x="2761887" y="3319427"/>
                  </a:cubicBezTo>
                  <a:cubicBezTo>
                    <a:pt x="2753680" y="3315324"/>
                    <a:pt x="2747153" y="3312433"/>
                    <a:pt x="2741977" y="3310871"/>
                  </a:cubicBezTo>
                  <a:close/>
                  <a:moveTo>
                    <a:pt x="2304184" y="3267204"/>
                  </a:moveTo>
                  <a:cubicBezTo>
                    <a:pt x="2296351" y="3265712"/>
                    <a:pt x="2288144" y="3273172"/>
                    <a:pt x="2273969" y="3288093"/>
                  </a:cubicBezTo>
                  <a:cubicBezTo>
                    <a:pt x="2282922" y="3300030"/>
                    <a:pt x="2291874" y="3310474"/>
                    <a:pt x="2300827" y="3320919"/>
                  </a:cubicBezTo>
                  <a:cubicBezTo>
                    <a:pt x="2312764" y="3311967"/>
                    <a:pt x="2323208" y="3305998"/>
                    <a:pt x="2332161" y="3300030"/>
                  </a:cubicBezTo>
                  <a:cubicBezTo>
                    <a:pt x="2319479" y="3279141"/>
                    <a:pt x="2312018" y="3268696"/>
                    <a:pt x="2304184" y="3267204"/>
                  </a:cubicBezTo>
                  <a:close/>
                  <a:moveTo>
                    <a:pt x="2857382" y="3301522"/>
                  </a:moveTo>
                  <a:cubicBezTo>
                    <a:pt x="2851414" y="3323903"/>
                    <a:pt x="2846938" y="3343301"/>
                    <a:pt x="2840969" y="3364190"/>
                  </a:cubicBezTo>
                  <a:cubicBezTo>
                    <a:pt x="2852906" y="3374635"/>
                    <a:pt x="2864843" y="3373143"/>
                    <a:pt x="2875288" y="3364190"/>
                  </a:cubicBezTo>
                  <a:cubicBezTo>
                    <a:pt x="2882748" y="3358222"/>
                    <a:pt x="2888716" y="3344793"/>
                    <a:pt x="2887224" y="3335840"/>
                  </a:cubicBezTo>
                  <a:cubicBezTo>
                    <a:pt x="2882748" y="3322411"/>
                    <a:pt x="2875288" y="3308982"/>
                    <a:pt x="2857382" y="3301522"/>
                  </a:cubicBezTo>
                  <a:close/>
                  <a:moveTo>
                    <a:pt x="1309509" y="3160332"/>
                  </a:moveTo>
                  <a:cubicBezTo>
                    <a:pt x="1301862" y="3160891"/>
                    <a:pt x="1294402" y="3163502"/>
                    <a:pt x="1287687" y="3168724"/>
                  </a:cubicBezTo>
                  <a:cubicBezTo>
                    <a:pt x="1274258" y="3177677"/>
                    <a:pt x="1259337" y="3183645"/>
                    <a:pt x="1242924" y="3183645"/>
                  </a:cubicBezTo>
                  <a:cubicBezTo>
                    <a:pt x="1229495" y="3183645"/>
                    <a:pt x="1214574" y="3186630"/>
                    <a:pt x="1199653" y="3186630"/>
                  </a:cubicBezTo>
                  <a:cubicBezTo>
                    <a:pt x="1202637" y="3217964"/>
                    <a:pt x="1193685" y="3244822"/>
                    <a:pt x="1184732" y="3273172"/>
                  </a:cubicBezTo>
                  <a:cubicBezTo>
                    <a:pt x="1175779" y="3301522"/>
                    <a:pt x="1205621" y="3359714"/>
                    <a:pt x="1233971" y="3365682"/>
                  </a:cubicBezTo>
                  <a:cubicBezTo>
                    <a:pt x="1268290" y="3373143"/>
                    <a:pt x="1305592" y="3379111"/>
                    <a:pt x="1336927" y="3353745"/>
                  </a:cubicBezTo>
                  <a:cubicBezTo>
                    <a:pt x="1353340" y="3340316"/>
                    <a:pt x="1368261" y="3326888"/>
                    <a:pt x="1366769" y="3304506"/>
                  </a:cubicBezTo>
                  <a:cubicBezTo>
                    <a:pt x="1363785" y="3267203"/>
                    <a:pt x="1348863" y="3237361"/>
                    <a:pt x="1313053" y="3219456"/>
                  </a:cubicBezTo>
                  <a:cubicBezTo>
                    <a:pt x="1272766" y="3200059"/>
                    <a:pt x="1238448" y="3214980"/>
                    <a:pt x="1228003" y="3256758"/>
                  </a:cubicBezTo>
                  <a:cubicBezTo>
                    <a:pt x="1226511" y="3264219"/>
                    <a:pt x="1225019" y="3273172"/>
                    <a:pt x="1225019" y="3282124"/>
                  </a:cubicBezTo>
                  <a:cubicBezTo>
                    <a:pt x="1225019" y="3303014"/>
                    <a:pt x="1230987" y="3317935"/>
                    <a:pt x="1251877" y="3325395"/>
                  </a:cubicBezTo>
                  <a:cubicBezTo>
                    <a:pt x="1274258" y="3334348"/>
                    <a:pt x="1295148" y="3337332"/>
                    <a:pt x="1316037" y="3320919"/>
                  </a:cubicBezTo>
                  <a:cubicBezTo>
                    <a:pt x="1327974" y="3311967"/>
                    <a:pt x="1327974" y="3289585"/>
                    <a:pt x="1317529" y="3274664"/>
                  </a:cubicBezTo>
                  <a:cubicBezTo>
                    <a:pt x="1310069" y="3264219"/>
                    <a:pt x="1293656" y="3262727"/>
                    <a:pt x="1281719" y="3270188"/>
                  </a:cubicBezTo>
                  <a:cubicBezTo>
                    <a:pt x="1269782" y="3276156"/>
                    <a:pt x="1268290" y="3285109"/>
                    <a:pt x="1275750" y="3294061"/>
                  </a:cubicBezTo>
                  <a:cubicBezTo>
                    <a:pt x="1280227" y="3297046"/>
                    <a:pt x="1283211" y="3301522"/>
                    <a:pt x="1287687" y="3305998"/>
                  </a:cubicBezTo>
                  <a:cubicBezTo>
                    <a:pt x="1284703" y="3307490"/>
                    <a:pt x="1283211" y="3308982"/>
                    <a:pt x="1281719" y="3308982"/>
                  </a:cubicBezTo>
                  <a:cubicBezTo>
                    <a:pt x="1277242" y="3307490"/>
                    <a:pt x="1274258" y="3305998"/>
                    <a:pt x="1269782" y="3304506"/>
                  </a:cubicBezTo>
                  <a:cubicBezTo>
                    <a:pt x="1242924" y="3289585"/>
                    <a:pt x="1250385" y="3271680"/>
                    <a:pt x="1271274" y="3258251"/>
                  </a:cubicBezTo>
                  <a:cubicBezTo>
                    <a:pt x="1287687" y="3247806"/>
                    <a:pt x="1302608" y="3249298"/>
                    <a:pt x="1317529" y="3259743"/>
                  </a:cubicBezTo>
                  <a:cubicBezTo>
                    <a:pt x="1329466" y="3268695"/>
                    <a:pt x="1339911" y="3294061"/>
                    <a:pt x="1335435" y="3308982"/>
                  </a:cubicBezTo>
                  <a:cubicBezTo>
                    <a:pt x="1329466" y="3325395"/>
                    <a:pt x="1319021" y="3337332"/>
                    <a:pt x="1299624" y="3340316"/>
                  </a:cubicBezTo>
                  <a:cubicBezTo>
                    <a:pt x="1292164" y="3341809"/>
                    <a:pt x="1283211" y="3340316"/>
                    <a:pt x="1274258" y="3340316"/>
                  </a:cubicBezTo>
                  <a:cubicBezTo>
                    <a:pt x="1244416" y="3337332"/>
                    <a:pt x="1223527" y="3322411"/>
                    <a:pt x="1211590" y="3294061"/>
                  </a:cubicBezTo>
                  <a:cubicBezTo>
                    <a:pt x="1205621" y="3276156"/>
                    <a:pt x="1217558" y="3223932"/>
                    <a:pt x="1232479" y="3211995"/>
                  </a:cubicBezTo>
                  <a:cubicBezTo>
                    <a:pt x="1235463" y="3209011"/>
                    <a:pt x="1239940" y="3207519"/>
                    <a:pt x="1242924" y="3206027"/>
                  </a:cubicBezTo>
                  <a:cubicBezTo>
                    <a:pt x="1266798" y="3198566"/>
                    <a:pt x="1290671" y="3197074"/>
                    <a:pt x="1314545" y="3207519"/>
                  </a:cubicBezTo>
                  <a:cubicBezTo>
                    <a:pt x="1350356" y="3222440"/>
                    <a:pt x="1383182" y="3273172"/>
                    <a:pt x="1374229" y="3323903"/>
                  </a:cubicBezTo>
                  <a:cubicBezTo>
                    <a:pt x="1371245" y="3341809"/>
                    <a:pt x="1363785" y="3358222"/>
                    <a:pt x="1342895" y="3367174"/>
                  </a:cubicBezTo>
                  <a:cubicBezTo>
                    <a:pt x="1335435" y="3370159"/>
                    <a:pt x="1329466" y="3376127"/>
                    <a:pt x="1320514" y="3382095"/>
                  </a:cubicBezTo>
                  <a:cubicBezTo>
                    <a:pt x="1348863" y="3402985"/>
                    <a:pt x="1380198" y="3400001"/>
                    <a:pt x="1399595" y="3379111"/>
                  </a:cubicBezTo>
                  <a:cubicBezTo>
                    <a:pt x="1420485" y="3356730"/>
                    <a:pt x="1432421" y="3329872"/>
                    <a:pt x="1429437" y="3300030"/>
                  </a:cubicBezTo>
                  <a:cubicBezTo>
                    <a:pt x="1424961" y="3232885"/>
                    <a:pt x="1392135" y="3186630"/>
                    <a:pt x="1332450" y="3164248"/>
                  </a:cubicBezTo>
                  <a:cubicBezTo>
                    <a:pt x="1324989" y="3161264"/>
                    <a:pt x="1317156" y="3159772"/>
                    <a:pt x="1309509" y="3160332"/>
                  </a:cubicBezTo>
                  <a:close/>
                  <a:moveTo>
                    <a:pt x="1963611" y="3201551"/>
                  </a:moveTo>
                  <a:cubicBezTo>
                    <a:pt x="1954658" y="3200059"/>
                    <a:pt x="1947198" y="3201551"/>
                    <a:pt x="1944214" y="3211995"/>
                  </a:cubicBezTo>
                  <a:cubicBezTo>
                    <a:pt x="1942722" y="3219456"/>
                    <a:pt x="1941229" y="3225424"/>
                    <a:pt x="1938245" y="3234377"/>
                  </a:cubicBezTo>
                  <a:cubicBezTo>
                    <a:pt x="1947198" y="3240345"/>
                    <a:pt x="1956150" y="3244822"/>
                    <a:pt x="1969579" y="3255267"/>
                  </a:cubicBezTo>
                  <a:cubicBezTo>
                    <a:pt x="1972564" y="3238853"/>
                    <a:pt x="1975548" y="3228409"/>
                    <a:pt x="1977040" y="3216472"/>
                  </a:cubicBezTo>
                  <a:cubicBezTo>
                    <a:pt x="1978532" y="3209011"/>
                    <a:pt x="1974056" y="3201551"/>
                    <a:pt x="1963611" y="3201551"/>
                  </a:cubicBezTo>
                  <a:close/>
                  <a:moveTo>
                    <a:pt x="1544329" y="3167232"/>
                  </a:moveTo>
                  <a:cubicBezTo>
                    <a:pt x="1541345" y="3179169"/>
                    <a:pt x="1538361" y="3186630"/>
                    <a:pt x="1535377" y="3195582"/>
                  </a:cubicBezTo>
                  <a:cubicBezTo>
                    <a:pt x="1553282" y="3207519"/>
                    <a:pt x="1569695" y="3216472"/>
                    <a:pt x="1589093" y="3228409"/>
                  </a:cubicBezTo>
                  <a:cubicBezTo>
                    <a:pt x="1593569" y="3216472"/>
                    <a:pt x="1598045" y="3209011"/>
                    <a:pt x="1598045" y="3200059"/>
                  </a:cubicBezTo>
                  <a:cubicBezTo>
                    <a:pt x="1598045" y="3195582"/>
                    <a:pt x="1595061" y="3186630"/>
                    <a:pt x="1592077" y="3183645"/>
                  </a:cubicBezTo>
                  <a:cubicBezTo>
                    <a:pt x="1577156" y="3177677"/>
                    <a:pt x="1562235" y="3173201"/>
                    <a:pt x="1544329" y="3167232"/>
                  </a:cubicBezTo>
                  <a:close/>
                  <a:moveTo>
                    <a:pt x="2341114" y="3231393"/>
                  </a:moveTo>
                  <a:cubicBezTo>
                    <a:pt x="2330669" y="3237361"/>
                    <a:pt x="2321716" y="3243330"/>
                    <a:pt x="2311272" y="3249298"/>
                  </a:cubicBezTo>
                  <a:cubicBezTo>
                    <a:pt x="2326193" y="3264219"/>
                    <a:pt x="2336637" y="3274664"/>
                    <a:pt x="2348574" y="3286601"/>
                  </a:cubicBezTo>
                  <a:cubicBezTo>
                    <a:pt x="2359019" y="3279140"/>
                    <a:pt x="2366479" y="3271680"/>
                    <a:pt x="2376924" y="3264219"/>
                  </a:cubicBezTo>
                  <a:cubicBezTo>
                    <a:pt x="2367972" y="3246314"/>
                    <a:pt x="2353051" y="3237361"/>
                    <a:pt x="2341114" y="3231393"/>
                  </a:cubicBezTo>
                  <a:close/>
                  <a:moveTo>
                    <a:pt x="2745172" y="3260792"/>
                  </a:moveTo>
                  <a:cubicBezTo>
                    <a:pt x="2730833" y="3260303"/>
                    <a:pt x="2727196" y="3264219"/>
                    <a:pt x="2726077" y="3273172"/>
                  </a:cubicBezTo>
                  <a:cubicBezTo>
                    <a:pt x="2724585" y="3289585"/>
                    <a:pt x="2732045" y="3295553"/>
                    <a:pt x="2761887" y="3297046"/>
                  </a:cubicBezTo>
                  <a:cubicBezTo>
                    <a:pt x="2761887" y="3285109"/>
                    <a:pt x="2763379" y="3274664"/>
                    <a:pt x="2763380" y="3262727"/>
                  </a:cubicBezTo>
                  <a:cubicBezTo>
                    <a:pt x="2755919" y="3261608"/>
                    <a:pt x="2749951" y="3260955"/>
                    <a:pt x="2745172" y="3260792"/>
                  </a:cubicBezTo>
                  <a:close/>
                  <a:moveTo>
                    <a:pt x="2063582" y="3204535"/>
                  </a:moveTo>
                  <a:cubicBezTo>
                    <a:pt x="2057614" y="3223932"/>
                    <a:pt x="2051645" y="3241837"/>
                    <a:pt x="2045677" y="3262727"/>
                  </a:cubicBezTo>
                  <a:cubicBezTo>
                    <a:pt x="2077011" y="3270188"/>
                    <a:pt x="2088948" y="3265711"/>
                    <a:pt x="2094916" y="3246314"/>
                  </a:cubicBezTo>
                  <a:cubicBezTo>
                    <a:pt x="2099393" y="3231393"/>
                    <a:pt x="2088948" y="3214980"/>
                    <a:pt x="2063582" y="3204535"/>
                  </a:cubicBezTo>
                  <a:close/>
                  <a:moveTo>
                    <a:pt x="2359019" y="3197074"/>
                  </a:moveTo>
                  <a:cubicBezTo>
                    <a:pt x="2354543" y="3204535"/>
                    <a:pt x="2351558" y="3210503"/>
                    <a:pt x="2347082" y="3219456"/>
                  </a:cubicBezTo>
                  <a:cubicBezTo>
                    <a:pt x="2360511" y="3229901"/>
                    <a:pt x="2373940" y="3238853"/>
                    <a:pt x="2387369" y="3249298"/>
                  </a:cubicBezTo>
                  <a:cubicBezTo>
                    <a:pt x="2394830" y="3238853"/>
                    <a:pt x="2402290" y="3229901"/>
                    <a:pt x="2409751" y="3217964"/>
                  </a:cubicBezTo>
                  <a:cubicBezTo>
                    <a:pt x="2391845" y="3207519"/>
                    <a:pt x="2378416" y="3197074"/>
                    <a:pt x="2359019" y="3197074"/>
                  </a:cubicBezTo>
                  <a:close/>
                  <a:moveTo>
                    <a:pt x="1553282" y="3123961"/>
                  </a:moveTo>
                  <a:cubicBezTo>
                    <a:pt x="1550298" y="3135898"/>
                    <a:pt x="1548806" y="3144851"/>
                    <a:pt x="1547314" y="3155295"/>
                  </a:cubicBezTo>
                  <a:cubicBezTo>
                    <a:pt x="1568203" y="3162756"/>
                    <a:pt x="1584616" y="3168724"/>
                    <a:pt x="1602521" y="3176185"/>
                  </a:cubicBezTo>
                  <a:cubicBezTo>
                    <a:pt x="1614458" y="3156787"/>
                    <a:pt x="1614458" y="3156787"/>
                    <a:pt x="1609982" y="3134406"/>
                  </a:cubicBezTo>
                  <a:cubicBezTo>
                    <a:pt x="1604014" y="3132914"/>
                    <a:pt x="1598045" y="3129930"/>
                    <a:pt x="1592077" y="3128438"/>
                  </a:cubicBezTo>
                  <a:cubicBezTo>
                    <a:pt x="1580140" y="3125453"/>
                    <a:pt x="1568203" y="3125453"/>
                    <a:pt x="1553282" y="3123961"/>
                  </a:cubicBezTo>
                  <a:close/>
                  <a:moveTo>
                    <a:pt x="2517182" y="3200059"/>
                  </a:moveTo>
                  <a:cubicBezTo>
                    <a:pt x="2490324" y="3238853"/>
                    <a:pt x="2466451" y="3276156"/>
                    <a:pt x="2439593" y="3313459"/>
                  </a:cubicBezTo>
                  <a:cubicBezTo>
                    <a:pt x="2447053" y="3319427"/>
                    <a:pt x="2454514" y="3326888"/>
                    <a:pt x="2461974" y="3332856"/>
                  </a:cubicBezTo>
                  <a:cubicBezTo>
                    <a:pt x="2479880" y="3344793"/>
                    <a:pt x="2494801" y="3340316"/>
                    <a:pt x="2497785" y="3317935"/>
                  </a:cubicBezTo>
                  <a:cubicBezTo>
                    <a:pt x="2499277" y="3307490"/>
                    <a:pt x="2496293" y="3297046"/>
                    <a:pt x="2494801" y="3286601"/>
                  </a:cubicBezTo>
                  <a:cubicBezTo>
                    <a:pt x="2493308" y="3279140"/>
                    <a:pt x="2490324" y="3271680"/>
                    <a:pt x="2485848" y="3261235"/>
                  </a:cubicBezTo>
                  <a:cubicBezTo>
                    <a:pt x="2497785" y="3264219"/>
                    <a:pt x="2505245" y="3267203"/>
                    <a:pt x="2512706" y="3268695"/>
                  </a:cubicBezTo>
                  <a:cubicBezTo>
                    <a:pt x="2524643" y="3270188"/>
                    <a:pt x="2542548" y="3262727"/>
                    <a:pt x="2547024" y="3252282"/>
                  </a:cubicBezTo>
                  <a:cubicBezTo>
                    <a:pt x="2552993" y="3240345"/>
                    <a:pt x="2548517" y="3229901"/>
                    <a:pt x="2538072" y="3220948"/>
                  </a:cubicBezTo>
                  <a:cubicBezTo>
                    <a:pt x="2532103" y="3214980"/>
                    <a:pt x="2526135" y="3207519"/>
                    <a:pt x="2517182" y="3200059"/>
                  </a:cubicBezTo>
                  <a:close/>
                  <a:moveTo>
                    <a:pt x="1338419" y="3101580"/>
                  </a:moveTo>
                  <a:cubicBezTo>
                    <a:pt x="1333942" y="3117993"/>
                    <a:pt x="1329466" y="3129930"/>
                    <a:pt x="1323498" y="3143359"/>
                  </a:cubicBezTo>
                  <a:cubicBezTo>
                    <a:pt x="1335435" y="3149327"/>
                    <a:pt x="1347371" y="3153803"/>
                    <a:pt x="1357816" y="3159772"/>
                  </a:cubicBezTo>
                  <a:cubicBezTo>
                    <a:pt x="1365277" y="3164248"/>
                    <a:pt x="1374229" y="3168724"/>
                    <a:pt x="1381690" y="3173201"/>
                  </a:cubicBezTo>
                  <a:cubicBezTo>
                    <a:pt x="1418992" y="3200059"/>
                    <a:pt x="1432421" y="3240345"/>
                    <a:pt x="1442866" y="3280632"/>
                  </a:cubicBezTo>
                  <a:cubicBezTo>
                    <a:pt x="1445850" y="3291077"/>
                    <a:pt x="1444358" y="3301522"/>
                    <a:pt x="1442866" y="3311967"/>
                  </a:cubicBezTo>
                  <a:cubicBezTo>
                    <a:pt x="1439882" y="3338824"/>
                    <a:pt x="1427945" y="3361206"/>
                    <a:pt x="1413024" y="3382095"/>
                  </a:cubicBezTo>
                  <a:cubicBezTo>
                    <a:pt x="1405564" y="3392540"/>
                    <a:pt x="1398103" y="3398509"/>
                    <a:pt x="1386166" y="3402985"/>
                  </a:cubicBezTo>
                  <a:cubicBezTo>
                    <a:pt x="1377213" y="3405969"/>
                    <a:pt x="1368261" y="3410445"/>
                    <a:pt x="1357816" y="3414922"/>
                  </a:cubicBezTo>
                  <a:cubicBezTo>
                    <a:pt x="1366769" y="3428351"/>
                    <a:pt x="1372737" y="3437303"/>
                    <a:pt x="1381690" y="3450732"/>
                  </a:cubicBezTo>
                  <a:cubicBezTo>
                    <a:pt x="1413024" y="3400001"/>
                    <a:pt x="1438390" y="3347777"/>
                    <a:pt x="1499566" y="3331364"/>
                  </a:cubicBezTo>
                  <a:cubicBezTo>
                    <a:pt x="1496582" y="3326888"/>
                    <a:pt x="1495090" y="3323903"/>
                    <a:pt x="1493598" y="3322411"/>
                  </a:cubicBezTo>
                  <a:cubicBezTo>
                    <a:pt x="1462264" y="3300030"/>
                    <a:pt x="1450327" y="3267203"/>
                    <a:pt x="1444358" y="3229901"/>
                  </a:cubicBezTo>
                  <a:cubicBezTo>
                    <a:pt x="1442866" y="3220948"/>
                    <a:pt x="1435406" y="3211995"/>
                    <a:pt x="1429437" y="3204535"/>
                  </a:cubicBezTo>
                  <a:cubicBezTo>
                    <a:pt x="1407056" y="3179169"/>
                    <a:pt x="1383182" y="3155295"/>
                    <a:pt x="1360800" y="3131422"/>
                  </a:cubicBezTo>
                  <a:cubicBezTo>
                    <a:pt x="1353340" y="3122469"/>
                    <a:pt x="1347371" y="3113516"/>
                    <a:pt x="1338419" y="3101580"/>
                  </a:cubicBezTo>
                  <a:close/>
                  <a:moveTo>
                    <a:pt x="1969766" y="3150073"/>
                  </a:moveTo>
                  <a:cubicBezTo>
                    <a:pt x="1963611" y="3150446"/>
                    <a:pt x="1956896" y="3152311"/>
                    <a:pt x="1951674" y="3155295"/>
                  </a:cubicBezTo>
                  <a:cubicBezTo>
                    <a:pt x="1941229" y="3161264"/>
                    <a:pt x="1942722" y="3173201"/>
                    <a:pt x="1947198" y="3179169"/>
                  </a:cubicBezTo>
                  <a:cubicBezTo>
                    <a:pt x="1953166" y="3195582"/>
                    <a:pt x="1968087" y="3188122"/>
                    <a:pt x="1981516" y="3189614"/>
                  </a:cubicBezTo>
                  <a:cubicBezTo>
                    <a:pt x="1981516" y="3176185"/>
                    <a:pt x="1994945" y="3165740"/>
                    <a:pt x="1984501" y="3153803"/>
                  </a:cubicBezTo>
                  <a:cubicBezTo>
                    <a:pt x="1981517" y="3150819"/>
                    <a:pt x="1975921" y="3149700"/>
                    <a:pt x="1969766" y="3150073"/>
                  </a:cubicBezTo>
                  <a:close/>
                  <a:moveTo>
                    <a:pt x="2749951" y="3209011"/>
                  </a:moveTo>
                  <a:cubicBezTo>
                    <a:pt x="2735030" y="3216472"/>
                    <a:pt x="2723093" y="3222440"/>
                    <a:pt x="2711156" y="3228409"/>
                  </a:cubicBezTo>
                  <a:cubicBezTo>
                    <a:pt x="2712648" y="3235869"/>
                    <a:pt x="2714140" y="3241837"/>
                    <a:pt x="2717124" y="3247806"/>
                  </a:cubicBezTo>
                  <a:cubicBezTo>
                    <a:pt x="2733538" y="3246314"/>
                    <a:pt x="2745474" y="3243330"/>
                    <a:pt x="2760395" y="3241837"/>
                  </a:cubicBezTo>
                  <a:cubicBezTo>
                    <a:pt x="2757411" y="3229901"/>
                    <a:pt x="2754427" y="3220948"/>
                    <a:pt x="2749951" y="3209011"/>
                  </a:cubicBezTo>
                  <a:close/>
                  <a:moveTo>
                    <a:pt x="1681603" y="3109040"/>
                  </a:moveTo>
                  <a:cubicBezTo>
                    <a:pt x="1669666" y="3153803"/>
                    <a:pt x="1657729" y="3197074"/>
                    <a:pt x="1644300" y="3243330"/>
                  </a:cubicBezTo>
                  <a:cubicBezTo>
                    <a:pt x="1648777" y="3246314"/>
                    <a:pt x="1653253" y="3249298"/>
                    <a:pt x="1660714" y="3252282"/>
                  </a:cubicBezTo>
                  <a:cubicBezTo>
                    <a:pt x="1675635" y="3259743"/>
                    <a:pt x="1687571" y="3253774"/>
                    <a:pt x="1689064" y="3237361"/>
                  </a:cubicBezTo>
                  <a:cubicBezTo>
                    <a:pt x="1690556" y="3228409"/>
                    <a:pt x="1687571" y="3219456"/>
                    <a:pt x="1686079" y="3210503"/>
                  </a:cubicBezTo>
                  <a:cubicBezTo>
                    <a:pt x="1680111" y="3198566"/>
                    <a:pt x="1675635" y="3189614"/>
                    <a:pt x="1671158" y="3177677"/>
                  </a:cubicBezTo>
                  <a:cubicBezTo>
                    <a:pt x="1696524" y="3173201"/>
                    <a:pt x="1702492" y="3168724"/>
                    <a:pt x="1705477" y="3152311"/>
                  </a:cubicBezTo>
                  <a:cubicBezTo>
                    <a:pt x="1708461" y="3132914"/>
                    <a:pt x="1699508" y="3117993"/>
                    <a:pt x="1681603" y="3109040"/>
                  </a:cubicBezTo>
                  <a:close/>
                  <a:moveTo>
                    <a:pt x="1736811" y="3107548"/>
                  </a:moveTo>
                  <a:cubicBezTo>
                    <a:pt x="1729350" y="3109040"/>
                    <a:pt x="1721890" y="3109040"/>
                    <a:pt x="1712937" y="3110532"/>
                  </a:cubicBezTo>
                  <a:cubicBezTo>
                    <a:pt x="1715922" y="3126945"/>
                    <a:pt x="1718906" y="3140374"/>
                    <a:pt x="1721890" y="3155295"/>
                  </a:cubicBezTo>
                  <a:cubicBezTo>
                    <a:pt x="1747256" y="3143359"/>
                    <a:pt x="1750240" y="3132914"/>
                    <a:pt x="1736811" y="3107548"/>
                  </a:cubicBezTo>
                  <a:close/>
                  <a:moveTo>
                    <a:pt x="1601029" y="3091135"/>
                  </a:moveTo>
                  <a:cubicBezTo>
                    <a:pt x="1589093" y="3089643"/>
                    <a:pt x="1575663" y="3089643"/>
                    <a:pt x="1563727" y="3089643"/>
                  </a:cubicBezTo>
                  <a:cubicBezTo>
                    <a:pt x="1553282" y="3091135"/>
                    <a:pt x="1550298" y="3095611"/>
                    <a:pt x="1554774" y="3107548"/>
                  </a:cubicBezTo>
                  <a:cubicBezTo>
                    <a:pt x="1572679" y="3112024"/>
                    <a:pt x="1592077" y="3115008"/>
                    <a:pt x="1609982" y="3119485"/>
                  </a:cubicBezTo>
                  <a:cubicBezTo>
                    <a:pt x="1618935" y="3098595"/>
                    <a:pt x="1615950" y="3092627"/>
                    <a:pt x="1601029" y="3091135"/>
                  </a:cubicBezTo>
                  <a:close/>
                  <a:moveTo>
                    <a:pt x="1994945" y="3122469"/>
                  </a:moveTo>
                  <a:cubicBezTo>
                    <a:pt x="1980024" y="3120977"/>
                    <a:pt x="1963611" y="3120977"/>
                    <a:pt x="1947198" y="3119485"/>
                  </a:cubicBezTo>
                  <a:cubicBezTo>
                    <a:pt x="1953166" y="3140374"/>
                    <a:pt x="1954658" y="3141866"/>
                    <a:pt x="1980024" y="3140374"/>
                  </a:cubicBezTo>
                  <a:cubicBezTo>
                    <a:pt x="1990469" y="3140374"/>
                    <a:pt x="1997929" y="3137390"/>
                    <a:pt x="1994945" y="3122469"/>
                  </a:cubicBezTo>
                  <a:close/>
                  <a:moveTo>
                    <a:pt x="2057614" y="3125453"/>
                  </a:moveTo>
                  <a:cubicBezTo>
                    <a:pt x="2042693" y="3125453"/>
                    <a:pt x="2029264" y="3125453"/>
                    <a:pt x="2011358" y="3125453"/>
                  </a:cubicBezTo>
                  <a:cubicBezTo>
                    <a:pt x="2003898" y="3156787"/>
                    <a:pt x="1996437" y="3188122"/>
                    <a:pt x="1988977" y="3219456"/>
                  </a:cubicBezTo>
                  <a:cubicBezTo>
                    <a:pt x="1983008" y="3244822"/>
                    <a:pt x="1983008" y="3270188"/>
                    <a:pt x="1969579" y="3294061"/>
                  </a:cubicBezTo>
                  <a:cubicBezTo>
                    <a:pt x="1963611" y="3304506"/>
                    <a:pt x="1963611" y="3317935"/>
                    <a:pt x="1959135" y="3331364"/>
                  </a:cubicBezTo>
                  <a:cubicBezTo>
                    <a:pt x="1945706" y="3338824"/>
                    <a:pt x="1932277" y="3349269"/>
                    <a:pt x="1927800" y="3365682"/>
                  </a:cubicBezTo>
                  <a:cubicBezTo>
                    <a:pt x="1884529" y="3388064"/>
                    <a:pt x="1841258" y="3407461"/>
                    <a:pt x="1793511" y="3407461"/>
                  </a:cubicBezTo>
                  <a:cubicBezTo>
                    <a:pt x="1793511" y="3408953"/>
                    <a:pt x="1792019" y="3411938"/>
                    <a:pt x="1792019" y="3413430"/>
                  </a:cubicBezTo>
                  <a:cubicBezTo>
                    <a:pt x="1808432" y="3422382"/>
                    <a:pt x="1823353" y="3429843"/>
                    <a:pt x="1839766" y="3438796"/>
                  </a:cubicBezTo>
                  <a:cubicBezTo>
                    <a:pt x="1842750" y="3440288"/>
                    <a:pt x="1848719" y="3441779"/>
                    <a:pt x="1851703" y="3440288"/>
                  </a:cubicBezTo>
                  <a:cubicBezTo>
                    <a:pt x="1878561" y="3428351"/>
                    <a:pt x="1908403" y="3419398"/>
                    <a:pt x="1929293" y="3401493"/>
                  </a:cubicBezTo>
                  <a:cubicBezTo>
                    <a:pt x="1968087" y="3368666"/>
                    <a:pt x="2000914" y="3326888"/>
                    <a:pt x="2020311" y="3277648"/>
                  </a:cubicBezTo>
                  <a:cubicBezTo>
                    <a:pt x="2030756" y="3249298"/>
                    <a:pt x="2041201" y="3222440"/>
                    <a:pt x="2050153" y="3192598"/>
                  </a:cubicBezTo>
                  <a:cubicBezTo>
                    <a:pt x="2056122" y="3171709"/>
                    <a:pt x="2062090" y="3149327"/>
                    <a:pt x="2057614" y="3125453"/>
                  </a:cubicBezTo>
                  <a:close/>
                  <a:moveTo>
                    <a:pt x="2105174" y="3126759"/>
                  </a:moveTo>
                  <a:cubicBezTo>
                    <a:pt x="2100511" y="3125080"/>
                    <a:pt x="2093424" y="3125453"/>
                    <a:pt x="2081487" y="3126945"/>
                  </a:cubicBezTo>
                  <a:cubicBezTo>
                    <a:pt x="2079995" y="3126945"/>
                    <a:pt x="2078503" y="3128438"/>
                    <a:pt x="2075519" y="3129930"/>
                  </a:cubicBezTo>
                  <a:cubicBezTo>
                    <a:pt x="2072535" y="3147835"/>
                    <a:pt x="2071043" y="3165740"/>
                    <a:pt x="2068058" y="3189614"/>
                  </a:cubicBezTo>
                  <a:cubicBezTo>
                    <a:pt x="2081487" y="3186630"/>
                    <a:pt x="2088948" y="3186630"/>
                    <a:pt x="2094916" y="3183645"/>
                  </a:cubicBezTo>
                  <a:cubicBezTo>
                    <a:pt x="2108345" y="3177677"/>
                    <a:pt x="2118790" y="3152311"/>
                    <a:pt x="2114314" y="3138882"/>
                  </a:cubicBezTo>
                  <a:cubicBezTo>
                    <a:pt x="2112075" y="3132168"/>
                    <a:pt x="2109837" y="3128437"/>
                    <a:pt x="2105174" y="3126759"/>
                  </a:cubicBezTo>
                  <a:close/>
                  <a:moveTo>
                    <a:pt x="2385131" y="3148394"/>
                  </a:moveTo>
                  <a:cubicBezTo>
                    <a:pt x="2378416" y="3151565"/>
                    <a:pt x="2373940" y="3159772"/>
                    <a:pt x="2370956" y="3173201"/>
                  </a:cubicBezTo>
                  <a:cubicBezTo>
                    <a:pt x="2369464" y="3180661"/>
                    <a:pt x="2372448" y="3186630"/>
                    <a:pt x="2379909" y="3189614"/>
                  </a:cubicBezTo>
                  <a:cubicBezTo>
                    <a:pt x="2391845" y="3194090"/>
                    <a:pt x="2403782" y="3198566"/>
                    <a:pt x="2417211" y="3204535"/>
                  </a:cubicBezTo>
                  <a:cubicBezTo>
                    <a:pt x="2421688" y="3197074"/>
                    <a:pt x="2426164" y="3189614"/>
                    <a:pt x="2430640" y="3182153"/>
                  </a:cubicBezTo>
                  <a:cubicBezTo>
                    <a:pt x="2435116" y="3173201"/>
                    <a:pt x="2433624" y="3165740"/>
                    <a:pt x="2426164" y="3161264"/>
                  </a:cubicBezTo>
                  <a:cubicBezTo>
                    <a:pt x="2421688" y="3158280"/>
                    <a:pt x="2417211" y="3155295"/>
                    <a:pt x="2412735" y="3153803"/>
                  </a:cubicBezTo>
                  <a:cubicBezTo>
                    <a:pt x="2400798" y="3147089"/>
                    <a:pt x="2391845" y="3145224"/>
                    <a:pt x="2385131" y="3148394"/>
                  </a:cubicBezTo>
                  <a:close/>
                  <a:moveTo>
                    <a:pt x="552079" y="2989672"/>
                  </a:moveTo>
                  <a:cubicBezTo>
                    <a:pt x="528205" y="3000116"/>
                    <a:pt x="505824" y="3009069"/>
                    <a:pt x="484934" y="3018022"/>
                  </a:cubicBezTo>
                  <a:cubicBezTo>
                    <a:pt x="495379" y="3046372"/>
                    <a:pt x="616240" y="3206027"/>
                    <a:pt x="637129" y="3216472"/>
                  </a:cubicBezTo>
                  <a:cubicBezTo>
                    <a:pt x="650558" y="3189614"/>
                    <a:pt x="672940" y="3173201"/>
                    <a:pt x="704274" y="3158280"/>
                  </a:cubicBezTo>
                  <a:cubicBezTo>
                    <a:pt x="675924" y="3131422"/>
                    <a:pt x="649066" y="3106056"/>
                    <a:pt x="623700" y="3079198"/>
                  </a:cubicBezTo>
                  <a:cubicBezTo>
                    <a:pt x="596842" y="3050848"/>
                    <a:pt x="575953" y="3019514"/>
                    <a:pt x="552079" y="2989672"/>
                  </a:cubicBezTo>
                  <a:close/>
                  <a:moveTo>
                    <a:pt x="2600740" y="3155295"/>
                  </a:moveTo>
                  <a:cubicBezTo>
                    <a:pt x="2593280" y="3173201"/>
                    <a:pt x="2587311" y="3189614"/>
                    <a:pt x="2581343" y="3203043"/>
                  </a:cubicBezTo>
                  <a:cubicBezTo>
                    <a:pt x="2596264" y="3211995"/>
                    <a:pt x="2615661" y="3219456"/>
                    <a:pt x="2627598" y="3232885"/>
                  </a:cubicBezTo>
                  <a:cubicBezTo>
                    <a:pt x="2649980" y="3256758"/>
                    <a:pt x="2657440" y="3288093"/>
                    <a:pt x="2651472" y="3322411"/>
                  </a:cubicBezTo>
                  <a:cubicBezTo>
                    <a:pt x="2646995" y="3352253"/>
                    <a:pt x="2632074" y="3373143"/>
                    <a:pt x="2605216" y="3386572"/>
                  </a:cubicBezTo>
                  <a:cubicBezTo>
                    <a:pt x="2591787" y="3394032"/>
                    <a:pt x="2578359" y="3401493"/>
                    <a:pt x="2567914" y="3407461"/>
                  </a:cubicBezTo>
                  <a:cubicBezTo>
                    <a:pt x="2569406" y="3425366"/>
                    <a:pt x="2569406" y="3440288"/>
                    <a:pt x="2569406" y="3458193"/>
                  </a:cubicBezTo>
                  <a:cubicBezTo>
                    <a:pt x="2587311" y="3462669"/>
                    <a:pt x="2603724" y="3456701"/>
                    <a:pt x="2633566" y="3437303"/>
                  </a:cubicBezTo>
                  <a:cubicBezTo>
                    <a:pt x="2673853" y="3411938"/>
                    <a:pt x="2696235" y="3376127"/>
                    <a:pt x="2705188" y="3331364"/>
                  </a:cubicBezTo>
                  <a:cubicBezTo>
                    <a:pt x="2712648" y="3291077"/>
                    <a:pt x="2708172" y="3255267"/>
                    <a:pt x="2684298" y="3222440"/>
                  </a:cubicBezTo>
                  <a:cubicBezTo>
                    <a:pt x="2661916" y="3192598"/>
                    <a:pt x="2635058" y="3167232"/>
                    <a:pt x="2600740" y="3155295"/>
                  </a:cubicBezTo>
                  <a:close/>
                  <a:moveTo>
                    <a:pt x="929348" y="3014734"/>
                  </a:moveTo>
                  <a:cubicBezTo>
                    <a:pt x="905149" y="3009069"/>
                    <a:pt x="882208" y="3022498"/>
                    <a:pt x="874374" y="3049356"/>
                  </a:cubicBezTo>
                  <a:cubicBezTo>
                    <a:pt x="871390" y="3061293"/>
                    <a:pt x="871390" y="3074722"/>
                    <a:pt x="872882" y="3086659"/>
                  </a:cubicBezTo>
                  <a:cubicBezTo>
                    <a:pt x="875866" y="3110532"/>
                    <a:pt x="889295" y="3119485"/>
                    <a:pt x="913169" y="3116501"/>
                  </a:cubicBezTo>
                  <a:cubicBezTo>
                    <a:pt x="929582" y="3113516"/>
                    <a:pt x="937042" y="3106056"/>
                    <a:pt x="940027" y="3091135"/>
                  </a:cubicBezTo>
                  <a:cubicBezTo>
                    <a:pt x="943011" y="3074722"/>
                    <a:pt x="937042" y="3058309"/>
                    <a:pt x="923613" y="3052340"/>
                  </a:cubicBezTo>
                  <a:cubicBezTo>
                    <a:pt x="917645" y="3050848"/>
                    <a:pt x="910184" y="3049356"/>
                    <a:pt x="905708" y="3052340"/>
                  </a:cubicBezTo>
                  <a:cubicBezTo>
                    <a:pt x="901232" y="3055324"/>
                    <a:pt x="901232" y="3064277"/>
                    <a:pt x="899740" y="3070245"/>
                  </a:cubicBezTo>
                  <a:cubicBezTo>
                    <a:pt x="899740" y="3074722"/>
                    <a:pt x="902724" y="3079198"/>
                    <a:pt x="904216" y="3083674"/>
                  </a:cubicBezTo>
                  <a:cubicBezTo>
                    <a:pt x="886311" y="3079198"/>
                    <a:pt x="883327" y="3074722"/>
                    <a:pt x="884819" y="3059801"/>
                  </a:cubicBezTo>
                  <a:cubicBezTo>
                    <a:pt x="886311" y="3046372"/>
                    <a:pt x="895263" y="3037419"/>
                    <a:pt x="907200" y="3035927"/>
                  </a:cubicBezTo>
                  <a:cubicBezTo>
                    <a:pt x="923613" y="3034435"/>
                    <a:pt x="945995" y="3053832"/>
                    <a:pt x="950471" y="3071737"/>
                  </a:cubicBezTo>
                  <a:cubicBezTo>
                    <a:pt x="954948" y="3094119"/>
                    <a:pt x="947487" y="3113516"/>
                    <a:pt x="928090" y="3120977"/>
                  </a:cubicBezTo>
                  <a:cubicBezTo>
                    <a:pt x="892279" y="3135898"/>
                    <a:pt x="865421" y="3120977"/>
                    <a:pt x="856469" y="3083674"/>
                  </a:cubicBezTo>
                  <a:cubicBezTo>
                    <a:pt x="854977" y="3077706"/>
                    <a:pt x="856469" y="3071737"/>
                    <a:pt x="854977" y="3065769"/>
                  </a:cubicBezTo>
                  <a:cubicBezTo>
                    <a:pt x="854977" y="3061293"/>
                    <a:pt x="853484" y="3058309"/>
                    <a:pt x="851992" y="3052340"/>
                  </a:cubicBezTo>
                  <a:cubicBezTo>
                    <a:pt x="838563" y="3068753"/>
                    <a:pt x="826626" y="3083674"/>
                    <a:pt x="813198" y="3098595"/>
                  </a:cubicBezTo>
                  <a:cubicBezTo>
                    <a:pt x="807229" y="3104564"/>
                    <a:pt x="807229" y="3110532"/>
                    <a:pt x="808721" y="3119485"/>
                  </a:cubicBezTo>
                  <a:cubicBezTo>
                    <a:pt x="816182" y="3158280"/>
                    <a:pt x="863929" y="3188122"/>
                    <a:pt x="901232" y="3176185"/>
                  </a:cubicBezTo>
                  <a:cubicBezTo>
                    <a:pt x="907200" y="3174693"/>
                    <a:pt x="913169" y="3167232"/>
                    <a:pt x="916153" y="3161264"/>
                  </a:cubicBezTo>
                  <a:cubicBezTo>
                    <a:pt x="932566" y="3137390"/>
                    <a:pt x="951963" y="3115008"/>
                    <a:pt x="978821" y="3097103"/>
                  </a:cubicBezTo>
                  <a:cubicBezTo>
                    <a:pt x="981805" y="3067261"/>
                    <a:pt x="972853" y="3043388"/>
                    <a:pt x="953455" y="3026974"/>
                  </a:cubicBezTo>
                  <a:cubicBezTo>
                    <a:pt x="945622" y="3020633"/>
                    <a:pt x="937415" y="3016623"/>
                    <a:pt x="929348" y="3014734"/>
                  </a:cubicBezTo>
                  <a:close/>
                  <a:moveTo>
                    <a:pt x="1866624" y="3091135"/>
                  </a:moveTo>
                  <a:cubicBezTo>
                    <a:pt x="1869608" y="3103072"/>
                    <a:pt x="1869608" y="3112024"/>
                    <a:pt x="1874085" y="3117993"/>
                  </a:cubicBezTo>
                  <a:cubicBezTo>
                    <a:pt x="1886021" y="3131422"/>
                    <a:pt x="1886021" y="3149327"/>
                    <a:pt x="1889006" y="3165740"/>
                  </a:cubicBezTo>
                  <a:cubicBezTo>
                    <a:pt x="1893482" y="3192598"/>
                    <a:pt x="1887514" y="3216472"/>
                    <a:pt x="1869608" y="3238853"/>
                  </a:cubicBezTo>
                  <a:cubicBezTo>
                    <a:pt x="1850211" y="3262727"/>
                    <a:pt x="1826337" y="3280632"/>
                    <a:pt x="1799479" y="3294061"/>
                  </a:cubicBezTo>
                  <a:cubicBezTo>
                    <a:pt x="1771129" y="3308982"/>
                    <a:pt x="1742779" y="3311967"/>
                    <a:pt x="1712937" y="3298537"/>
                  </a:cubicBezTo>
                  <a:cubicBezTo>
                    <a:pt x="1701000" y="3294061"/>
                    <a:pt x="1689064" y="3289585"/>
                    <a:pt x="1681603" y="3288093"/>
                  </a:cubicBezTo>
                  <a:cubicBezTo>
                    <a:pt x="1668174" y="3301522"/>
                    <a:pt x="1657729" y="3314951"/>
                    <a:pt x="1648777" y="3326888"/>
                  </a:cubicBezTo>
                  <a:cubicBezTo>
                    <a:pt x="1657729" y="3325395"/>
                    <a:pt x="1663698" y="3319427"/>
                    <a:pt x="1675635" y="3323903"/>
                  </a:cubicBezTo>
                  <a:cubicBezTo>
                    <a:pt x="1714429" y="3340316"/>
                    <a:pt x="1754716" y="3344793"/>
                    <a:pt x="1795003" y="3337332"/>
                  </a:cubicBezTo>
                  <a:cubicBezTo>
                    <a:pt x="1848719" y="3326888"/>
                    <a:pt x="1891990" y="3300030"/>
                    <a:pt x="1915864" y="3247806"/>
                  </a:cubicBezTo>
                  <a:cubicBezTo>
                    <a:pt x="1932277" y="3209011"/>
                    <a:pt x="1927800" y="3167232"/>
                    <a:pt x="1929293" y="3126945"/>
                  </a:cubicBezTo>
                  <a:cubicBezTo>
                    <a:pt x="1929293" y="3122469"/>
                    <a:pt x="1924816" y="3115008"/>
                    <a:pt x="1921832" y="3113516"/>
                  </a:cubicBezTo>
                  <a:cubicBezTo>
                    <a:pt x="1905419" y="3106056"/>
                    <a:pt x="1889006" y="3100087"/>
                    <a:pt x="1866624" y="3091135"/>
                  </a:cubicBezTo>
                  <a:close/>
                  <a:moveTo>
                    <a:pt x="2712648" y="3156787"/>
                  </a:moveTo>
                  <a:cubicBezTo>
                    <a:pt x="2702203" y="3167232"/>
                    <a:pt x="2693251" y="3177677"/>
                    <a:pt x="2681314" y="3188122"/>
                  </a:cubicBezTo>
                  <a:cubicBezTo>
                    <a:pt x="2688774" y="3197074"/>
                    <a:pt x="2694743" y="3206027"/>
                    <a:pt x="2700711" y="3214980"/>
                  </a:cubicBezTo>
                  <a:cubicBezTo>
                    <a:pt x="2715632" y="3210503"/>
                    <a:pt x="2729061" y="3204535"/>
                    <a:pt x="2743982" y="3197074"/>
                  </a:cubicBezTo>
                  <a:cubicBezTo>
                    <a:pt x="2736522" y="3179169"/>
                    <a:pt x="2729061" y="3165740"/>
                    <a:pt x="2712648" y="3156787"/>
                  </a:cubicBezTo>
                  <a:close/>
                  <a:moveTo>
                    <a:pt x="1795003" y="3080690"/>
                  </a:moveTo>
                  <a:cubicBezTo>
                    <a:pt x="1784558" y="3086659"/>
                    <a:pt x="1775606" y="3089643"/>
                    <a:pt x="1768145" y="3094119"/>
                  </a:cubicBezTo>
                  <a:cubicBezTo>
                    <a:pt x="1754716" y="3101580"/>
                    <a:pt x="1753224" y="3112024"/>
                    <a:pt x="1766653" y="3120977"/>
                  </a:cubicBezTo>
                  <a:cubicBezTo>
                    <a:pt x="1774114" y="3125453"/>
                    <a:pt x="1786050" y="3126945"/>
                    <a:pt x="1795003" y="3123961"/>
                  </a:cubicBezTo>
                  <a:cubicBezTo>
                    <a:pt x="1800971" y="3122469"/>
                    <a:pt x="1805448" y="3110532"/>
                    <a:pt x="1805448" y="3103072"/>
                  </a:cubicBezTo>
                  <a:cubicBezTo>
                    <a:pt x="1803956" y="3095611"/>
                    <a:pt x="1799479" y="3089643"/>
                    <a:pt x="1795003" y="3080690"/>
                  </a:cubicBezTo>
                  <a:close/>
                  <a:moveTo>
                    <a:pt x="2536580" y="3132914"/>
                  </a:moveTo>
                  <a:cubicBezTo>
                    <a:pt x="2533595" y="3132914"/>
                    <a:pt x="2527627" y="3138882"/>
                    <a:pt x="2527627" y="3141866"/>
                  </a:cubicBezTo>
                  <a:cubicBezTo>
                    <a:pt x="2521659" y="3155295"/>
                    <a:pt x="2518674" y="3170217"/>
                    <a:pt x="2514197" y="3189614"/>
                  </a:cubicBezTo>
                  <a:cubicBezTo>
                    <a:pt x="2533595" y="3189614"/>
                    <a:pt x="2550008" y="3191106"/>
                    <a:pt x="2566422" y="3191106"/>
                  </a:cubicBezTo>
                  <a:cubicBezTo>
                    <a:pt x="2576866" y="3191106"/>
                    <a:pt x="2582835" y="3183645"/>
                    <a:pt x="2582835" y="3173201"/>
                  </a:cubicBezTo>
                  <a:cubicBezTo>
                    <a:pt x="2582835" y="3152311"/>
                    <a:pt x="2557469" y="3129930"/>
                    <a:pt x="2536580" y="3132914"/>
                  </a:cubicBezTo>
                  <a:close/>
                  <a:moveTo>
                    <a:pt x="2423180" y="3110532"/>
                  </a:moveTo>
                  <a:cubicBezTo>
                    <a:pt x="2414227" y="3109040"/>
                    <a:pt x="2403782" y="3110532"/>
                    <a:pt x="2391845" y="3110532"/>
                  </a:cubicBezTo>
                  <a:cubicBezTo>
                    <a:pt x="2387369" y="3123961"/>
                    <a:pt x="2387369" y="3132914"/>
                    <a:pt x="2400798" y="3135898"/>
                  </a:cubicBezTo>
                  <a:cubicBezTo>
                    <a:pt x="2411243" y="3138882"/>
                    <a:pt x="2421688" y="3143359"/>
                    <a:pt x="2433624" y="3147835"/>
                  </a:cubicBezTo>
                  <a:cubicBezTo>
                    <a:pt x="2436609" y="3143359"/>
                    <a:pt x="2439593" y="3140374"/>
                    <a:pt x="2439593" y="3135898"/>
                  </a:cubicBezTo>
                  <a:cubicBezTo>
                    <a:pt x="2445561" y="3116501"/>
                    <a:pt x="2444069" y="3112024"/>
                    <a:pt x="2423180" y="3110532"/>
                  </a:cubicBezTo>
                  <a:close/>
                  <a:moveTo>
                    <a:pt x="2676837" y="3120977"/>
                  </a:moveTo>
                  <a:cubicBezTo>
                    <a:pt x="2666393" y="3134406"/>
                    <a:pt x="2657440" y="3146343"/>
                    <a:pt x="2645503" y="3161264"/>
                  </a:cubicBezTo>
                  <a:cubicBezTo>
                    <a:pt x="2654456" y="3168724"/>
                    <a:pt x="2661916" y="3173201"/>
                    <a:pt x="2669377" y="3179169"/>
                  </a:cubicBezTo>
                  <a:cubicBezTo>
                    <a:pt x="2682806" y="3167232"/>
                    <a:pt x="2697727" y="3159772"/>
                    <a:pt x="2703695" y="3141866"/>
                  </a:cubicBezTo>
                  <a:cubicBezTo>
                    <a:pt x="2694743" y="3135898"/>
                    <a:pt x="2687282" y="3128438"/>
                    <a:pt x="2676837" y="3120977"/>
                  </a:cubicBezTo>
                  <a:close/>
                  <a:moveTo>
                    <a:pt x="1847227" y="3052340"/>
                  </a:moveTo>
                  <a:cubicBezTo>
                    <a:pt x="1838274" y="3056816"/>
                    <a:pt x="1827829" y="3061293"/>
                    <a:pt x="1818877" y="3065769"/>
                  </a:cubicBezTo>
                  <a:cubicBezTo>
                    <a:pt x="1815893" y="3067261"/>
                    <a:pt x="1812908" y="3076214"/>
                    <a:pt x="1814400" y="3077706"/>
                  </a:cubicBezTo>
                  <a:cubicBezTo>
                    <a:pt x="1820369" y="3085166"/>
                    <a:pt x="1826337" y="3097103"/>
                    <a:pt x="1833798" y="3097103"/>
                  </a:cubicBezTo>
                  <a:cubicBezTo>
                    <a:pt x="1839766" y="3097103"/>
                    <a:pt x="1850211" y="3088151"/>
                    <a:pt x="1854687" y="3080690"/>
                  </a:cubicBezTo>
                  <a:cubicBezTo>
                    <a:pt x="1860656" y="3073230"/>
                    <a:pt x="1857672" y="3062785"/>
                    <a:pt x="1847227" y="3052340"/>
                  </a:cubicBezTo>
                  <a:close/>
                  <a:moveTo>
                    <a:pt x="586398" y="2934464"/>
                  </a:moveTo>
                  <a:cubicBezTo>
                    <a:pt x="578937" y="2949385"/>
                    <a:pt x="572969" y="2962814"/>
                    <a:pt x="564016" y="2977735"/>
                  </a:cubicBezTo>
                  <a:cubicBezTo>
                    <a:pt x="572969" y="2992656"/>
                    <a:pt x="581921" y="3009069"/>
                    <a:pt x="592366" y="3022498"/>
                  </a:cubicBezTo>
                  <a:cubicBezTo>
                    <a:pt x="625192" y="3065769"/>
                    <a:pt x="659511" y="3107548"/>
                    <a:pt x="704274" y="3138882"/>
                  </a:cubicBezTo>
                  <a:cubicBezTo>
                    <a:pt x="708750" y="3141866"/>
                    <a:pt x="714719" y="3146343"/>
                    <a:pt x="716211" y="3150819"/>
                  </a:cubicBezTo>
                  <a:cubicBezTo>
                    <a:pt x="719195" y="3159772"/>
                    <a:pt x="728148" y="3161264"/>
                    <a:pt x="735608" y="3164248"/>
                  </a:cubicBezTo>
                  <a:cubicBezTo>
                    <a:pt x="747545" y="3168724"/>
                    <a:pt x="760974" y="3173201"/>
                    <a:pt x="771419" y="3179169"/>
                  </a:cubicBezTo>
                  <a:cubicBezTo>
                    <a:pt x="793800" y="3192598"/>
                    <a:pt x="802753" y="3214980"/>
                    <a:pt x="810213" y="3237361"/>
                  </a:cubicBezTo>
                  <a:cubicBezTo>
                    <a:pt x="820658" y="3268695"/>
                    <a:pt x="813198" y="3295553"/>
                    <a:pt x="787832" y="3314951"/>
                  </a:cubicBezTo>
                  <a:cubicBezTo>
                    <a:pt x="777387" y="3323903"/>
                    <a:pt x="766942" y="3331364"/>
                    <a:pt x="755005" y="3337332"/>
                  </a:cubicBezTo>
                  <a:cubicBezTo>
                    <a:pt x="732624" y="3349269"/>
                    <a:pt x="699798" y="3340316"/>
                    <a:pt x="684876" y="3320919"/>
                  </a:cubicBezTo>
                  <a:cubicBezTo>
                    <a:pt x="665479" y="3294061"/>
                    <a:pt x="669955" y="3264219"/>
                    <a:pt x="698305" y="3238853"/>
                  </a:cubicBezTo>
                  <a:cubicBezTo>
                    <a:pt x="710242" y="3228409"/>
                    <a:pt x="725163" y="3222440"/>
                    <a:pt x="740084" y="3228409"/>
                  </a:cubicBezTo>
                  <a:cubicBezTo>
                    <a:pt x="756498" y="3234377"/>
                    <a:pt x="757990" y="3252282"/>
                    <a:pt x="763958" y="3265711"/>
                  </a:cubicBezTo>
                  <a:cubicBezTo>
                    <a:pt x="765450" y="3268695"/>
                    <a:pt x="760974" y="3276156"/>
                    <a:pt x="756498" y="3277648"/>
                  </a:cubicBezTo>
                  <a:cubicBezTo>
                    <a:pt x="750529" y="3280632"/>
                    <a:pt x="743069" y="3280632"/>
                    <a:pt x="737100" y="3282124"/>
                  </a:cubicBezTo>
                  <a:cubicBezTo>
                    <a:pt x="722179" y="3283616"/>
                    <a:pt x="720687" y="3282124"/>
                    <a:pt x="723671" y="3264219"/>
                  </a:cubicBezTo>
                  <a:cubicBezTo>
                    <a:pt x="731132" y="3264219"/>
                    <a:pt x="738592" y="3265711"/>
                    <a:pt x="750529" y="3268695"/>
                  </a:cubicBezTo>
                  <a:cubicBezTo>
                    <a:pt x="743069" y="3234377"/>
                    <a:pt x="729640" y="3228409"/>
                    <a:pt x="707258" y="3247806"/>
                  </a:cubicBezTo>
                  <a:cubicBezTo>
                    <a:pt x="702782" y="3252282"/>
                    <a:pt x="698305" y="3258251"/>
                    <a:pt x="695321" y="3262727"/>
                  </a:cubicBezTo>
                  <a:cubicBezTo>
                    <a:pt x="678908" y="3288093"/>
                    <a:pt x="695321" y="3325395"/>
                    <a:pt x="723671" y="3331364"/>
                  </a:cubicBezTo>
                  <a:cubicBezTo>
                    <a:pt x="747545" y="3335840"/>
                    <a:pt x="798277" y="3303014"/>
                    <a:pt x="804245" y="3279140"/>
                  </a:cubicBezTo>
                  <a:cubicBezTo>
                    <a:pt x="811705" y="3246314"/>
                    <a:pt x="795292" y="3206027"/>
                    <a:pt x="766942" y="3186630"/>
                  </a:cubicBezTo>
                  <a:cubicBezTo>
                    <a:pt x="737100" y="3167232"/>
                    <a:pt x="708750" y="3167232"/>
                    <a:pt x="674432" y="3189614"/>
                  </a:cubicBezTo>
                  <a:cubicBezTo>
                    <a:pt x="638621" y="3213488"/>
                    <a:pt x="619224" y="3271680"/>
                    <a:pt x="637129" y="3310474"/>
                  </a:cubicBezTo>
                  <a:cubicBezTo>
                    <a:pt x="643098" y="3323903"/>
                    <a:pt x="652050" y="3337332"/>
                    <a:pt x="662495" y="3350761"/>
                  </a:cubicBezTo>
                  <a:cubicBezTo>
                    <a:pt x="690845" y="3389556"/>
                    <a:pt x="741577" y="3404477"/>
                    <a:pt x="787832" y="3389556"/>
                  </a:cubicBezTo>
                  <a:cubicBezTo>
                    <a:pt x="796784" y="3386572"/>
                    <a:pt x="805737" y="3383587"/>
                    <a:pt x="813198" y="3380603"/>
                  </a:cubicBezTo>
                  <a:cubicBezTo>
                    <a:pt x="843040" y="3367174"/>
                    <a:pt x="868405" y="3346285"/>
                    <a:pt x="874374" y="3314951"/>
                  </a:cubicBezTo>
                  <a:cubicBezTo>
                    <a:pt x="884819" y="3256758"/>
                    <a:pt x="874374" y="3203043"/>
                    <a:pt x="820658" y="3165740"/>
                  </a:cubicBezTo>
                  <a:cubicBezTo>
                    <a:pt x="811705" y="3159772"/>
                    <a:pt x="802753" y="3152311"/>
                    <a:pt x="795292" y="3144851"/>
                  </a:cubicBezTo>
                  <a:cubicBezTo>
                    <a:pt x="760974" y="3112024"/>
                    <a:pt x="726655" y="3079198"/>
                    <a:pt x="692337" y="3046372"/>
                  </a:cubicBezTo>
                  <a:cubicBezTo>
                    <a:pt x="656527" y="3012053"/>
                    <a:pt x="620716" y="2979227"/>
                    <a:pt x="593858" y="2937448"/>
                  </a:cubicBezTo>
                  <a:cubicBezTo>
                    <a:pt x="592366" y="2935956"/>
                    <a:pt x="589382" y="2935956"/>
                    <a:pt x="586398" y="2934464"/>
                  </a:cubicBezTo>
                  <a:close/>
                  <a:moveTo>
                    <a:pt x="2636551" y="3098595"/>
                  </a:moveTo>
                  <a:cubicBezTo>
                    <a:pt x="2623122" y="3131422"/>
                    <a:pt x="2623122" y="3138882"/>
                    <a:pt x="2638043" y="3150819"/>
                  </a:cubicBezTo>
                  <a:cubicBezTo>
                    <a:pt x="2646995" y="3138882"/>
                    <a:pt x="2654456" y="3126945"/>
                    <a:pt x="2666393" y="3113516"/>
                  </a:cubicBezTo>
                  <a:cubicBezTo>
                    <a:pt x="2654456" y="3107548"/>
                    <a:pt x="2645503" y="3103072"/>
                    <a:pt x="2636551" y="3098595"/>
                  </a:cubicBezTo>
                  <a:close/>
                  <a:moveTo>
                    <a:pt x="1675635" y="3015037"/>
                  </a:moveTo>
                  <a:cubicBezTo>
                    <a:pt x="1675635" y="3041895"/>
                    <a:pt x="1677127" y="3065769"/>
                    <a:pt x="1678619" y="3088151"/>
                  </a:cubicBezTo>
                  <a:cubicBezTo>
                    <a:pt x="1696524" y="3089643"/>
                    <a:pt x="1709953" y="3082182"/>
                    <a:pt x="1708461" y="3070245"/>
                  </a:cubicBezTo>
                  <a:cubicBezTo>
                    <a:pt x="1706969" y="3053832"/>
                    <a:pt x="1706969" y="3034435"/>
                    <a:pt x="1692048" y="3022498"/>
                  </a:cubicBezTo>
                  <a:cubicBezTo>
                    <a:pt x="1687571" y="3019514"/>
                    <a:pt x="1683095" y="3018022"/>
                    <a:pt x="1675635" y="3015037"/>
                  </a:cubicBezTo>
                  <a:close/>
                  <a:moveTo>
                    <a:pt x="927157" y="2949945"/>
                  </a:moveTo>
                  <a:cubicBezTo>
                    <a:pt x="915034" y="2949012"/>
                    <a:pt x="902724" y="2948639"/>
                    <a:pt x="890787" y="2947893"/>
                  </a:cubicBezTo>
                  <a:cubicBezTo>
                    <a:pt x="877358" y="2947893"/>
                    <a:pt x="863929" y="2955353"/>
                    <a:pt x="862437" y="2967290"/>
                  </a:cubicBezTo>
                  <a:cubicBezTo>
                    <a:pt x="859453" y="2983703"/>
                    <a:pt x="859453" y="3001609"/>
                    <a:pt x="865421" y="3019514"/>
                  </a:cubicBezTo>
                  <a:cubicBezTo>
                    <a:pt x="871390" y="3015037"/>
                    <a:pt x="877358" y="3012053"/>
                    <a:pt x="881834" y="3009069"/>
                  </a:cubicBezTo>
                  <a:cubicBezTo>
                    <a:pt x="904216" y="2994148"/>
                    <a:pt x="931074" y="2992656"/>
                    <a:pt x="951963" y="3007577"/>
                  </a:cubicBezTo>
                  <a:cubicBezTo>
                    <a:pt x="966884" y="3018022"/>
                    <a:pt x="978821" y="3029958"/>
                    <a:pt x="983298" y="3047864"/>
                  </a:cubicBezTo>
                  <a:cubicBezTo>
                    <a:pt x="987774" y="3061293"/>
                    <a:pt x="992250" y="3074722"/>
                    <a:pt x="995234" y="3085166"/>
                  </a:cubicBezTo>
                  <a:cubicBezTo>
                    <a:pt x="1014632" y="3086659"/>
                    <a:pt x="1032537" y="3085166"/>
                    <a:pt x="1045966" y="3091135"/>
                  </a:cubicBezTo>
                  <a:cubicBezTo>
                    <a:pt x="1092221" y="3109040"/>
                    <a:pt x="1125048" y="3141866"/>
                    <a:pt x="1123556" y="3201551"/>
                  </a:cubicBezTo>
                  <a:cubicBezTo>
                    <a:pt x="1123556" y="3241837"/>
                    <a:pt x="1092221" y="3274664"/>
                    <a:pt x="1051935" y="3274664"/>
                  </a:cubicBezTo>
                  <a:cubicBezTo>
                    <a:pt x="1034029" y="3274664"/>
                    <a:pt x="1014632" y="3270188"/>
                    <a:pt x="1004187" y="3252282"/>
                  </a:cubicBezTo>
                  <a:cubicBezTo>
                    <a:pt x="987774" y="3226916"/>
                    <a:pt x="990758" y="3188122"/>
                    <a:pt x="1011648" y="3165740"/>
                  </a:cubicBezTo>
                  <a:cubicBezTo>
                    <a:pt x="1016124" y="3161264"/>
                    <a:pt x="1020600" y="3158280"/>
                    <a:pt x="1026569" y="3156787"/>
                  </a:cubicBezTo>
                  <a:cubicBezTo>
                    <a:pt x="1050442" y="3149327"/>
                    <a:pt x="1066856" y="3159772"/>
                    <a:pt x="1075808" y="3185138"/>
                  </a:cubicBezTo>
                  <a:cubicBezTo>
                    <a:pt x="1080284" y="3198566"/>
                    <a:pt x="1074316" y="3213488"/>
                    <a:pt x="1062379" y="3219456"/>
                  </a:cubicBezTo>
                  <a:cubicBezTo>
                    <a:pt x="1054919" y="3226916"/>
                    <a:pt x="1050442" y="3220948"/>
                    <a:pt x="1050442" y="3211995"/>
                  </a:cubicBezTo>
                  <a:cubicBezTo>
                    <a:pt x="1053427" y="3210503"/>
                    <a:pt x="1059395" y="3209011"/>
                    <a:pt x="1062379" y="3206027"/>
                  </a:cubicBezTo>
                  <a:cubicBezTo>
                    <a:pt x="1065363" y="3203043"/>
                    <a:pt x="1068348" y="3197074"/>
                    <a:pt x="1068348" y="3192598"/>
                  </a:cubicBezTo>
                  <a:cubicBezTo>
                    <a:pt x="1066856" y="3173201"/>
                    <a:pt x="1044474" y="3164248"/>
                    <a:pt x="1028061" y="3174693"/>
                  </a:cubicBezTo>
                  <a:cubicBezTo>
                    <a:pt x="1001203" y="3194090"/>
                    <a:pt x="1004187" y="3226916"/>
                    <a:pt x="1017616" y="3249298"/>
                  </a:cubicBezTo>
                  <a:cubicBezTo>
                    <a:pt x="1029553" y="3270188"/>
                    <a:pt x="1062379" y="3271680"/>
                    <a:pt x="1084761" y="3255267"/>
                  </a:cubicBezTo>
                  <a:cubicBezTo>
                    <a:pt x="1116095" y="3232885"/>
                    <a:pt x="1122063" y="3201551"/>
                    <a:pt x="1105650" y="3159772"/>
                  </a:cubicBezTo>
                  <a:cubicBezTo>
                    <a:pt x="1087745" y="3116501"/>
                    <a:pt x="1022092" y="3076214"/>
                    <a:pt x="966884" y="3123961"/>
                  </a:cubicBezTo>
                  <a:cubicBezTo>
                    <a:pt x="957932" y="3132914"/>
                    <a:pt x="948979" y="3141866"/>
                    <a:pt x="941519" y="3150819"/>
                  </a:cubicBezTo>
                  <a:cubicBezTo>
                    <a:pt x="926598" y="3168724"/>
                    <a:pt x="926598" y="3188122"/>
                    <a:pt x="932566" y="3209011"/>
                  </a:cubicBezTo>
                  <a:cubicBezTo>
                    <a:pt x="941519" y="3244822"/>
                    <a:pt x="963900" y="3271680"/>
                    <a:pt x="987774" y="3297046"/>
                  </a:cubicBezTo>
                  <a:cubicBezTo>
                    <a:pt x="1013140" y="3322411"/>
                    <a:pt x="1042982" y="3334348"/>
                    <a:pt x="1078792" y="3323903"/>
                  </a:cubicBezTo>
                  <a:cubicBezTo>
                    <a:pt x="1102666" y="3317935"/>
                    <a:pt x="1125048" y="3307490"/>
                    <a:pt x="1145937" y="3298537"/>
                  </a:cubicBezTo>
                  <a:cubicBezTo>
                    <a:pt x="1162350" y="3291077"/>
                    <a:pt x="1172795" y="3279140"/>
                    <a:pt x="1177271" y="3261235"/>
                  </a:cubicBezTo>
                  <a:cubicBezTo>
                    <a:pt x="1178764" y="3253774"/>
                    <a:pt x="1183240" y="3244822"/>
                    <a:pt x="1184732" y="3237361"/>
                  </a:cubicBezTo>
                  <a:cubicBezTo>
                    <a:pt x="1193685" y="3203043"/>
                    <a:pt x="1190700" y="3170217"/>
                    <a:pt x="1172795" y="3140374"/>
                  </a:cubicBezTo>
                  <a:cubicBezTo>
                    <a:pt x="1160858" y="3120977"/>
                    <a:pt x="1144445" y="3103072"/>
                    <a:pt x="1128032" y="3086659"/>
                  </a:cubicBezTo>
                  <a:cubicBezTo>
                    <a:pt x="1087745" y="3050848"/>
                    <a:pt x="1045966" y="3018022"/>
                    <a:pt x="1005679" y="2983703"/>
                  </a:cubicBezTo>
                  <a:cubicBezTo>
                    <a:pt x="992250" y="2973258"/>
                    <a:pt x="978821" y="2959830"/>
                    <a:pt x="962408" y="2955353"/>
                  </a:cubicBezTo>
                  <a:cubicBezTo>
                    <a:pt x="951217" y="2952369"/>
                    <a:pt x="939281" y="2950877"/>
                    <a:pt x="927157" y="2949945"/>
                  </a:cubicBezTo>
                  <a:close/>
                  <a:moveTo>
                    <a:pt x="2608201" y="3085166"/>
                  </a:moveTo>
                  <a:cubicBezTo>
                    <a:pt x="2597756" y="3101580"/>
                    <a:pt x="2588803" y="3113516"/>
                    <a:pt x="2578360" y="3129930"/>
                  </a:cubicBezTo>
                  <a:cubicBezTo>
                    <a:pt x="2587311" y="3134406"/>
                    <a:pt x="2596264" y="3137390"/>
                    <a:pt x="2608201" y="3141866"/>
                  </a:cubicBezTo>
                  <a:cubicBezTo>
                    <a:pt x="2611185" y="3122469"/>
                    <a:pt x="2620137" y="3107548"/>
                    <a:pt x="2608201" y="3085166"/>
                  </a:cubicBezTo>
                  <a:close/>
                  <a:moveTo>
                    <a:pt x="2376924" y="3064277"/>
                  </a:moveTo>
                  <a:cubicBezTo>
                    <a:pt x="2360511" y="3071737"/>
                    <a:pt x="2348574" y="3077706"/>
                    <a:pt x="2335145" y="3080690"/>
                  </a:cubicBezTo>
                  <a:cubicBezTo>
                    <a:pt x="2321716" y="3085166"/>
                    <a:pt x="2317240" y="3092627"/>
                    <a:pt x="2315748" y="3106056"/>
                  </a:cubicBezTo>
                  <a:cubicBezTo>
                    <a:pt x="2314256" y="3120977"/>
                    <a:pt x="2309780" y="3137390"/>
                    <a:pt x="2306795" y="3152311"/>
                  </a:cubicBezTo>
                  <a:cubicBezTo>
                    <a:pt x="2300827" y="3176185"/>
                    <a:pt x="2282922" y="3194090"/>
                    <a:pt x="2268001" y="3211995"/>
                  </a:cubicBezTo>
                  <a:cubicBezTo>
                    <a:pt x="2236666" y="3252282"/>
                    <a:pt x="2194887" y="3264219"/>
                    <a:pt x="2148632" y="3258251"/>
                  </a:cubicBezTo>
                  <a:cubicBezTo>
                    <a:pt x="2124758" y="3255267"/>
                    <a:pt x="2102377" y="3253774"/>
                    <a:pt x="2085964" y="3274664"/>
                  </a:cubicBezTo>
                  <a:cubicBezTo>
                    <a:pt x="2084472" y="3276156"/>
                    <a:pt x="2082979" y="3277648"/>
                    <a:pt x="2081487" y="3280632"/>
                  </a:cubicBezTo>
                  <a:cubicBezTo>
                    <a:pt x="2087456" y="3297046"/>
                    <a:pt x="2100885" y="3301522"/>
                    <a:pt x="2114314" y="3303014"/>
                  </a:cubicBezTo>
                  <a:cubicBezTo>
                    <a:pt x="2130727" y="3304506"/>
                    <a:pt x="2145648" y="3303014"/>
                    <a:pt x="2162061" y="3307490"/>
                  </a:cubicBezTo>
                  <a:cubicBezTo>
                    <a:pt x="2181458" y="3311967"/>
                    <a:pt x="2197872" y="3307490"/>
                    <a:pt x="2214285" y="3300030"/>
                  </a:cubicBezTo>
                  <a:cubicBezTo>
                    <a:pt x="2232190" y="3291077"/>
                    <a:pt x="2251587" y="3280632"/>
                    <a:pt x="2268001" y="3270188"/>
                  </a:cubicBezTo>
                  <a:cubicBezTo>
                    <a:pt x="2297843" y="3250790"/>
                    <a:pt x="2321716" y="3225424"/>
                    <a:pt x="2341114" y="3197074"/>
                  </a:cubicBezTo>
                  <a:cubicBezTo>
                    <a:pt x="2367972" y="3158280"/>
                    <a:pt x="2376924" y="3113516"/>
                    <a:pt x="2376924" y="3064277"/>
                  </a:cubicBezTo>
                  <a:close/>
                  <a:moveTo>
                    <a:pt x="1906911" y="3021006"/>
                  </a:moveTo>
                  <a:cubicBezTo>
                    <a:pt x="1891990" y="3029958"/>
                    <a:pt x="1880053" y="3037419"/>
                    <a:pt x="1863640" y="3047864"/>
                  </a:cubicBezTo>
                  <a:cubicBezTo>
                    <a:pt x="1875577" y="3056816"/>
                    <a:pt x="1886021" y="3062785"/>
                    <a:pt x="1894974" y="3070245"/>
                  </a:cubicBezTo>
                  <a:cubicBezTo>
                    <a:pt x="1891990" y="3065769"/>
                    <a:pt x="1890498" y="3061293"/>
                    <a:pt x="1887514" y="3056816"/>
                  </a:cubicBezTo>
                  <a:cubicBezTo>
                    <a:pt x="1897958" y="3052340"/>
                    <a:pt x="1908403" y="3047864"/>
                    <a:pt x="1923324" y="3041895"/>
                  </a:cubicBezTo>
                  <a:cubicBezTo>
                    <a:pt x="1918848" y="3035927"/>
                    <a:pt x="1912879" y="3028467"/>
                    <a:pt x="1906911" y="3021006"/>
                  </a:cubicBezTo>
                  <a:close/>
                  <a:moveTo>
                    <a:pt x="1350356" y="2974751"/>
                  </a:moveTo>
                  <a:cubicBezTo>
                    <a:pt x="1339911" y="2982211"/>
                    <a:pt x="1329466" y="2989672"/>
                    <a:pt x="1316037" y="2998624"/>
                  </a:cubicBezTo>
                  <a:cubicBezTo>
                    <a:pt x="1326482" y="3009069"/>
                    <a:pt x="1335435" y="3018022"/>
                    <a:pt x="1345879" y="3028467"/>
                  </a:cubicBezTo>
                  <a:cubicBezTo>
                    <a:pt x="1365277" y="3003101"/>
                    <a:pt x="1365277" y="3000116"/>
                    <a:pt x="1350356" y="2974751"/>
                  </a:cubicBezTo>
                  <a:close/>
                  <a:moveTo>
                    <a:pt x="844532" y="2924019"/>
                  </a:moveTo>
                  <a:cubicBezTo>
                    <a:pt x="850500" y="2934464"/>
                    <a:pt x="853484" y="2940432"/>
                    <a:pt x="857961" y="2947893"/>
                  </a:cubicBezTo>
                  <a:cubicBezTo>
                    <a:pt x="866913" y="2941924"/>
                    <a:pt x="874374" y="2937448"/>
                    <a:pt x="886311" y="2929987"/>
                  </a:cubicBezTo>
                  <a:cubicBezTo>
                    <a:pt x="871390" y="2927003"/>
                    <a:pt x="862437" y="2925511"/>
                    <a:pt x="844532" y="2924019"/>
                  </a:cubicBezTo>
                  <a:close/>
                  <a:moveTo>
                    <a:pt x="1596553" y="2983703"/>
                  </a:moveTo>
                  <a:cubicBezTo>
                    <a:pt x="1577156" y="2986688"/>
                    <a:pt x="1557758" y="2991164"/>
                    <a:pt x="1544329" y="3003101"/>
                  </a:cubicBezTo>
                  <a:cubicBezTo>
                    <a:pt x="1548806" y="3026974"/>
                    <a:pt x="1553282" y="3049356"/>
                    <a:pt x="1557758" y="3074722"/>
                  </a:cubicBezTo>
                  <a:cubicBezTo>
                    <a:pt x="1577156" y="3076214"/>
                    <a:pt x="1596553" y="3077706"/>
                    <a:pt x="1620427" y="3079198"/>
                  </a:cubicBezTo>
                  <a:cubicBezTo>
                    <a:pt x="1618935" y="3059801"/>
                    <a:pt x="1615950" y="3044880"/>
                    <a:pt x="1614458" y="3029958"/>
                  </a:cubicBezTo>
                  <a:cubicBezTo>
                    <a:pt x="1593569" y="3028467"/>
                    <a:pt x="1577156" y="3040403"/>
                    <a:pt x="1560742" y="3032943"/>
                  </a:cubicBezTo>
                  <a:cubicBezTo>
                    <a:pt x="1560742" y="3029958"/>
                    <a:pt x="1559250" y="3028467"/>
                    <a:pt x="1559250" y="3025482"/>
                  </a:cubicBezTo>
                  <a:cubicBezTo>
                    <a:pt x="1574171" y="3022498"/>
                    <a:pt x="1590585" y="3019514"/>
                    <a:pt x="1606998" y="3015037"/>
                  </a:cubicBezTo>
                  <a:cubicBezTo>
                    <a:pt x="1602521" y="3003101"/>
                    <a:pt x="1599537" y="2994148"/>
                    <a:pt x="1596553" y="2983703"/>
                  </a:cubicBezTo>
                  <a:close/>
                  <a:moveTo>
                    <a:pt x="2545532" y="3059801"/>
                  </a:moveTo>
                  <a:cubicBezTo>
                    <a:pt x="2535087" y="3059801"/>
                    <a:pt x="2529119" y="3064277"/>
                    <a:pt x="2529119" y="3074722"/>
                  </a:cubicBezTo>
                  <a:cubicBezTo>
                    <a:pt x="2530611" y="3088151"/>
                    <a:pt x="2530611" y="3101580"/>
                    <a:pt x="2530611" y="3115008"/>
                  </a:cubicBezTo>
                  <a:cubicBezTo>
                    <a:pt x="2541056" y="3116501"/>
                    <a:pt x="2550008" y="3117993"/>
                    <a:pt x="2558961" y="3117993"/>
                  </a:cubicBezTo>
                  <a:cubicBezTo>
                    <a:pt x="2573882" y="3117993"/>
                    <a:pt x="2585819" y="3104564"/>
                    <a:pt x="2585819" y="3089643"/>
                  </a:cubicBezTo>
                  <a:cubicBezTo>
                    <a:pt x="2585819" y="3074722"/>
                    <a:pt x="2575374" y="3062785"/>
                    <a:pt x="2560453" y="3061293"/>
                  </a:cubicBezTo>
                  <a:cubicBezTo>
                    <a:pt x="2555977" y="3059801"/>
                    <a:pt x="2550008" y="3061293"/>
                    <a:pt x="2545532" y="3059801"/>
                  </a:cubicBezTo>
                  <a:close/>
                  <a:moveTo>
                    <a:pt x="1225578" y="2951064"/>
                  </a:moveTo>
                  <a:cubicBezTo>
                    <a:pt x="1222407" y="2949758"/>
                    <a:pt x="1219050" y="2949385"/>
                    <a:pt x="1216066" y="2950877"/>
                  </a:cubicBezTo>
                  <a:cubicBezTo>
                    <a:pt x="1184732" y="2959830"/>
                    <a:pt x="1156382" y="2974751"/>
                    <a:pt x="1148921" y="3010561"/>
                  </a:cubicBezTo>
                  <a:cubicBezTo>
                    <a:pt x="1141461" y="3046372"/>
                    <a:pt x="1142953" y="3082182"/>
                    <a:pt x="1174287" y="3109040"/>
                  </a:cubicBezTo>
                  <a:cubicBezTo>
                    <a:pt x="1178764" y="3113516"/>
                    <a:pt x="1186224" y="3116501"/>
                    <a:pt x="1192192" y="3116501"/>
                  </a:cubicBezTo>
                  <a:cubicBezTo>
                    <a:pt x="1204129" y="3115008"/>
                    <a:pt x="1217558" y="3115008"/>
                    <a:pt x="1228003" y="3110532"/>
                  </a:cubicBezTo>
                  <a:cubicBezTo>
                    <a:pt x="1263813" y="3095611"/>
                    <a:pt x="1275750" y="3062785"/>
                    <a:pt x="1257845" y="3031451"/>
                  </a:cubicBezTo>
                  <a:cubicBezTo>
                    <a:pt x="1248892" y="3018022"/>
                    <a:pt x="1236956" y="3009069"/>
                    <a:pt x="1220542" y="3010561"/>
                  </a:cubicBezTo>
                  <a:cubicBezTo>
                    <a:pt x="1207113" y="3010561"/>
                    <a:pt x="1198161" y="3018022"/>
                    <a:pt x="1193685" y="3029958"/>
                  </a:cubicBezTo>
                  <a:cubicBezTo>
                    <a:pt x="1190700" y="3038911"/>
                    <a:pt x="1196669" y="3056816"/>
                    <a:pt x="1204129" y="3061293"/>
                  </a:cubicBezTo>
                  <a:cubicBezTo>
                    <a:pt x="1214574" y="3068753"/>
                    <a:pt x="1222034" y="3062785"/>
                    <a:pt x="1230987" y="3056816"/>
                  </a:cubicBezTo>
                  <a:cubicBezTo>
                    <a:pt x="1232479" y="3056816"/>
                    <a:pt x="1233971" y="3056816"/>
                    <a:pt x="1236956" y="3058309"/>
                  </a:cubicBezTo>
                  <a:cubicBezTo>
                    <a:pt x="1236956" y="3070245"/>
                    <a:pt x="1230987" y="3076214"/>
                    <a:pt x="1219050" y="3077706"/>
                  </a:cubicBezTo>
                  <a:cubicBezTo>
                    <a:pt x="1204129" y="3079198"/>
                    <a:pt x="1187716" y="3067261"/>
                    <a:pt x="1183240" y="3052340"/>
                  </a:cubicBezTo>
                  <a:cubicBezTo>
                    <a:pt x="1177271" y="3031451"/>
                    <a:pt x="1181748" y="3013545"/>
                    <a:pt x="1195177" y="3006085"/>
                  </a:cubicBezTo>
                  <a:cubicBezTo>
                    <a:pt x="1211590" y="2997132"/>
                    <a:pt x="1229495" y="2994148"/>
                    <a:pt x="1245908" y="3003101"/>
                  </a:cubicBezTo>
                  <a:cubicBezTo>
                    <a:pt x="1284703" y="3025482"/>
                    <a:pt x="1289179" y="3089643"/>
                    <a:pt x="1254861" y="3112024"/>
                  </a:cubicBezTo>
                  <a:cubicBezTo>
                    <a:pt x="1241432" y="3119485"/>
                    <a:pt x="1226511" y="3123961"/>
                    <a:pt x="1211590" y="3128438"/>
                  </a:cubicBezTo>
                  <a:cubicBezTo>
                    <a:pt x="1202637" y="3128438"/>
                    <a:pt x="1195177" y="3126945"/>
                    <a:pt x="1186224" y="3128438"/>
                  </a:cubicBezTo>
                  <a:cubicBezTo>
                    <a:pt x="1189208" y="3138882"/>
                    <a:pt x="1190700" y="3144851"/>
                    <a:pt x="1192192" y="3149327"/>
                  </a:cubicBezTo>
                  <a:cubicBezTo>
                    <a:pt x="1198161" y="3168724"/>
                    <a:pt x="1199653" y="3168724"/>
                    <a:pt x="1220542" y="3170217"/>
                  </a:cubicBezTo>
                  <a:cubicBezTo>
                    <a:pt x="1262321" y="3174693"/>
                    <a:pt x="1290671" y="3153803"/>
                    <a:pt x="1316037" y="3125453"/>
                  </a:cubicBezTo>
                  <a:cubicBezTo>
                    <a:pt x="1330958" y="3109040"/>
                    <a:pt x="1330958" y="3083674"/>
                    <a:pt x="1317529" y="3065769"/>
                  </a:cubicBezTo>
                  <a:cubicBezTo>
                    <a:pt x="1295148" y="3037419"/>
                    <a:pt x="1274258" y="3009069"/>
                    <a:pt x="1251877" y="2980719"/>
                  </a:cubicBezTo>
                  <a:cubicBezTo>
                    <a:pt x="1245908" y="2973258"/>
                    <a:pt x="1241432" y="2964306"/>
                    <a:pt x="1233971" y="2956845"/>
                  </a:cubicBezTo>
                  <a:cubicBezTo>
                    <a:pt x="1231733" y="2954607"/>
                    <a:pt x="1228749" y="2952369"/>
                    <a:pt x="1225578" y="2951064"/>
                  </a:cubicBezTo>
                  <a:close/>
                  <a:moveTo>
                    <a:pt x="2440525" y="3049542"/>
                  </a:moveTo>
                  <a:cubicBezTo>
                    <a:pt x="2435116" y="3045626"/>
                    <a:pt x="2427656" y="3044880"/>
                    <a:pt x="2418703" y="3047864"/>
                  </a:cubicBezTo>
                  <a:cubicBezTo>
                    <a:pt x="2397814" y="3052340"/>
                    <a:pt x="2393337" y="3061293"/>
                    <a:pt x="2396322" y="3089643"/>
                  </a:cubicBezTo>
                  <a:cubicBezTo>
                    <a:pt x="2402290" y="3091135"/>
                    <a:pt x="2408258" y="3094119"/>
                    <a:pt x="2414227" y="3095611"/>
                  </a:cubicBezTo>
                  <a:cubicBezTo>
                    <a:pt x="2420195" y="3097103"/>
                    <a:pt x="2427656" y="3097103"/>
                    <a:pt x="2433624" y="3098595"/>
                  </a:cubicBezTo>
                  <a:cubicBezTo>
                    <a:pt x="2444069" y="3100087"/>
                    <a:pt x="2450037" y="3094119"/>
                    <a:pt x="2450037" y="3085166"/>
                  </a:cubicBezTo>
                  <a:cubicBezTo>
                    <a:pt x="2450037" y="3080690"/>
                    <a:pt x="2450037" y="3074722"/>
                    <a:pt x="2450037" y="3070245"/>
                  </a:cubicBezTo>
                  <a:cubicBezTo>
                    <a:pt x="2449291" y="3060547"/>
                    <a:pt x="2445934" y="3053459"/>
                    <a:pt x="2440525" y="3049542"/>
                  </a:cubicBezTo>
                  <a:close/>
                  <a:moveTo>
                    <a:pt x="284992" y="2870303"/>
                  </a:moveTo>
                  <a:cubicBezTo>
                    <a:pt x="283500" y="2870303"/>
                    <a:pt x="282008" y="2871795"/>
                    <a:pt x="280516" y="2871795"/>
                  </a:cubicBezTo>
                  <a:cubicBezTo>
                    <a:pt x="283500" y="2879256"/>
                    <a:pt x="284992" y="2886716"/>
                    <a:pt x="287976" y="2894177"/>
                  </a:cubicBezTo>
                  <a:cubicBezTo>
                    <a:pt x="328263" y="2970274"/>
                    <a:pt x="364074" y="3047864"/>
                    <a:pt x="407345" y="3120977"/>
                  </a:cubicBezTo>
                  <a:cubicBezTo>
                    <a:pt x="437187" y="3171709"/>
                    <a:pt x="477474" y="3216472"/>
                    <a:pt x="511792" y="3264219"/>
                  </a:cubicBezTo>
                  <a:cubicBezTo>
                    <a:pt x="519253" y="3274664"/>
                    <a:pt x="526713" y="3285109"/>
                    <a:pt x="534174" y="3294061"/>
                  </a:cubicBezTo>
                  <a:cubicBezTo>
                    <a:pt x="571476" y="3335840"/>
                    <a:pt x="610271" y="3376127"/>
                    <a:pt x="647574" y="3417906"/>
                  </a:cubicBezTo>
                  <a:cubicBezTo>
                    <a:pt x="661003" y="3432827"/>
                    <a:pt x="677416" y="3444764"/>
                    <a:pt x="695321" y="3455209"/>
                  </a:cubicBezTo>
                  <a:cubicBezTo>
                    <a:pt x="696813" y="3452224"/>
                    <a:pt x="696813" y="3449240"/>
                    <a:pt x="696813" y="3447748"/>
                  </a:cubicBezTo>
                  <a:cubicBezTo>
                    <a:pt x="677416" y="3414922"/>
                    <a:pt x="658019" y="3382095"/>
                    <a:pt x="629669" y="3355238"/>
                  </a:cubicBezTo>
                  <a:cubicBezTo>
                    <a:pt x="626684" y="3352253"/>
                    <a:pt x="620716" y="3347777"/>
                    <a:pt x="620716" y="3343301"/>
                  </a:cubicBezTo>
                  <a:cubicBezTo>
                    <a:pt x="616240" y="3320919"/>
                    <a:pt x="598334" y="3307490"/>
                    <a:pt x="581921" y="3295553"/>
                  </a:cubicBezTo>
                  <a:cubicBezTo>
                    <a:pt x="516269" y="3243330"/>
                    <a:pt x="468521" y="3176185"/>
                    <a:pt x="420774" y="3109040"/>
                  </a:cubicBezTo>
                  <a:cubicBezTo>
                    <a:pt x="402869" y="3085166"/>
                    <a:pt x="390932" y="3056816"/>
                    <a:pt x="376011" y="3031451"/>
                  </a:cubicBezTo>
                  <a:cubicBezTo>
                    <a:pt x="356613" y="2995640"/>
                    <a:pt x="335724" y="2961322"/>
                    <a:pt x="314834" y="2925511"/>
                  </a:cubicBezTo>
                  <a:cubicBezTo>
                    <a:pt x="305882" y="2907606"/>
                    <a:pt x="295437" y="2888208"/>
                    <a:pt x="284992" y="2870303"/>
                  </a:cubicBezTo>
                  <a:close/>
                  <a:moveTo>
                    <a:pt x="1715922" y="2982211"/>
                  </a:moveTo>
                  <a:cubicBezTo>
                    <a:pt x="1708461" y="2989672"/>
                    <a:pt x="1703985" y="2998624"/>
                    <a:pt x="1699508" y="3007577"/>
                  </a:cubicBezTo>
                  <a:cubicBezTo>
                    <a:pt x="1706969" y="3019514"/>
                    <a:pt x="1712937" y="3029958"/>
                    <a:pt x="1718906" y="3040403"/>
                  </a:cubicBezTo>
                  <a:cubicBezTo>
                    <a:pt x="1735319" y="3040403"/>
                    <a:pt x="1748748" y="3040403"/>
                    <a:pt x="1762177" y="3028467"/>
                  </a:cubicBezTo>
                  <a:cubicBezTo>
                    <a:pt x="1756208" y="3001609"/>
                    <a:pt x="1744271" y="2982211"/>
                    <a:pt x="1715922" y="2982211"/>
                  </a:cubicBezTo>
                  <a:close/>
                  <a:moveTo>
                    <a:pt x="977329" y="2910590"/>
                  </a:moveTo>
                  <a:cubicBezTo>
                    <a:pt x="972853" y="2915066"/>
                    <a:pt x="963900" y="2921035"/>
                    <a:pt x="948979" y="2928495"/>
                  </a:cubicBezTo>
                  <a:cubicBezTo>
                    <a:pt x="989266" y="2961322"/>
                    <a:pt x="1025077" y="2989672"/>
                    <a:pt x="1063871" y="3021006"/>
                  </a:cubicBezTo>
                  <a:cubicBezTo>
                    <a:pt x="1066856" y="3006085"/>
                    <a:pt x="1069840" y="2992656"/>
                    <a:pt x="1072824" y="2980719"/>
                  </a:cubicBezTo>
                  <a:cubicBezTo>
                    <a:pt x="1075808" y="2968782"/>
                    <a:pt x="1074316" y="2961322"/>
                    <a:pt x="1060887" y="2953861"/>
                  </a:cubicBezTo>
                  <a:cubicBezTo>
                    <a:pt x="1034029" y="2940432"/>
                    <a:pt x="1007171" y="2925511"/>
                    <a:pt x="977329" y="2910590"/>
                  </a:cubicBezTo>
                  <a:close/>
                  <a:moveTo>
                    <a:pt x="1396611" y="2937448"/>
                  </a:moveTo>
                  <a:cubicBezTo>
                    <a:pt x="1384674" y="2947893"/>
                    <a:pt x="1375721" y="2955353"/>
                    <a:pt x="1365277" y="2964306"/>
                  </a:cubicBezTo>
                  <a:cubicBezTo>
                    <a:pt x="1378706" y="2980719"/>
                    <a:pt x="1386166" y="2997132"/>
                    <a:pt x="1408548" y="2997132"/>
                  </a:cubicBezTo>
                  <a:cubicBezTo>
                    <a:pt x="1424961" y="2973258"/>
                    <a:pt x="1402579" y="2959830"/>
                    <a:pt x="1396611" y="2937448"/>
                  </a:cubicBezTo>
                  <a:close/>
                  <a:moveTo>
                    <a:pt x="1774114" y="2965798"/>
                  </a:moveTo>
                  <a:cubicBezTo>
                    <a:pt x="1766653" y="2970274"/>
                    <a:pt x="1759192" y="2973258"/>
                    <a:pt x="1751732" y="2977735"/>
                  </a:cubicBezTo>
                  <a:cubicBezTo>
                    <a:pt x="1760685" y="2994148"/>
                    <a:pt x="1768145" y="3007577"/>
                    <a:pt x="1777098" y="3022498"/>
                  </a:cubicBezTo>
                  <a:cubicBezTo>
                    <a:pt x="1786050" y="3018022"/>
                    <a:pt x="1793511" y="3013545"/>
                    <a:pt x="1800971" y="3009069"/>
                  </a:cubicBezTo>
                  <a:cubicBezTo>
                    <a:pt x="1795003" y="2991164"/>
                    <a:pt x="1789035" y="2976243"/>
                    <a:pt x="1774114" y="2965798"/>
                  </a:cubicBezTo>
                  <a:close/>
                  <a:moveTo>
                    <a:pt x="2824556" y="3049356"/>
                  </a:moveTo>
                  <a:cubicBezTo>
                    <a:pt x="2808143" y="3055324"/>
                    <a:pt x="2803666" y="3065769"/>
                    <a:pt x="2805159" y="3080690"/>
                  </a:cubicBezTo>
                  <a:cubicBezTo>
                    <a:pt x="2815603" y="3083674"/>
                    <a:pt x="2826048" y="3086659"/>
                    <a:pt x="2836493" y="3088151"/>
                  </a:cubicBezTo>
                  <a:cubicBezTo>
                    <a:pt x="2851414" y="3064277"/>
                    <a:pt x="2851414" y="3064277"/>
                    <a:pt x="2824556" y="3049356"/>
                  </a:cubicBezTo>
                  <a:close/>
                  <a:moveTo>
                    <a:pt x="2607338" y="3025785"/>
                  </a:moveTo>
                  <a:cubicBezTo>
                    <a:pt x="2595238" y="3023337"/>
                    <a:pt x="2592161" y="3026975"/>
                    <a:pt x="2579851" y="3044880"/>
                  </a:cubicBezTo>
                  <a:cubicBezTo>
                    <a:pt x="2602232" y="3074722"/>
                    <a:pt x="2602232" y="3074722"/>
                    <a:pt x="2638043" y="3083674"/>
                  </a:cubicBezTo>
                  <a:cubicBezTo>
                    <a:pt x="2646995" y="3085166"/>
                    <a:pt x="2657440" y="3088151"/>
                    <a:pt x="2666393" y="3094119"/>
                  </a:cubicBezTo>
                  <a:cubicBezTo>
                    <a:pt x="2685790" y="3107548"/>
                    <a:pt x="2705188" y="3120977"/>
                    <a:pt x="2721601" y="3135898"/>
                  </a:cubicBezTo>
                  <a:cubicBezTo>
                    <a:pt x="2749951" y="3162756"/>
                    <a:pt x="2772332" y="3194090"/>
                    <a:pt x="2775317" y="3234377"/>
                  </a:cubicBezTo>
                  <a:cubicBezTo>
                    <a:pt x="2776808" y="3253774"/>
                    <a:pt x="2778301" y="3274664"/>
                    <a:pt x="2779793" y="3294061"/>
                  </a:cubicBezTo>
                  <a:cubicBezTo>
                    <a:pt x="2779793" y="3307490"/>
                    <a:pt x="2778301" y="3322411"/>
                    <a:pt x="2781285" y="3335840"/>
                  </a:cubicBezTo>
                  <a:cubicBezTo>
                    <a:pt x="2787253" y="3368666"/>
                    <a:pt x="2763380" y="3392540"/>
                    <a:pt x="2757411" y="3420890"/>
                  </a:cubicBezTo>
                  <a:cubicBezTo>
                    <a:pt x="2757411" y="3423874"/>
                    <a:pt x="2752935" y="3425366"/>
                    <a:pt x="2749951" y="3428351"/>
                  </a:cubicBezTo>
                  <a:cubicBezTo>
                    <a:pt x="2743982" y="3434319"/>
                    <a:pt x="2739506" y="3438796"/>
                    <a:pt x="2735030" y="3444764"/>
                  </a:cubicBezTo>
                  <a:cubicBezTo>
                    <a:pt x="2697727" y="3494003"/>
                    <a:pt x="2646995" y="3522354"/>
                    <a:pt x="2587311" y="3528322"/>
                  </a:cubicBezTo>
                  <a:cubicBezTo>
                    <a:pt x="2566422" y="3529814"/>
                    <a:pt x="2555977" y="3541751"/>
                    <a:pt x="2542548" y="3552196"/>
                  </a:cubicBezTo>
                  <a:cubicBezTo>
                    <a:pt x="2548517" y="3559656"/>
                    <a:pt x="2552993" y="3564132"/>
                    <a:pt x="2558961" y="3570101"/>
                  </a:cubicBezTo>
                  <a:cubicBezTo>
                    <a:pt x="2606709" y="3562640"/>
                    <a:pt x="2649980" y="3547719"/>
                    <a:pt x="2690267" y="3526830"/>
                  </a:cubicBezTo>
                  <a:cubicBezTo>
                    <a:pt x="2705188" y="3519369"/>
                    <a:pt x="2720109" y="3510416"/>
                    <a:pt x="2730553" y="3498480"/>
                  </a:cubicBezTo>
                  <a:cubicBezTo>
                    <a:pt x="2766364" y="3459685"/>
                    <a:pt x="2800682" y="3416414"/>
                    <a:pt x="2820080" y="3367174"/>
                  </a:cubicBezTo>
                  <a:cubicBezTo>
                    <a:pt x="2843953" y="3305998"/>
                    <a:pt x="2845445" y="3244822"/>
                    <a:pt x="2817096" y="3183645"/>
                  </a:cubicBezTo>
                  <a:cubicBezTo>
                    <a:pt x="2802174" y="3153803"/>
                    <a:pt x="2779793" y="3129930"/>
                    <a:pt x="2755919" y="3109040"/>
                  </a:cubicBezTo>
                  <a:cubicBezTo>
                    <a:pt x="2733538" y="3089643"/>
                    <a:pt x="2706680" y="3076214"/>
                    <a:pt x="2681314" y="3058309"/>
                  </a:cubicBezTo>
                  <a:cubicBezTo>
                    <a:pt x="2663409" y="3044880"/>
                    <a:pt x="2645503" y="3035927"/>
                    <a:pt x="2623122" y="3029958"/>
                  </a:cubicBezTo>
                  <a:cubicBezTo>
                    <a:pt x="2616408" y="3028093"/>
                    <a:pt x="2611372" y="3026601"/>
                    <a:pt x="2607338" y="3025785"/>
                  </a:cubicBezTo>
                  <a:close/>
                  <a:moveTo>
                    <a:pt x="1948690" y="2970274"/>
                  </a:moveTo>
                  <a:cubicBezTo>
                    <a:pt x="1938245" y="2983703"/>
                    <a:pt x="1929293" y="2995640"/>
                    <a:pt x="1918848" y="3009069"/>
                  </a:cubicBezTo>
                  <a:cubicBezTo>
                    <a:pt x="1923324" y="3013545"/>
                    <a:pt x="1926308" y="3019514"/>
                    <a:pt x="1930785" y="3022498"/>
                  </a:cubicBezTo>
                  <a:cubicBezTo>
                    <a:pt x="1938245" y="3028467"/>
                    <a:pt x="1947198" y="3035927"/>
                    <a:pt x="1957643" y="3029958"/>
                  </a:cubicBezTo>
                  <a:cubicBezTo>
                    <a:pt x="1968087" y="3023990"/>
                    <a:pt x="1972564" y="3013545"/>
                    <a:pt x="1971071" y="3001609"/>
                  </a:cubicBezTo>
                  <a:cubicBezTo>
                    <a:pt x="1969579" y="2988179"/>
                    <a:pt x="1962119" y="2977735"/>
                    <a:pt x="1948690" y="2970274"/>
                  </a:cubicBezTo>
                  <a:close/>
                  <a:moveTo>
                    <a:pt x="1257845" y="2913574"/>
                  </a:moveTo>
                  <a:cubicBezTo>
                    <a:pt x="1265306" y="2925511"/>
                    <a:pt x="1272766" y="2937448"/>
                    <a:pt x="1281719" y="2952369"/>
                  </a:cubicBezTo>
                  <a:cubicBezTo>
                    <a:pt x="1287687" y="2927003"/>
                    <a:pt x="1281719" y="2916559"/>
                    <a:pt x="1257845" y="2913574"/>
                  </a:cubicBezTo>
                  <a:close/>
                  <a:moveTo>
                    <a:pt x="2767856" y="3035927"/>
                  </a:moveTo>
                  <a:cubicBezTo>
                    <a:pt x="2748459" y="3028467"/>
                    <a:pt x="2733538" y="3037419"/>
                    <a:pt x="2724585" y="3059801"/>
                  </a:cubicBezTo>
                  <a:cubicBezTo>
                    <a:pt x="2758903" y="3089643"/>
                    <a:pt x="2793222" y="3122469"/>
                    <a:pt x="2829032" y="3155295"/>
                  </a:cubicBezTo>
                  <a:cubicBezTo>
                    <a:pt x="2837985" y="3132914"/>
                    <a:pt x="2837985" y="3117993"/>
                    <a:pt x="2827540" y="3106056"/>
                  </a:cubicBezTo>
                  <a:cubicBezTo>
                    <a:pt x="2817096" y="3094119"/>
                    <a:pt x="2805159" y="3100087"/>
                    <a:pt x="2793222" y="3104564"/>
                  </a:cubicBezTo>
                  <a:cubicBezTo>
                    <a:pt x="2784269" y="3107548"/>
                    <a:pt x="2779793" y="3101580"/>
                    <a:pt x="2782777" y="3091135"/>
                  </a:cubicBezTo>
                  <a:cubicBezTo>
                    <a:pt x="2784269" y="3086659"/>
                    <a:pt x="2787253" y="3082182"/>
                    <a:pt x="2788745" y="3077706"/>
                  </a:cubicBezTo>
                  <a:cubicBezTo>
                    <a:pt x="2793222" y="3059801"/>
                    <a:pt x="2785761" y="3041895"/>
                    <a:pt x="2767856" y="3035927"/>
                  </a:cubicBezTo>
                  <a:close/>
                  <a:moveTo>
                    <a:pt x="1480169" y="2927003"/>
                  </a:moveTo>
                  <a:cubicBezTo>
                    <a:pt x="1466740" y="2940432"/>
                    <a:pt x="1457787" y="2949385"/>
                    <a:pt x="1445850" y="2959830"/>
                  </a:cubicBezTo>
                  <a:cubicBezTo>
                    <a:pt x="1504043" y="3028467"/>
                    <a:pt x="1496582" y="3100087"/>
                    <a:pt x="1459279" y="3174693"/>
                  </a:cubicBezTo>
                  <a:cubicBezTo>
                    <a:pt x="1472708" y="3191106"/>
                    <a:pt x="1489122" y="3203043"/>
                    <a:pt x="1510011" y="3214980"/>
                  </a:cubicBezTo>
                  <a:cubicBezTo>
                    <a:pt x="1536869" y="3165740"/>
                    <a:pt x="1541345" y="3113516"/>
                    <a:pt x="1539853" y="3061293"/>
                  </a:cubicBezTo>
                  <a:cubicBezTo>
                    <a:pt x="1538361" y="3009069"/>
                    <a:pt x="1505535" y="2970274"/>
                    <a:pt x="1480169" y="2927003"/>
                  </a:cubicBezTo>
                  <a:close/>
                  <a:moveTo>
                    <a:pt x="2511214" y="3010561"/>
                  </a:moveTo>
                  <a:cubicBezTo>
                    <a:pt x="2496293" y="3016530"/>
                    <a:pt x="2481372" y="3021006"/>
                    <a:pt x="2467943" y="3025482"/>
                  </a:cubicBezTo>
                  <a:cubicBezTo>
                    <a:pt x="2466451" y="3053832"/>
                    <a:pt x="2464959" y="3082182"/>
                    <a:pt x="2463466" y="3109040"/>
                  </a:cubicBezTo>
                  <a:cubicBezTo>
                    <a:pt x="2458990" y="3173201"/>
                    <a:pt x="2430640" y="3225424"/>
                    <a:pt x="2388861" y="3271680"/>
                  </a:cubicBezTo>
                  <a:cubicBezTo>
                    <a:pt x="2357527" y="3307490"/>
                    <a:pt x="2317240" y="3329872"/>
                    <a:pt x="2275461" y="3350761"/>
                  </a:cubicBezTo>
                  <a:cubicBezTo>
                    <a:pt x="2233682" y="3371651"/>
                    <a:pt x="2188919" y="3382095"/>
                    <a:pt x="2142664" y="3377619"/>
                  </a:cubicBezTo>
                  <a:cubicBezTo>
                    <a:pt x="2115806" y="3376127"/>
                    <a:pt x="2088948" y="3371651"/>
                    <a:pt x="2065074" y="3368666"/>
                  </a:cubicBezTo>
                  <a:cubicBezTo>
                    <a:pt x="2047169" y="3382095"/>
                    <a:pt x="2033740" y="3392540"/>
                    <a:pt x="2015835" y="3405969"/>
                  </a:cubicBezTo>
                  <a:cubicBezTo>
                    <a:pt x="2023295" y="3408953"/>
                    <a:pt x="2029264" y="3414922"/>
                    <a:pt x="2036724" y="3416414"/>
                  </a:cubicBezTo>
                  <a:cubicBezTo>
                    <a:pt x="2054629" y="3420890"/>
                    <a:pt x="2072535" y="3423874"/>
                    <a:pt x="2090440" y="3429843"/>
                  </a:cubicBezTo>
                  <a:cubicBezTo>
                    <a:pt x="2129235" y="3443272"/>
                    <a:pt x="2168030" y="3441779"/>
                    <a:pt x="2206824" y="3431335"/>
                  </a:cubicBezTo>
                  <a:cubicBezTo>
                    <a:pt x="2245619" y="3420890"/>
                    <a:pt x="2284414" y="3407461"/>
                    <a:pt x="2323208" y="3394032"/>
                  </a:cubicBezTo>
                  <a:cubicBezTo>
                    <a:pt x="2335145" y="3389556"/>
                    <a:pt x="2348574" y="3382095"/>
                    <a:pt x="2357527" y="3373143"/>
                  </a:cubicBezTo>
                  <a:cubicBezTo>
                    <a:pt x="2391845" y="3338824"/>
                    <a:pt x="2424672" y="3303014"/>
                    <a:pt x="2456006" y="3267203"/>
                  </a:cubicBezTo>
                  <a:cubicBezTo>
                    <a:pt x="2478387" y="3241837"/>
                    <a:pt x="2491816" y="3210503"/>
                    <a:pt x="2502261" y="3176185"/>
                  </a:cubicBezTo>
                  <a:cubicBezTo>
                    <a:pt x="2517182" y="3125453"/>
                    <a:pt x="2517182" y="3074722"/>
                    <a:pt x="2514198" y="3022498"/>
                  </a:cubicBezTo>
                  <a:cubicBezTo>
                    <a:pt x="2514198" y="3019514"/>
                    <a:pt x="2512706" y="3015037"/>
                    <a:pt x="2511214" y="3010561"/>
                  </a:cubicBezTo>
                  <a:close/>
                  <a:moveTo>
                    <a:pt x="1192192" y="2900145"/>
                  </a:moveTo>
                  <a:cubicBezTo>
                    <a:pt x="1184732" y="2900145"/>
                    <a:pt x="1177271" y="2900145"/>
                    <a:pt x="1171303" y="2900145"/>
                  </a:cubicBezTo>
                  <a:cubicBezTo>
                    <a:pt x="1160858" y="2900145"/>
                    <a:pt x="1151906" y="2898653"/>
                    <a:pt x="1145937" y="2910590"/>
                  </a:cubicBezTo>
                  <a:cubicBezTo>
                    <a:pt x="1144445" y="2913574"/>
                    <a:pt x="1136985" y="2915066"/>
                    <a:pt x="1134000" y="2918051"/>
                  </a:cubicBezTo>
                  <a:cubicBezTo>
                    <a:pt x="1101174" y="2934464"/>
                    <a:pt x="1093713" y="2965798"/>
                    <a:pt x="1084761" y="2997132"/>
                  </a:cubicBezTo>
                  <a:cubicBezTo>
                    <a:pt x="1081777" y="3007577"/>
                    <a:pt x="1081777" y="3019514"/>
                    <a:pt x="1081777" y="3031451"/>
                  </a:cubicBezTo>
                  <a:cubicBezTo>
                    <a:pt x="1093713" y="3041895"/>
                    <a:pt x="1107142" y="3052340"/>
                    <a:pt x="1123556" y="3064277"/>
                  </a:cubicBezTo>
                  <a:cubicBezTo>
                    <a:pt x="1126540" y="3032943"/>
                    <a:pt x="1128032" y="3003101"/>
                    <a:pt x="1142953" y="2979227"/>
                  </a:cubicBezTo>
                  <a:cubicBezTo>
                    <a:pt x="1159366" y="2953861"/>
                    <a:pt x="1186224" y="2943416"/>
                    <a:pt x="1213082" y="2932972"/>
                  </a:cubicBezTo>
                  <a:cubicBezTo>
                    <a:pt x="1205621" y="2921035"/>
                    <a:pt x="1198161" y="2910590"/>
                    <a:pt x="1192192" y="2900145"/>
                  </a:cubicBezTo>
                  <a:close/>
                  <a:moveTo>
                    <a:pt x="1566711" y="2925511"/>
                  </a:moveTo>
                  <a:cubicBezTo>
                    <a:pt x="1559250" y="2931480"/>
                    <a:pt x="1550298" y="2937448"/>
                    <a:pt x="1542837" y="2944909"/>
                  </a:cubicBezTo>
                  <a:cubicBezTo>
                    <a:pt x="1535377" y="2950877"/>
                    <a:pt x="1527916" y="2958337"/>
                    <a:pt x="1517471" y="2968782"/>
                  </a:cubicBezTo>
                  <a:cubicBezTo>
                    <a:pt x="1523440" y="2974751"/>
                    <a:pt x="1530900" y="2986688"/>
                    <a:pt x="1536869" y="2985195"/>
                  </a:cubicBezTo>
                  <a:cubicBezTo>
                    <a:pt x="1554774" y="2983703"/>
                    <a:pt x="1577156" y="2985195"/>
                    <a:pt x="1586108" y="2967290"/>
                  </a:cubicBezTo>
                  <a:cubicBezTo>
                    <a:pt x="1593569" y="2953861"/>
                    <a:pt x="1578648" y="2940432"/>
                    <a:pt x="1571187" y="2928495"/>
                  </a:cubicBezTo>
                  <a:cubicBezTo>
                    <a:pt x="1571187" y="2927003"/>
                    <a:pt x="1569695" y="2927003"/>
                    <a:pt x="1566711" y="2925511"/>
                  </a:cubicBezTo>
                  <a:close/>
                  <a:moveTo>
                    <a:pt x="1290532" y="2897908"/>
                  </a:moveTo>
                  <a:cubicBezTo>
                    <a:pt x="1288434" y="2898374"/>
                    <a:pt x="1286195" y="2899773"/>
                    <a:pt x="1283211" y="2901638"/>
                  </a:cubicBezTo>
                  <a:cubicBezTo>
                    <a:pt x="1289179" y="2913574"/>
                    <a:pt x="1296640" y="2925511"/>
                    <a:pt x="1304100" y="2938940"/>
                  </a:cubicBezTo>
                  <a:cubicBezTo>
                    <a:pt x="1310069" y="2935956"/>
                    <a:pt x="1314545" y="2934464"/>
                    <a:pt x="1322006" y="2931480"/>
                  </a:cubicBezTo>
                  <a:cubicBezTo>
                    <a:pt x="1301863" y="2903503"/>
                    <a:pt x="1296827" y="2896509"/>
                    <a:pt x="1290532" y="2897908"/>
                  </a:cubicBezTo>
                  <a:close/>
                  <a:moveTo>
                    <a:pt x="1814400" y="2937448"/>
                  </a:moveTo>
                  <a:cubicBezTo>
                    <a:pt x="1803956" y="2946401"/>
                    <a:pt x="1797987" y="2952369"/>
                    <a:pt x="1790527" y="2958337"/>
                  </a:cubicBezTo>
                  <a:cubicBezTo>
                    <a:pt x="1800971" y="2973258"/>
                    <a:pt x="1808432" y="2985195"/>
                    <a:pt x="1818877" y="2998624"/>
                  </a:cubicBezTo>
                  <a:cubicBezTo>
                    <a:pt x="1829321" y="2989672"/>
                    <a:pt x="1835290" y="2983703"/>
                    <a:pt x="1844242" y="2977735"/>
                  </a:cubicBezTo>
                  <a:cubicBezTo>
                    <a:pt x="1833798" y="2962814"/>
                    <a:pt x="1824845" y="2950877"/>
                    <a:pt x="1814400" y="2937448"/>
                  </a:cubicBezTo>
                  <a:close/>
                  <a:moveTo>
                    <a:pt x="698492" y="2841580"/>
                  </a:moveTo>
                  <a:cubicBezTo>
                    <a:pt x="681519" y="2840088"/>
                    <a:pt x="663987" y="2847176"/>
                    <a:pt x="650558" y="2862843"/>
                  </a:cubicBezTo>
                  <a:cubicBezTo>
                    <a:pt x="632653" y="2883732"/>
                    <a:pt x="626684" y="2907606"/>
                    <a:pt x="623700" y="2934464"/>
                  </a:cubicBezTo>
                  <a:cubicBezTo>
                    <a:pt x="620716" y="2952369"/>
                    <a:pt x="626684" y="2965798"/>
                    <a:pt x="640113" y="2977735"/>
                  </a:cubicBezTo>
                  <a:cubicBezTo>
                    <a:pt x="658019" y="2992656"/>
                    <a:pt x="671448" y="3009069"/>
                    <a:pt x="687861" y="3025482"/>
                  </a:cubicBezTo>
                  <a:cubicBezTo>
                    <a:pt x="707258" y="3046372"/>
                    <a:pt x="726655" y="3065769"/>
                    <a:pt x="747545" y="3086659"/>
                  </a:cubicBezTo>
                  <a:cubicBezTo>
                    <a:pt x="752021" y="3091135"/>
                    <a:pt x="759482" y="3095611"/>
                    <a:pt x="763958" y="3095611"/>
                  </a:cubicBezTo>
                  <a:cubicBezTo>
                    <a:pt x="780371" y="3092627"/>
                    <a:pt x="799769" y="3089643"/>
                    <a:pt x="810213" y="3079198"/>
                  </a:cubicBezTo>
                  <a:cubicBezTo>
                    <a:pt x="834087" y="3056816"/>
                    <a:pt x="853484" y="3029958"/>
                    <a:pt x="849008" y="2994148"/>
                  </a:cubicBezTo>
                  <a:cubicBezTo>
                    <a:pt x="847516" y="2980719"/>
                    <a:pt x="846024" y="2967290"/>
                    <a:pt x="843040" y="2955353"/>
                  </a:cubicBezTo>
                  <a:cubicBezTo>
                    <a:pt x="835579" y="2934464"/>
                    <a:pt x="829611" y="2912082"/>
                    <a:pt x="801261" y="2907606"/>
                  </a:cubicBezTo>
                  <a:cubicBezTo>
                    <a:pt x="798277" y="2907606"/>
                    <a:pt x="795292" y="2904622"/>
                    <a:pt x="792308" y="2903130"/>
                  </a:cubicBezTo>
                  <a:cubicBezTo>
                    <a:pt x="778879" y="2892685"/>
                    <a:pt x="765450" y="2889701"/>
                    <a:pt x="749037" y="2889701"/>
                  </a:cubicBezTo>
                  <a:cubicBezTo>
                    <a:pt x="725163" y="2889701"/>
                    <a:pt x="689353" y="2916559"/>
                    <a:pt x="683384" y="2938940"/>
                  </a:cubicBezTo>
                  <a:cubicBezTo>
                    <a:pt x="683384" y="2941924"/>
                    <a:pt x="681892" y="2943416"/>
                    <a:pt x="681892" y="2946401"/>
                  </a:cubicBezTo>
                  <a:cubicBezTo>
                    <a:pt x="687861" y="2967290"/>
                    <a:pt x="687861" y="2989672"/>
                    <a:pt x="701290" y="3007577"/>
                  </a:cubicBezTo>
                  <a:cubicBezTo>
                    <a:pt x="716211" y="3026974"/>
                    <a:pt x="734116" y="3032943"/>
                    <a:pt x="755005" y="3022498"/>
                  </a:cubicBezTo>
                  <a:cubicBezTo>
                    <a:pt x="781863" y="3009069"/>
                    <a:pt x="790816" y="2992656"/>
                    <a:pt x="783356" y="2968782"/>
                  </a:cubicBezTo>
                  <a:cubicBezTo>
                    <a:pt x="780371" y="2955353"/>
                    <a:pt x="766942" y="2946401"/>
                    <a:pt x="753513" y="2947893"/>
                  </a:cubicBezTo>
                  <a:cubicBezTo>
                    <a:pt x="740084" y="2949385"/>
                    <a:pt x="737100" y="2952369"/>
                    <a:pt x="735608" y="2973258"/>
                  </a:cubicBezTo>
                  <a:cubicBezTo>
                    <a:pt x="740084" y="2970274"/>
                    <a:pt x="746053" y="2967290"/>
                    <a:pt x="753513" y="2964306"/>
                  </a:cubicBezTo>
                  <a:cubicBezTo>
                    <a:pt x="755005" y="2973258"/>
                    <a:pt x="756498" y="2980719"/>
                    <a:pt x="755005" y="2986688"/>
                  </a:cubicBezTo>
                  <a:cubicBezTo>
                    <a:pt x="755005" y="2989672"/>
                    <a:pt x="747545" y="2992656"/>
                    <a:pt x="743069" y="2992656"/>
                  </a:cubicBezTo>
                  <a:cubicBezTo>
                    <a:pt x="734116" y="2992656"/>
                    <a:pt x="719195" y="2976243"/>
                    <a:pt x="717703" y="2967290"/>
                  </a:cubicBezTo>
                  <a:cubicBezTo>
                    <a:pt x="716211" y="2955353"/>
                    <a:pt x="723671" y="2941924"/>
                    <a:pt x="737100" y="2938940"/>
                  </a:cubicBezTo>
                  <a:cubicBezTo>
                    <a:pt x="746053" y="2937448"/>
                    <a:pt x="756498" y="2935956"/>
                    <a:pt x="765450" y="2938940"/>
                  </a:cubicBezTo>
                  <a:cubicBezTo>
                    <a:pt x="789324" y="2946401"/>
                    <a:pt x="796784" y="2967290"/>
                    <a:pt x="792308" y="2998624"/>
                  </a:cubicBezTo>
                  <a:cubicBezTo>
                    <a:pt x="787832" y="3029958"/>
                    <a:pt x="735608" y="3053832"/>
                    <a:pt x="708750" y="3034435"/>
                  </a:cubicBezTo>
                  <a:cubicBezTo>
                    <a:pt x="680400" y="3015037"/>
                    <a:pt x="659511" y="2968782"/>
                    <a:pt x="666971" y="2935956"/>
                  </a:cubicBezTo>
                  <a:cubicBezTo>
                    <a:pt x="668463" y="2928495"/>
                    <a:pt x="671448" y="2921035"/>
                    <a:pt x="677416" y="2916559"/>
                  </a:cubicBezTo>
                  <a:cubicBezTo>
                    <a:pt x="693829" y="2900145"/>
                    <a:pt x="707258" y="2880748"/>
                    <a:pt x="734116" y="2877764"/>
                  </a:cubicBezTo>
                  <a:cubicBezTo>
                    <a:pt x="738592" y="2876272"/>
                    <a:pt x="740084" y="2873287"/>
                    <a:pt x="743069" y="2871795"/>
                  </a:cubicBezTo>
                  <a:cubicBezTo>
                    <a:pt x="731878" y="2853144"/>
                    <a:pt x="715465" y="2843072"/>
                    <a:pt x="698492" y="2841580"/>
                  </a:cubicBezTo>
                  <a:close/>
                  <a:moveTo>
                    <a:pt x="1672091" y="2919729"/>
                  </a:moveTo>
                  <a:cubicBezTo>
                    <a:pt x="1664817" y="2918797"/>
                    <a:pt x="1655491" y="2921780"/>
                    <a:pt x="1642808" y="2928495"/>
                  </a:cubicBezTo>
                  <a:cubicBezTo>
                    <a:pt x="1651761" y="2952369"/>
                    <a:pt x="1660714" y="2976243"/>
                    <a:pt x="1671158" y="3003101"/>
                  </a:cubicBezTo>
                  <a:cubicBezTo>
                    <a:pt x="1702492" y="2986688"/>
                    <a:pt x="1706969" y="2967290"/>
                    <a:pt x="1689064" y="2934464"/>
                  </a:cubicBezTo>
                  <a:cubicBezTo>
                    <a:pt x="1684588" y="2925512"/>
                    <a:pt x="1679365" y="2920662"/>
                    <a:pt x="1672091" y="2919729"/>
                  </a:cubicBezTo>
                  <a:close/>
                  <a:moveTo>
                    <a:pt x="1016124" y="2864335"/>
                  </a:moveTo>
                  <a:cubicBezTo>
                    <a:pt x="1008663" y="2876272"/>
                    <a:pt x="1002695" y="2888208"/>
                    <a:pt x="996727" y="2898653"/>
                  </a:cubicBezTo>
                  <a:cubicBezTo>
                    <a:pt x="1016124" y="2921035"/>
                    <a:pt x="1060887" y="2941924"/>
                    <a:pt x="1084761" y="2943416"/>
                  </a:cubicBezTo>
                  <a:cubicBezTo>
                    <a:pt x="1096698" y="2929987"/>
                    <a:pt x="1107142" y="2918051"/>
                    <a:pt x="1116095" y="2907606"/>
                  </a:cubicBezTo>
                  <a:cubicBezTo>
                    <a:pt x="1084761" y="2894177"/>
                    <a:pt x="1051935" y="2879256"/>
                    <a:pt x="1016124" y="2864335"/>
                  </a:cubicBezTo>
                  <a:close/>
                  <a:moveTo>
                    <a:pt x="2569406" y="2989672"/>
                  </a:moveTo>
                  <a:cubicBezTo>
                    <a:pt x="2545532" y="2989672"/>
                    <a:pt x="2530611" y="3003101"/>
                    <a:pt x="2533595" y="3028467"/>
                  </a:cubicBezTo>
                  <a:cubicBezTo>
                    <a:pt x="2532103" y="3034435"/>
                    <a:pt x="2535087" y="3038911"/>
                    <a:pt x="2536580" y="3043388"/>
                  </a:cubicBezTo>
                  <a:cubicBezTo>
                    <a:pt x="2564930" y="3043388"/>
                    <a:pt x="2576866" y="3035927"/>
                    <a:pt x="2584327" y="3016530"/>
                  </a:cubicBezTo>
                  <a:cubicBezTo>
                    <a:pt x="2588803" y="3003101"/>
                    <a:pt x="2581343" y="2989672"/>
                    <a:pt x="2569406" y="2989672"/>
                  </a:cubicBezTo>
                  <a:close/>
                  <a:moveTo>
                    <a:pt x="2851414" y="3010561"/>
                  </a:moveTo>
                  <a:cubicBezTo>
                    <a:pt x="2832017" y="3032943"/>
                    <a:pt x="2832017" y="3035927"/>
                    <a:pt x="2854398" y="3043388"/>
                  </a:cubicBezTo>
                  <a:cubicBezTo>
                    <a:pt x="2864843" y="3022498"/>
                    <a:pt x="2864843" y="3022498"/>
                    <a:pt x="2851414" y="3010561"/>
                  </a:cubicBezTo>
                  <a:close/>
                  <a:moveTo>
                    <a:pt x="2683926" y="2993962"/>
                  </a:moveTo>
                  <a:cubicBezTo>
                    <a:pt x="2679822" y="2994894"/>
                    <a:pt x="2676838" y="2997879"/>
                    <a:pt x="2673853" y="3003101"/>
                  </a:cubicBezTo>
                  <a:cubicBezTo>
                    <a:pt x="2664901" y="3019514"/>
                    <a:pt x="2664901" y="3026974"/>
                    <a:pt x="2679822" y="3035927"/>
                  </a:cubicBezTo>
                  <a:cubicBezTo>
                    <a:pt x="2682806" y="3038911"/>
                    <a:pt x="2687282" y="3040403"/>
                    <a:pt x="2690267" y="3041895"/>
                  </a:cubicBezTo>
                  <a:cubicBezTo>
                    <a:pt x="2709664" y="3055324"/>
                    <a:pt x="2720109" y="3047864"/>
                    <a:pt x="2721601" y="3025482"/>
                  </a:cubicBezTo>
                  <a:cubicBezTo>
                    <a:pt x="2721601" y="3012053"/>
                    <a:pt x="2717124" y="3004593"/>
                    <a:pt x="2700711" y="2997132"/>
                  </a:cubicBezTo>
                  <a:cubicBezTo>
                    <a:pt x="2693251" y="2994148"/>
                    <a:pt x="2688029" y="2993029"/>
                    <a:pt x="2683926" y="2993962"/>
                  </a:cubicBezTo>
                  <a:close/>
                  <a:moveTo>
                    <a:pt x="1453311" y="2891193"/>
                  </a:moveTo>
                  <a:cubicBezTo>
                    <a:pt x="1438390" y="2904622"/>
                    <a:pt x="1423469" y="2918051"/>
                    <a:pt x="1404071" y="2932972"/>
                  </a:cubicBezTo>
                  <a:cubicBezTo>
                    <a:pt x="1423469" y="2937448"/>
                    <a:pt x="1435406" y="2952369"/>
                    <a:pt x="1451819" y="2935956"/>
                  </a:cubicBezTo>
                  <a:cubicBezTo>
                    <a:pt x="1463756" y="2924019"/>
                    <a:pt x="1463756" y="2909098"/>
                    <a:pt x="1453311" y="2891193"/>
                  </a:cubicBezTo>
                  <a:close/>
                  <a:moveTo>
                    <a:pt x="1542837" y="2892685"/>
                  </a:moveTo>
                  <a:cubicBezTo>
                    <a:pt x="1530900" y="2903130"/>
                    <a:pt x="1520456" y="2913574"/>
                    <a:pt x="1508519" y="2924019"/>
                  </a:cubicBezTo>
                  <a:cubicBezTo>
                    <a:pt x="1499566" y="2931480"/>
                    <a:pt x="1501058" y="2940432"/>
                    <a:pt x="1511503" y="2952369"/>
                  </a:cubicBezTo>
                  <a:cubicBezTo>
                    <a:pt x="1527916" y="2938940"/>
                    <a:pt x="1544329" y="2925511"/>
                    <a:pt x="1560742" y="2912082"/>
                  </a:cubicBezTo>
                  <a:cubicBezTo>
                    <a:pt x="1553282" y="2904622"/>
                    <a:pt x="1548806" y="2898653"/>
                    <a:pt x="1542837" y="2892685"/>
                  </a:cubicBezTo>
                  <a:close/>
                  <a:moveTo>
                    <a:pt x="3855601" y="3080690"/>
                  </a:moveTo>
                  <a:cubicBezTo>
                    <a:pt x="3812330" y="3077706"/>
                    <a:pt x="3767566" y="3074722"/>
                    <a:pt x="3724296" y="3073230"/>
                  </a:cubicBezTo>
                  <a:cubicBezTo>
                    <a:pt x="3703406" y="3071737"/>
                    <a:pt x="3694453" y="3080690"/>
                    <a:pt x="3697438" y="3104564"/>
                  </a:cubicBezTo>
                  <a:cubicBezTo>
                    <a:pt x="3734740" y="3103072"/>
                    <a:pt x="3772043" y="3100087"/>
                    <a:pt x="3807854" y="3100087"/>
                  </a:cubicBezTo>
                  <a:cubicBezTo>
                    <a:pt x="3846648" y="3100087"/>
                    <a:pt x="3885443" y="3103072"/>
                    <a:pt x="3922746" y="3106056"/>
                  </a:cubicBezTo>
                  <a:cubicBezTo>
                    <a:pt x="3922746" y="3103072"/>
                    <a:pt x="3924238" y="3101580"/>
                    <a:pt x="3925730" y="3098595"/>
                  </a:cubicBezTo>
                  <a:cubicBezTo>
                    <a:pt x="3916777" y="3094119"/>
                    <a:pt x="3909317" y="3089643"/>
                    <a:pt x="3900364" y="3086659"/>
                  </a:cubicBezTo>
                  <a:cubicBezTo>
                    <a:pt x="3885443" y="3083674"/>
                    <a:pt x="3870522" y="3080690"/>
                    <a:pt x="3855601" y="3080690"/>
                  </a:cubicBezTo>
                  <a:close/>
                  <a:moveTo>
                    <a:pt x="1838461" y="2914320"/>
                  </a:moveTo>
                  <a:cubicBezTo>
                    <a:pt x="1835663" y="2913575"/>
                    <a:pt x="1833052" y="2914321"/>
                    <a:pt x="1830814" y="2918051"/>
                  </a:cubicBezTo>
                  <a:cubicBezTo>
                    <a:pt x="1827829" y="2921035"/>
                    <a:pt x="1829321" y="2929987"/>
                    <a:pt x="1830814" y="2932972"/>
                  </a:cubicBezTo>
                  <a:cubicBezTo>
                    <a:pt x="1838274" y="2943416"/>
                    <a:pt x="1847227" y="2953861"/>
                    <a:pt x="1856179" y="2965798"/>
                  </a:cubicBezTo>
                  <a:cubicBezTo>
                    <a:pt x="1880053" y="2944909"/>
                    <a:pt x="1880053" y="2943416"/>
                    <a:pt x="1859164" y="2928495"/>
                  </a:cubicBezTo>
                  <a:cubicBezTo>
                    <a:pt x="1854687" y="2925511"/>
                    <a:pt x="1851703" y="2922527"/>
                    <a:pt x="1847227" y="2919543"/>
                  </a:cubicBezTo>
                  <a:cubicBezTo>
                    <a:pt x="1844243" y="2917305"/>
                    <a:pt x="1841258" y="2915067"/>
                    <a:pt x="1838461" y="2914320"/>
                  </a:cubicBezTo>
                  <a:close/>
                  <a:moveTo>
                    <a:pt x="1324990" y="2870303"/>
                  </a:moveTo>
                  <a:cubicBezTo>
                    <a:pt x="1307085" y="2882240"/>
                    <a:pt x="1307085" y="2885224"/>
                    <a:pt x="1317529" y="2900145"/>
                  </a:cubicBezTo>
                  <a:cubicBezTo>
                    <a:pt x="1322006" y="2906114"/>
                    <a:pt x="1327974" y="2913574"/>
                    <a:pt x="1333942" y="2919543"/>
                  </a:cubicBezTo>
                  <a:cubicBezTo>
                    <a:pt x="1359308" y="2904622"/>
                    <a:pt x="1356324" y="2891193"/>
                    <a:pt x="1324990" y="2870303"/>
                  </a:cubicBezTo>
                  <a:close/>
                  <a:moveTo>
                    <a:pt x="2617899" y="2969528"/>
                  </a:moveTo>
                  <a:cubicBezTo>
                    <a:pt x="2610812" y="2971766"/>
                    <a:pt x="2602978" y="2976989"/>
                    <a:pt x="2593280" y="2985195"/>
                  </a:cubicBezTo>
                  <a:cubicBezTo>
                    <a:pt x="2596264" y="3018022"/>
                    <a:pt x="2627598" y="3009069"/>
                    <a:pt x="2646995" y="3021006"/>
                  </a:cubicBezTo>
                  <a:cubicBezTo>
                    <a:pt x="2654456" y="3000116"/>
                    <a:pt x="2649980" y="2977735"/>
                    <a:pt x="2638043" y="2971766"/>
                  </a:cubicBezTo>
                  <a:cubicBezTo>
                    <a:pt x="2631329" y="2968036"/>
                    <a:pt x="2624987" y="2967290"/>
                    <a:pt x="2617899" y="2969528"/>
                  </a:cubicBezTo>
                  <a:close/>
                  <a:moveTo>
                    <a:pt x="1527916" y="2876272"/>
                  </a:moveTo>
                  <a:cubicBezTo>
                    <a:pt x="1514487" y="2882240"/>
                    <a:pt x="1499566" y="2889701"/>
                    <a:pt x="1486137" y="2894177"/>
                  </a:cubicBezTo>
                  <a:cubicBezTo>
                    <a:pt x="1478677" y="2897161"/>
                    <a:pt x="1472708" y="2901638"/>
                    <a:pt x="1477185" y="2907606"/>
                  </a:cubicBezTo>
                  <a:cubicBezTo>
                    <a:pt x="1480169" y="2912082"/>
                    <a:pt x="1489122" y="2915066"/>
                    <a:pt x="1493598" y="2912082"/>
                  </a:cubicBezTo>
                  <a:cubicBezTo>
                    <a:pt x="1510011" y="2906114"/>
                    <a:pt x="1523440" y="2895669"/>
                    <a:pt x="1527916" y="2876272"/>
                  </a:cubicBezTo>
                  <a:close/>
                  <a:moveTo>
                    <a:pt x="2135203" y="2916559"/>
                  </a:moveTo>
                  <a:cubicBezTo>
                    <a:pt x="2117298" y="2915066"/>
                    <a:pt x="2097900" y="2913574"/>
                    <a:pt x="2079995" y="2921035"/>
                  </a:cubicBezTo>
                  <a:cubicBezTo>
                    <a:pt x="2079995" y="2944909"/>
                    <a:pt x="2087456" y="2953861"/>
                    <a:pt x="2106853" y="2953861"/>
                  </a:cubicBezTo>
                  <a:cubicBezTo>
                    <a:pt x="2124758" y="2953861"/>
                    <a:pt x="2135203" y="2940432"/>
                    <a:pt x="2135203" y="2916559"/>
                  </a:cubicBezTo>
                  <a:close/>
                  <a:moveTo>
                    <a:pt x="1984501" y="2897161"/>
                  </a:moveTo>
                  <a:cubicBezTo>
                    <a:pt x="1974056" y="2916559"/>
                    <a:pt x="1963611" y="2932972"/>
                    <a:pt x="1953166" y="2953861"/>
                  </a:cubicBezTo>
                  <a:cubicBezTo>
                    <a:pt x="1965103" y="2961322"/>
                    <a:pt x="1975548" y="2967290"/>
                    <a:pt x="1985992" y="2973258"/>
                  </a:cubicBezTo>
                  <a:cubicBezTo>
                    <a:pt x="1994945" y="2977735"/>
                    <a:pt x="2003898" y="2979227"/>
                    <a:pt x="2009866" y="2968782"/>
                  </a:cubicBezTo>
                  <a:cubicBezTo>
                    <a:pt x="2015835" y="2958337"/>
                    <a:pt x="2029264" y="2949385"/>
                    <a:pt x="2018819" y="2935956"/>
                  </a:cubicBezTo>
                  <a:cubicBezTo>
                    <a:pt x="2009866" y="2922527"/>
                    <a:pt x="1997929" y="2912082"/>
                    <a:pt x="1984501" y="2897161"/>
                  </a:cubicBezTo>
                  <a:close/>
                  <a:moveTo>
                    <a:pt x="1865132" y="2883732"/>
                  </a:moveTo>
                  <a:cubicBezTo>
                    <a:pt x="1862148" y="2882240"/>
                    <a:pt x="1854687" y="2883732"/>
                    <a:pt x="1851703" y="2886716"/>
                  </a:cubicBezTo>
                  <a:cubicBezTo>
                    <a:pt x="1850211" y="2889701"/>
                    <a:pt x="1850211" y="2897161"/>
                    <a:pt x="1853195" y="2900145"/>
                  </a:cubicBezTo>
                  <a:cubicBezTo>
                    <a:pt x="1863640" y="2910590"/>
                    <a:pt x="1874085" y="2919543"/>
                    <a:pt x="1886021" y="2929987"/>
                  </a:cubicBezTo>
                  <a:cubicBezTo>
                    <a:pt x="1893482" y="2922527"/>
                    <a:pt x="1897958" y="2916559"/>
                    <a:pt x="1906911" y="2906114"/>
                  </a:cubicBezTo>
                  <a:cubicBezTo>
                    <a:pt x="1891990" y="2897161"/>
                    <a:pt x="1878561" y="2889701"/>
                    <a:pt x="1865132" y="2883732"/>
                  </a:cubicBezTo>
                  <a:close/>
                  <a:moveTo>
                    <a:pt x="1354832" y="2838970"/>
                  </a:moveTo>
                  <a:cubicBezTo>
                    <a:pt x="1349610" y="2840834"/>
                    <a:pt x="1345134" y="2847922"/>
                    <a:pt x="1336927" y="2861351"/>
                  </a:cubicBezTo>
                  <a:cubicBezTo>
                    <a:pt x="1347371" y="2871795"/>
                    <a:pt x="1359308" y="2882240"/>
                    <a:pt x="1371245" y="2892685"/>
                  </a:cubicBezTo>
                  <a:cubicBezTo>
                    <a:pt x="1380198" y="2882240"/>
                    <a:pt x="1389150" y="2873287"/>
                    <a:pt x="1396611" y="2861351"/>
                  </a:cubicBezTo>
                  <a:cubicBezTo>
                    <a:pt x="1389150" y="2855382"/>
                    <a:pt x="1383182" y="2850906"/>
                    <a:pt x="1377213" y="2847922"/>
                  </a:cubicBezTo>
                  <a:cubicBezTo>
                    <a:pt x="1366022" y="2840462"/>
                    <a:pt x="1360054" y="2837104"/>
                    <a:pt x="1354832" y="2838970"/>
                  </a:cubicBezTo>
                  <a:close/>
                  <a:moveTo>
                    <a:pt x="3766820" y="3033316"/>
                  </a:moveTo>
                  <a:cubicBezTo>
                    <a:pt x="3746677" y="3031824"/>
                    <a:pt x="3726534" y="3032197"/>
                    <a:pt x="3706391" y="3035927"/>
                  </a:cubicBezTo>
                  <a:cubicBezTo>
                    <a:pt x="3689977" y="3038911"/>
                    <a:pt x="3689977" y="3040403"/>
                    <a:pt x="3697438" y="3059801"/>
                  </a:cubicBezTo>
                  <a:cubicBezTo>
                    <a:pt x="3752645" y="3061293"/>
                    <a:pt x="3804869" y="3064277"/>
                    <a:pt x="3858585" y="3065769"/>
                  </a:cubicBezTo>
                  <a:cubicBezTo>
                    <a:pt x="3858585" y="3062785"/>
                    <a:pt x="3860077" y="3061293"/>
                    <a:pt x="3860077" y="3058309"/>
                  </a:cubicBezTo>
                  <a:cubicBezTo>
                    <a:pt x="3849632" y="3052340"/>
                    <a:pt x="3839188" y="3043388"/>
                    <a:pt x="3827251" y="3041895"/>
                  </a:cubicBezTo>
                  <a:cubicBezTo>
                    <a:pt x="3807107" y="3038165"/>
                    <a:pt x="3786964" y="3034808"/>
                    <a:pt x="3766820" y="3033316"/>
                  </a:cubicBezTo>
                  <a:close/>
                  <a:moveTo>
                    <a:pt x="1637400" y="2841580"/>
                  </a:moveTo>
                  <a:cubicBezTo>
                    <a:pt x="1631991" y="2840461"/>
                    <a:pt x="1625649" y="2842700"/>
                    <a:pt x="1617442" y="2847922"/>
                  </a:cubicBezTo>
                  <a:cubicBezTo>
                    <a:pt x="1612966" y="2850906"/>
                    <a:pt x="1608490" y="2853890"/>
                    <a:pt x="1602521" y="2858366"/>
                  </a:cubicBezTo>
                  <a:cubicBezTo>
                    <a:pt x="1614458" y="2876272"/>
                    <a:pt x="1624903" y="2895669"/>
                    <a:pt x="1636840" y="2915066"/>
                  </a:cubicBezTo>
                  <a:cubicBezTo>
                    <a:pt x="1662206" y="2895669"/>
                    <a:pt x="1665190" y="2880748"/>
                    <a:pt x="1651761" y="2855382"/>
                  </a:cubicBezTo>
                  <a:cubicBezTo>
                    <a:pt x="1647285" y="2847176"/>
                    <a:pt x="1642809" y="2842700"/>
                    <a:pt x="1637400" y="2841580"/>
                  </a:cubicBezTo>
                  <a:close/>
                  <a:moveTo>
                    <a:pt x="2863351" y="2940432"/>
                  </a:moveTo>
                  <a:cubicBezTo>
                    <a:pt x="2839477" y="2940432"/>
                    <a:pt x="2820080" y="2940432"/>
                    <a:pt x="2800682" y="2940432"/>
                  </a:cubicBezTo>
                  <a:cubicBezTo>
                    <a:pt x="2797698" y="2955353"/>
                    <a:pt x="2796206" y="2968782"/>
                    <a:pt x="2791730" y="2980719"/>
                  </a:cubicBezTo>
                  <a:cubicBezTo>
                    <a:pt x="2787253" y="2992656"/>
                    <a:pt x="2778301" y="3003101"/>
                    <a:pt x="2770840" y="3015037"/>
                  </a:cubicBezTo>
                  <a:cubicBezTo>
                    <a:pt x="2782777" y="3023990"/>
                    <a:pt x="2793222" y="3029958"/>
                    <a:pt x="2806651" y="3037419"/>
                  </a:cubicBezTo>
                  <a:cubicBezTo>
                    <a:pt x="2842461" y="3015037"/>
                    <a:pt x="2840969" y="2971766"/>
                    <a:pt x="2863351" y="2940432"/>
                  </a:cubicBezTo>
                  <a:close/>
                  <a:moveTo>
                    <a:pt x="2288780" y="2891068"/>
                  </a:moveTo>
                  <a:lnTo>
                    <a:pt x="2287981" y="2891309"/>
                  </a:lnTo>
                  <a:lnTo>
                    <a:pt x="2287616" y="2891206"/>
                  </a:lnTo>
                  <a:close/>
                  <a:moveTo>
                    <a:pt x="1495090" y="2822556"/>
                  </a:moveTo>
                  <a:cubicBezTo>
                    <a:pt x="1486137" y="2835985"/>
                    <a:pt x="1475692" y="2849414"/>
                    <a:pt x="1468232" y="2862843"/>
                  </a:cubicBezTo>
                  <a:cubicBezTo>
                    <a:pt x="1466740" y="2865827"/>
                    <a:pt x="1466740" y="2873287"/>
                    <a:pt x="1468232" y="2876272"/>
                  </a:cubicBezTo>
                  <a:cubicBezTo>
                    <a:pt x="1471216" y="2879256"/>
                    <a:pt x="1478677" y="2883732"/>
                    <a:pt x="1483153" y="2882240"/>
                  </a:cubicBezTo>
                  <a:cubicBezTo>
                    <a:pt x="1495090" y="2879256"/>
                    <a:pt x="1508519" y="2876272"/>
                    <a:pt x="1511503" y="2861351"/>
                  </a:cubicBezTo>
                  <a:cubicBezTo>
                    <a:pt x="1514487" y="2846429"/>
                    <a:pt x="1514487" y="2833001"/>
                    <a:pt x="1495090" y="2822556"/>
                  </a:cubicBezTo>
                  <a:close/>
                  <a:moveTo>
                    <a:pt x="2888716" y="2935956"/>
                  </a:moveTo>
                  <a:cubicBezTo>
                    <a:pt x="2872303" y="2953861"/>
                    <a:pt x="2857382" y="2977735"/>
                    <a:pt x="2858874" y="2988179"/>
                  </a:cubicBezTo>
                  <a:cubicBezTo>
                    <a:pt x="2858874" y="2992656"/>
                    <a:pt x="2863351" y="2995640"/>
                    <a:pt x="2867827" y="3003101"/>
                  </a:cubicBezTo>
                  <a:cubicBezTo>
                    <a:pt x="2884240" y="2970274"/>
                    <a:pt x="2891701" y="2949385"/>
                    <a:pt x="2888716" y="2935956"/>
                  </a:cubicBezTo>
                  <a:close/>
                  <a:moveTo>
                    <a:pt x="3739217" y="3001609"/>
                  </a:moveTo>
                  <a:cubicBezTo>
                    <a:pt x="3725788" y="3010561"/>
                    <a:pt x="3713851" y="3006085"/>
                    <a:pt x="3701913" y="3009069"/>
                  </a:cubicBezTo>
                  <a:cubicBezTo>
                    <a:pt x="3695946" y="3010561"/>
                    <a:pt x="3691469" y="3012053"/>
                    <a:pt x="3685501" y="3013545"/>
                  </a:cubicBezTo>
                  <a:cubicBezTo>
                    <a:pt x="3685501" y="3016530"/>
                    <a:pt x="3685501" y="3018022"/>
                    <a:pt x="3686993" y="3021006"/>
                  </a:cubicBezTo>
                  <a:cubicBezTo>
                    <a:pt x="3713851" y="3025482"/>
                    <a:pt x="3740709" y="3019514"/>
                    <a:pt x="3769059" y="3018022"/>
                  </a:cubicBezTo>
                  <a:cubicBezTo>
                    <a:pt x="3761598" y="3007577"/>
                    <a:pt x="3748169" y="2995640"/>
                    <a:pt x="3739217" y="3001609"/>
                  </a:cubicBezTo>
                  <a:close/>
                  <a:moveTo>
                    <a:pt x="2232190" y="2876272"/>
                  </a:moveTo>
                  <a:cubicBezTo>
                    <a:pt x="2194887" y="2888208"/>
                    <a:pt x="2163553" y="2903130"/>
                    <a:pt x="2156093" y="2912082"/>
                  </a:cubicBezTo>
                  <a:cubicBezTo>
                    <a:pt x="2168030" y="2932972"/>
                    <a:pt x="2188919" y="2941924"/>
                    <a:pt x="2206824" y="2935956"/>
                  </a:cubicBezTo>
                  <a:cubicBezTo>
                    <a:pt x="2232190" y="2925511"/>
                    <a:pt x="2239650" y="2907606"/>
                    <a:pt x="2232190" y="2876272"/>
                  </a:cubicBezTo>
                  <a:close/>
                  <a:moveTo>
                    <a:pt x="1515979" y="2815095"/>
                  </a:moveTo>
                  <a:cubicBezTo>
                    <a:pt x="1520456" y="2825540"/>
                    <a:pt x="1526424" y="2833001"/>
                    <a:pt x="1526424" y="2838969"/>
                  </a:cubicBezTo>
                  <a:cubicBezTo>
                    <a:pt x="1526424" y="2855382"/>
                    <a:pt x="1536869" y="2864335"/>
                    <a:pt x="1547314" y="2874780"/>
                  </a:cubicBezTo>
                  <a:cubicBezTo>
                    <a:pt x="1571187" y="2898653"/>
                    <a:pt x="1592077" y="2925511"/>
                    <a:pt x="1602521" y="2956845"/>
                  </a:cubicBezTo>
                  <a:cubicBezTo>
                    <a:pt x="1623411" y="3016530"/>
                    <a:pt x="1638332" y="3074722"/>
                    <a:pt x="1627887" y="3140374"/>
                  </a:cubicBezTo>
                  <a:cubicBezTo>
                    <a:pt x="1618935" y="3189614"/>
                    <a:pt x="1608490" y="3235869"/>
                    <a:pt x="1578648" y="3279140"/>
                  </a:cubicBezTo>
                  <a:cubicBezTo>
                    <a:pt x="1584616" y="3283616"/>
                    <a:pt x="1589093" y="3286601"/>
                    <a:pt x="1596553" y="3292569"/>
                  </a:cubicBezTo>
                  <a:cubicBezTo>
                    <a:pt x="1604014" y="3279140"/>
                    <a:pt x="1612966" y="3268695"/>
                    <a:pt x="1617442" y="3256758"/>
                  </a:cubicBezTo>
                  <a:cubicBezTo>
                    <a:pt x="1638332" y="3210503"/>
                    <a:pt x="1657729" y="3164248"/>
                    <a:pt x="1660714" y="3115008"/>
                  </a:cubicBezTo>
                  <a:cubicBezTo>
                    <a:pt x="1663698" y="3079198"/>
                    <a:pt x="1666682" y="3041895"/>
                    <a:pt x="1654745" y="3006085"/>
                  </a:cubicBezTo>
                  <a:cubicBezTo>
                    <a:pt x="1645793" y="2979227"/>
                    <a:pt x="1636840" y="2952369"/>
                    <a:pt x="1624903" y="2927003"/>
                  </a:cubicBezTo>
                  <a:cubicBezTo>
                    <a:pt x="1608490" y="2892685"/>
                    <a:pt x="1589093" y="2861351"/>
                    <a:pt x="1560742" y="2837477"/>
                  </a:cubicBezTo>
                  <a:cubicBezTo>
                    <a:pt x="1548806" y="2827032"/>
                    <a:pt x="1536869" y="2816587"/>
                    <a:pt x="1515979" y="2815095"/>
                  </a:cubicBezTo>
                  <a:close/>
                  <a:moveTo>
                    <a:pt x="1898518" y="2845497"/>
                  </a:moveTo>
                  <a:cubicBezTo>
                    <a:pt x="1889379" y="2842699"/>
                    <a:pt x="1880053" y="2841953"/>
                    <a:pt x="1869608" y="2844937"/>
                  </a:cubicBezTo>
                  <a:cubicBezTo>
                    <a:pt x="1868116" y="2850906"/>
                    <a:pt x="1866624" y="2856874"/>
                    <a:pt x="1865132" y="2862843"/>
                  </a:cubicBezTo>
                  <a:cubicBezTo>
                    <a:pt x="1881545" y="2871795"/>
                    <a:pt x="1894974" y="2880748"/>
                    <a:pt x="1912879" y="2891193"/>
                  </a:cubicBezTo>
                  <a:cubicBezTo>
                    <a:pt x="1917356" y="2879256"/>
                    <a:pt x="1921832" y="2868811"/>
                    <a:pt x="1926308" y="2858366"/>
                  </a:cubicBezTo>
                  <a:cubicBezTo>
                    <a:pt x="1916610" y="2853144"/>
                    <a:pt x="1907657" y="2848295"/>
                    <a:pt x="1898518" y="2845497"/>
                  </a:cubicBezTo>
                  <a:close/>
                  <a:moveTo>
                    <a:pt x="1386166" y="2798682"/>
                  </a:moveTo>
                  <a:cubicBezTo>
                    <a:pt x="1371245" y="2795698"/>
                    <a:pt x="1369753" y="2810619"/>
                    <a:pt x="1362292" y="2824048"/>
                  </a:cubicBezTo>
                  <a:cubicBezTo>
                    <a:pt x="1377213" y="2833001"/>
                    <a:pt x="1390642" y="2840461"/>
                    <a:pt x="1405564" y="2847922"/>
                  </a:cubicBezTo>
                  <a:cubicBezTo>
                    <a:pt x="1416008" y="2837477"/>
                    <a:pt x="1426453" y="2825540"/>
                    <a:pt x="1418992" y="2815095"/>
                  </a:cubicBezTo>
                  <a:cubicBezTo>
                    <a:pt x="1413024" y="2806143"/>
                    <a:pt x="1398103" y="2801666"/>
                    <a:pt x="1386166" y="2798682"/>
                  </a:cubicBezTo>
                  <a:close/>
                  <a:moveTo>
                    <a:pt x="3657151" y="2967290"/>
                  </a:moveTo>
                  <a:cubicBezTo>
                    <a:pt x="3673564" y="3000116"/>
                    <a:pt x="3681025" y="3003101"/>
                    <a:pt x="3715343" y="2989672"/>
                  </a:cubicBezTo>
                  <a:cubicBezTo>
                    <a:pt x="3697438" y="2979227"/>
                    <a:pt x="3678040" y="2973258"/>
                    <a:pt x="3657151" y="2967290"/>
                  </a:cubicBezTo>
                  <a:close/>
                  <a:moveTo>
                    <a:pt x="1562235" y="2780777"/>
                  </a:moveTo>
                  <a:cubicBezTo>
                    <a:pt x="1554774" y="2788237"/>
                    <a:pt x="1547314" y="2795698"/>
                    <a:pt x="1541345" y="2801666"/>
                  </a:cubicBezTo>
                  <a:cubicBezTo>
                    <a:pt x="1559250" y="2816587"/>
                    <a:pt x="1574171" y="2828524"/>
                    <a:pt x="1592077" y="2843445"/>
                  </a:cubicBezTo>
                  <a:cubicBezTo>
                    <a:pt x="1595061" y="2827032"/>
                    <a:pt x="1596553" y="2815095"/>
                    <a:pt x="1599537" y="2804651"/>
                  </a:cubicBezTo>
                  <a:cubicBezTo>
                    <a:pt x="1586108" y="2797190"/>
                    <a:pt x="1575663" y="2791222"/>
                    <a:pt x="1562235" y="2780777"/>
                  </a:cubicBezTo>
                  <a:close/>
                  <a:moveTo>
                    <a:pt x="1111619" y="2743474"/>
                  </a:moveTo>
                  <a:cubicBezTo>
                    <a:pt x="1101174" y="2746458"/>
                    <a:pt x="1098190" y="2752427"/>
                    <a:pt x="1102666" y="2758395"/>
                  </a:cubicBezTo>
                  <a:cubicBezTo>
                    <a:pt x="1107142" y="2765856"/>
                    <a:pt x="1113111" y="2776301"/>
                    <a:pt x="1128032" y="2770332"/>
                  </a:cubicBezTo>
                  <a:cubicBezTo>
                    <a:pt x="1122063" y="2761379"/>
                    <a:pt x="1116095" y="2752427"/>
                    <a:pt x="1111619" y="2743474"/>
                  </a:cubicBezTo>
                  <a:close/>
                  <a:moveTo>
                    <a:pt x="1418992" y="2761379"/>
                  </a:moveTo>
                  <a:cubicBezTo>
                    <a:pt x="1407056" y="2758395"/>
                    <a:pt x="1395119" y="2759888"/>
                    <a:pt x="1380198" y="2759888"/>
                  </a:cubicBezTo>
                  <a:cubicBezTo>
                    <a:pt x="1381690" y="2768840"/>
                    <a:pt x="1381690" y="2776301"/>
                    <a:pt x="1384674" y="2779285"/>
                  </a:cubicBezTo>
                  <a:cubicBezTo>
                    <a:pt x="1398103" y="2788237"/>
                    <a:pt x="1413024" y="2795698"/>
                    <a:pt x="1430929" y="2795698"/>
                  </a:cubicBezTo>
                  <a:cubicBezTo>
                    <a:pt x="1432421" y="2791222"/>
                    <a:pt x="1433914" y="2786745"/>
                    <a:pt x="1433914" y="2782269"/>
                  </a:cubicBezTo>
                  <a:cubicBezTo>
                    <a:pt x="1438390" y="2764364"/>
                    <a:pt x="1436898" y="2761379"/>
                    <a:pt x="1418992" y="2761379"/>
                  </a:cubicBezTo>
                  <a:close/>
                  <a:moveTo>
                    <a:pt x="1916797" y="2801480"/>
                  </a:moveTo>
                  <a:cubicBezTo>
                    <a:pt x="1907657" y="2800920"/>
                    <a:pt x="1898705" y="2801666"/>
                    <a:pt x="1890498" y="2801666"/>
                  </a:cubicBezTo>
                  <a:cubicBezTo>
                    <a:pt x="1886021" y="2801666"/>
                    <a:pt x="1880053" y="2809127"/>
                    <a:pt x="1878561" y="2815095"/>
                  </a:cubicBezTo>
                  <a:cubicBezTo>
                    <a:pt x="1875577" y="2822556"/>
                    <a:pt x="1880053" y="2827032"/>
                    <a:pt x="1887514" y="2830016"/>
                  </a:cubicBezTo>
                  <a:cubicBezTo>
                    <a:pt x="1896466" y="2833001"/>
                    <a:pt x="1905419" y="2835985"/>
                    <a:pt x="1915864" y="2838969"/>
                  </a:cubicBezTo>
                  <a:cubicBezTo>
                    <a:pt x="1930785" y="2843445"/>
                    <a:pt x="1933769" y="2841953"/>
                    <a:pt x="1939737" y="2827032"/>
                  </a:cubicBezTo>
                  <a:cubicBezTo>
                    <a:pt x="1941229" y="2821064"/>
                    <a:pt x="1941229" y="2816587"/>
                    <a:pt x="1944214" y="2809127"/>
                  </a:cubicBezTo>
                  <a:cubicBezTo>
                    <a:pt x="1935261" y="2803905"/>
                    <a:pt x="1925935" y="2802039"/>
                    <a:pt x="1916797" y="2801480"/>
                  </a:cubicBezTo>
                  <a:close/>
                  <a:moveTo>
                    <a:pt x="3705458" y="2946960"/>
                  </a:moveTo>
                  <a:cubicBezTo>
                    <a:pt x="3701168" y="2944535"/>
                    <a:pt x="3694454" y="2945655"/>
                    <a:pt x="3682517" y="2949385"/>
                  </a:cubicBezTo>
                  <a:cubicBezTo>
                    <a:pt x="3694453" y="2955353"/>
                    <a:pt x="3703406" y="2961322"/>
                    <a:pt x="3713851" y="2965798"/>
                  </a:cubicBezTo>
                  <a:cubicBezTo>
                    <a:pt x="3711612" y="2955353"/>
                    <a:pt x="3709747" y="2949385"/>
                    <a:pt x="3705458" y="2946960"/>
                  </a:cubicBezTo>
                  <a:close/>
                  <a:moveTo>
                    <a:pt x="1609982" y="2743474"/>
                  </a:moveTo>
                  <a:cubicBezTo>
                    <a:pt x="1598045" y="2747951"/>
                    <a:pt x="1584616" y="2752427"/>
                    <a:pt x="1571187" y="2758395"/>
                  </a:cubicBezTo>
                  <a:cubicBezTo>
                    <a:pt x="1581632" y="2782269"/>
                    <a:pt x="1590585" y="2788237"/>
                    <a:pt x="1602521" y="2782269"/>
                  </a:cubicBezTo>
                  <a:cubicBezTo>
                    <a:pt x="1615950" y="2774809"/>
                    <a:pt x="1618935" y="2759888"/>
                    <a:pt x="1609982" y="2743474"/>
                  </a:cubicBezTo>
                  <a:close/>
                  <a:moveTo>
                    <a:pt x="1514487" y="2730045"/>
                  </a:moveTo>
                  <a:cubicBezTo>
                    <a:pt x="1507027" y="2744966"/>
                    <a:pt x="1504043" y="2789730"/>
                    <a:pt x="1511503" y="2804651"/>
                  </a:cubicBezTo>
                  <a:cubicBezTo>
                    <a:pt x="1547314" y="2774809"/>
                    <a:pt x="1547314" y="2747951"/>
                    <a:pt x="1514487" y="2730045"/>
                  </a:cubicBezTo>
                  <a:close/>
                  <a:moveTo>
                    <a:pt x="2156093" y="2779285"/>
                  </a:moveTo>
                  <a:cubicBezTo>
                    <a:pt x="2121774" y="2789730"/>
                    <a:pt x="2112822" y="2804651"/>
                    <a:pt x="2118790" y="2844937"/>
                  </a:cubicBezTo>
                  <a:cubicBezTo>
                    <a:pt x="2135203" y="2840461"/>
                    <a:pt x="2150124" y="2837477"/>
                    <a:pt x="2163553" y="2833001"/>
                  </a:cubicBezTo>
                  <a:cubicBezTo>
                    <a:pt x="2171014" y="2831508"/>
                    <a:pt x="2175490" y="2827032"/>
                    <a:pt x="2173998" y="2818080"/>
                  </a:cubicBezTo>
                  <a:cubicBezTo>
                    <a:pt x="2171014" y="2804651"/>
                    <a:pt x="2171014" y="2788237"/>
                    <a:pt x="2156093" y="2779285"/>
                  </a:cubicBezTo>
                  <a:close/>
                  <a:moveTo>
                    <a:pt x="1915677" y="2758768"/>
                  </a:moveTo>
                  <a:cubicBezTo>
                    <a:pt x="1907284" y="2759141"/>
                    <a:pt x="1899450" y="2760634"/>
                    <a:pt x="1891990" y="2762872"/>
                  </a:cubicBezTo>
                  <a:cubicBezTo>
                    <a:pt x="1887514" y="2764364"/>
                    <a:pt x="1881545" y="2771824"/>
                    <a:pt x="1881545" y="2776301"/>
                  </a:cubicBezTo>
                  <a:cubicBezTo>
                    <a:pt x="1881545" y="2780777"/>
                    <a:pt x="1889006" y="2786745"/>
                    <a:pt x="1893482" y="2788237"/>
                  </a:cubicBezTo>
                  <a:cubicBezTo>
                    <a:pt x="1908403" y="2789730"/>
                    <a:pt x="1923324" y="2789730"/>
                    <a:pt x="1939737" y="2791222"/>
                  </a:cubicBezTo>
                  <a:cubicBezTo>
                    <a:pt x="1941229" y="2779285"/>
                    <a:pt x="1941229" y="2770332"/>
                    <a:pt x="1942722" y="2761379"/>
                  </a:cubicBezTo>
                  <a:cubicBezTo>
                    <a:pt x="1933023" y="2759141"/>
                    <a:pt x="1924070" y="2758395"/>
                    <a:pt x="1915677" y="2758768"/>
                  </a:cubicBezTo>
                  <a:close/>
                  <a:moveTo>
                    <a:pt x="3724296" y="2904622"/>
                  </a:moveTo>
                  <a:cubicBezTo>
                    <a:pt x="3716835" y="2913574"/>
                    <a:pt x="3709374" y="2922527"/>
                    <a:pt x="3701914" y="2929987"/>
                  </a:cubicBezTo>
                  <a:cubicBezTo>
                    <a:pt x="3727280" y="2955353"/>
                    <a:pt x="3746677" y="2985195"/>
                    <a:pt x="3786964" y="2995640"/>
                  </a:cubicBezTo>
                  <a:cubicBezTo>
                    <a:pt x="3764583" y="2962814"/>
                    <a:pt x="3745185" y="2934464"/>
                    <a:pt x="3724296" y="2904622"/>
                  </a:cubicBezTo>
                  <a:close/>
                  <a:moveTo>
                    <a:pt x="1084761" y="2686774"/>
                  </a:moveTo>
                  <a:cubicBezTo>
                    <a:pt x="1069840" y="2694235"/>
                    <a:pt x="1072824" y="2710648"/>
                    <a:pt x="1066856" y="2724077"/>
                  </a:cubicBezTo>
                  <a:cubicBezTo>
                    <a:pt x="1056411" y="2752427"/>
                    <a:pt x="1072824" y="2791222"/>
                    <a:pt x="1099682" y="2804651"/>
                  </a:cubicBezTo>
                  <a:cubicBezTo>
                    <a:pt x="1113111" y="2810619"/>
                    <a:pt x="1126540" y="2815095"/>
                    <a:pt x="1141461" y="2804651"/>
                  </a:cubicBezTo>
                  <a:cubicBezTo>
                    <a:pt x="1138477" y="2798682"/>
                    <a:pt x="1135492" y="2792714"/>
                    <a:pt x="1132508" y="2783761"/>
                  </a:cubicBezTo>
                  <a:cubicBezTo>
                    <a:pt x="1113111" y="2791222"/>
                    <a:pt x="1098190" y="2780777"/>
                    <a:pt x="1089237" y="2765856"/>
                  </a:cubicBezTo>
                  <a:cubicBezTo>
                    <a:pt x="1078792" y="2747951"/>
                    <a:pt x="1101174" y="2743474"/>
                    <a:pt x="1105650" y="2728553"/>
                  </a:cubicBezTo>
                  <a:cubicBezTo>
                    <a:pt x="1101174" y="2718109"/>
                    <a:pt x="1095206" y="2706172"/>
                    <a:pt x="1090729" y="2692743"/>
                  </a:cubicBezTo>
                  <a:cubicBezTo>
                    <a:pt x="1089237" y="2691251"/>
                    <a:pt x="1087745" y="2689758"/>
                    <a:pt x="1084761" y="2686774"/>
                  </a:cubicBezTo>
                  <a:close/>
                  <a:moveTo>
                    <a:pt x="1439882" y="2712140"/>
                  </a:moveTo>
                  <a:cubicBezTo>
                    <a:pt x="1421977" y="2715124"/>
                    <a:pt x="1404071" y="2716616"/>
                    <a:pt x="1387658" y="2721093"/>
                  </a:cubicBezTo>
                  <a:cubicBezTo>
                    <a:pt x="1383182" y="2722585"/>
                    <a:pt x="1377213" y="2730045"/>
                    <a:pt x="1378706" y="2733030"/>
                  </a:cubicBezTo>
                  <a:cubicBezTo>
                    <a:pt x="1378706" y="2737506"/>
                    <a:pt x="1386166" y="2741982"/>
                    <a:pt x="1390642" y="2743474"/>
                  </a:cubicBezTo>
                  <a:cubicBezTo>
                    <a:pt x="1399595" y="2744966"/>
                    <a:pt x="1408548" y="2744966"/>
                    <a:pt x="1417500" y="2744966"/>
                  </a:cubicBezTo>
                  <a:cubicBezTo>
                    <a:pt x="1441374" y="2744966"/>
                    <a:pt x="1442866" y="2743474"/>
                    <a:pt x="1439882" y="2712140"/>
                  </a:cubicBezTo>
                  <a:close/>
                  <a:moveTo>
                    <a:pt x="2039895" y="2747951"/>
                  </a:moveTo>
                  <a:cubicBezTo>
                    <a:pt x="2032994" y="2746458"/>
                    <a:pt x="2025534" y="2747205"/>
                    <a:pt x="2017327" y="2749443"/>
                  </a:cubicBezTo>
                  <a:cubicBezTo>
                    <a:pt x="2014343" y="2773316"/>
                    <a:pt x="2012850" y="2798682"/>
                    <a:pt x="2008374" y="2822556"/>
                  </a:cubicBezTo>
                  <a:cubicBezTo>
                    <a:pt x="2003898" y="2843445"/>
                    <a:pt x="1994945" y="2867319"/>
                    <a:pt x="1987485" y="2891193"/>
                  </a:cubicBezTo>
                  <a:cubicBezTo>
                    <a:pt x="1996437" y="2895669"/>
                    <a:pt x="2002406" y="2898653"/>
                    <a:pt x="2008374" y="2903130"/>
                  </a:cubicBezTo>
                  <a:cubicBezTo>
                    <a:pt x="2024787" y="2912082"/>
                    <a:pt x="2030756" y="2912082"/>
                    <a:pt x="2041201" y="2897161"/>
                  </a:cubicBezTo>
                  <a:cubicBezTo>
                    <a:pt x="2054629" y="2880748"/>
                    <a:pt x="2053137" y="2865827"/>
                    <a:pt x="2038216" y="2850906"/>
                  </a:cubicBezTo>
                  <a:cubicBezTo>
                    <a:pt x="2032248" y="2844937"/>
                    <a:pt x="2024787" y="2838969"/>
                    <a:pt x="2015835" y="2833001"/>
                  </a:cubicBezTo>
                  <a:cubicBezTo>
                    <a:pt x="2026280" y="2828524"/>
                    <a:pt x="2033740" y="2827032"/>
                    <a:pt x="2039708" y="2824048"/>
                  </a:cubicBezTo>
                  <a:cubicBezTo>
                    <a:pt x="2045677" y="2821064"/>
                    <a:pt x="2051645" y="2815095"/>
                    <a:pt x="2057614" y="2810619"/>
                  </a:cubicBezTo>
                  <a:cubicBezTo>
                    <a:pt x="2072535" y="2794206"/>
                    <a:pt x="2072535" y="2776301"/>
                    <a:pt x="2059106" y="2759888"/>
                  </a:cubicBezTo>
                  <a:cubicBezTo>
                    <a:pt x="2053138" y="2753173"/>
                    <a:pt x="2046796" y="2749443"/>
                    <a:pt x="2039895" y="2747951"/>
                  </a:cubicBezTo>
                  <a:close/>
                  <a:moveTo>
                    <a:pt x="2197872" y="2753919"/>
                  </a:moveTo>
                  <a:cubicBezTo>
                    <a:pt x="2187427" y="2761379"/>
                    <a:pt x="2179966" y="2765856"/>
                    <a:pt x="2172506" y="2770332"/>
                  </a:cubicBezTo>
                  <a:cubicBezTo>
                    <a:pt x="2179966" y="2786745"/>
                    <a:pt x="2185935" y="2801666"/>
                    <a:pt x="2191903" y="2819572"/>
                  </a:cubicBezTo>
                  <a:cubicBezTo>
                    <a:pt x="2206824" y="2810619"/>
                    <a:pt x="2218761" y="2801666"/>
                    <a:pt x="2233682" y="2791222"/>
                  </a:cubicBezTo>
                  <a:cubicBezTo>
                    <a:pt x="2220253" y="2777793"/>
                    <a:pt x="2209808" y="2765856"/>
                    <a:pt x="2197872" y="2753919"/>
                  </a:cubicBezTo>
                  <a:close/>
                  <a:moveTo>
                    <a:pt x="1669666" y="2706172"/>
                  </a:moveTo>
                  <a:cubicBezTo>
                    <a:pt x="1656237" y="2716616"/>
                    <a:pt x="1641316" y="2727061"/>
                    <a:pt x="1626395" y="2737506"/>
                  </a:cubicBezTo>
                  <a:cubicBezTo>
                    <a:pt x="1632364" y="2747951"/>
                    <a:pt x="1638332" y="2755411"/>
                    <a:pt x="1644300" y="2764364"/>
                  </a:cubicBezTo>
                  <a:cubicBezTo>
                    <a:pt x="1681603" y="2741982"/>
                    <a:pt x="1683095" y="2737506"/>
                    <a:pt x="1669666" y="2706172"/>
                  </a:cubicBezTo>
                  <a:close/>
                  <a:moveTo>
                    <a:pt x="1153398" y="2661408"/>
                  </a:moveTo>
                  <a:cubicBezTo>
                    <a:pt x="1142953" y="2665885"/>
                    <a:pt x="1135492" y="2670361"/>
                    <a:pt x="1125048" y="2676330"/>
                  </a:cubicBezTo>
                  <a:cubicBezTo>
                    <a:pt x="1129524" y="2686774"/>
                    <a:pt x="1132508" y="2694235"/>
                    <a:pt x="1135492" y="2701695"/>
                  </a:cubicBezTo>
                  <a:cubicBezTo>
                    <a:pt x="1138477" y="2710648"/>
                    <a:pt x="1144445" y="2715124"/>
                    <a:pt x="1154890" y="2713632"/>
                  </a:cubicBezTo>
                  <a:cubicBezTo>
                    <a:pt x="1165335" y="2712140"/>
                    <a:pt x="1168319" y="2706172"/>
                    <a:pt x="1171303" y="2697219"/>
                  </a:cubicBezTo>
                  <a:cubicBezTo>
                    <a:pt x="1174287" y="2680806"/>
                    <a:pt x="1166827" y="2670361"/>
                    <a:pt x="1153398" y="2661408"/>
                  </a:cubicBezTo>
                  <a:close/>
                  <a:moveTo>
                    <a:pt x="3755630" y="2873287"/>
                  </a:moveTo>
                  <a:cubicBezTo>
                    <a:pt x="3739217" y="2885224"/>
                    <a:pt x="3737724" y="2898653"/>
                    <a:pt x="3746677" y="2912082"/>
                  </a:cubicBezTo>
                  <a:cubicBezTo>
                    <a:pt x="3751154" y="2918051"/>
                    <a:pt x="3754138" y="2925511"/>
                    <a:pt x="3758614" y="2931480"/>
                  </a:cubicBezTo>
                  <a:cubicBezTo>
                    <a:pt x="3773535" y="2950877"/>
                    <a:pt x="3791440" y="2970274"/>
                    <a:pt x="3803377" y="2991164"/>
                  </a:cubicBezTo>
                  <a:cubicBezTo>
                    <a:pt x="3813822" y="3010561"/>
                    <a:pt x="3831727" y="3016530"/>
                    <a:pt x="3849632" y="3023990"/>
                  </a:cubicBezTo>
                  <a:cubicBezTo>
                    <a:pt x="3821282" y="2973258"/>
                    <a:pt x="3795917" y="2919543"/>
                    <a:pt x="3755630" y="2873287"/>
                  </a:cubicBezTo>
                  <a:close/>
                  <a:moveTo>
                    <a:pt x="2384385" y="2750935"/>
                  </a:moveTo>
                  <a:cubicBezTo>
                    <a:pt x="2369464" y="2770332"/>
                    <a:pt x="2354543" y="2786745"/>
                    <a:pt x="2338130" y="2804651"/>
                  </a:cubicBezTo>
                  <a:cubicBezTo>
                    <a:pt x="2362003" y="2813603"/>
                    <a:pt x="2373940" y="2813603"/>
                    <a:pt x="2376924" y="2801666"/>
                  </a:cubicBezTo>
                  <a:cubicBezTo>
                    <a:pt x="2381401" y="2786745"/>
                    <a:pt x="2388861" y="2771824"/>
                    <a:pt x="2384385" y="2750935"/>
                  </a:cubicBezTo>
                  <a:close/>
                  <a:moveTo>
                    <a:pt x="3500895" y="2835799"/>
                  </a:moveTo>
                  <a:lnTo>
                    <a:pt x="3499733" y="2835985"/>
                  </a:lnTo>
                  <a:lnTo>
                    <a:pt x="3492256" y="2835386"/>
                  </a:lnTo>
                  <a:close/>
                  <a:moveTo>
                    <a:pt x="1939737" y="2707664"/>
                  </a:moveTo>
                  <a:cubicBezTo>
                    <a:pt x="1915864" y="2713632"/>
                    <a:pt x="1894974" y="2716616"/>
                    <a:pt x="1875577" y="2719600"/>
                  </a:cubicBezTo>
                  <a:cubicBezTo>
                    <a:pt x="1874085" y="2743474"/>
                    <a:pt x="1878561" y="2747951"/>
                    <a:pt x="1896466" y="2747951"/>
                  </a:cubicBezTo>
                  <a:cubicBezTo>
                    <a:pt x="1909895" y="2747951"/>
                    <a:pt x="1924816" y="2746458"/>
                    <a:pt x="1941229" y="2744966"/>
                  </a:cubicBezTo>
                  <a:cubicBezTo>
                    <a:pt x="1941229" y="2731537"/>
                    <a:pt x="1939737" y="2719600"/>
                    <a:pt x="1939737" y="2707664"/>
                  </a:cubicBezTo>
                  <a:close/>
                  <a:moveTo>
                    <a:pt x="1424961" y="2659916"/>
                  </a:moveTo>
                  <a:cubicBezTo>
                    <a:pt x="1402579" y="2665885"/>
                    <a:pt x="1383182" y="2665885"/>
                    <a:pt x="1368261" y="2679314"/>
                  </a:cubicBezTo>
                  <a:cubicBezTo>
                    <a:pt x="1371245" y="2688266"/>
                    <a:pt x="1374229" y="2695727"/>
                    <a:pt x="1377213" y="2706172"/>
                  </a:cubicBezTo>
                  <a:cubicBezTo>
                    <a:pt x="1396611" y="2703187"/>
                    <a:pt x="1416008" y="2701695"/>
                    <a:pt x="1438390" y="2698711"/>
                  </a:cubicBezTo>
                  <a:cubicBezTo>
                    <a:pt x="1432421" y="2683790"/>
                    <a:pt x="1429437" y="2673345"/>
                    <a:pt x="1424961" y="2659916"/>
                  </a:cubicBezTo>
                  <a:close/>
                  <a:moveTo>
                    <a:pt x="3539422" y="2829634"/>
                  </a:moveTo>
                  <a:lnTo>
                    <a:pt x="3512604" y="2836358"/>
                  </a:lnTo>
                  <a:lnTo>
                    <a:pt x="3500895" y="2835799"/>
                  </a:lnTo>
                  <a:close/>
                  <a:moveTo>
                    <a:pt x="2238159" y="2716616"/>
                  </a:moveTo>
                  <a:cubicBezTo>
                    <a:pt x="2229206" y="2727061"/>
                    <a:pt x="2221745" y="2736014"/>
                    <a:pt x="2211301" y="2746458"/>
                  </a:cubicBezTo>
                  <a:cubicBezTo>
                    <a:pt x="2221745" y="2759888"/>
                    <a:pt x="2229206" y="2773316"/>
                    <a:pt x="2247111" y="2779285"/>
                  </a:cubicBezTo>
                  <a:cubicBezTo>
                    <a:pt x="2257556" y="2768840"/>
                    <a:pt x="2272477" y="2762872"/>
                    <a:pt x="2275461" y="2743474"/>
                  </a:cubicBezTo>
                  <a:cubicBezTo>
                    <a:pt x="2263524" y="2734522"/>
                    <a:pt x="2251587" y="2725569"/>
                    <a:pt x="2238159" y="2716616"/>
                  </a:cubicBezTo>
                  <a:close/>
                  <a:moveTo>
                    <a:pt x="3562638" y="2823815"/>
                  </a:moveTo>
                  <a:lnTo>
                    <a:pt x="3555688" y="2827032"/>
                  </a:lnTo>
                  <a:lnTo>
                    <a:pt x="3539422" y="2829634"/>
                  </a:lnTo>
                  <a:close/>
                  <a:moveTo>
                    <a:pt x="1205621" y="2624106"/>
                  </a:moveTo>
                  <a:cubicBezTo>
                    <a:pt x="1195177" y="2633059"/>
                    <a:pt x="1183240" y="2642011"/>
                    <a:pt x="1172795" y="2650964"/>
                  </a:cubicBezTo>
                  <a:cubicBezTo>
                    <a:pt x="1171303" y="2650964"/>
                    <a:pt x="1171303" y="2652456"/>
                    <a:pt x="1169811" y="2655440"/>
                  </a:cubicBezTo>
                  <a:cubicBezTo>
                    <a:pt x="1178764" y="2667377"/>
                    <a:pt x="1189208" y="2676330"/>
                    <a:pt x="1204129" y="2682298"/>
                  </a:cubicBezTo>
                  <a:cubicBezTo>
                    <a:pt x="1216066" y="2686774"/>
                    <a:pt x="1226511" y="2682298"/>
                    <a:pt x="1232479" y="2673345"/>
                  </a:cubicBezTo>
                  <a:cubicBezTo>
                    <a:pt x="1238448" y="2664393"/>
                    <a:pt x="1235463" y="2655440"/>
                    <a:pt x="1226511" y="2644995"/>
                  </a:cubicBezTo>
                  <a:cubicBezTo>
                    <a:pt x="1219050" y="2639027"/>
                    <a:pt x="1213082" y="2631566"/>
                    <a:pt x="1205621" y="2624106"/>
                  </a:cubicBezTo>
                  <a:close/>
                  <a:moveTo>
                    <a:pt x="3789948" y="2825540"/>
                  </a:moveTo>
                  <a:cubicBezTo>
                    <a:pt x="3766075" y="2847922"/>
                    <a:pt x="3763090" y="2856874"/>
                    <a:pt x="3778011" y="2882240"/>
                  </a:cubicBezTo>
                  <a:cubicBezTo>
                    <a:pt x="3806361" y="2928495"/>
                    <a:pt x="3834711" y="2974751"/>
                    <a:pt x="3864553" y="3019514"/>
                  </a:cubicBezTo>
                  <a:cubicBezTo>
                    <a:pt x="3876490" y="3037419"/>
                    <a:pt x="3894395" y="3050848"/>
                    <a:pt x="3909317" y="3065769"/>
                  </a:cubicBezTo>
                  <a:cubicBezTo>
                    <a:pt x="3912301" y="3068753"/>
                    <a:pt x="3918269" y="3068753"/>
                    <a:pt x="3924238" y="3071737"/>
                  </a:cubicBezTo>
                  <a:cubicBezTo>
                    <a:pt x="3909317" y="3023990"/>
                    <a:pt x="3888427" y="2983703"/>
                    <a:pt x="3863062" y="2943416"/>
                  </a:cubicBezTo>
                  <a:cubicBezTo>
                    <a:pt x="3840680" y="2903130"/>
                    <a:pt x="3824267" y="2858366"/>
                    <a:pt x="3789948" y="2825540"/>
                  </a:cubicBezTo>
                  <a:close/>
                  <a:moveTo>
                    <a:pt x="1721890" y="2640519"/>
                  </a:moveTo>
                  <a:cubicBezTo>
                    <a:pt x="1709953" y="2659916"/>
                    <a:pt x="1698016" y="2677822"/>
                    <a:pt x="1684587" y="2697219"/>
                  </a:cubicBezTo>
                  <a:cubicBezTo>
                    <a:pt x="1687571" y="2703187"/>
                    <a:pt x="1692048" y="2707664"/>
                    <a:pt x="1696524" y="2713632"/>
                  </a:cubicBezTo>
                  <a:cubicBezTo>
                    <a:pt x="1735319" y="2698711"/>
                    <a:pt x="1745764" y="2673345"/>
                    <a:pt x="1721890" y="2640519"/>
                  </a:cubicBezTo>
                  <a:close/>
                  <a:moveTo>
                    <a:pt x="1926308" y="2656932"/>
                  </a:moveTo>
                  <a:cubicBezTo>
                    <a:pt x="1911387" y="2658424"/>
                    <a:pt x="1893482" y="2659916"/>
                    <a:pt x="1877069" y="2664393"/>
                  </a:cubicBezTo>
                  <a:cubicBezTo>
                    <a:pt x="1872593" y="2665885"/>
                    <a:pt x="1868116" y="2673345"/>
                    <a:pt x="1866624" y="2677822"/>
                  </a:cubicBezTo>
                  <a:cubicBezTo>
                    <a:pt x="1866624" y="2685282"/>
                    <a:pt x="1868116" y="2692743"/>
                    <a:pt x="1868116" y="2703187"/>
                  </a:cubicBezTo>
                  <a:cubicBezTo>
                    <a:pt x="1881545" y="2703187"/>
                    <a:pt x="1891990" y="2704679"/>
                    <a:pt x="1902435" y="2703187"/>
                  </a:cubicBezTo>
                  <a:cubicBezTo>
                    <a:pt x="1933769" y="2700203"/>
                    <a:pt x="1936753" y="2694235"/>
                    <a:pt x="1930785" y="2662901"/>
                  </a:cubicBezTo>
                  <a:cubicBezTo>
                    <a:pt x="1930785" y="2661408"/>
                    <a:pt x="1929293" y="2659916"/>
                    <a:pt x="1926308" y="2656932"/>
                  </a:cubicBezTo>
                  <a:close/>
                  <a:moveTo>
                    <a:pt x="1483153" y="2619629"/>
                  </a:moveTo>
                  <a:cubicBezTo>
                    <a:pt x="1493598" y="2649472"/>
                    <a:pt x="1504043" y="2677822"/>
                    <a:pt x="1512995" y="2707664"/>
                  </a:cubicBezTo>
                  <a:cubicBezTo>
                    <a:pt x="1530900" y="2694235"/>
                    <a:pt x="1539853" y="2671853"/>
                    <a:pt x="1533885" y="2658424"/>
                  </a:cubicBezTo>
                  <a:cubicBezTo>
                    <a:pt x="1526424" y="2636043"/>
                    <a:pt x="1505535" y="2619629"/>
                    <a:pt x="1483153" y="2619629"/>
                  </a:cubicBezTo>
                  <a:close/>
                  <a:moveTo>
                    <a:pt x="2268001" y="2682298"/>
                  </a:moveTo>
                  <a:cubicBezTo>
                    <a:pt x="2263524" y="2688266"/>
                    <a:pt x="2259048" y="2694235"/>
                    <a:pt x="2256064" y="2698711"/>
                  </a:cubicBezTo>
                  <a:cubicBezTo>
                    <a:pt x="2254572" y="2701695"/>
                    <a:pt x="2254572" y="2704679"/>
                    <a:pt x="2253080" y="2709156"/>
                  </a:cubicBezTo>
                  <a:cubicBezTo>
                    <a:pt x="2256064" y="2712140"/>
                    <a:pt x="2259048" y="2715124"/>
                    <a:pt x="2262032" y="2718109"/>
                  </a:cubicBezTo>
                  <a:cubicBezTo>
                    <a:pt x="2293366" y="2743474"/>
                    <a:pt x="2293366" y="2743474"/>
                    <a:pt x="2314256" y="2706172"/>
                  </a:cubicBezTo>
                  <a:cubicBezTo>
                    <a:pt x="2302319" y="2694235"/>
                    <a:pt x="2285906" y="2688266"/>
                    <a:pt x="2268001" y="2682298"/>
                  </a:cubicBezTo>
                  <a:close/>
                  <a:moveTo>
                    <a:pt x="1090729" y="2582327"/>
                  </a:moveTo>
                  <a:cubicBezTo>
                    <a:pt x="1093713" y="2595756"/>
                    <a:pt x="1095206" y="2606201"/>
                    <a:pt x="1099682" y="2621122"/>
                  </a:cubicBezTo>
                  <a:cubicBezTo>
                    <a:pt x="1110127" y="2618137"/>
                    <a:pt x="1116095" y="2615153"/>
                    <a:pt x="1123556" y="2612169"/>
                  </a:cubicBezTo>
                  <a:cubicBezTo>
                    <a:pt x="1114603" y="2598740"/>
                    <a:pt x="1110127" y="2585311"/>
                    <a:pt x="1090729" y="2582327"/>
                  </a:cubicBezTo>
                  <a:close/>
                  <a:moveTo>
                    <a:pt x="1596553" y="2622614"/>
                  </a:moveTo>
                  <a:cubicBezTo>
                    <a:pt x="1590585" y="2619629"/>
                    <a:pt x="1581632" y="2618137"/>
                    <a:pt x="1575663" y="2621122"/>
                  </a:cubicBezTo>
                  <a:cubicBezTo>
                    <a:pt x="1563727" y="2624106"/>
                    <a:pt x="1553282" y="2630074"/>
                    <a:pt x="1544329" y="2634551"/>
                  </a:cubicBezTo>
                  <a:cubicBezTo>
                    <a:pt x="1545821" y="2656932"/>
                    <a:pt x="1547314" y="2676330"/>
                    <a:pt x="1548806" y="2697219"/>
                  </a:cubicBezTo>
                  <a:cubicBezTo>
                    <a:pt x="1559250" y="2697219"/>
                    <a:pt x="1569695" y="2697219"/>
                    <a:pt x="1586108" y="2697219"/>
                  </a:cubicBezTo>
                  <a:cubicBezTo>
                    <a:pt x="1572679" y="2676330"/>
                    <a:pt x="1562235" y="2659916"/>
                    <a:pt x="1551790" y="2643503"/>
                  </a:cubicBezTo>
                  <a:cubicBezTo>
                    <a:pt x="1563727" y="2634551"/>
                    <a:pt x="1568203" y="2640519"/>
                    <a:pt x="1572679" y="2647980"/>
                  </a:cubicBezTo>
                  <a:cubicBezTo>
                    <a:pt x="1580140" y="2659916"/>
                    <a:pt x="1586108" y="2670361"/>
                    <a:pt x="1595061" y="2680806"/>
                  </a:cubicBezTo>
                  <a:cubicBezTo>
                    <a:pt x="1598045" y="2683790"/>
                    <a:pt x="1606998" y="2686774"/>
                    <a:pt x="1609982" y="2685282"/>
                  </a:cubicBezTo>
                  <a:cubicBezTo>
                    <a:pt x="1614458" y="2682298"/>
                    <a:pt x="1621919" y="2674837"/>
                    <a:pt x="1620427" y="2670361"/>
                  </a:cubicBezTo>
                  <a:cubicBezTo>
                    <a:pt x="1614458" y="2653948"/>
                    <a:pt x="1611474" y="2634551"/>
                    <a:pt x="1596553" y="2622614"/>
                  </a:cubicBezTo>
                  <a:close/>
                  <a:moveTo>
                    <a:pt x="1292164" y="2597248"/>
                  </a:moveTo>
                  <a:cubicBezTo>
                    <a:pt x="1287687" y="2612169"/>
                    <a:pt x="1283211" y="2625598"/>
                    <a:pt x="1280227" y="2636043"/>
                  </a:cubicBezTo>
                  <a:cubicBezTo>
                    <a:pt x="1287687" y="2661408"/>
                    <a:pt x="1293656" y="2682298"/>
                    <a:pt x="1301116" y="2703187"/>
                  </a:cubicBezTo>
                  <a:cubicBezTo>
                    <a:pt x="1320514" y="2759888"/>
                    <a:pt x="1289179" y="2837477"/>
                    <a:pt x="1235463" y="2855382"/>
                  </a:cubicBezTo>
                  <a:cubicBezTo>
                    <a:pt x="1230987" y="2855382"/>
                    <a:pt x="1228003" y="2858366"/>
                    <a:pt x="1223527" y="2861351"/>
                  </a:cubicBezTo>
                  <a:cubicBezTo>
                    <a:pt x="1226511" y="2867319"/>
                    <a:pt x="1229495" y="2873287"/>
                    <a:pt x="1233971" y="2879256"/>
                  </a:cubicBezTo>
                  <a:cubicBezTo>
                    <a:pt x="1245908" y="2898653"/>
                    <a:pt x="1253369" y="2900145"/>
                    <a:pt x="1272766" y="2888208"/>
                  </a:cubicBezTo>
                  <a:cubicBezTo>
                    <a:pt x="1284703" y="2880748"/>
                    <a:pt x="1298132" y="2873287"/>
                    <a:pt x="1307085" y="2864335"/>
                  </a:cubicBezTo>
                  <a:cubicBezTo>
                    <a:pt x="1333942" y="2837477"/>
                    <a:pt x="1360800" y="2809127"/>
                    <a:pt x="1362292" y="2768840"/>
                  </a:cubicBezTo>
                  <a:cubicBezTo>
                    <a:pt x="1363785" y="2752427"/>
                    <a:pt x="1362292" y="2736014"/>
                    <a:pt x="1359308" y="2719600"/>
                  </a:cubicBezTo>
                  <a:cubicBezTo>
                    <a:pt x="1353340" y="2680806"/>
                    <a:pt x="1341403" y="2643503"/>
                    <a:pt x="1316037" y="2612169"/>
                  </a:cubicBezTo>
                  <a:cubicBezTo>
                    <a:pt x="1310069" y="2604708"/>
                    <a:pt x="1302608" y="2597248"/>
                    <a:pt x="1292164" y="2597248"/>
                  </a:cubicBezTo>
                  <a:close/>
                  <a:moveTo>
                    <a:pt x="1404071" y="2604708"/>
                  </a:moveTo>
                  <a:cubicBezTo>
                    <a:pt x="1392135" y="2610677"/>
                    <a:pt x="1383182" y="2613661"/>
                    <a:pt x="1372737" y="2619629"/>
                  </a:cubicBezTo>
                  <a:cubicBezTo>
                    <a:pt x="1353340" y="2631566"/>
                    <a:pt x="1351848" y="2637535"/>
                    <a:pt x="1365277" y="2659916"/>
                  </a:cubicBezTo>
                  <a:cubicBezTo>
                    <a:pt x="1384674" y="2658424"/>
                    <a:pt x="1404071" y="2658424"/>
                    <a:pt x="1420485" y="2642011"/>
                  </a:cubicBezTo>
                  <a:cubicBezTo>
                    <a:pt x="1416008" y="2630074"/>
                    <a:pt x="1410040" y="2618137"/>
                    <a:pt x="1404071" y="2604708"/>
                  </a:cubicBezTo>
                  <a:close/>
                  <a:moveTo>
                    <a:pt x="1763669" y="2630074"/>
                  </a:moveTo>
                  <a:cubicBezTo>
                    <a:pt x="1756208" y="2636043"/>
                    <a:pt x="1748748" y="2640519"/>
                    <a:pt x="1742779" y="2643503"/>
                  </a:cubicBezTo>
                  <a:cubicBezTo>
                    <a:pt x="1744271" y="2664393"/>
                    <a:pt x="1744271" y="2680806"/>
                    <a:pt x="1744271" y="2697219"/>
                  </a:cubicBezTo>
                  <a:cubicBezTo>
                    <a:pt x="1778590" y="2721093"/>
                    <a:pt x="1790527" y="2743474"/>
                    <a:pt x="1792019" y="2780777"/>
                  </a:cubicBezTo>
                  <a:cubicBezTo>
                    <a:pt x="1793511" y="2812111"/>
                    <a:pt x="1786050" y="2841953"/>
                    <a:pt x="1771129" y="2870303"/>
                  </a:cubicBezTo>
                  <a:cubicBezTo>
                    <a:pt x="1757701" y="2894177"/>
                    <a:pt x="1738303" y="2907606"/>
                    <a:pt x="1712937" y="2913574"/>
                  </a:cubicBezTo>
                  <a:cubicBezTo>
                    <a:pt x="1708461" y="2915066"/>
                    <a:pt x="1703985" y="2915066"/>
                    <a:pt x="1698016" y="2916559"/>
                  </a:cubicBezTo>
                  <a:cubicBezTo>
                    <a:pt x="1701000" y="2927003"/>
                    <a:pt x="1703985" y="2937448"/>
                    <a:pt x="1706969" y="2946401"/>
                  </a:cubicBezTo>
                  <a:cubicBezTo>
                    <a:pt x="1709953" y="2953861"/>
                    <a:pt x="1714429" y="2958337"/>
                    <a:pt x="1721890" y="2955353"/>
                  </a:cubicBezTo>
                  <a:cubicBezTo>
                    <a:pt x="1750240" y="2946401"/>
                    <a:pt x="1777098" y="2935956"/>
                    <a:pt x="1799479" y="2915066"/>
                  </a:cubicBezTo>
                  <a:cubicBezTo>
                    <a:pt x="1845735" y="2874780"/>
                    <a:pt x="1856179" y="2819572"/>
                    <a:pt x="1854687" y="2762872"/>
                  </a:cubicBezTo>
                  <a:cubicBezTo>
                    <a:pt x="1853195" y="2730045"/>
                    <a:pt x="1841258" y="2697219"/>
                    <a:pt x="1833798" y="2659916"/>
                  </a:cubicBezTo>
                  <a:cubicBezTo>
                    <a:pt x="1796495" y="2680806"/>
                    <a:pt x="1786050" y="2644995"/>
                    <a:pt x="1763669" y="2630074"/>
                  </a:cubicBezTo>
                  <a:close/>
                  <a:moveTo>
                    <a:pt x="2426164" y="2673345"/>
                  </a:moveTo>
                  <a:cubicBezTo>
                    <a:pt x="2415719" y="2695727"/>
                    <a:pt x="2405274" y="2715124"/>
                    <a:pt x="2394830" y="2736014"/>
                  </a:cubicBezTo>
                  <a:cubicBezTo>
                    <a:pt x="2411243" y="2744966"/>
                    <a:pt x="2445561" y="2743474"/>
                    <a:pt x="2453022" y="2731537"/>
                  </a:cubicBezTo>
                  <a:cubicBezTo>
                    <a:pt x="2456006" y="2725569"/>
                    <a:pt x="2457498" y="2718109"/>
                    <a:pt x="2456006" y="2710648"/>
                  </a:cubicBezTo>
                  <a:cubicBezTo>
                    <a:pt x="2454514" y="2692743"/>
                    <a:pt x="2441085" y="2683790"/>
                    <a:pt x="2426164" y="2673345"/>
                  </a:cubicBezTo>
                  <a:close/>
                  <a:moveTo>
                    <a:pt x="1129524" y="2565914"/>
                  </a:moveTo>
                  <a:cubicBezTo>
                    <a:pt x="1128032" y="2564422"/>
                    <a:pt x="1119079" y="2570390"/>
                    <a:pt x="1110127" y="2573374"/>
                  </a:cubicBezTo>
                  <a:cubicBezTo>
                    <a:pt x="1117587" y="2582327"/>
                    <a:pt x="1122063" y="2586803"/>
                    <a:pt x="1125048" y="2591280"/>
                  </a:cubicBezTo>
                  <a:cubicBezTo>
                    <a:pt x="1128032" y="2595756"/>
                    <a:pt x="1131016" y="2601724"/>
                    <a:pt x="1136985" y="2612169"/>
                  </a:cubicBezTo>
                  <a:cubicBezTo>
                    <a:pt x="1141461" y="2603216"/>
                    <a:pt x="1148921" y="2595756"/>
                    <a:pt x="1147429" y="2591280"/>
                  </a:cubicBezTo>
                  <a:cubicBezTo>
                    <a:pt x="1142953" y="2582327"/>
                    <a:pt x="1136985" y="2573374"/>
                    <a:pt x="1129524" y="2565914"/>
                  </a:cubicBezTo>
                  <a:close/>
                  <a:moveTo>
                    <a:pt x="1251877" y="2573374"/>
                  </a:moveTo>
                  <a:cubicBezTo>
                    <a:pt x="1239940" y="2586803"/>
                    <a:pt x="1228003" y="2601724"/>
                    <a:pt x="1214574" y="2615153"/>
                  </a:cubicBezTo>
                  <a:cubicBezTo>
                    <a:pt x="1223527" y="2622614"/>
                    <a:pt x="1230987" y="2628582"/>
                    <a:pt x="1238448" y="2634551"/>
                  </a:cubicBezTo>
                  <a:cubicBezTo>
                    <a:pt x="1247400" y="2642011"/>
                    <a:pt x="1256353" y="2640519"/>
                    <a:pt x="1265306" y="2631566"/>
                  </a:cubicBezTo>
                  <a:cubicBezTo>
                    <a:pt x="1283211" y="2612169"/>
                    <a:pt x="1278735" y="2589787"/>
                    <a:pt x="1251877" y="2573374"/>
                  </a:cubicBezTo>
                  <a:close/>
                  <a:moveTo>
                    <a:pt x="1862148" y="2622614"/>
                  </a:moveTo>
                  <a:cubicBezTo>
                    <a:pt x="1854687" y="2647980"/>
                    <a:pt x="1856179" y="2650964"/>
                    <a:pt x="1883037" y="2649472"/>
                  </a:cubicBezTo>
                  <a:cubicBezTo>
                    <a:pt x="1874085" y="2639027"/>
                    <a:pt x="1869608" y="2631566"/>
                    <a:pt x="1862148" y="2622614"/>
                  </a:cubicBezTo>
                  <a:close/>
                  <a:moveTo>
                    <a:pt x="2541056" y="2668869"/>
                  </a:moveTo>
                  <a:cubicBezTo>
                    <a:pt x="2509722" y="2665885"/>
                    <a:pt x="2485848" y="2665885"/>
                    <a:pt x="2461974" y="2683790"/>
                  </a:cubicBezTo>
                  <a:cubicBezTo>
                    <a:pt x="2466451" y="2692743"/>
                    <a:pt x="2469435" y="2700203"/>
                    <a:pt x="2473911" y="2709156"/>
                  </a:cubicBezTo>
                  <a:cubicBezTo>
                    <a:pt x="2482864" y="2704679"/>
                    <a:pt x="2488832" y="2700203"/>
                    <a:pt x="2494801" y="2697219"/>
                  </a:cubicBezTo>
                  <a:cubicBezTo>
                    <a:pt x="2488832" y="2692743"/>
                    <a:pt x="2485847" y="2689758"/>
                    <a:pt x="2479880" y="2683790"/>
                  </a:cubicBezTo>
                  <a:cubicBezTo>
                    <a:pt x="2499277" y="2676330"/>
                    <a:pt x="2521659" y="2688266"/>
                    <a:pt x="2541056" y="2668869"/>
                  </a:cubicBezTo>
                  <a:close/>
                  <a:moveTo>
                    <a:pt x="1845735" y="2609185"/>
                  </a:moveTo>
                  <a:cubicBezTo>
                    <a:pt x="1824845" y="2610677"/>
                    <a:pt x="1805448" y="2610677"/>
                    <a:pt x="1783066" y="2612169"/>
                  </a:cubicBezTo>
                  <a:cubicBezTo>
                    <a:pt x="1784558" y="2631566"/>
                    <a:pt x="1784558" y="2631566"/>
                    <a:pt x="1795003" y="2640519"/>
                  </a:cubicBezTo>
                  <a:cubicBezTo>
                    <a:pt x="1800971" y="2646487"/>
                    <a:pt x="1808432" y="2652456"/>
                    <a:pt x="1815893" y="2652456"/>
                  </a:cubicBezTo>
                  <a:cubicBezTo>
                    <a:pt x="1829321" y="2655440"/>
                    <a:pt x="1842750" y="2633059"/>
                    <a:pt x="1845735" y="2609185"/>
                  </a:cubicBezTo>
                  <a:close/>
                  <a:moveTo>
                    <a:pt x="2291874" y="2644995"/>
                  </a:moveTo>
                  <a:cubicBezTo>
                    <a:pt x="2281429" y="2643503"/>
                    <a:pt x="2275461" y="2658424"/>
                    <a:pt x="2282922" y="2667377"/>
                  </a:cubicBezTo>
                  <a:cubicBezTo>
                    <a:pt x="2285906" y="2671853"/>
                    <a:pt x="2291874" y="2674837"/>
                    <a:pt x="2296351" y="2677822"/>
                  </a:cubicBezTo>
                  <a:cubicBezTo>
                    <a:pt x="2323208" y="2694235"/>
                    <a:pt x="2327685" y="2692743"/>
                    <a:pt x="2339622" y="2658424"/>
                  </a:cubicBezTo>
                  <a:cubicBezTo>
                    <a:pt x="2324701" y="2647980"/>
                    <a:pt x="2308287" y="2646487"/>
                    <a:pt x="2291874" y="2644995"/>
                  </a:cubicBezTo>
                  <a:close/>
                  <a:moveTo>
                    <a:pt x="1166827" y="2543532"/>
                  </a:moveTo>
                  <a:cubicBezTo>
                    <a:pt x="1160858" y="2542040"/>
                    <a:pt x="1151906" y="2549501"/>
                    <a:pt x="1141461" y="2553977"/>
                  </a:cubicBezTo>
                  <a:cubicBezTo>
                    <a:pt x="1151906" y="2565914"/>
                    <a:pt x="1157874" y="2574866"/>
                    <a:pt x="1166827" y="2585311"/>
                  </a:cubicBezTo>
                  <a:cubicBezTo>
                    <a:pt x="1177271" y="2577850"/>
                    <a:pt x="1189208" y="2573374"/>
                    <a:pt x="1184732" y="2561437"/>
                  </a:cubicBezTo>
                  <a:cubicBezTo>
                    <a:pt x="1181748" y="2553977"/>
                    <a:pt x="1174287" y="2545024"/>
                    <a:pt x="1166827" y="2543532"/>
                  </a:cubicBezTo>
                  <a:close/>
                  <a:moveTo>
                    <a:pt x="1959135" y="2606201"/>
                  </a:moveTo>
                  <a:cubicBezTo>
                    <a:pt x="1951674" y="2621122"/>
                    <a:pt x="1941229" y="2631566"/>
                    <a:pt x="1942722" y="2649472"/>
                  </a:cubicBezTo>
                  <a:cubicBezTo>
                    <a:pt x="1947198" y="2679314"/>
                    <a:pt x="1950182" y="2709156"/>
                    <a:pt x="1954658" y="2738998"/>
                  </a:cubicBezTo>
                  <a:cubicBezTo>
                    <a:pt x="1963611" y="2794206"/>
                    <a:pt x="1953166" y="2846429"/>
                    <a:pt x="1929293" y="2897161"/>
                  </a:cubicBezTo>
                  <a:cubicBezTo>
                    <a:pt x="1905419" y="2946401"/>
                    <a:pt x="1871100" y="2985195"/>
                    <a:pt x="1826337" y="3016530"/>
                  </a:cubicBezTo>
                  <a:cubicBezTo>
                    <a:pt x="1795003" y="3038911"/>
                    <a:pt x="1760685" y="3056816"/>
                    <a:pt x="1721890" y="3058309"/>
                  </a:cubicBezTo>
                  <a:cubicBezTo>
                    <a:pt x="1720398" y="3070245"/>
                    <a:pt x="1718906" y="3080690"/>
                    <a:pt x="1718906" y="3092627"/>
                  </a:cubicBezTo>
                  <a:cubicBezTo>
                    <a:pt x="1742779" y="3095611"/>
                    <a:pt x="1762177" y="3080690"/>
                    <a:pt x="1783066" y="3071737"/>
                  </a:cubicBezTo>
                  <a:cubicBezTo>
                    <a:pt x="1800971" y="3062785"/>
                    <a:pt x="1818877" y="3053832"/>
                    <a:pt x="1836782" y="3044880"/>
                  </a:cubicBezTo>
                  <a:cubicBezTo>
                    <a:pt x="1860656" y="3032943"/>
                    <a:pt x="1887514" y="3025482"/>
                    <a:pt x="1903927" y="3001609"/>
                  </a:cubicBezTo>
                  <a:cubicBezTo>
                    <a:pt x="1915864" y="2985195"/>
                    <a:pt x="1927800" y="2967290"/>
                    <a:pt x="1938245" y="2949385"/>
                  </a:cubicBezTo>
                  <a:cubicBezTo>
                    <a:pt x="1950182" y="2928495"/>
                    <a:pt x="1965103" y="2909098"/>
                    <a:pt x="1974056" y="2886716"/>
                  </a:cubicBezTo>
                  <a:cubicBezTo>
                    <a:pt x="1990469" y="2843445"/>
                    <a:pt x="2003898" y="2798682"/>
                    <a:pt x="2002406" y="2750935"/>
                  </a:cubicBezTo>
                  <a:cubicBezTo>
                    <a:pt x="2000914" y="2716616"/>
                    <a:pt x="1997929" y="2680806"/>
                    <a:pt x="1996437" y="2646487"/>
                  </a:cubicBezTo>
                  <a:cubicBezTo>
                    <a:pt x="1994945" y="2622614"/>
                    <a:pt x="1980024" y="2613661"/>
                    <a:pt x="1959135" y="2606201"/>
                  </a:cubicBezTo>
                  <a:close/>
                  <a:moveTo>
                    <a:pt x="1624903" y="2567406"/>
                  </a:moveTo>
                  <a:cubicBezTo>
                    <a:pt x="1618935" y="2576358"/>
                    <a:pt x="1612966" y="2583819"/>
                    <a:pt x="1608490" y="2592772"/>
                  </a:cubicBezTo>
                  <a:cubicBezTo>
                    <a:pt x="1606998" y="2597248"/>
                    <a:pt x="1605506" y="2603216"/>
                    <a:pt x="1606998" y="2606201"/>
                  </a:cubicBezTo>
                  <a:cubicBezTo>
                    <a:pt x="1615950" y="2622614"/>
                    <a:pt x="1626395" y="2640519"/>
                    <a:pt x="1636840" y="2656932"/>
                  </a:cubicBezTo>
                  <a:cubicBezTo>
                    <a:pt x="1650269" y="2642011"/>
                    <a:pt x="1650269" y="2640519"/>
                    <a:pt x="1642808" y="2633059"/>
                  </a:cubicBezTo>
                  <a:cubicBezTo>
                    <a:pt x="1633856" y="2621122"/>
                    <a:pt x="1623411" y="2610677"/>
                    <a:pt x="1614458" y="2600232"/>
                  </a:cubicBezTo>
                  <a:cubicBezTo>
                    <a:pt x="1618935" y="2591280"/>
                    <a:pt x="1623411" y="2589787"/>
                    <a:pt x="1629379" y="2595756"/>
                  </a:cubicBezTo>
                  <a:cubicBezTo>
                    <a:pt x="1638332" y="2606201"/>
                    <a:pt x="1647285" y="2616645"/>
                    <a:pt x="1656237" y="2625598"/>
                  </a:cubicBezTo>
                  <a:cubicBezTo>
                    <a:pt x="1674143" y="2609185"/>
                    <a:pt x="1675635" y="2604708"/>
                    <a:pt x="1668174" y="2595756"/>
                  </a:cubicBezTo>
                  <a:cubicBezTo>
                    <a:pt x="1656237" y="2583819"/>
                    <a:pt x="1641316" y="2574866"/>
                    <a:pt x="1624903" y="2567406"/>
                  </a:cubicBezTo>
                  <a:close/>
                  <a:moveTo>
                    <a:pt x="2511214" y="2631566"/>
                  </a:moveTo>
                  <a:cubicBezTo>
                    <a:pt x="2502261" y="2630074"/>
                    <a:pt x="2496293" y="2636043"/>
                    <a:pt x="2494801" y="2647980"/>
                  </a:cubicBezTo>
                  <a:cubicBezTo>
                    <a:pt x="2515690" y="2650964"/>
                    <a:pt x="2536580" y="2650964"/>
                    <a:pt x="2555977" y="2656932"/>
                  </a:cubicBezTo>
                  <a:cubicBezTo>
                    <a:pt x="2582835" y="2665885"/>
                    <a:pt x="2603724" y="2656932"/>
                    <a:pt x="2626106" y="2647980"/>
                  </a:cubicBezTo>
                  <a:cubicBezTo>
                    <a:pt x="2623122" y="2644995"/>
                    <a:pt x="2621630" y="2642011"/>
                    <a:pt x="2620137" y="2642011"/>
                  </a:cubicBezTo>
                  <a:cubicBezTo>
                    <a:pt x="2584327" y="2639027"/>
                    <a:pt x="2548517" y="2634551"/>
                    <a:pt x="2511214" y="2631566"/>
                  </a:cubicBezTo>
                  <a:close/>
                  <a:moveTo>
                    <a:pt x="1935261" y="2582327"/>
                  </a:moveTo>
                  <a:cubicBezTo>
                    <a:pt x="1915864" y="2591280"/>
                    <a:pt x="1894974" y="2597248"/>
                    <a:pt x="1872593" y="2604708"/>
                  </a:cubicBezTo>
                  <a:cubicBezTo>
                    <a:pt x="1874085" y="2622614"/>
                    <a:pt x="1881545" y="2636043"/>
                    <a:pt x="1899451" y="2637535"/>
                  </a:cubicBezTo>
                  <a:cubicBezTo>
                    <a:pt x="1912879" y="2639027"/>
                    <a:pt x="1926308" y="2639027"/>
                    <a:pt x="1933769" y="2625598"/>
                  </a:cubicBezTo>
                  <a:cubicBezTo>
                    <a:pt x="1944214" y="2609185"/>
                    <a:pt x="1944214" y="2597248"/>
                    <a:pt x="1935261" y="2582327"/>
                  </a:cubicBezTo>
                  <a:close/>
                  <a:moveTo>
                    <a:pt x="1332450" y="2527119"/>
                  </a:moveTo>
                  <a:cubicBezTo>
                    <a:pt x="1330958" y="2550993"/>
                    <a:pt x="1335435" y="2571882"/>
                    <a:pt x="1313053" y="2583819"/>
                  </a:cubicBezTo>
                  <a:cubicBezTo>
                    <a:pt x="1323498" y="2595756"/>
                    <a:pt x="1329466" y="2603216"/>
                    <a:pt x="1336927" y="2610677"/>
                  </a:cubicBezTo>
                  <a:cubicBezTo>
                    <a:pt x="1341403" y="2613661"/>
                    <a:pt x="1348863" y="2619629"/>
                    <a:pt x="1351848" y="2618137"/>
                  </a:cubicBezTo>
                  <a:cubicBezTo>
                    <a:pt x="1365277" y="2612169"/>
                    <a:pt x="1383182" y="2604708"/>
                    <a:pt x="1390642" y="2594264"/>
                  </a:cubicBezTo>
                  <a:cubicBezTo>
                    <a:pt x="1398103" y="2582327"/>
                    <a:pt x="1381690" y="2571882"/>
                    <a:pt x="1371245" y="2562929"/>
                  </a:cubicBezTo>
                  <a:cubicBezTo>
                    <a:pt x="1371245" y="2562929"/>
                    <a:pt x="1369753" y="2562929"/>
                    <a:pt x="1365277" y="2561437"/>
                  </a:cubicBezTo>
                  <a:cubicBezTo>
                    <a:pt x="1362292" y="2565914"/>
                    <a:pt x="1356324" y="2571882"/>
                    <a:pt x="1350356" y="2577850"/>
                  </a:cubicBezTo>
                  <a:cubicBezTo>
                    <a:pt x="1345879" y="2583819"/>
                    <a:pt x="1342895" y="2597248"/>
                    <a:pt x="1330958" y="2582327"/>
                  </a:cubicBezTo>
                  <a:cubicBezTo>
                    <a:pt x="1341403" y="2570390"/>
                    <a:pt x="1351848" y="2559945"/>
                    <a:pt x="1363785" y="2546516"/>
                  </a:cubicBezTo>
                  <a:cubicBezTo>
                    <a:pt x="1351848" y="2539056"/>
                    <a:pt x="1344387" y="2533087"/>
                    <a:pt x="1332450" y="2527119"/>
                  </a:cubicBezTo>
                  <a:close/>
                  <a:moveTo>
                    <a:pt x="1187716" y="2513690"/>
                  </a:moveTo>
                  <a:cubicBezTo>
                    <a:pt x="1184732" y="2518166"/>
                    <a:pt x="1180256" y="2524135"/>
                    <a:pt x="1177271" y="2530103"/>
                  </a:cubicBezTo>
                  <a:cubicBezTo>
                    <a:pt x="1184732" y="2537564"/>
                    <a:pt x="1192192" y="2545024"/>
                    <a:pt x="1199653" y="2553977"/>
                  </a:cubicBezTo>
                  <a:cubicBezTo>
                    <a:pt x="1219050" y="2536072"/>
                    <a:pt x="1216066" y="2530103"/>
                    <a:pt x="1187716" y="2513690"/>
                  </a:cubicBezTo>
                  <a:close/>
                  <a:moveTo>
                    <a:pt x="1292164" y="2519658"/>
                  </a:moveTo>
                  <a:cubicBezTo>
                    <a:pt x="1284703" y="2531595"/>
                    <a:pt x="1275750" y="2543532"/>
                    <a:pt x="1266798" y="2555469"/>
                  </a:cubicBezTo>
                  <a:cubicBezTo>
                    <a:pt x="1278735" y="2571882"/>
                    <a:pt x="1289179" y="2576358"/>
                    <a:pt x="1302608" y="2571882"/>
                  </a:cubicBezTo>
                  <a:cubicBezTo>
                    <a:pt x="1311561" y="2568898"/>
                    <a:pt x="1316037" y="2562929"/>
                    <a:pt x="1316037" y="2553977"/>
                  </a:cubicBezTo>
                  <a:cubicBezTo>
                    <a:pt x="1317529" y="2537564"/>
                    <a:pt x="1308577" y="2527119"/>
                    <a:pt x="1292164" y="2519658"/>
                  </a:cubicBezTo>
                  <a:close/>
                  <a:moveTo>
                    <a:pt x="1458160" y="2527305"/>
                  </a:moveTo>
                  <a:cubicBezTo>
                    <a:pt x="1448461" y="2523761"/>
                    <a:pt x="1437643" y="2524135"/>
                    <a:pt x="1426453" y="2528611"/>
                  </a:cubicBezTo>
                  <a:cubicBezTo>
                    <a:pt x="1442866" y="2553977"/>
                    <a:pt x="1457787" y="2576358"/>
                    <a:pt x="1474200" y="2600232"/>
                  </a:cubicBezTo>
                  <a:cubicBezTo>
                    <a:pt x="1493598" y="2583819"/>
                    <a:pt x="1495090" y="2568898"/>
                    <a:pt x="1483153" y="2549501"/>
                  </a:cubicBezTo>
                  <a:cubicBezTo>
                    <a:pt x="1476439" y="2538310"/>
                    <a:pt x="1467859" y="2530849"/>
                    <a:pt x="1458160" y="2527305"/>
                  </a:cubicBezTo>
                  <a:close/>
                  <a:moveTo>
                    <a:pt x="2333653" y="2595756"/>
                  </a:moveTo>
                  <a:cubicBezTo>
                    <a:pt x="2329177" y="2595756"/>
                    <a:pt x="2323208" y="2595756"/>
                    <a:pt x="2318732" y="2595756"/>
                  </a:cubicBezTo>
                  <a:cubicBezTo>
                    <a:pt x="2291874" y="2595756"/>
                    <a:pt x="2291874" y="2595756"/>
                    <a:pt x="2288890" y="2624106"/>
                  </a:cubicBezTo>
                  <a:cubicBezTo>
                    <a:pt x="2303811" y="2636043"/>
                    <a:pt x="2321716" y="2639027"/>
                    <a:pt x="2339622" y="2639027"/>
                  </a:cubicBezTo>
                  <a:cubicBezTo>
                    <a:pt x="2344098" y="2639027"/>
                    <a:pt x="2351558" y="2633059"/>
                    <a:pt x="2354543" y="2628582"/>
                  </a:cubicBezTo>
                  <a:cubicBezTo>
                    <a:pt x="2364987" y="2604708"/>
                    <a:pt x="2360511" y="2597248"/>
                    <a:pt x="2333653" y="2595756"/>
                  </a:cubicBezTo>
                  <a:close/>
                  <a:moveTo>
                    <a:pt x="1750240" y="2548008"/>
                  </a:moveTo>
                  <a:cubicBezTo>
                    <a:pt x="1741287" y="2573374"/>
                    <a:pt x="1733827" y="2598740"/>
                    <a:pt x="1726366" y="2625598"/>
                  </a:cubicBezTo>
                  <a:cubicBezTo>
                    <a:pt x="1748748" y="2633059"/>
                    <a:pt x="1754716" y="2628582"/>
                    <a:pt x="1768145" y="2604708"/>
                  </a:cubicBezTo>
                  <a:cubicBezTo>
                    <a:pt x="1777098" y="2588295"/>
                    <a:pt x="1771129" y="2565914"/>
                    <a:pt x="1750240" y="2548008"/>
                  </a:cubicBezTo>
                  <a:close/>
                  <a:moveTo>
                    <a:pt x="2505991" y="2603030"/>
                  </a:moveTo>
                  <a:cubicBezTo>
                    <a:pt x="2499650" y="2603589"/>
                    <a:pt x="2493309" y="2606201"/>
                    <a:pt x="2487340" y="2613661"/>
                  </a:cubicBezTo>
                  <a:cubicBezTo>
                    <a:pt x="2496293" y="2616645"/>
                    <a:pt x="2502261" y="2618137"/>
                    <a:pt x="2509722" y="2619629"/>
                  </a:cubicBezTo>
                  <a:cubicBezTo>
                    <a:pt x="2533595" y="2621122"/>
                    <a:pt x="2555977" y="2621122"/>
                    <a:pt x="2579851" y="2624106"/>
                  </a:cubicBezTo>
                  <a:cubicBezTo>
                    <a:pt x="2606709" y="2627090"/>
                    <a:pt x="2632074" y="2631566"/>
                    <a:pt x="2658932" y="2637535"/>
                  </a:cubicBezTo>
                  <a:cubicBezTo>
                    <a:pt x="2676837" y="2642011"/>
                    <a:pt x="2676837" y="2643503"/>
                    <a:pt x="2697727" y="2634551"/>
                  </a:cubicBezTo>
                  <a:cubicBezTo>
                    <a:pt x="2639535" y="2615153"/>
                    <a:pt x="2581343" y="2609185"/>
                    <a:pt x="2524643" y="2604708"/>
                  </a:cubicBezTo>
                  <a:cubicBezTo>
                    <a:pt x="2518674" y="2603962"/>
                    <a:pt x="2512333" y="2602470"/>
                    <a:pt x="2505991" y="2603030"/>
                  </a:cubicBezTo>
                  <a:close/>
                  <a:moveTo>
                    <a:pt x="2041201" y="2564422"/>
                  </a:moveTo>
                  <a:cubicBezTo>
                    <a:pt x="2033740" y="2579343"/>
                    <a:pt x="2030756" y="2595756"/>
                    <a:pt x="2020311" y="2604708"/>
                  </a:cubicBezTo>
                  <a:cubicBezTo>
                    <a:pt x="2008374" y="2615153"/>
                    <a:pt x="2006882" y="2627090"/>
                    <a:pt x="2008374" y="2640519"/>
                  </a:cubicBezTo>
                  <a:cubicBezTo>
                    <a:pt x="2008374" y="2649472"/>
                    <a:pt x="2008374" y="2658424"/>
                    <a:pt x="2008374" y="2667377"/>
                  </a:cubicBezTo>
                  <a:cubicBezTo>
                    <a:pt x="2009866" y="2689758"/>
                    <a:pt x="2012850" y="2710648"/>
                    <a:pt x="2018819" y="2733030"/>
                  </a:cubicBezTo>
                  <a:cubicBezTo>
                    <a:pt x="2032248" y="2730045"/>
                    <a:pt x="2044185" y="2728553"/>
                    <a:pt x="2054629" y="2725569"/>
                  </a:cubicBezTo>
                  <a:cubicBezTo>
                    <a:pt x="2057614" y="2707664"/>
                    <a:pt x="2057614" y="2694235"/>
                    <a:pt x="2053137" y="2679314"/>
                  </a:cubicBezTo>
                  <a:cubicBezTo>
                    <a:pt x="2047169" y="2662901"/>
                    <a:pt x="2029264" y="2661408"/>
                    <a:pt x="2014343" y="2650964"/>
                  </a:cubicBezTo>
                  <a:cubicBezTo>
                    <a:pt x="2026280" y="2640519"/>
                    <a:pt x="2036724" y="2630074"/>
                    <a:pt x="2047169" y="2622614"/>
                  </a:cubicBezTo>
                  <a:cubicBezTo>
                    <a:pt x="2069550" y="2604708"/>
                    <a:pt x="2068058" y="2582327"/>
                    <a:pt x="2041201" y="2564422"/>
                  </a:cubicBezTo>
                  <a:close/>
                  <a:moveTo>
                    <a:pt x="1642808" y="2531595"/>
                  </a:moveTo>
                  <a:cubicBezTo>
                    <a:pt x="1641316" y="2540548"/>
                    <a:pt x="1636840" y="2550993"/>
                    <a:pt x="1639824" y="2555469"/>
                  </a:cubicBezTo>
                  <a:cubicBezTo>
                    <a:pt x="1651761" y="2571882"/>
                    <a:pt x="1666682" y="2583819"/>
                    <a:pt x="1686079" y="2588295"/>
                  </a:cubicBezTo>
                  <a:cubicBezTo>
                    <a:pt x="1689064" y="2573374"/>
                    <a:pt x="1692048" y="2561437"/>
                    <a:pt x="1696524" y="2546516"/>
                  </a:cubicBezTo>
                  <a:cubicBezTo>
                    <a:pt x="1678619" y="2542040"/>
                    <a:pt x="1663698" y="2537564"/>
                    <a:pt x="1642808" y="2531595"/>
                  </a:cubicBezTo>
                  <a:close/>
                  <a:moveTo>
                    <a:pt x="2447053" y="2595756"/>
                  </a:moveTo>
                  <a:cubicBezTo>
                    <a:pt x="2441085" y="2615153"/>
                    <a:pt x="2436609" y="2636043"/>
                    <a:pt x="2430640" y="2658424"/>
                  </a:cubicBezTo>
                  <a:cubicBezTo>
                    <a:pt x="2438101" y="2661408"/>
                    <a:pt x="2445561" y="2665885"/>
                    <a:pt x="2453022" y="2667377"/>
                  </a:cubicBezTo>
                  <a:cubicBezTo>
                    <a:pt x="2467943" y="2670361"/>
                    <a:pt x="2482864" y="2658424"/>
                    <a:pt x="2482864" y="2643503"/>
                  </a:cubicBezTo>
                  <a:cubicBezTo>
                    <a:pt x="2482864" y="2625598"/>
                    <a:pt x="2466451" y="2603216"/>
                    <a:pt x="2447053" y="2595756"/>
                  </a:cubicBezTo>
                  <a:close/>
                  <a:moveTo>
                    <a:pt x="1381690" y="2501753"/>
                  </a:moveTo>
                  <a:cubicBezTo>
                    <a:pt x="1374229" y="2510706"/>
                    <a:pt x="1366769" y="2516674"/>
                    <a:pt x="1359308" y="2525627"/>
                  </a:cubicBezTo>
                  <a:cubicBezTo>
                    <a:pt x="1362292" y="2530103"/>
                    <a:pt x="1365277" y="2531595"/>
                    <a:pt x="1366769" y="2534579"/>
                  </a:cubicBezTo>
                  <a:cubicBezTo>
                    <a:pt x="1381690" y="2552485"/>
                    <a:pt x="1401087" y="2567406"/>
                    <a:pt x="1413024" y="2586803"/>
                  </a:cubicBezTo>
                  <a:cubicBezTo>
                    <a:pt x="1436898" y="2624106"/>
                    <a:pt x="1448834" y="2667377"/>
                    <a:pt x="1457787" y="2710648"/>
                  </a:cubicBezTo>
                  <a:cubicBezTo>
                    <a:pt x="1459279" y="2718109"/>
                    <a:pt x="1460771" y="2725569"/>
                    <a:pt x="1459279" y="2733030"/>
                  </a:cubicBezTo>
                  <a:cubicBezTo>
                    <a:pt x="1453311" y="2762872"/>
                    <a:pt x="1447343" y="2791222"/>
                    <a:pt x="1439882" y="2821064"/>
                  </a:cubicBezTo>
                  <a:cubicBezTo>
                    <a:pt x="1435406" y="2834493"/>
                    <a:pt x="1427945" y="2849414"/>
                    <a:pt x="1418992" y="2859859"/>
                  </a:cubicBezTo>
                  <a:cubicBezTo>
                    <a:pt x="1399595" y="2882240"/>
                    <a:pt x="1380198" y="2906114"/>
                    <a:pt x="1357816" y="2925511"/>
                  </a:cubicBezTo>
                  <a:cubicBezTo>
                    <a:pt x="1338419" y="2943416"/>
                    <a:pt x="1314545" y="2955353"/>
                    <a:pt x="1286195" y="2961322"/>
                  </a:cubicBezTo>
                  <a:cubicBezTo>
                    <a:pt x="1290671" y="2967290"/>
                    <a:pt x="1296640" y="2974751"/>
                    <a:pt x="1304100" y="2982211"/>
                  </a:cubicBezTo>
                  <a:cubicBezTo>
                    <a:pt x="1317529" y="2974751"/>
                    <a:pt x="1330958" y="2968782"/>
                    <a:pt x="1342895" y="2959830"/>
                  </a:cubicBezTo>
                  <a:cubicBezTo>
                    <a:pt x="1392135" y="2922527"/>
                    <a:pt x="1438390" y="2880748"/>
                    <a:pt x="1471216" y="2827032"/>
                  </a:cubicBezTo>
                  <a:cubicBezTo>
                    <a:pt x="1498074" y="2783761"/>
                    <a:pt x="1502550" y="2736014"/>
                    <a:pt x="1490613" y="2689758"/>
                  </a:cubicBezTo>
                  <a:cubicBezTo>
                    <a:pt x="1474200" y="2622614"/>
                    <a:pt x="1438390" y="2561437"/>
                    <a:pt x="1392135" y="2509214"/>
                  </a:cubicBezTo>
                  <a:cubicBezTo>
                    <a:pt x="1389150" y="2506230"/>
                    <a:pt x="1386166" y="2504737"/>
                    <a:pt x="1381690" y="2501753"/>
                  </a:cubicBezTo>
                  <a:close/>
                  <a:moveTo>
                    <a:pt x="2017327" y="2543532"/>
                  </a:moveTo>
                  <a:cubicBezTo>
                    <a:pt x="1999422" y="2552485"/>
                    <a:pt x="1981516" y="2561437"/>
                    <a:pt x="1965103" y="2570390"/>
                  </a:cubicBezTo>
                  <a:cubicBezTo>
                    <a:pt x="1962119" y="2571882"/>
                    <a:pt x="1957643" y="2580835"/>
                    <a:pt x="1959135" y="2585311"/>
                  </a:cubicBezTo>
                  <a:cubicBezTo>
                    <a:pt x="1963611" y="2604708"/>
                    <a:pt x="1993453" y="2613661"/>
                    <a:pt x="2006882" y="2601724"/>
                  </a:cubicBezTo>
                  <a:cubicBezTo>
                    <a:pt x="2023295" y="2586803"/>
                    <a:pt x="2027771" y="2567406"/>
                    <a:pt x="2017327" y="2543532"/>
                  </a:cubicBezTo>
                  <a:close/>
                  <a:moveTo>
                    <a:pt x="1216066" y="2477879"/>
                  </a:moveTo>
                  <a:cubicBezTo>
                    <a:pt x="1202637" y="2476387"/>
                    <a:pt x="1201145" y="2488324"/>
                    <a:pt x="1196669" y="2498769"/>
                  </a:cubicBezTo>
                  <a:cubicBezTo>
                    <a:pt x="1204129" y="2506230"/>
                    <a:pt x="1213082" y="2513690"/>
                    <a:pt x="1223527" y="2522643"/>
                  </a:cubicBezTo>
                  <a:cubicBezTo>
                    <a:pt x="1232479" y="2509214"/>
                    <a:pt x="1245908" y="2503245"/>
                    <a:pt x="1239940" y="2489816"/>
                  </a:cubicBezTo>
                  <a:cubicBezTo>
                    <a:pt x="1236956" y="2483848"/>
                    <a:pt x="1225019" y="2479372"/>
                    <a:pt x="1216066" y="2477879"/>
                  </a:cubicBezTo>
                  <a:close/>
                  <a:moveTo>
                    <a:pt x="2348574" y="2549501"/>
                  </a:moveTo>
                  <a:cubicBezTo>
                    <a:pt x="2329177" y="2548008"/>
                    <a:pt x="2311272" y="2549501"/>
                    <a:pt x="2291874" y="2555469"/>
                  </a:cubicBezTo>
                  <a:cubicBezTo>
                    <a:pt x="2290382" y="2562929"/>
                    <a:pt x="2290382" y="2570390"/>
                    <a:pt x="2290382" y="2580835"/>
                  </a:cubicBezTo>
                  <a:cubicBezTo>
                    <a:pt x="2300827" y="2582327"/>
                    <a:pt x="2308287" y="2582327"/>
                    <a:pt x="2317240" y="2583819"/>
                  </a:cubicBezTo>
                  <a:cubicBezTo>
                    <a:pt x="2326193" y="2585311"/>
                    <a:pt x="2333653" y="2585311"/>
                    <a:pt x="2342606" y="2586803"/>
                  </a:cubicBezTo>
                  <a:cubicBezTo>
                    <a:pt x="2359019" y="2588295"/>
                    <a:pt x="2364987" y="2585311"/>
                    <a:pt x="2366479" y="2573374"/>
                  </a:cubicBezTo>
                  <a:cubicBezTo>
                    <a:pt x="2367972" y="2558453"/>
                    <a:pt x="2363495" y="2550993"/>
                    <a:pt x="2348574" y="2549501"/>
                  </a:cubicBezTo>
                  <a:close/>
                  <a:moveTo>
                    <a:pt x="2524643" y="2561437"/>
                  </a:moveTo>
                  <a:cubicBezTo>
                    <a:pt x="2506738" y="2561437"/>
                    <a:pt x="2497785" y="2570390"/>
                    <a:pt x="2491816" y="2585311"/>
                  </a:cubicBezTo>
                  <a:cubicBezTo>
                    <a:pt x="2520166" y="2588295"/>
                    <a:pt x="2545532" y="2592772"/>
                    <a:pt x="2572390" y="2595756"/>
                  </a:cubicBezTo>
                  <a:cubicBezTo>
                    <a:pt x="2620137" y="2600232"/>
                    <a:pt x="2667885" y="2609185"/>
                    <a:pt x="2712648" y="2627090"/>
                  </a:cubicBezTo>
                  <a:cubicBezTo>
                    <a:pt x="2726077" y="2633059"/>
                    <a:pt x="2740998" y="2634551"/>
                    <a:pt x="2758903" y="2624106"/>
                  </a:cubicBezTo>
                  <a:cubicBezTo>
                    <a:pt x="2743982" y="2616645"/>
                    <a:pt x="2732045" y="2609185"/>
                    <a:pt x="2718616" y="2604708"/>
                  </a:cubicBezTo>
                  <a:cubicBezTo>
                    <a:pt x="2685790" y="2594264"/>
                    <a:pt x="2652964" y="2586803"/>
                    <a:pt x="2620137" y="2576358"/>
                  </a:cubicBezTo>
                  <a:cubicBezTo>
                    <a:pt x="2588803" y="2567406"/>
                    <a:pt x="2557469" y="2562929"/>
                    <a:pt x="2524643" y="2561437"/>
                  </a:cubicBezTo>
                  <a:close/>
                  <a:moveTo>
                    <a:pt x="1672650" y="2483848"/>
                  </a:moveTo>
                  <a:cubicBezTo>
                    <a:pt x="1666682" y="2483848"/>
                    <a:pt x="1660714" y="2483848"/>
                    <a:pt x="1654745" y="2483848"/>
                  </a:cubicBezTo>
                  <a:cubicBezTo>
                    <a:pt x="1651761" y="2494293"/>
                    <a:pt x="1650269" y="2503245"/>
                    <a:pt x="1647285" y="2515182"/>
                  </a:cubicBezTo>
                  <a:cubicBezTo>
                    <a:pt x="1663698" y="2521151"/>
                    <a:pt x="1680111" y="2527119"/>
                    <a:pt x="1696524" y="2533087"/>
                  </a:cubicBezTo>
                  <a:cubicBezTo>
                    <a:pt x="1712937" y="2494293"/>
                    <a:pt x="1708461" y="2485340"/>
                    <a:pt x="1672650" y="2483848"/>
                  </a:cubicBezTo>
                  <a:close/>
                  <a:moveTo>
                    <a:pt x="1236956" y="2440950"/>
                  </a:moveTo>
                  <a:cubicBezTo>
                    <a:pt x="1228003" y="2441323"/>
                    <a:pt x="1219051" y="2443561"/>
                    <a:pt x="1210098" y="2448037"/>
                  </a:cubicBezTo>
                  <a:cubicBezTo>
                    <a:pt x="1216066" y="2468927"/>
                    <a:pt x="1235463" y="2465943"/>
                    <a:pt x="1248892" y="2473403"/>
                  </a:cubicBezTo>
                  <a:cubicBezTo>
                    <a:pt x="1256353" y="2464451"/>
                    <a:pt x="1266798" y="2458482"/>
                    <a:pt x="1263813" y="2445053"/>
                  </a:cubicBezTo>
                  <a:cubicBezTo>
                    <a:pt x="1254861" y="2442069"/>
                    <a:pt x="1245908" y="2440577"/>
                    <a:pt x="1236956" y="2440950"/>
                  </a:cubicBezTo>
                  <a:close/>
                  <a:moveTo>
                    <a:pt x="1329466" y="2446545"/>
                  </a:moveTo>
                  <a:cubicBezTo>
                    <a:pt x="1320514" y="2465943"/>
                    <a:pt x="1311561" y="2483848"/>
                    <a:pt x="1302608" y="2501753"/>
                  </a:cubicBezTo>
                  <a:cubicBezTo>
                    <a:pt x="1329466" y="2522643"/>
                    <a:pt x="1351848" y="2522643"/>
                    <a:pt x="1363785" y="2503245"/>
                  </a:cubicBezTo>
                  <a:cubicBezTo>
                    <a:pt x="1377213" y="2483848"/>
                    <a:pt x="1366769" y="2464451"/>
                    <a:pt x="1329466" y="2446545"/>
                  </a:cubicBezTo>
                  <a:close/>
                  <a:moveTo>
                    <a:pt x="2076079" y="2504178"/>
                  </a:moveTo>
                  <a:cubicBezTo>
                    <a:pt x="2072535" y="2503618"/>
                    <a:pt x="2068804" y="2504738"/>
                    <a:pt x="2065074" y="2507722"/>
                  </a:cubicBezTo>
                  <a:cubicBezTo>
                    <a:pt x="2057614" y="2513690"/>
                    <a:pt x="2048661" y="2519658"/>
                    <a:pt x="2041201" y="2525627"/>
                  </a:cubicBezTo>
                  <a:cubicBezTo>
                    <a:pt x="2029264" y="2534579"/>
                    <a:pt x="2030756" y="2548008"/>
                    <a:pt x="2044185" y="2552485"/>
                  </a:cubicBezTo>
                  <a:cubicBezTo>
                    <a:pt x="2053137" y="2555469"/>
                    <a:pt x="2063582" y="2556961"/>
                    <a:pt x="2071043" y="2558453"/>
                  </a:cubicBezTo>
                  <a:cubicBezTo>
                    <a:pt x="2087456" y="2561437"/>
                    <a:pt x="2102377" y="2545024"/>
                    <a:pt x="2096408" y="2530103"/>
                  </a:cubicBezTo>
                  <a:cubicBezTo>
                    <a:pt x="2093424" y="2522643"/>
                    <a:pt x="2090440" y="2516674"/>
                    <a:pt x="2085964" y="2510706"/>
                  </a:cubicBezTo>
                  <a:cubicBezTo>
                    <a:pt x="2082979" y="2506976"/>
                    <a:pt x="2079622" y="2504737"/>
                    <a:pt x="2076079" y="2504178"/>
                  </a:cubicBezTo>
                  <a:close/>
                  <a:moveTo>
                    <a:pt x="1392880" y="2438525"/>
                  </a:moveTo>
                  <a:cubicBezTo>
                    <a:pt x="1386539" y="2439085"/>
                    <a:pt x="1379452" y="2442815"/>
                    <a:pt x="1371245" y="2449530"/>
                  </a:cubicBezTo>
                  <a:cubicBezTo>
                    <a:pt x="1375721" y="2476387"/>
                    <a:pt x="1395119" y="2495785"/>
                    <a:pt x="1416008" y="2515182"/>
                  </a:cubicBezTo>
                  <a:cubicBezTo>
                    <a:pt x="1445850" y="2483848"/>
                    <a:pt x="1429437" y="2467435"/>
                    <a:pt x="1410040" y="2446545"/>
                  </a:cubicBezTo>
                  <a:cubicBezTo>
                    <a:pt x="1404818" y="2440577"/>
                    <a:pt x="1399222" y="2437965"/>
                    <a:pt x="1392880" y="2438525"/>
                  </a:cubicBezTo>
                  <a:close/>
                  <a:moveTo>
                    <a:pt x="1902435" y="2476387"/>
                  </a:moveTo>
                  <a:cubicBezTo>
                    <a:pt x="1880053" y="2480864"/>
                    <a:pt x="1880053" y="2480864"/>
                    <a:pt x="1871100" y="2489816"/>
                  </a:cubicBezTo>
                  <a:cubicBezTo>
                    <a:pt x="1872593" y="2495785"/>
                    <a:pt x="1875577" y="2500261"/>
                    <a:pt x="1877069" y="2506230"/>
                  </a:cubicBezTo>
                  <a:cubicBezTo>
                    <a:pt x="1887514" y="2539056"/>
                    <a:pt x="1889006" y="2540548"/>
                    <a:pt x="1918848" y="2522643"/>
                  </a:cubicBezTo>
                  <a:cubicBezTo>
                    <a:pt x="1920340" y="2521151"/>
                    <a:pt x="1921832" y="2519658"/>
                    <a:pt x="1924816" y="2518166"/>
                  </a:cubicBezTo>
                  <a:cubicBezTo>
                    <a:pt x="1924816" y="2500261"/>
                    <a:pt x="1914372" y="2486832"/>
                    <a:pt x="1902435" y="2476387"/>
                  </a:cubicBezTo>
                  <a:close/>
                  <a:moveTo>
                    <a:pt x="2515318" y="2522643"/>
                  </a:moveTo>
                  <a:cubicBezTo>
                    <a:pt x="2511960" y="2523389"/>
                    <a:pt x="2508976" y="2525627"/>
                    <a:pt x="2506738" y="2530103"/>
                  </a:cubicBezTo>
                  <a:cubicBezTo>
                    <a:pt x="2511214" y="2545024"/>
                    <a:pt x="2524643" y="2546516"/>
                    <a:pt x="2538072" y="2546516"/>
                  </a:cubicBezTo>
                  <a:cubicBezTo>
                    <a:pt x="2594772" y="2552485"/>
                    <a:pt x="2648488" y="2565914"/>
                    <a:pt x="2702203" y="2586803"/>
                  </a:cubicBezTo>
                  <a:cubicBezTo>
                    <a:pt x="2717124" y="2592772"/>
                    <a:pt x="2733538" y="2597248"/>
                    <a:pt x="2748459" y="2603216"/>
                  </a:cubicBezTo>
                  <a:cubicBezTo>
                    <a:pt x="2749951" y="2601724"/>
                    <a:pt x="2749951" y="2600232"/>
                    <a:pt x="2751443" y="2597248"/>
                  </a:cubicBezTo>
                  <a:cubicBezTo>
                    <a:pt x="2729061" y="2580835"/>
                    <a:pt x="2709664" y="2558453"/>
                    <a:pt x="2682806" y="2550993"/>
                  </a:cubicBezTo>
                  <a:cubicBezTo>
                    <a:pt x="2651471" y="2542040"/>
                    <a:pt x="2620137" y="2536072"/>
                    <a:pt x="2587311" y="2533087"/>
                  </a:cubicBezTo>
                  <a:cubicBezTo>
                    <a:pt x="2566422" y="2531595"/>
                    <a:pt x="2545532" y="2531595"/>
                    <a:pt x="2526135" y="2524135"/>
                  </a:cubicBezTo>
                  <a:cubicBezTo>
                    <a:pt x="2522405" y="2522643"/>
                    <a:pt x="2518674" y="2521897"/>
                    <a:pt x="2515318" y="2522643"/>
                  </a:cubicBezTo>
                  <a:close/>
                  <a:moveTo>
                    <a:pt x="2348201" y="2494852"/>
                  </a:moveTo>
                  <a:cubicBezTo>
                    <a:pt x="2345216" y="2493174"/>
                    <a:pt x="2341114" y="2494293"/>
                    <a:pt x="2333653" y="2497277"/>
                  </a:cubicBezTo>
                  <a:cubicBezTo>
                    <a:pt x="2317240" y="2503245"/>
                    <a:pt x="2302319" y="2510706"/>
                    <a:pt x="2285906" y="2518166"/>
                  </a:cubicBezTo>
                  <a:cubicBezTo>
                    <a:pt x="2287398" y="2527119"/>
                    <a:pt x="2290382" y="2536072"/>
                    <a:pt x="2291874" y="2543532"/>
                  </a:cubicBezTo>
                  <a:cubicBezTo>
                    <a:pt x="2309780" y="2543532"/>
                    <a:pt x="2324701" y="2543532"/>
                    <a:pt x="2339622" y="2543532"/>
                  </a:cubicBezTo>
                  <a:cubicBezTo>
                    <a:pt x="2359019" y="2542040"/>
                    <a:pt x="2363495" y="2537564"/>
                    <a:pt x="2359019" y="2518166"/>
                  </a:cubicBezTo>
                  <a:cubicBezTo>
                    <a:pt x="2357527" y="2515182"/>
                    <a:pt x="2357527" y="2512198"/>
                    <a:pt x="2356035" y="2509214"/>
                  </a:cubicBezTo>
                  <a:cubicBezTo>
                    <a:pt x="2353050" y="2501007"/>
                    <a:pt x="2351185" y="2496531"/>
                    <a:pt x="2348201" y="2494852"/>
                  </a:cubicBezTo>
                  <a:close/>
                  <a:moveTo>
                    <a:pt x="1771129" y="2442069"/>
                  </a:moveTo>
                  <a:cubicBezTo>
                    <a:pt x="1760685" y="2458482"/>
                    <a:pt x="1754716" y="2509214"/>
                    <a:pt x="1759192" y="2531595"/>
                  </a:cubicBezTo>
                  <a:cubicBezTo>
                    <a:pt x="1784558" y="2528611"/>
                    <a:pt x="1793511" y="2522643"/>
                    <a:pt x="1796495" y="2507722"/>
                  </a:cubicBezTo>
                  <a:cubicBezTo>
                    <a:pt x="1802464" y="2480864"/>
                    <a:pt x="1789035" y="2459974"/>
                    <a:pt x="1771129" y="2442069"/>
                  </a:cubicBezTo>
                  <a:close/>
                  <a:moveTo>
                    <a:pt x="1272766" y="2400290"/>
                  </a:moveTo>
                  <a:cubicBezTo>
                    <a:pt x="1248892" y="2395814"/>
                    <a:pt x="1236956" y="2397306"/>
                    <a:pt x="1225019" y="2404766"/>
                  </a:cubicBezTo>
                  <a:cubicBezTo>
                    <a:pt x="1220542" y="2407751"/>
                    <a:pt x="1217558" y="2413719"/>
                    <a:pt x="1211590" y="2421179"/>
                  </a:cubicBezTo>
                  <a:cubicBezTo>
                    <a:pt x="1229495" y="2424164"/>
                    <a:pt x="1239940" y="2427148"/>
                    <a:pt x="1251877" y="2427148"/>
                  </a:cubicBezTo>
                  <a:cubicBezTo>
                    <a:pt x="1274258" y="2430132"/>
                    <a:pt x="1277242" y="2425656"/>
                    <a:pt x="1272766" y="2400290"/>
                  </a:cubicBezTo>
                  <a:close/>
                  <a:moveTo>
                    <a:pt x="1743525" y="2432743"/>
                  </a:moveTo>
                  <a:cubicBezTo>
                    <a:pt x="1739795" y="2430878"/>
                    <a:pt x="1733827" y="2432370"/>
                    <a:pt x="1724874" y="2436100"/>
                  </a:cubicBezTo>
                  <a:cubicBezTo>
                    <a:pt x="1724874" y="2445053"/>
                    <a:pt x="1724874" y="2454006"/>
                    <a:pt x="1724874" y="2462958"/>
                  </a:cubicBezTo>
                  <a:cubicBezTo>
                    <a:pt x="1721890" y="2510706"/>
                    <a:pt x="1720398" y="2558453"/>
                    <a:pt x="1695032" y="2600232"/>
                  </a:cubicBezTo>
                  <a:cubicBezTo>
                    <a:pt x="1680111" y="2625598"/>
                    <a:pt x="1666682" y="2653948"/>
                    <a:pt x="1647285" y="2676330"/>
                  </a:cubicBezTo>
                  <a:cubicBezTo>
                    <a:pt x="1620427" y="2707664"/>
                    <a:pt x="1587600" y="2725569"/>
                    <a:pt x="1544329" y="2712140"/>
                  </a:cubicBezTo>
                  <a:cubicBezTo>
                    <a:pt x="1541345" y="2710648"/>
                    <a:pt x="1535377" y="2713632"/>
                    <a:pt x="1529408" y="2716616"/>
                  </a:cubicBezTo>
                  <a:cubicBezTo>
                    <a:pt x="1535377" y="2722585"/>
                    <a:pt x="1539853" y="2727061"/>
                    <a:pt x="1542837" y="2731537"/>
                  </a:cubicBezTo>
                  <a:cubicBezTo>
                    <a:pt x="1550298" y="2746458"/>
                    <a:pt x="1563727" y="2746458"/>
                    <a:pt x="1577156" y="2743474"/>
                  </a:cubicBezTo>
                  <a:cubicBezTo>
                    <a:pt x="1583124" y="2741982"/>
                    <a:pt x="1589093" y="2740490"/>
                    <a:pt x="1593569" y="2737506"/>
                  </a:cubicBezTo>
                  <a:cubicBezTo>
                    <a:pt x="1618935" y="2721093"/>
                    <a:pt x="1644300" y="2706172"/>
                    <a:pt x="1668174" y="2688266"/>
                  </a:cubicBezTo>
                  <a:cubicBezTo>
                    <a:pt x="1684587" y="2674837"/>
                    <a:pt x="1698016" y="2656932"/>
                    <a:pt x="1705477" y="2636043"/>
                  </a:cubicBezTo>
                  <a:cubicBezTo>
                    <a:pt x="1715922" y="2604708"/>
                    <a:pt x="1729350" y="2574866"/>
                    <a:pt x="1736811" y="2545024"/>
                  </a:cubicBezTo>
                  <a:cubicBezTo>
                    <a:pt x="1744271" y="2513690"/>
                    <a:pt x="1745764" y="2480864"/>
                    <a:pt x="1748748" y="2449530"/>
                  </a:cubicBezTo>
                  <a:cubicBezTo>
                    <a:pt x="1748748" y="2439831"/>
                    <a:pt x="1747256" y="2434609"/>
                    <a:pt x="1743525" y="2432743"/>
                  </a:cubicBezTo>
                  <a:close/>
                  <a:moveTo>
                    <a:pt x="1945706" y="2445053"/>
                  </a:moveTo>
                  <a:cubicBezTo>
                    <a:pt x="1935261" y="2451021"/>
                    <a:pt x="1924816" y="2458482"/>
                    <a:pt x="1914372" y="2465943"/>
                  </a:cubicBezTo>
                  <a:cubicBezTo>
                    <a:pt x="1923324" y="2480864"/>
                    <a:pt x="1930785" y="2495785"/>
                    <a:pt x="1939737" y="2513690"/>
                  </a:cubicBezTo>
                  <a:cubicBezTo>
                    <a:pt x="1950182" y="2506230"/>
                    <a:pt x="1959135" y="2501753"/>
                    <a:pt x="1966595" y="2494293"/>
                  </a:cubicBezTo>
                  <a:cubicBezTo>
                    <a:pt x="1978532" y="2485340"/>
                    <a:pt x="1977040" y="2476387"/>
                    <a:pt x="1966595" y="2465943"/>
                  </a:cubicBezTo>
                  <a:cubicBezTo>
                    <a:pt x="1959135" y="2459974"/>
                    <a:pt x="1953166" y="2452514"/>
                    <a:pt x="1945706" y="2445053"/>
                  </a:cubicBezTo>
                  <a:close/>
                  <a:moveTo>
                    <a:pt x="1706969" y="2421179"/>
                  </a:moveTo>
                  <a:cubicBezTo>
                    <a:pt x="1690556" y="2415211"/>
                    <a:pt x="1677127" y="2422672"/>
                    <a:pt x="1663698" y="2427148"/>
                  </a:cubicBezTo>
                  <a:cubicBezTo>
                    <a:pt x="1653253" y="2430132"/>
                    <a:pt x="1647285" y="2436100"/>
                    <a:pt x="1648777" y="2449530"/>
                  </a:cubicBezTo>
                  <a:cubicBezTo>
                    <a:pt x="1650269" y="2464451"/>
                    <a:pt x="1654745" y="2471911"/>
                    <a:pt x="1668174" y="2473403"/>
                  </a:cubicBezTo>
                  <a:cubicBezTo>
                    <a:pt x="1680111" y="2474895"/>
                    <a:pt x="1692048" y="2474895"/>
                    <a:pt x="1706969" y="2476387"/>
                  </a:cubicBezTo>
                  <a:cubicBezTo>
                    <a:pt x="1706969" y="2455498"/>
                    <a:pt x="1706969" y="2437593"/>
                    <a:pt x="1706969" y="2421179"/>
                  </a:cubicBezTo>
                  <a:close/>
                  <a:moveTo>
                    <a:pt x="2478387" y="2479372"/>
                  </a:moveTo>
                  <a:cubicBezTo>
                    <a:pt x="2482864" y="2491309"/>
                    <a:pt x="2493308" y="2504737"/>
                    <a:pt x="2502261" y="2507722"/>
                  </a:cubicBezTo>
                  <a:cubicBezTo>
                    <a:pt x="2524643" y="2512198"/>
                    <a:pt x="2548517" y="2516674"/>
                    <a:pt x="2570898" y="2521151"/>
                  </a:cubicBezTo>
                  <a:cubicBezTo>
                    <a:pt x="2600740" y="2525627"/>
                    <a:pt x="2632074" y="2530103"/>
                    <a:pt x="2661916" y="2534579"/>
                  </a:cubicBezTo>
                  <a:cubicBezTo>
                    <a:pt x="2666393" y="2534579"/>
                    <a:pt x="2670869" y="2534579"/>
                    <a:pt x="2681314" y="2536072"/>
                  </a:cubicBezTo>
                  <a:cubicBezTo>
                    <a:pt x="2664901" y="2521151"/>
                    <a:pt x="2652964" y="2509214"/>
                    <a:pt x="2641027" y="2498769"/>
                  </a:cubicBezTo>
                  <a:cubicBezTo>
                    <a:pt x="2636551" y="2495785"/>
                    <a:pt x="2630582" y="2492800"/>
                    <a:pt x="2624614" y="2492800"/>
                  </a:cubicBezTo>
                  <a:cubicBezTo>
                    <a:pt x="2575374" y="2485340"/>
                    <a:pt x="2527627" y="2482356"/>
                    <a:pt x="2478387" y="2479372"/>
                  </a:cubicBezTo>
                  <a:close/>
                  <a:moveTo>
                    <a:pt x="1448834" y="2388353"/>
                  </a:moveTo>
                  <a:cubicBezTo>
                    <a:pt x="1438390" y="2388353"/>
                    <a:pt x="1427945" y="2388353"/>
                    <a:pt x="1418992" y="2388353"/>
                  </a:cubicBezTo>
                  <a:cubicBezTo>
                    <a:pt x="1411532" y="2388353"/>
                    <a:pt x="1404071" y="2389845"/>
                    <a:pt x="1404071" y="2398798"/>
                  </a:cubicBezTo>
                  <a:cubicBezTo>
                    <a:pt x="1404071" y="2407751"/>
                    <a:pt x="1407056" y="2416703"/>
                    <a:pt x="1411532" y="2422672"/>
                  </a:cubicBezTo>
                  <a:cubicBezTo>
                    <a:pt x="1414516" y="2425656"/>
                    <a:pt x="1426453" y="2425656"/>
                    <a:pt x="1430929" y="2424164"/>
                  </a:cubicBezTo>
                  <a:cubicBezTo>
                    <a:pt x="1445850" y="2416703"/>
                    <a:pt x="1453311" y="2406258"/>
                    <a:pt x="1448834" y="2388353"/>
                  </a:cubicBezTo>
                  <a:close/>
                  <a:moveTo>
                    <a:pt x="2127743" y="2440577"/>
                  </a:moveTo>
                  <a:cubicBezTo>
                    <a:pt x="2114314" y="2455498"/>
                    <a:pt x="2100885" y="2470419"/>
                    <a:pt x="2084472" y="2486832"/>
                  </a:cubicBezTo>
                  <a:cubicBezTo>
                    <a:pt x="2097900" y="2497277"/>
                    <a:pt x="2105361" y="2512198"/>
                    <a:pt x="2120282" y="2507722"/>
                  </a:cubicBezTo>
                  <a:cubicBezTo>
                    <a:pt x="2132219" y="2503245"/>
                    <a:pt x="2145648" y="2494293"/>
                    <a:pt x="2148632" y="2479372"/>
                  </a:cubicBezTo>
                  <a:cubicBezTo>
                    <a:pt x="2151616" y="2462958"/>
                    <a:pt x="2142664" y="2451021"/>
                    <a:pt x="2127743" y="2440577"/>
                  </a:cubicBezTo>
                  <a:close/>
                  <a:moveTo>
                    <a:pt x="1266798" y="2362987"/>
                  </a:moveTo>
                  <a:cubicBezTo>
                    <a:pt x="1251877" y="2368956"/>
                    <a:pt x="1236956" y="2374924"/>
                    <a:pt x="1222034" y="2380893"/>
                  </a:cubicBezTo>
                  <a:cubicBezTo>
                    <a:pt x="1222034" y="2383877"/>
                    <a:pt x="1223527" y="2386861"/>
                    <a:pt x="1223527" y="2388353"/>
                  </a:cubicBezTo>
                  <a:cubicBezTo>
                    <a:pt x="1239940" y="2386861"/>
                    <a:pt x="1256353" y="2386861"/>
                    <a:pt x="1271274" y="2383877"/>
                  </a:cubicBezTo>
                  <a:cubicBezTo>
                    <a:pt x="1274258" y="2383877"/>
                    <a:pt x="1277242" y="2374924"/>
                    <a:pt x="1280227" y="2370448"/>
                  </a:cubicBezTo>
                  <a:cubicBezTo>
                    <a:pt x="1275750" y="2367464"/>
                    <a:pt x="1271274" y="2362987"/>
                    <a:pt x="1266798" y="2362987"/>
                  </a:cubicBezTo>
                  <a:close/>
                  <a:moveTo>
                    <a:pt x="1202637" y="2357019"/>
                  </a:moveTo>
                  <a:cubicBezTo>
                    <a:pt x="1195177" y="2358511"/>
                    <a:pt x="1190700" y="2360003"/>
                    <a:pt x="1184732" y="2361495"/>
                  </a:cubicBezTo>
                  <a:cubicBezTo>
                    <a:pt x="1172795" y="2362987"/>
                    <a:pt x="1169811" y="2370448"/>
                    <a:pt x="1171303" y="2380893"/>
                  </a:cubicBezTo>
                  <a:cubicBezTo>
                    <a:pt x="1180256" y="2446545"/>
                    <a:pt x="1151906" y="2494293"/>
                    <a:pt x="1092221" y="2519658"/>
                  </a:cubicBezTo>
                  <a:cubicBezTo>
                    <a:pt x="1084761" y="2522643"/>
                    <a:pt x="1077300" y="2525627"/>
                    <a:pt x="1069840" y="2530103"/>
                  </a:cubicBezTo>
                  <a:cubicBezTo>
                    <a:pt x="1074316" y="2545024"/>
                    <a:pt x="1078792" y="2555469"/>
                    <a:pt x="1084761" y="2568898"/>
                  </a:cubicBezTo>
                  <a:cubicBezTo>
                    <a:pt x="1116095" y="2553977"/>
                    <a:pt x="1142953" y="2539056"/>
                    <a:pt x="1163842" y="2515182"/>
                  </a:cubicBezTo>
                  <a:cubicBezTo>
                    <a:pt x="1174287" y="2503245"/>
                    <a:pt x="1183240" y="2489816"/>
                    <a:pt x="1186224" y="2474895"/>
                  </a:cubicBezTo>
                  <a:cubicBezTo>
                    <a:pt x="1193685" y="2442069"/>
                    <a:pt x="1198161" y="2407751"/>
                    <a:pt x="1204129" y="2374924"/>
                  </a:cubicBezTo>
                  <a:cubicBezTo>
                    <a:pt x="1205621" y="2368956"/>
                    <a:pt x="1202637" y="2364480"/>
                    <a:pt x="1202637" y="2357019"/>
                  </a:cubicBezTo>
                  <a:close/>
                  <a:moveTo>
                    <a:pt x="1975548" y="2418195"/>
                  </a:moveTo>
                  <a:cubicBezTo>
                    <a:pt x="1968087" y="2422672"/>
                    <a:pt x="1962119" y="2428640"/>
                    <a:pt x="1954658" y="2436100"/>
                  </a:cubicBezTo>
                  <a:cubicBezTo>
                    <a:pt x="1968087" y="2449530"/>
                    <a:pt x="1977040" y="2459974"/>
                    <a:pt x="1990469" y="2473403"/>
                  </a:cubicBezTo>
                  <a:cubicBezTo>
                    <a:pt x="1997929" y="2464451"/>
                    <a:pt x="2009866" y="2455498"/>
                    <a:pt x="2009866" y="2448037"/>
                  </a:cubicBezTo>
                  <a:cubicBezTo>
                    <a:pt x="2008374" y="2431624"/>
                    <a:pt x="1993453" y="2422672"/>
                    <a:pt x="1975548" y="2418195"/>
                  </a:cubicBezTo>
                  <a:close/>
                  <a:moveTo>
                    <a:pt x="2327685" y="2442069"/>
                  </a:moveTo>
                  <a:cubicBezTo>
                    <a:pt x="2314256" y="2451021"/>
                    <a:pt x="2299335" y="2459974"/>
                    <a:pt x="2287398" y="2470419"/>
                  </a:cubicBezTo>
                  <a:cubicBezTo>
                    <a:pt x="2272477" y="2480864"/>
                    <a:pt x="2273969" y="2480864"/>
                    <a:pt x="2285906" y="2503245"/>
                  </a:cubicBezTo>
                  <a:cubicBezTo>
                    <a:pt x="2299335" y="2497277"/>
                    <a:pt x="2309780" y="2494293"/>
                    <a:pt x="2321716" y="2488324"/>
                  </a:cubicBezTo>
                  <a:cubicBezTo>
                    <a:pt x="2345590" y="2477879"/>
                    <a:pt x="2347082" y="2473403"/>
                    <a:pt x="2335145" y="2451021"/>
                  </a:cubicBezTo>
                  <a:cubicBezTo>
                    <a:pt x="2333653" y="2448037"/>
                    <a:pt x="2330669" y="2445053"/>
                    <a:pt x="2327685" y="2442069"/>
                  </a:cubicBezTo>
                  <a:close/>
                  <a:moveTo>
                    <a:pt x="1498074" y="2373432"/>
                  </a:moveTo>
                  <a:cubicBezTo>
                    <a:pt x="1486137" y="2376416"/>
                    <a:pt x="1475692" y="2380893"/>
                    <a:pt x="1462264" y="2383877"/>
                  </a:cubicBezTo>
                  <a:cubicBezTo>
                    <a:pt x="1468232" y="2400290"/>
                    <a:pt x="1472708" y="2413719"/>
                    <a:pt x="1489122" y="2416703"/>
                  </a:cubicBezTo>
                  <a:cubicBezTo>
                    <a:pt x="1510011" y="2395814"/>
                    <a:pt x="1510011" y="2394322"/>
                    <a:pt x="1498074" y="2373432"/>
                  </a:cubicBezTo>
                  <a:close/>
                  <a:moveTo>
                    <a:pt x="1590585" y="2377908"/>
                  </a:moveTo>
                  <a:cubicBezTo>
                    <a:pt x="1584616" y="2389845"/>
                    <a:pt x="1578648" y="2400290"/>
                    <a:pt x="1571187" y="2410735"/>
                  </a:cubicBezTo>
                  <a:cubicBezTo>
                    <a:pt x="1574171" y="2415211"/>
                    <a:pt x="1575663" y="2419687"/>
                    <a:pt x="1578648" y="2424164"/>
                  </a:cubicBezTo>
                  <a:cubicBezTo>
                    <a:pt x="1598045" y="2464451"/>
                    <a:pt x="1596553" y="2512198"/>
                    <a:pt x="1565219" y="2548008"/>
                  </a:cubicBezTo>
                  <a:cubicBezTo>
                    <a:pt x="1551790" y="2562929"/>
                    <a:pt x="1535377" y="2568898"/>
                    <a:pt x="1517471" y="2573374"/>
                  </a:cubicBezTo>
                  <a:cubicBezTo>
                    <a:pt x="1507027" y="2576358"/>
                    <a:pt x="1498074" y="2589787"/>
                    <a:pt x="1499566" y="2600232"/>
                  </a:cubicBezTo>
                  <a:cubicBezTo>
                    <a:pt x="1501058" y="2607693"/>
                    <a:pt x="1517471" y="2618137"/>
                    <a:pt x="1526424" y="2618137"/>
                  </a:cubicBezTo>
                  <a:cubicBezTo>
                    <a:pt x="1568203" y="2615153"/>
                    <a:pt x="1572679" y="2612169"/>
                    <a:pt x="1598045" y="2577850"/>
                  </a:cubicBezTo>
                  <a:cubicBezTo>
                    <a:pt x="1623411" y="2545024"/>
                    <a:pt x="1639824" y="2507722"/>
                    <a:pt x="1635348" y="2464451"/>
                  </a:cubicBezTo>
                  <a:cubicBezTo>
                    <a:pt x="1633856" y="2440577"/>
                    <a:pt x="1629379" y="2418195"/>
                    <a:pt x="1626395" y="2395814"/>
                  </a:cubicBezTo>
                  <a:cubicBezTo>
                    <a:pt x="1624903" y="2386861"/>
                    <a:pt x="1620427" y="2382385"/>
                    <a:pt x="1611474" y="2380893"/>
                  </a:cubicBezTo>
                  <a:cubicBezTo>
                    <a:pt x="1604014" y="2379401"/>
                    <a:pt x="1596553" y="2379401"/>
                    <a:pt x="1590585" y="2377908"/>
                  </a:cubicBezTo>
                  <a:close/>
                  <a:moveTo>
                    <a:pt x="2218761" y="2425656"/>
                  </a:moveTo>
                  <a:cubicBezTo>
                    <a:pt x="2203840" y="2439085"/>
                    <a:pt x="2191903" y="2451021"/>
                    <a:pt x="2178474" y="2462958"/>
                  </a:cubicBezTo>
                  <a:cubicBezTo>
                    <a:pt x="2179966" y="2464451"/>
                    <a:pt x="2181458" y="2467435"/>
                    <a:pt x="2182951" y="2471911"/>
                  </a:cubicBezTo>
                  <a:cubicBezTo>
                    <a:pt x="2205332" y="2507722"/>
                    <a:pt x="2220253" y="2543532"/>
                    <a:pt x="2220253" y="2586803"/>
                  </a:cubicBezTo>
                  <a:cubicBezTo>
                    <a:pt x="2220253" y="2609185"/>
                    <a:pt x="2208316" y="2628582"/>
                    <a:pt x="2203840" y="2649472"/>
                  </a:cubicBezTo>
                  <a:cubicBezTo>
                    <a:pt x="2197872" y="2676330"/>
                    <a:pt x="2182951" y="2697219"/>
                    <a:pt x="2166537" y="2716616"/>
                  </a:cubicBezTo>
                  <a:cubicBezTo>
                    <a:pt x="2148632" y="2738998"/>
                    <a:pt x="2124758" y="2752427"/>
                    <a:pt x="2096408" y="2755411"/>
                  </a:cubicBezTo>
                  <a:cubicBezTo>
                    <a:pt x="2090440" y="2755411"/>
                    <a:pt x="2085964" y="2756903"/>
                    <a:pt x="2078503" y="2758395"/>
                  </a:cubicBezTo>
                  <a:cubicBezTo>
                    <a:pt x="2081487" y="2765856"/>
                    <a:pt x="2081487" y="2773316"/>
                    <a:pt x="2082979" y="2782269"/>
                  </a:cubicBezTo>
                  <a:cubicBezTo>
                    <a:pt x="2097900" y="2780777"/>
                    <a:pt x="2111330" y="2780777"/>
                    <a:pt x="2121774" y="2777793"/>
                  </a:cubicBezTo>
                  <a:cubicBezTo>
                    <a:pt x="2193395" y="2750935"/>
                    <a:pt x="2250095" y="2712140"/>
                    <a:pt x="2269493" y="2630074"/>
                  </a:cubicBezTo>
                  <a:cubicBezTo>
                    <a:pt x="2285906" y="2558453"/>
                    <a:pt x="2268001" y="2497277"/>
                    <a:pt x="2232190" y="2437593"/>
                  </a:cubicBezTo>
                  <a:cubicBezTo>
                    <a:pt x="2229206" y="2431624"/>
                    <a:pt x="2221745" y="2428640"/>
                    <a:pt x="2218761" y="2425656"/>
                  </a:cubicBezTo>
                  <a:close/>
                  <a:moveTo>
                    <a:pt x="1562234" y="2357765"/>
                  </a:moveTo>
                  <a:cubicBezTo>
                    <a:pt x="1553282" y="2355807"/>
                    <a:pt x="1544330" y="2365599"/>
                    <a:pt x="1535377" y="2364480"/>
                  </a:cubicBezTo>
                  <a:cubicBezTo>
                    <a:pt x="1527916" y="2364480"/>
                    <a:pt x="1520456" y="2368956"/>
                    <a:pt x="1521948" y="2377908"/>
                  </a:cubicBezTo>
                  <a:cubicBezTo>
                    <a:pt x="1523440" y="2388353"/>
                    <a:pt x="1538361" y="2403274"/>
                    <a:pt x="1548806" y="2404766"/>
                  </a:cubicBezTo>
                  <a:cubicBezTo>
                    <a:pt x="1557758" y="2406258"/>
                    <a:pt x="1568203" y="2394322"/>
                    <a:pt x="1571187" y="2380893"/>
                  </a:cubicBezTo>
                  <a:cubicBezTo>
                    <a:pt x="1572679" y="2379401"/>
                    <a:pt x="1572679" y="2376416"/>
                    <a:pt x="1572679" y="2373432"/>
                  </a:cubicBezTo>
                  <a:cubicBezTo>
                    <a:pt x="1572679" y="2371940"/>
                    <a:pt x="1572679" y="2367464"/>
                    <a:pt x="1571187" y="2364480"/>
                  </a:cubicBezTo>
                  <a:cubicBezTo>
                    <a:pt x="1568203" y="2360377"/>
                    <a:pt x="1565219" y="2358418"/>
                    <a:pt x="1562234" y="2357765"/>
                  </a:cubicBezTo>
                  <a:close/>
                  <a:moveTo>
                    <a:pt x="1283211" y="2331653"/>
                  </a:moveTo>
                  <a:cubicBezTo>
                    <a:pt x="1244416" y="2339114"/>
                    <a:pt x="1233971" y="2345082"/>
                    <a:pt x="1226511" y="2362987"/>
                  </a:cubicBezTo>
                  <a:cubicBezTo>
                    <a:pt x="1244416" y="2357019"/>
                    <a:pt x="1262321" y="2354035"/>
                    <a:pt x="1277242" y="2348066"/>
                  </a:cubicBezTo>
                  <a:cubicBezTo>
                    <a:pt x="1280227" y="2348066"/>
                    <a:pt x="1280227" y="2340606"/>
                    <a:pt x="1283211" y="2331653"/>
                  </a:cubicBezTo>
                  <a:close/>
                  <a:moveTo>
                    <a:pt x="1735132" y="2363174"/>
                  </a:moveTo>
                  <a:cubicBezTo>
                    <a:pt x="1730469" y="2361868"/>
                    <a:pt x="1724874" y="2362242"/>
                    <a:pt x="1717413" y="2364480"/>
                  </a:cubicBezTo>
                  <a:cubicBezTo>
                    <a:pt x="1720398" y="2377908"/>
                    <a:pt x="1720398" y="2389845"/>
                    <a:pt x="1724874" y="2401782"/>
                  </a:cubicBezTo>
                  <a:cubicBezTo>
                    <a:pt x="1726366" y="2406258"/>
                    <a:pt x="1732335" y="2410735"/>
                    <a:pt x="1736811" y="2412227"/>
                  </a:cubicBezTo>
                  <a:cubicBezTo>
                    <a:pt x="1739795" y="2413719"/>
                    <a:pt x="1745764" y="2410735"/>
                    <a:pt x="1747256" y="2407751"/>
                  </a:cubicBezTo>
                  <a:cubicBezTo>
                    <a:pt x="1751732" y="2395814"/>
                    <a:pt x="1753224" y="2383877"/>
                    <a:pt x="1747256" y="2371940"/>
                  </a:cubicBezTo>
                  <a:cubicBezTo>
                    <a:pt x="1743525" y="2367463"/>
                    <a:pt x="1739795" y="2364479"/>
                    <a:pt x="1735132" y="2363174"/>
                  </a:cubicBezTo>
                  <a:close/>
                  <a:moveTo>
                    <a:pt x="2557469" y="2428640"/>
                  </a:moveTo>
                  <a:cubicBezTo>
                    <a:pt x="2535087" y="2427148"/>
                    <a:pt x="2512706" y="2428640"/>
                    <a:pt x="2488832" y="2428640"/>
                  </a:cubicBezTo>
                  <a:cubicBezTo>
                    <a:pt x="2490324" y="2442069"/>
                    <a:pt x="2490324" y="2452514"/>
                    <a:pt x="2488832" y="2465943"/>
                  </a:cubicBezTo>
                  <a:cubicBezTo>
                    <a:pt x="2532103" y="2468927"/>
                    <a:pt x="2573882" y="2471911"/>
                    <a:pt x="2620137" y="2474895"/>
                  </a:cubicBezTo>
                  <a:cubicBezTo>
                    <a:pt x="2608201" y="2461466"/>
                    <a:pt x="2599248" y="2451021"/>
                    <a:pt x="2588803" y="2443561"/>
                  </a:cubicBezTo>
                  <a:cubicBezTo>
                    <a:pt x="2579851" y="2437593"/>
                    <a:pt x="2567914" y="2430132"/>
                    <a:pt x="2557469" y="2428640"/>
                  </a:cubicBezTo>
                  <a:close/>
                  <a:moveTo>
                    <a:pt x="3857093" y="2534579"/>
                  </a:moveTo>
                  <a:cubicBezTo>
                    <a:pt x="3846648" y="2536072"/>
                    <a:pt x="3837696" y="2542040"/>
                    <a:pt x="3836203" y="2553977"/>
                  </a:cubicBezTo>
                  <a:cubicBezTo>
                    <a:pt x="3882459" y="2567406"/>
                    <a:pt x="3925730" y="2580835"/>
                    <a:pt x="3970493" y="2594264"/>
                  </a:cubicBezTo>
                  <a:cubicBezTo>
                    <a:pt x="3963032" y="2574866"/>
                    <a:pt x="3951096" y="2561437"/>
                    <a:pt x="3934682" y="2553977"/>
                  </a:cubicBezTo>
                  <a:cubicBezTo>
                    <a:pt x="3919761" y="2548008"/>
                    <a:pt x="3903348" y="2543532"/>
                    <a:pt x="3886935" y="2539056"/>
                  </a:cubicBezTo>
                  <a:cubicBezTo>
                    <a:pt x="3877983" y="2536072"/>
                    <a:pt x="3867538" y="2534579"/>
                    <a:pt x="3857093" y="2534579"/>
                  </a:cubicBezTo>
                  <a:close/>
                  <a:moveTo>
                    <a:pt x="1760685" y="2354035"/>
                  </a:moveTo>
                  <a:cubicBezTo>
                    <a:pt x="1765161" y="2365972"/>
                    <a:pt x="1771129" y="2377908"/>
                    <a:pt x="1772622" y="2389845"/>
                  </a:cubicBezTo>
                  <a:cubicBezTo>
                    <a:pt x="1771129" y="2404766"/>
                    <a:pt x="1765161" y="2416703"/>
                    <a:pt x="1762177" y="2431624"/>
                  </a:cubicBezTo>
                  <a:cubicBezTo>
                    <a:pt x="1789035" y="2424164"/>
                    <a:pt x="1805448" y="2403274"/>
                    <a:pt x="1803956" y="2385369"/>
                  </a:cubicBezTo>
                  <a:cubicBezTo>
                    <a:pt x="1800971" y="2365972"/>
                    <a:pt x="1781574" y="2352543"/>
                    <a:pt x="1760685" y="2354035"/>
                  </a:cubicBezTo>
                  <a:close/>
                  <a:moveTo>
                    <a:pt x="2011358" y="2370448"/>
                  </a:moveTo>
                  <a:cubicBezTo>
                    <a:pt x="2002406" y="2382385"/>
                    <a:pt x="1994945" y="2392829"/>
                    <a:pt x="1987485" y="2403274"/>
                  </a:cubicBezTo>
                  <a:cubicBezTo>
                    <a:pt x="2000914" y="2413719"/>
                    <a:pt x="2009866" y="2424164"/>
                    <a:pt x="2023295" y="2436100"/>
                  </a:cubicBezTo>
                  <a:cubicBezTo>
                    <a:pt x="2033740" y="2425656"/>
                    <a:pt x="2044185" y="2416703"/>
                    <a:pt x="2056122" y="2406258"/>
                  </a:cubicBezTo>
                  <a:cubicBezTo>
                    <a:pt x="2039708" y="2392829"/>
                    <a:pt x="2026280" y="2382385"/>
                    <a:pt x="2011358" y="2370448"/>
                  </a:cubicBezTo>
                  <a:close/>
                  <a:moveTo>
                    <a:pt x="2303811" y="2392829"/>
                  </a:moveTo>
                  <a:cubicBezTo>
                    <a:pt x="2291874" y="2416703"/>
                    <a:pt x="2256064" y="2425656"/>
                    <a:pt x="2262032" y="2459974"/>
                  </a:cubicBezTo>
                  <a:cubicBezTo>
                    <a:pt x="2263524" y="2461466"/>
                    <a:pt x="2266508" y="2464451"/>
                    <a:pt x="2269493" y="2465943"/>
                  </a:cubicBezTo>
                  <a:cubicBezTo>
                    <a:pt x="2281429" y="2458482"/>
                    <a:pt x="2293366" y="2451021"/>
                    <a:pt x="2303811" y="2443561"/>
                  </a:cubicBezTo>
                  <a:cubicBezTo>
                    <a:pt x="2329177" y="2425656"/>
                    <a:pt x="2329177" y="2421179"/>
                    <a:pt x="2311272" y="2395814"/>
                  </a:cubicBezTo>
                  <a:cubicBezTo>
                    <a:pt x="2309780" y="2394322"/>
                    <a:pt x="2308287" y="2394322"/>
                    <a:pt x="2303811" y="2392829"/>
                  </a:cubicBezTo>
                  <a:close/>
                  <a:moveTo>
                    <a:pt x="1323498" y="2312256"/>
                  </a:moveTo>
                  <a:cubicBezTo>
                    <a:pt x="1296640" y="2318224"/>
                    <a:pt x="1296640" y="2318224"/>
                    <a:pt x="1296640" y="2342098"/>
                  </a:cubicBezTo>
                  <a:cubicBezTo>
                    <a:pt x="1295148" y="2394322"/>
                    <a:pt x="1290671" y="2445053"/>
                    <a:pt x="1262321" y="2492800"/>
                  </a:cubicBezTo>
                  <a:cubicBezTo>
                    <a:pt x="1229495" y="2546516"/>
                    <a:pt x="1196669" y="2597248"/>
                    <a:pt x="1135492" y="2622614"/>
                  </a:cubicBezTo>
                  <a:cubicBezTo>
                    <a:pt x="1126540" y="2625598"/>
                    <a:pt x="1119079" y="2633059"/>
                    <a:pt x="1110127" y="2637535"/>
                  </a:cubicBezTo>
                  <a:cubicBezTo>
                    <a:pt x="1113111" y="2659916"/>
                    <a:pt x="1116095" y="2662901"/>
                    <a:pt x="1134000" y="2653948"/>
                  </a:cubicBezTo>
                  <a:cubicBezTo>
                    <a:pt x="1145937" y="2647980"/>
                    <a:pt x="1159366" y="2640519"/>
                    <a:pt x="1169811" y="2633059"/>
                  </a:cubicBezTo>
                  <a:cubicBezTo>
                    <a:pt x="1216066" y="2595756"/>
                    <a:pt x="1250385" y="2550993"/>
                    <a:pt x="1283211" y="2501753"/>
                  </a:cubicBezTo>
                  <a:cubicBezTo>
                    <a:pt x="1323498" y="2442069"/>
                    <a:pt x="1332450" y="2379401"/>
                    <a:pt x="1323498" y="2312256"/>
                  </a:cubicBezTo>
                  <a:close/>
                  <a:moveTo>
                    <a:pt x="2169522" y="2380893"/>
                  </a:moveTo>
                  <a:cubicBezTo>
                    <a:pt x="2159077" y="2397306"/>
                    <a:pt x="2150124" y="2412227"/>
                    <a:pt x="2139679" y="2428640"/>
                  </a:cubicBezTo>
                  <a:cubicBezTo>
                    <a:pt x="2156093" y="2437593"/>
                    <a:pt x="2171014" y="2449530"/>
                    <a:pt x="2187427" y="2439085"/>
                  </a:cubicBezTo>
                  <a:cubicBezTo>
                    <a:pt x="2193395" y="2436100"/>
                    <a:pt x="2199364" y="2422672"/>
                    <a:pt x="2197872" y="2416703"/>
                  </a:cubicBezTo>
                  <a:cubicBezTo>
                    <a:pt x="2194887" y="2400290"/>
                    <a:pt x="2188919" y="2385369"/>
                    <a:pt x="2169522" y="2380893"/>
                  </a:cubicBezTo>
                  <a:close/>
                  <a:moveTo>
                    <a:pt x="2449105" y="2394322"/>
                  </a:moveTo>
                  <a:cubicBezTo>
                    <a:pt x="2439593" y="2389846"/>
                    <a:pt x="2427657" y="2389846"/>
                    <a:pt x="2412735" y="2394322"/>
                  </a:cubicBezTo>
                  <a:cubicBezTo>
                    <a:pt x="2424672" y="2452514"/>
                    <a:pt x="2436609" y="2510706"/>
                    <a:pt x="2448545" y="2573374"/>
                  </a:cubicBezTo>
                  <a:cubicBezTo>
                    <a:pt x="2456005" y="2573374"/>
                    <a:pt x="2466451" y="2573374"/>
                    <a:pt x="2475403" y="2571882"/>
                  </a:cubicBezTo>
                  <a:cubicBezTo>
                    <a:pt x="2487340" y="2568898"/>
                    <a:pt x="2494801" y="2559945"/>
                    <a:pt x="2493308" y="2548008"/>
                  </a:cubicBezTo>
                  <a:cubicBezTo>
                    <a:pt x="2491816" y="2527119"/>
                    <a:pt x="2487340" y="2507722"/>
                    <a:pt x="2464959" y="2500261"/>
                  </a:cubicBezTo>
                  <a:cubicBezTo>
                    <a:pt x="2457498" y="2497277"/>
                    <a:pt x="2451530" y="2491309"/>
                    <a:pt x="2444069" y="2485340"/>
                  </a:cubicBezTo>
                  <a:cubicBezTo>
                    <a:pt x="2484356" y="2461466"/>
                    <a:pt x="2484356" y="2461466"/>
                    <a:pt x="2470927" y="2421179"/>
                  </a:cubicBezTo>
                  <a:cubicBezTo>
                    <a:pt x="2465705" y="2407751"/>
                    <a:pt x="2458617" y="2398798"/>
                    <a:pt x="2449105" y="2394322"/>
                  </a:cubicBezTo>
                  <a:close/>
                  <a:moveTo>
                    <a:pt x="1656237" y="2327177"/>
                  </a:moveTo>
                  <a:cubicBezTo>
                    <a:pt x="1639824" y="2354035"/>
                    <a:pt x="1624903" y="2382385"/>
                    <a:pt x="1650269" y="2415211"/>
                  </a:cubicBezTo>
                  <a:cubicBezTo>
                    <a:pt x="1668174" y="2410735"/>
                    <a:pt x="1687571" y="2406258"/>
                    <a:pt x="1706969" y="2400290"/>
                  </a:cubicBezTo>
                  <a:cubicBezTo>
                    <a:pt x="1705477" y="2388353"/>
                    <a:pt x="1703985" y="2376416"/>
                    <a:pt x="1702492" y="2365972"/>
                  </a:cubicBezTo>
                  <a:cubicBezTo>
                    <a:pt x="1680111" y="2364480"/>
                    <a:pt x="1666682" y="2386861"/>
                    <a:pt x="1645793" y="2380893"/>
                  </a:cubicBezTo>
                  <a:cubicBezTo>
                    <a:pt x="1651761" y="2374924"/>
                    <a:pt x="1659221" y="2371940"/>
                    <a:pt x="1666682" y="2368956"/>
                  </a:cubicBezTo>
                  <a:cubicBezTo>
                    <a:pt x="1674143" y="2365972"/>
                    <a:pt x="1681603" y="2362987"/>
                    <a:pt x="1687571" y="2357019"/>
                  </a:cubicBezTo>
                  <a:cubicBezTo>
                    <a:pt x="1698016" y="2348066"/>
                    <a:pt x="1695032" y="2334637"/>
                    <a:pt x="1680111" y="2331653"/>
                  </a:cubicBezTo>
                  <a:cubicBezTo>
                    <a:pt x="1671158" y="2330161"/>
                    <a:pt x="1663698" y="2328669"/>
                    <a:pt x="1656237" y="2327177"/>
                  </a:cubicBezTo>
                  <a:close/>
                  <a:moveTo>
                    <a:pt x="1448834" y="2307779"/>
                  </a:moveTo>
                  <a:cubicBezTo>
                    <a:pt x="1436898" y="2309271"/>
                    <a:pt x="1432421" y="2313748"/>
                    <a:pt x="1430929" y="2330161"/>
                  </a:cubicBezTo>
                  <a:cubicBezTo>
                    <a:pt x="1454803" y="2333145"/>
                    <a:pt x="1460771" y="2331653"/>
                    <a:pt x="1460771" y="2321208"/>
                  </a:cubicBezTo>
                  <a:cubicBezTo>
                    <a:pt x="1460771" y="2313748"/>
                    <a:pt x="1457787" y="2309271"/>
                    <a:pt x="1448834" y="2307779"/>
                  </a:cubicBezTo>
                  <a:close/>
                  <a:moveTo>
                    <a:pt x="1486324" y="2308339"/>
                  </a:moveTo>
                  <a:cubicBezTo>
                    <a:pt x="1483526" y="2308898"/>
                    <a:pt x="1480169" y="2310018"/>
                    <a:pt x="1475692" y="2310764"/>
                  </a:cubicBezTo>
                  <a:cubicBezTo>
                    <a:pt x="1475692" y="2318224"/>
                    <a:pt x="1477185" y="2324193"/>
                    <a:pt x="1477185" y="2331653"/>
                  </a:cubicBezTo>
                  <a:cubicBezTo>
                    <a:pt x="1486137" y="2330161"/>
                    <a:pt x="1492106" y="2330161"/>
                    <a:pt x="1496582" y="2328669"/>
                  </a:cubicBezTo>
                  <a:cubicBezTo>
                    <a:pt x="1501058" y="2325685"/>
                    <a:pt x="1504043" y="2321208"/>
                    <a:pt x="1504043" y="2316732"/>
                  </a:cubicBezTo>
                  <a:cubicBezTo>
                    <a:pt x="1504043" y="2315240"/>
                    <a:pt x="1498074" y="2309271"/>
                    <a:pt x="1493598" y="2309271"/>
                  </a:cubicBezTo>
                  <a:cubicBezTo>
                    <a:pt x="1491360" y="2307779"/>
                    <a:pt x="1489122" y="2307779"/>
                    <a:pt x="1486324" y="2308339"/>
                  </a:cubicBezTo>
                  <a:close/>
                  <a:moveTo>
                    <a:pt x="1624903" y="2316732"/>
                  </a:moveTo>
                  <a:cubicBezTo>
                    <a:pt x="1611474" y="2325685"/>
                    <a:pt x="1598045" y="2334637"/>
                    <a:pt x="1584616" y="2346574"/>
                  </a:cubicBezTo>
                  <a:cubicBezTo>
                    <a:pt x="1604014" y="2368956"/>
                    <a:pt x="1611474" y="2370448"/>
                    <a:pt x="1624903" y="2358511"/>
                  </a:cubicBezTo>
                  <a:cubicBezTo>
                    <a:pt x="1638332" y="2345082"/>
                    <a:pt x="1638332" y="2328669"/>
                    <a:pt x="1624903" y="2316732"/>
                  </a:cubicBezTo>
                  <a:close/>
                  <a:moveTo>
                    <a:pt x="2272477" y="2361495"/>
                  </a:moveTo>
                  <a:cubicBezTo>
                    <a:pt x="2262032" y="2376416"/>
                    <a:pt x="2253080" y="2391337"/>
                    <a:pt x="2242635" y="2406258"/>
                  </a:cubicBezTo>
                  <a:cubicBezTo>
                    <a:pt x="2224729" y="2397306"/>
                    <a:pt x="2247111" y="2388353"/>
                    <a:pt x="2241143" y="2379401"/>
                  </a:cubicBezTo>
                  <a:cubicBezTo>
                    <a:pt x="2230698" y="2382385"/>
                    <a:pt x="2221745" y="2385369"/>
                    <a:pt x="2208316" y="2389845"/>
                  </a:cubicBezTo>
                  <a:cubicBezTo>
                    <a:pt x="2224729" y="2403274"/>
                    <a:pt x="2239650" y="2416703"/>
                    <a:pt x="2254572" y="2430132"/>
                  </a:cubicBezTo>
                  <a:cubicBezTo>
                    <a:pt x="2270985" y="2419687"/>
                    <a:pt x="2282922" y="2400290"/>
                    <a:pt x="2296351" y="2379401"/>
                  </a:cubicBezTo>
                  <a:cubicBezTo>
                    <a:pt x="2288890" y="2373432"/>
                    <a:pt x="2281429" y="2368956"/>
                    <a:pt x="2272477" y="2361495"/>
                  </a:cubicBezTo>
                  <a:close/>
                  <a:moveTo>
                    <a:pt x="1370779" y="2284185"/>
                  </a:moveTo>
                  <a:cubicBezTo>
                    <a:pt x="1355951" y="2284465"/>
                    <a:pt x="1340284" y="2297334"/>
                    <a:pt x="1341403" y="2315240"/>
                  </a:cubicBezTo>
                  <a:cubicBezTo>
                    <a:pt x="1341403" y="2352543"/>
                    <a:pt x="1339911" y="2389845"/>
                    <a:pt x="1338419" y="2428640"/>
                  </a:cubicBezTo>
                  <a:cubicBezTo>
                    <a:pt x="1357816" y="2440577"/>
                    <a:pt x="1374229" y="2437593"/>
                    <a:pt x="1384674" y="2415211"/>
                  </a:cubicBezTo>
                  <a:cubicBezTo>
                    <a:pt x="1389150" y="2406258"/>
                    <a:pt x="1392135" y="2392829"/>
                    <a:pt x="1390642" y="2382385"/>
                  </a:cubicBezTo>
                  <a:cubicBezTo>
                    <a:pt x="1386166" y="2360003"/>
                    <a:pt x="1359308" y="2368956"/>
                    <a:pt x="1345879" y="2354035"/>
                  </a:cubicBezTo>
                  <a:cubicBezTo>
                    <a:pt x="1353340" y="2351050"/>
                    <a:pt x="1359308" y="2349558"/>
                    <a:pt x="1363785" y="2346574"/>
                  </a:cubicBezTo>
                  <a:cubicBezTo>
                    <a:pt x="1381690" y="2340606"/>
                    <a:pt x="1395119" y="2325685"/>
                    <a:pt x="1395119" y="2306287"/>
                  </a:cubicBezTo>
                  <a:cubicBezTo>
                    <a:pt x="1395119" y="2300319"/>
                    <a:pt x="1389150" y="2292858"/>
                    <a:pt x="1384674" y="2288382"/>
                  </a:cubicBezTo>
                  <a:cubicBezTo>
                    <a:pt x="1380571" y="2285398"/>
                    <a:pt x="1375722" y="2284092"/>
                    <a:pt x="1370779" y="2284185"/>
                  </a:cubicBezTo>
                  <a:close/>
                  <a:moveTo>
                    <a:pt x="1529408" y="2294350"/>
                  </a:moveTo>
                  <a:cubicBezTo>
                    <a:pt x="1521948" y="2292858"/>
                    <a:pt x="1515979" y="2298827"/>
                    <a:pt x="1517471" y="2306287"/>
                  </a:cubicBezTo>
                  <a:cubicBezTo>
                    <a:pt x="1518964" y="2310764"/>
                    <a:pt x="1521948" y="2315240"/>
                    <a:pt x="1524932" y="2319716"/>
                  </a:cubicBezTo>
                  <a:cubicBezTo>
                    <a:pt x="1530900" y="2315240"/>
                    <a:pt x="1535377" y="2312256"/>
                    <a:pt x="1541345" y="2307779"/>
                  </a:cubicBezTo>
                  <a:cubicBezTo>
                    <a:pt x="1535377" y="2300319"/>
                    <a:pt x="1532392" y="2294350"/>
                    <a:pt x="1529408" y="2294350"/>
                  </a:cubicBezTo>
                  <a:close/>
                  <a:moveTo>
                    <a:pt x="2047169" y="2336129"/>
                  </a:moveTo>
                  <a:cubicBezTo>
                    <a:pt x="2032248" y="2334637"/>
                    <a:pt x="2029264" y="2348066"/>
                    <a:pt x="2024787" y="2358511"/>
                  </a:cubicBezTo>
                  <a:cubicBezTo>
                    <a:pt x="2036724" y="2371940"/>
                    <a:pt x="2047169" y="2385369"/>
                    <a:pt x="2066566" y="2391337"/>
                  </a:cubicBezTo>
                  <a:cubicBezTo>
                    <a:pt x="2072535" y="2377908"/>
                    <a:pt x="2091932" y="2368956"/>
                    <a:pt x="2082979" y="2354035"/>
                  </a:cubicBezTo>
                  <a:cubicBezTo>
                    <a:pt x="2077011" y="2343590"/>
                    <a:pt x="2059106" y="2337622"/>
                    <a:pt x="2047169" y="2336129"/>
                  </a:cubicBezTo>
                  <a:close/>
                  <a:moveTo>
                    <a:pt x="3876490" y="2471911"/>
                  </a:moveTo>
                  <a:cubicBezTo>
                    <a:pt x="3869030" y="2488324"/>
                    <a:pt x="3863062" y="2503245"/>
                    <a:pt x="3857093" y="2518166"/>
                  </a:cubicBezTo>
                  <a:cubicBezTo>
                    <a:pt x="3882459" y="2525627"/>
                    <a:pt x="3904840" y="2533087"/>
                    <a:pt x="3925730" y="2539056"/>
                  </a:cubicBezTo>
                  <a:cubicBezTo>
                    <a:pt x="3925730" y="2537564"/>
                    <a:pt x="3927222" y="2536072"/>
                    <a:pt x="3927222" y="2534579"/>
                  </a:cubicBezTo>
                  <a:cubicBezTo>
                    <a:pt x="3912301" y="2515182"/>
                    <a:pt x="3897380" y="2495785"/>
                    <a:pt x="3876490" y="2471911"/>
                  </a:cubicBezTo>
                  <a:close/>
                  <a:moveTo>
                    <a:pt x="1071332" y="2234666"/>
                  </a:moveTo>
                  <a:cubicBezTo>
                    <a:pt x="1056411" y="2249587"/>
                    <a:pt x="1050442" y="2266000"/>
                    <a:pt x="1059395" y="2286890"/>
                  </a:cubicBezTo>
                  <a:cubicBezTo>
                    <a:pt x="1063871" y="2297335"/>
                    <a:pt x="1071332" y="2303303"/>
                    <a:pt x="1083269" y="2298827"/>
                  </a:cubicBezTo>
                  <a:cubicBezTo>
                    <a:pt x="1089237" y="2297335"/>
                    <a:pt x="1093713" y="2295843"/>
                    <a:pt x="1101174" y="2294350"/>
                  </a:cubicBezTo>
                  <a:cubicBezTo>
                    <a:pt x="1096698" y="2271969"/>
                    <a:pt x="1105650" y="2243619"/>
                    <a:pt x="1071332" y="2234666"/>
                  </a:cubicBezTo>
                  <a:close/>
                  <a:moveTo>
                    <a:pt x="1134000" y="2239143"/>
                  </a:moveTo>
                  <a:cubicBezTo>
                    <a:pt x="1113111" y="2254064"/>
                    <a:pt x="1110127" y="2261524"/>
                    <a:pt x="1116095" y="2277937"/>
                  </a:cubicBezTo>
                  <a:cubicBezTo>
                    <a:pt x="1119079" y="2286890"/>
                    <a:pt x="1128032" y="2288382"/>
                    <a:pt x="1135492" y="2288382"/>
                  </a:cubicBezTo>
                  <a:cubicBezTo>
                    <a:pt x="1150413" y="2286890"/>
                    <a:pt x="1157874" y="2277937"/>
                    <a:pt x="1159366" y="2257048"/>
                  </a:cubicBezTo>
                  <a:cubicBezTo>
                    <a:pt x="1150413" y="2249587"/>
                    <a:pt x="1141461" y="2245111"/>
                    <a:pt x="1134000" y="2239143"/>
                  </a:cubicBezTo>
                  <a:close/>
                  <a:moveTo>
                    <a:pt x="1563727" y="2267493"/>
                  </a:moveTo>
                  <a:cubicBezTo>
                    <a:pt x="1557758" y="2273461"/>
                    <a:pt x="1551790" y="2277937"/>
                    <a:pt x="1545821" y="2283906"/>
                  </a:cubicBezTo>
                  <a:cubicBezTo>
                    <a:pt x="1550298" y="2289874"/>
                    <a:pt x="1553282" y="2295843"/>
                    <a:pt x="1557758" y="2301811"/>
                  </a:cubicBezTo>
                  <a:cubicBezTo>
                    <a:pt x="1580140" y="2286890"/>
                    <a:pt x="1580140" y="2286890"/>
                    <a:pt x="1563727" y="2267493"/>
                  </a:cubicBezTo>
                  <a:close/>
                  <a:moveTo>
                    <a:pt x="2436609" y="2334637"/>
                  </a:moveTo>
                  <a:cubicBezTo>
                    <a:pt x="2435116" y="2349558"/>
                    <a:pt x="2432132" y="2361495"/>
                    <a:pt x="2430640" y="2373432"/>
                  </a:cubicBezTo>
                  <a:cubicBezTo>
                    <a:pt x="2448545" y="2385369"/>
                    <a:pt x="2473911" y="2386861"/>
                    <a:pt x="2481372" y="2410735"/>
                  </a:cubicBezTo>
                  <a:cubicBezTo>
                    <a:pt x="2482864" y="2413719"/>
                    <a:pt x="2487340" y="2415211"/>
                    <a:pt x="2491816" y="2416703"/>
                  </a:cubicBezTo>
                  <a:cubicBezTo>
                    <a:pt x="2511214" y="2421179"/>
                    <a:pt x="2532103" y="2421179"/>
                    <a:pt x="2552993" y="2418195"/>
                  </a:cubicBezTo>
                  <a:cubicBezTo>
                    <a:pt x="2535087" y="2386861"/>
                    <a:pt x="2533595" y="2385369"/>
                    <a:pt x="2481372" y="2383877"/>
                  </a:cubicBezTo>
                  <a:cubicBezTo>
                    <a:pt x="2472419" y="2367464"/>
                    <a:pt x="2497785" y="2376416"/>
                    <a:pt x="2494801" y="2362987"/>
                  </a:cubicBezTo>
                  <a:cubicBezTo>
                    <a:pt x="2476895" y="2354035"/>
                    <a:pt x="2457498" y="2345082"/>
                    <a:pt x="2436609" y="2334637"/>
                  </a:cubicBezTo>
                  <a:close/>
                  <a:moveTo>
                    <a:pt x="1708461" y="2270477"/>
                  </a:moveTo>
                  <a:cubicBezTo>
                    <a:pt x="1708461" y="2282414"/>
                    <a:pt x="1709953" y="2289874"/>
                    <a:pt x="1708461" y="2298827"/>
                  </a:cubicBezTo>
                  <a:cubicBezTo>
                    <a:pt x="1706969" y="2306287"/>
                    <a:pt x="1703985" y="2315240"/>
                    <a:pt x="1702492" y="2322701"/>
                  </a:cubicBezTo>
                  <a:cubicBezTo>
                    <a:pt x="1702492" y="2325685"/>
                    <a:pt x="1701000" y="2330161"/>
                    <a:pt x="1703985" y="2331653"/>
                  </a:cubicBezTo>
                  <a:cubicBezTo>
                    <a:pt x="1708461" y="2337622"/>
                    <a:pt x="1712937" y="2342098"/>
                    <a:pt x="1717413" y="2348066"/>
                  </a:cubicBezTo>
                  <a:cubicBezTo>
                    <a:pt x="1721890" y="2343590"/>
                    <a:pt x="1727858" y="2340606"/>
                    <a:pt x="1730843" y="2334637"/>
                  </a:cubicBezTo>
                  <a:cubicBezTo>
                    <a:pt x="1741287" y="2312256"/>
                    <a:pt x="1733827" y="2289874"/>
                    <a:pt x="1708461" y="2270477"/>
                  </a:cubicBezTo>
                  <a:close/>
                  <a:moveTo>
                    <a:pt x="1674143" y="2260032"/>
                  </a:moveTo>
                  <a:cubicBezTo>
                    <a:pt x="1663698" y="2273461"/>
                    <a:pt x="1653253" y="2285398"/>
                    <a:pt x="1639824" y="2298827"/>
                  </a:cubicBezTo>
                  <a:cubicBezTo>
                    <a:pt x="1645793" y="2304795"/>
                    <a:pt x="1648777" y="2307779"/>
                    <a:pt x="1653253" y="2310764"/>
                  </a:cubicBezTo>
                  <a:cubicBezTo>
                    <a:pt x="1656237" y="2313748"/>
                    <a:pt x="1660714" y="2315240"/>
                    <a:pt x="1663698" y="2316732"/>
                  </a:cubicBezTo>
                  <a:cubicBezTo>
                    <a:pt x="1680111" y="2325685"/>
                    <a:pt x="1696524" y="2313748"/>
                    <a:pt x="1695032" y="2295843"/>
                  </a:cubicBezTo>
                  <a:cubicBezTo>
                    <a:pt x="1693540" y="2282414"/>
                    <a:pt x="1690556" y="2268985"/>
                    <a:pt x="1674143" y="2260032"/>
                  </a:cubicBezTo>
                  <a:close/>
                  <a:moveTo>
                    <a:pt x="1212709" y="2221237"/>
                  </a:moveTo>
                  <a:cubicBezTo>
                    <a:pt x="1205248" y="2220491"/>
                    <a:pt x="1196669" y="2221983"/>
                    <a:pt x="1189208" y="2219745"/>
                  </a:cubicBezTo>
                  <a:cubicBezTo>
                    <a:pt x="1184732" y="2228698"/>
                    <a:pt x="1180256" y="2236158"/>
                    <a:pt x="1175779" y="2246603"/>
                  </a:cubicBezTo>
                  <a:cubicBezTo>
                    <a:pt x="1186224" y="2260032"/>
                    <a:pt x="1192192" y="2274953"/>
                    <a:pt x="1211590" y="2268985"/>
                  </a:cubicBezTo>
                  <a:cubicBezTo>
                    <a:pt x="1222034" y="2266000"/>
                    <a:pt x="1232479" y="2248095"/>
                    <a:pt x="1229495" y="2236158"/>
                  </a:cubicBezTo>
                  <a:cubicBezTo>
                    <a:pt x="1226511" y="2224968"/>
                    <a:pt x="1220169" y="2221983"/>
                    <a:pt x="1212709" y="2221237"/>
                  </a:cubicBezTo>
                  <a:close/>
                  <a:moveTo>
                    <a:pt x="2060598" y="2286890"/>
                  </a:moveTo>
                  <a:cubicBezTo>
                    <a:pt x="2056122" y="2297335"/>
                    <a:pt x="2053137" y="2303303"/>
                    <a:pt x="2051645" y="2310764"/>
                  </a:cubicBezTo>
                  <a:cubicBezTo>
                    <a:pt x="2050153" y="2315240"/>
                    <a:pt x="2053137" y="2321208"/>
                    <a:pt x="2056122" y="2324193"/>
                  </a:cubicBezTo>
                  <a:cubicBezTo>
                    <a:pt x="2068058" y="2331653"/>
                    <a:pt x="2081487" y="2339114"/>
                    <a:pt x="2094916" y="2346574"/>
                  </a:cubicBezTo>
                  <a:cubicBezTo>
                    <a:pt x="2102377" y="2333145"/>
                    <a:pt x="2108345" y="2322701"/>
                    <a:pt x="2115806" y="2307779"/>
                  </a:cubicBezTo>
                  <a:cubicBezTo>
                    <a:pt x="2096408" y="2300319"/>
                    <a:pt x="2079995" y="2294350"/>
                    <a:pt x="2060598" y="2286890"/>
                  </a:cubicBezTo>
                  <a:close/>
                  <a:moveTo>
                    <a:pt x="2202348" y="2297335"/>
                  </a:moveTo>
                  <a:cubicBezTo>
                    <a:pt x="2194887" y="2318224"/>
                    <a:pt x="2187427" y="2339114"/>
                    <a:pt x="2176982" y="2361495"/>
                  </a:cubicBezTo>
                  <a:cubicBezTo>
                    <a:pt x="2194887" y="2371940"/>
                    <a:pt x="2209808" y="2385369"/>
                    <a:pt x="2229206" y="2371940"/>
                  </a:cubicBezTo>
                  <a:cubicBezTo>
                    <a:pt x="2242635" y="2362987"/>
                    <a:pt x="2247111" y="2345082"/>
                    <a:pt x="2242635" y="2324193"/>
                  </a:cubicBezTo>
                  <a:cubicBezTo>
                    <a:pt x="2238159" y="2306287"/>
                    <a:pt x="2229206" y="2300319"/>
                    <a:pt x="2202348" y="2297335"/>
                  </a:cubicBezTo>
                  <a:close/>
                  <a:moveTo>
                    <a:pt x="1032537" y="2198856"/>
                  </a:moveTo>
                  <a:cubicBezTo>
                    <a:pt x="1034029" y="2216761"/>
                    <a:pt x="1034029" y="2234666"/>
                    <a:pt x="1035521" y="2252572"/>
                  </a:cubicBezTo>
                  <a:cubicBezTo>
                    <a:pt x="1054919" y="2240635"/>
                    <a:pt x="1059395" y="2231682"/>
                    <a:pt x="1056411" y="2213777"/>
                  </a:cubicBezTo>
                  <a:cubicBezTo>
                    <a:pt x="1053427" y="2203332"/>
                    <a:pt x="1047458" y="2197364"/>
                    <a:pt x="1032537" y="2198856"/>
                  </a:cubicBezTo>
                  <a:close/>
                  <a:moveTo>
                    <a:pt x="1102666" y="2198856"/>
                  </a:moveTo>
                  <a:cubicBezTo>
                    <a:pt x="1090729" y="2192887"/>
                    <a:pt x="1083269" y="2198856"/>
                    <a:pt x="1072824" y="2207808"/>
                  </a:cubicBezTo>
                  <a:cubicBezTo>
                    <a:pt x="1084761" y="2231682"/>
                    <a:pt x="1092221" y="2236158"/>
                    <a:pt x="1114603" y="2233174"/>
                  </a:cubicBezTo>
                  <a:cubicBezTo>
                    <a:pt x="1117587" y="2219745"/>
                    <a:pt x="1116095" y="2206316"/>
                    <a:pt x="1102666" y="2198856"/>
                  </a:cubicBezTo>
                  <a:close/>
                  <a:moveTo>
                    <a:pt x="1769637" y="2252572"/>
                  </a:moveTo>
                  <a:cubicBezTo>
                    <a:pt x="1762177" y="2260032"/>
                    <a:pt x="1753224" y="2267493"/>
                    <a:pt x="1742779" y="2277937"/>
                  </a:cubicBezTo>
                  <a:cubicBezTo>
                    <a:pt x="1744271" y="2285398"/>
                    <a:pt x="1747256" y="2294350"/>
                    <a:pt x="1748748" y="2303303"/>
                  </a:cubicBezTo>
                  <a:cubicBezTo>
                    <a:pt x="1750240" y="2312256"/>
                    <a:pt x="1753224" y="2321208"/>
                    <a:pt x="1754716" y="2331653"/>
                  </a:cubicBezTo>
                  <a:cubicBezTo>
                    <a:pt x="1789035" y="2315240"/>
                    <a:pt x="1795003" y="2279429"/>
                    <a:pt x="1769637" y="2252572"/>
                  </a:cubicBezTo>
                  <a:close/>
                  <a:moveTo>
                    <a:pt x="1599537" y="2230190"/>
                  </a:moveTo>
                  <a:cubicBezTo>
                    <a:pt x="1575663" y="2257048"/>
                    <a:pt x="1575663" y="2258540"/>
                    <a:pt x="1592077" y="2276445"/>
                  </a:cubicBezTo>
                  <a:cubicBezTo>
                    <a:pt x="1618935" y="2258540"/>
                    <a:pt x="1618935" y="2254064"/>
                    <a:pt x="1599537" y="2230190"/>
                  </a:cubicBezTo>
                  <a:close/>
                  <a:moveTo>
                    <a:pt x="2369464" y="2291926"/>
                  </a:moveTo>
                  <a:cubicBezTo>
                    <a:pt x="2360511" y="2290993"/>
                    <a:pt x="2351559" y="2292859"/>
                    <a:pt x="2342606" y="2300319"/>
                  </a:cubicBezTo>
                  <a:cubicBezTo>
                    <a:pt x="2363495" y="2325685"/>
                    <a:pt x="2381401" y="2349558"/>
                    <a:pt x="2399306" y="2376416"/>
                  </a:cubicBezTo>
                  <a:cubicBezTo>
                    <a:pt x="2418703" y="2373432"/>
                    <a:pt x="2424672" y="2358511"/>
                    <a:pt x="2423179" y="2345082"/>
                  </a:cubicBezTo>
                  <a:cubicBezTo>
                    <a:pt x="2421688" y="2327177"/>
                    <a:pt x="2417211" y="2307779"/>
                    <a:pt x="2396322" y="2300319"/>
                  </a:cubicBezTo>
                  <a:cubicBezTo>
                    <a:pt x="2387369" y="2296589"/>
                    <a:pt x="2378417" y="2292858"/>
                    <a:pt x="2369464" y="2291926"/>
                  </a:cubicBezTo>
                  <a:close/>
                  <a:moveTo>
                    <a:pt x="2294859" y="2282414"/>
                  </a:moveTo>
                  <a:cubicBezTo>
                    <a:pt x="2281429" y="2289874"/>
                    <a:pt x="2268001" y="2298827"/>
                    <a:pt x="2253080" y="2307779"/>
                  </a:cubicBezTo>
                  <a:cubicBezTo>
                    <a:pt x="2257556" y="2312256"/>
                    <a:pt x="2262032" y="2316732"/>
                    <a:pt x="2266508" y="2321208"/>
                  </a:cubicBezTo>
                  <a:cubicBezTo>
                    <a:pt x="2273969" y="2328669"/>
                    <a:pt x="2281429" y="2334637"/>
                    <a:pt x="2287398" y="2343590"/>
                  </a:cubicBezTo>
                  <a:cubicBezTo>
                    <a:pt x="2302319" y="2362987"/>
                    <a:pt x="2317240" y="2383877"/>
                    <a:pt x="2332161" y="2404766"/>
                  </a:cubicBezTo>
                  <a:cubicBezTo>
                    <a:pt x="2335145" y="2409243"/>
                    <a:pt x="2338130" y="2413719"/>
                    <a:pt x="2339622" y="2418195"/>
                  </a:cubicBezTo>
                  <a:cubicBezTo>
                    <a:pt x="2348574" y="2437593"/>
                    <a:pt x="2357527" y="2456990"/>
                    <a:pt x="2363495" y="2477879"/>
                  </a:cubicBezTo>
                  <a:cubicBezTo>
                    <a:pt x="2372448" y="2504737"/>
                    <a:pt x="2382893" y="2533087"/>
                    <a:pt x="2382893" y="2559945"/>
                  </a:cubicBezTo>
                  <a:cubicBezTo>
                    <a:pt x="2381401" y="2600232"/>
                    <a:pt x="2375432" y="2642011"/>
                    <a:pt x="2351558" y="2679314"/>
                  </a:cubicBezTo>
                  <a:cubicBezTo>
                    <a:pt x="2342606" y="2691251"/>
                    <a:pt x="2339622" y="2707664"/>
                    <a:pt x="2330669" y="2718109"/>
                  </a:cubicBezTo>
                  <a:cubicBezTo>
                    <a:pt x="2306795" y="2750935"/>
                    <a:pt x="2278445" y="2779285"/>
                    <a:pt x="2248603" y="2804651"/>
                  </a:cubicBezTo>
                  <a:cubicBezTo>
                    <a:pt x="2205332" y="2841953"/>
                    <a:pt x="2153109" y="2856874"/>
                    <a:pt x="2097900" y="2867319"/>
                  </a:cubicBezTo>
                  <a:cubicBezTo>
                    <a:pt x="2091932" y="2868811"/>
                    <a:pt x="2085964" y="2867319"/>
                    <a:pt x="2079995" y="2867319"/>
                  </a:cubicBezTo>
                  <a:cubicBezTo>
                    <a:pt x="2069550" y="2867319"/>
                    <a:pt x="2068058" y="2861351"/>
                    <a:pt x="2068058" y="2852398"/>
                  </a:cubicBezTo>
                  <a:cubicBezTo>
                    <a:pt x="2100885" y="2849414"/>
                    <a:pt x="2111330" y="2834493"/>
                    <a:pt x="2102377" y="2801666"/>
                  </a:cubicBezTo>
                  <a:cubicBezTo>
                    <a:pt x="2085964" y="2806143"/>
                    <a:pt x="2068058" y="2818080"/>
                    <a:pt x="2047169" y="2840461"/>
                  </a:cubicBezTo>
                  <a:cubicBezTo>
                    <a:pt x="2063582" y="2853890"/>
                    <a:pt x="2068058" y="2874780"/>
                    <a:pt x="2059106" y="2903130"/>
                  </a:cubicBezTo>
                  <a:cubicBezTo>
                    <a:pt x="2072535" y="2903130"/>
                    <a:pt x="2082979" y="2903130"/>
                    <a:pt x="2091932" y="2903130"/>
                  </a:cubicBezTo>
                  <a:cubicBezTo>
                    <a:pt x="2129235" y="2901638"/>
                    <a:pt x="2163553" y="2889701"/>
                    <a:pt x="2196380" y="2873287"/>
                  </a:cubicBezTo>
                  <a:cubicBezTo>
                    <a:pt x="2224729" y="2858366"/>
                    <a:pt x="2251587" y="2843445"/>
                    <a:pt x="2278445" y="2825540"/>
                  </a:cubicBezTo>
                  <a:cubicBezTo>
                    <a:pt x="2302319" y="2809127"/>
                    <a:pt x="2324701" y="2792714"/>
                    <a:pt x="2345590" y="2773316"/>
                  </a:cubicBezTo>
                  <a:cubicBezTo>
                    <a:pt x="2391845" y="2728553"/>
                    <a:pt x="2409751" y="2670361"/>
                    <a:pt x="2426164" y="2612169"/>
                  </a:cubicBezTo>
                  <a:cubicBezTo>
                    <a:pt x="2433624" y="2583819"/>
                    <a:pt x="2430640" y="2555469"/>
                    <a:pt x="2424672" y="2528611"/>
                  </a:cubicBezTo>
                  <a:cubicBezTo>
                    <a:pt x="2415719" y="2488324"/>
                    <a:pt x="2409751" y="2446545"/>
                    <a:pt x="2394830" y="2407751"/>
                  </a:cubicBezTo>
                  <a:cubicBezTo>
                    <a:pt x="2375432" y="2355527"/>
                    <a:pt x="2339622" y="2313748"/>
                    <a:pt x="2294859" y="2282414"/>
                  </a:cubicBezTo>
                  <a:close/>
                  <a:moveTo>
                    <a:pt x="1148921" y="2186919"/>
                  </a:moveTo>
                  <a:cubicBezTo>
                    <a:pt x="1128032" y="2215269"/>
                    <a:pt x="1132508" y="2230190"/>
                    <a:pt x="1162350" y="2240635"/>
                  </a:cubicBezTo>
                  <a:cubicBezTo>
                    <a:pt x="1172795" y="2233174"/>
                    <a:pt x="1177271" y="2222730"/>
                    <a:pt x="1175779" y="2210793"/>
                  </a:cubicBezTo>
                  <a:cubicBezTo>
                    <a:pt x="1174287" y="2194379"/>
                    <a:pt x="1154890" y="2200348"/>
                    <a:pt x="1148921" y="2186919"/>
                  </a:cubicBezTo>
                  <a:close/>
                  <a:moveTo>
                    <a:pt x="1260829" y="2194379"/>
                  </a:moveTo>
                  <a:cubicBezTo>
                    <a:pt x="1254861" y="2204824"/>
                    <a:pt x="1248892" y="2215269"/>
                    <a:pt x="1244416" y="2224221"/>
                  </a:cubicBezTo>
                  <a:cubicBezTo>
                    <a:pt x="1275750" y="2240635"/>
                    <a:pt x="1295148" y="2231682"/>
                    <a:pt x="1298132" y="2203332"/>
                  </a:cubicBezTo>
                  <a:cubicBezTo>
                    <a:pt x="1286195" y="2200348"/>
                    <a:pt x="1275750" y="2197364"/>
                    <a:pt x="1260829" y="2194379"/>
                  </a:cubicBezTo>
                  <a:close/>
                  <a:moveTo>
                    <a:pt x="3446764" y="2357019"/>
                  </a:moveTo>
                  <a:cubicBezTo>
                    <a:pt x="3445272" y="2358511"/>
                    <a:pt x="3445272" y="2360003"/>
                    <a:pt x="3443780" y="2361495"/>
                  </a:cubicBezTo>
                  <a:cubicBezTo>
                    <a:pt x="3448256" y="2364480"/>
                    <a:pt x="3452733" y="2368956"/>
                    <a:pt x="3457209" y="2373432"/>
                  </a:cubicBezTo>
                  <a:cubicBezTo>
                    <a:pt x="3458701" y="2371940"/>
                    <a:pt x="3460193" y="2370448"/>
                    <a:pt x="3461685" y="2368956"/>
                  </a:cubicBezTo>
                  <a:cubicBezTo>
                    <a:pt x="3457209" y="2364480"/>
                    <a:pt x="3452733" y="2361495"/>
                    <a:pt x="3446764" y="2357019"/>
                  </a:cubicBezTo>
                  <a:close/>
                  <a:moveTo>
                    <a:pt x="1622479" y="2206503"/>
                  </a:moveTo>
                  <a:cubicBezTo>
                    <a:pt x="1618562" y="2207062"/>
                    <a:pt x="1615205" y="2209301"/>
                    <a:pt x="1608490" y="2213777"/>
                  </a:cubicBezTo>
                  <a:cubicBezTo>
                    <a:pt x="1612966" y="2222730"/>
                    <a:pt x="1618935" y="2231682"/>
                    <a:pt x="1623411" y="2239143"/>
                  </a:cubicBezTo>
                  <a:cubicBezTo>
                    <a:pt x="1623411" y="2239143"/>
                    <a:pt x="1624903" y="2239143"/>
                    <a:pt x="1626395" y="2239143"/>
                  </a:cubicBezTo>
                  <a:cubicBezTo>
                    <a:pt x="1632364" y="2230190"/>
                    <a:pt x="1644300" y="2224221"/>
                    <a:pt x="1639824" y="2209300"/>
                  </a:cubicBezTo>
                  <a:cubicBezTo>
                    <a:pt x="1630872" y="2207062"/>
                    <a:pt x="1626396" y="2205943"/>
                    <a:pt x="1622479" y="2206503"/>
                  </a:cubicBezTo>
                  <a:close/>
                  <a:moveTo>
                    <a:pt x="1224063" y="2173047"/>
                  </a:moveTo>
                  <a:cubicBezTo>
                    <a:pt x="1207487" y="2169480"/>
                    <a:pt x="1204130" y="2175355"/>
                    <a:pt x="1190700" y="2198856"/>
                  </a:cubicBezTo>
                  <a:cubicBezTo>
                    <a:pt x="1202637" y="2215269"/>
                    <a:pt x="1219050" y="2216761"/>
                    <a:pt x="1233971" y="2210793"/>
                  </a:cubicBezTo>
                  <a:cubicBezTo>
                    <a:pt x="1245908" y="2206316"/>
                    <a:pt x="1250385" y="2192887"/>
                    <a:pt x="1245908" y="2179458"/>
                  </a:cubicBezTo>
                  <a:cubicBezTo>
                    <a:pt x="1236583" y="2176474"/>
                    <a:pt x="1229588" y="2174236"/>
                    <a:pt x="1224063" y="2173047"/>
                  </a:cubicBezTo>
                  <a:close/>
                  <a:moveTo>
                    <a:pt x="1818877" y="2207808"/>
                  </a:moveTo>
                  <a:cubicBezTo>
                    <a:pt x="1805448" y="2209300"/>
                    <a:pt x="1793511" y="2209300"/>
                    <a:pt x="1778590" y="2209300"/>
                  </a:cubicBezTo>
                  <a:cubicBezTo>
                    <a:pt x="1778590" y="2227206"/>
                    <a:pt x="1786050" y="2239143"/>
                    <a:pt x="1793511" y="2251079"/>
                  </a:cubicBezTo>
                  <a:cubicBezTo>
                    <a:pt x="1800971" y="2263016"/>
                    <a:pt x="1812908" y="2263016"/>
                    <a:pt x="1824845" y="2260032"/>
                  </a:cubicBezTo>
                  <a:cubicBezTo>
                    <a:pt x="1838274" y="2257048"/>
                    <a:pt x="1836782" y="2246603"/>
                    <a:pt x="1836782" y="2236158"/>
                  </a:cubicBezTo>
                  <a:cubicBezTo>
                    <a:pt x="1836782" y="2233174"/>
                    <a:pt x="1836782" y="2230190"/>
                    <a:pt x="1836782" y="2225714"/>
                  </a:cubicBezTo>
                  <a:cubicBezTo>
                    <a:pt x="1838274" y="2212285"/>
                    <a:pt x="1830814" y="2207808"/>
                    <a:pt x="1818877" y="2207808"/>
                  </a:cubicBezTo>
                  <a:close/>
                  <a:moveTo>
                    <a:pt x="1129524" y="2151108"/>
                  </a:moveTo>
                  <a:cubicBezTo>
                    <a:pt x="1116095" y="2151108"/>
                    <a:pt x="1104158" y="2151108"/>
                    <a:pt x="1093713" y="2151108"/>
                  </a:cubicBezTo>
                  <a:cubicBezTo>
                    <a:pt x="1092221" y="2173490"/>
                    <a:pt x="1096698" y="2183935"/>
                    <a:pt x="1111619" y="2191395"/>
                  </a:cubicBezTo>
                  <a:cubicBezTo>
                    <a:pt x="1125048" y="2197364"/>
                    <a:pt x="1135492" y="2189903"/>
                    <a:pt x="1135492" y="2176474"/>
                  </a:cubicBezTo>
                  <a:cubicBezTo>
                    <a:pt x="1132508" y="2167521"/>
                    <a:pt x="1131016" y="2160061"/>
                    <a:pt x="1129524" y="2151108"/>
                  </a:cubicBezTo>
                  <a:close/>
                  <a:moveTo>
                    <a:pt x="1038506" y="2140664"/>
                  </a:moveTo>
                  <a:cubicBezTo>
                    <a:pt x="1041490" y="2157077"/>
                    <a:pt x="1042982" y="2169014"/>
                    <a:pt x="1045966" y="2180951"/>
                  </a:cubicBezTo>
                  <a:cubicBezTo>
                    <a:pt x="1048950" y="2191395"/>
                    <a:pt x="1057903" y="2194379"/>
                    <a:pt x="1068348" y="2191395"/>
                  </a:cubicBezTo>
                  <a:cubicBezTo>
                    <a:pt x="1077300" y="2188411"/>
                    <a:pt x="1080284" y="2180951"/>
                    <a:pt x="1078792" y="2171998"/>
                  </a:cubicBezTo>
                  <a:cubicBezTo>
                    <a:pt x="1077300" y="2164537"/>
                    <a:pt x="1075808" y="2155585"/>
                    <a:pt x="1072824" y="2146632"/>
                  </a:cubicBezTo>
                  <a:cubicBezTo>
                    <a:pt x="1062379" y="2145140"/>
                    <a:pt x="1053427" y="2142156"/>
                    <a:pt x="1038506" y="2140664"/>
                  </a:cubicBezTo>
                  <a:close/>
                  <a:moveTo>
                    <a:pt x="3352761" y="2328669"/>
                  </a:moveTo>
                  <a:cubicBezTo>
                    <a:pt x="3339332" y="2333145"/>
                    <a:pt x="3328888" y="2336129"/>
                    <a:pt x="3316951" y="2339114"/>
                  </a:cubicBezTo>
                  <a:cubicBezTo>
                    <a:pt x="3287109" y="2346574"/>
                    <a:pt x="3258759" y="2358511"/>
                    <a:pt x="3234885" y="2379401"/>
                  </a:cubicBezTo>
                  <a:cubicBezTo>
                    <a:pt x="3228917" y="2385369"/>
                    <a:pt x="3222948" y="2391337"/>
                    <a:pt x="3215488" y="2395814"/>
                  </a:cubicBezTo>
                  <a:cubicBezTo>
                    <a:pt x="3176693" y="2422672"/>
                    <a:pt x="3151327" y="2456990"/>
                    <a:pt x="3140882" y="2503245"/>
                  </a:cubicBezTo>
                  <a:cubicBezTo>
                    <a:pt x="3137899" y="2525627"/>
                    <a:pt x="3139390" y="2528611"/>
                    <a:pt x="3164756" y="2539056"/>
                  </a:cubicBezTo>
                  <a:cubicBezTo>
                    <a:pt x="3166248" y="2537564"/>
                    <a:pt x="3167740" y="2537564"/>
                    <a:pt x="3167740" y="2536072"/>
                  </a:cubicBezTo>
                  <a:cubicBezTo>
                    <a:pt x="3169232" y="2530103"/>
                    <a:pt x="3170724" y="2522643"/>
                    <a:pt x="3172216" y="2516674"/>
                  </a:cubicBezTo>
                  <a:cubicBezTo>
                    <a:pt x="3182661" y="2461466"/>
                    <a:pt x="3213995" y="2419687"/>
                    <a:pt x="3261743" y="2394322"/>
                  </a:cubicBezTo>
                  <a:cubicBezTo>
                    <a:pt x="3290093" y="2377908"/>
                    <a:pt x="3324411" y="2370448"/>
                    <a:pt x="3354254" y="2360003"/>
                  </a:cubicBezTo>
                  <a:cubicBezTo>
                    <a:pt x="3361714" y="2357019"/>
                    <a:pt x="3369175" y="2355527"/>
                    <a:pt x="3381111" y="2351050"/>
                  </a:cubicBezTo>
                  <a:cubicBezTo>
                    <a:pt x="3367682" y="2340606"/>
                    <a:pt x="3358730" y="2334637"/>
                    <a:pt x="3352761" y="2328669"/>
                  </a:cubicBezTo>
                  <a:close/>
                  <a:moveTo>
                    <a:pt x="3772043" y="2357019"/>
                  </a:moveTo>
                  <a:cubicBezTo>
                    <a:pt x="3769059" y="2370448"/>
                    <a:pt x="3769059" y="2380893"/>
                    <a:pt x="3764583" y="2389845"/>
                  </a:cubicBezTo>
                  <a:cubicBezTo>
                    <a:pt x="3746677" y="2428640"/>
                    <a:pt x="3704898" y="2470419"/>
                    <a:pt x="3639246" y="2454006"/>
                  </a:cubicBezTo>
                  <a:cubicBezTo>
                    <a:pt x="3631785" y="2452514"/>
                    <a:pt x="3624325" y="2451021"/>
                    <a:pt x="3616864" y="2449530"/>
                  </a:cubicBezTo>
                  <a:cubicBezTo>
                    <a:pt x="3587022" y="2439085"/>
                    <a:pt x="3555688" y="2428640"/>
                    <a:pt x="3522861" y="2416703"/>
                  </a:cubicBezTo>
                  <a:cubicBezTo>
                    <a:pt x="3524353" y="2419687"/>
                    <a:pt x="3524353" y="2421179"/>
                    <a:pt x="3525845" y="2422672"/>
                  </a:cubicBezTo>
                  <a:cubicBezTo>
                    <a:pt x="3576577" y="2461466"/>
                    <a:pt x="3625816" y="2500261"/>
                    <a:pt x="3676548" y="2539056"/>
                  </a:cubicBezTo>
                  <a:cubicBezTo>
                    <a:pt x="3682517" y="2543532"/>
                    <a:pt x="3691469" y="2546516"/>
                    <a:pt x="3698930" y="2546516"/>
                  </a:cubicBezTo>
                  <a:cubicBezTo>
                    <a:pt x="3737724" y="2548008"/>
                    <a:pt x="3766075" y="2525627"/>
                    <a:pt x="3783980" y="2494293"/>
                  </a:cubicBezTo>
                  <a:cubicBezTo>
                    <a:pt x="3797409" y="2470419"/>
                    <a:pt x="3803377" y="2443561"/>
                    <a:pt x="3812330" y="2416703"/>
                  </a:cubicBezTo>
                  <a:cubicBezTo>
                    <a:pt x="3813822" y="2412227"/>
                    <a:pt x="3815314" y="2404766"/>
                    <a:pt x="3812330" y="2401782"/>
                  </a:cubicBezTo>
                  <a:cubicBezTo>
                    <a:pt x="3800393" y="2386861"/>
                    <a:pt x="3786964" y="2373432"/>
                    <a:pt x="3772043" y="2357019"/>
                  </a:cubicBezTo>
                  <a:close/>
                  <a:moveTo>
                    <a:pt x="1920340" y="2195872"/>
                  </a:moveTo>
                  <a:cubicBezTo>
                    <a:pt x="1908403" y="2198856"/>
                    <a:pt x="1897958" y="2203332"/>
                    <a:pt x="1887514" y="2204824"/>
                  </a:cubicBezTo>
                  <a:cubicBezTo>
                    <a:pt x="1877069" y="2206316"/>
                    <a:pt x="1866624" y="2207808"/>
                    <a:pt x="1851703" y="2210793"/>
                  </a:cubicBezTo>
                  <a:cubicBezTo>
                    <a:pt x="1860656" y="2225714"/>
                    <a:pt x="1865132" y="2237651"/>
                    <a:pt x="1872593" y="2249587"/>
                  </a:cubicBezTo>
                  <a:cubicBezTo>
                    <a:pt x="1880053" y="2261524"/>
                    <a:pt x="1899451" y="2261524"/>
                    <a:pt x="1914372" y="2255556"/>
                  </a:cubicBezTo>
                  <a:cubicBezTo>
                    <a:pt x="1927800" y="2249587"/>
                    <a:pt x="1930785" y="2240635"/>
                    <a:pt x="1927800" y="2224221"/>
                  </a:cubicBezTo>
                  <a:cubicBezTo>
                    <a:pt x="1926308" y="2215269"/>
                    <a:pt x="1923324" y="2206316"/>
                    <a:pt x="1920340" y="2195872"/>
                  </a:cubicBezTo>
                  <a:close/>
                  <a:moveTo>
                    <a:pt x="1184732" y="2134695"/>
                  </a:moveTo>
                  <a:cubicBezTo>
                    <a:pt x="1172795" y="2137679"/>
                    <a:pt x="1165335" y="2139172"/>
                    <a:pt x="1156382" y="2142156"/>
                  </a:cubicBezTo>
                  <a:cubicBezTo>
                    <a:pt x="1145937" y="2145140"/>
                    <a:pt x="1142953" y="2152600"/>
                    <a:pt x="1147429" y="2161553"/>
                  </a:cubicBezTo>
                  <a:cubicBezTo>
                    <a:pt x="1148921" y="2166029"/>
                    <a:pt x="1151906" y="2170506"/>
                    <a:pt x="1154890" y="2174982"/>
                  </a:cubicBezTo>
                  <a:cubicBezTo>
                    <a:pt x="1160858" y="2183935"/>
                    <a:pt x="1166827" y="2188411"/>
                    <a:pt x="1178764" y="2183935"/>
                  </a:cubicBezTo>
                  <a:cubicBezTo>
                    <a:pt x="1190700" y="2177966"/>
                    <a:pt x="1196669" y="2170506"/>
                    <a:pt x="1193685" y="2158569"/>
                  </a:cubicBezTo>
                  <a:cubicBezTo>
                    <a:pt x="1190700" y="2151108"/>
                    <a:pt x="1187716" y="2145140"/>
                    <a:pt x="1184732" y="2134695"/>
                  </a:cubicBezTo>
                  <a:close/>
                  <a:moveTo>
                    <a:pt x="1274258" y="2140664"/>
                  </a:moveTo>
                  <a:cubicBezTo>
                    <a:pt x="1266798" y="2142156"/>
                    <a:pt x="1260829" y="2163045"/>
                    <a:pt x="1263813" y="2171998"/>
                  </a:cubicBezTo>
                  <a:cubicBezTo>
                    <a:pt x="1268290" y="2183935"/>
                    <a:pt x="1274258" y="2186919"/>
                    <a:pt x="1295148" y="2186919"/>
                  </a:cubicBezTo>
                  <a:cubicBezTo>
                    <a:pt x="1298132" y="2171998"/>
                    <a:pt x="1319021" y="2158569"/>
                    <a:pt x="1299624" y="2143648"/>
                  </a:cubicBezTo>
                  <a:cubicBezTo>
                    <a:pt x="1293656" y="2139172"/>
                    <a:pt x="1283211" y="2139172"/>
                    <a:pt x="1274258" y="2140664"/>
                  </a:cubicBezTo>
                  <a:close/>
                  <a:moveTo>
                    <a:pt x="2014343" y="2194379"/>
                  </a:moveTo>
                  <a:cubicBezTo>
                    <a:pt x="2029264" y="2233174"/>
                    <a:pt x="1994945" y="2236158"/>
                    <a:pt x="1977040" y="2248095"/>
                  </a:cubicBezTo>
                  <a:cubicBezTo>
                    <a:pt x="1959135" y="2355527"/>
                    <a:pt x="1905419" y="2427148"/>
                    <a:pt x="1787543" y="2436100"/>
                  </a:cubicBezTo>
                  <a:cubicBezTo>
                    <a:pt x="1795003" y="2449530"/>
                    <a:pt x="1799479" y="2458482"/>
                    <a:pt x="1803956" y="2467435"/>
                  </a:cubicBezTo>
                  <a:cubicBezTo>
                    <a:pt x="1811416" y="2485340"/>
                    <a:pt x="1811416" y="2485340"/>
                    <a:pt x="1832306" y="2480864"/>
                  </a:cubicBezTo>
                  <a:cubicBezTo>
                    <a:pt x="1889006" y="2470419"/>
                    <a:pt x="1935261" y="2442069"/>
                    <a:pt x="1971071" y="2398798"/>
                  </a:cubicBezTo>
                  <a:cubicBezTo>
                    <a:pt x="1984501" y="2382385"/>
                    <a:pt x="1999422" y="2367464"/>
                    <a:pt x="2011358" y="2349558"/>
                  </a:cubicBezTo>
                  <a:cubicBezTo>
                    <a:pt x="2021803" y="2333145"/>
                    <a:pt x="2033740" y="2315240"/>
                    <a:pt x="2038216" y="2295843"/>
                  </a:cubicBezTo>
                  <a:cubicBezTo>
                    <a:pt x="2044185" y="2270477"/>
                    <a:pt x="2042693" y="2242127"/>
                    <a:pt x="2042693" y="2216761"/>
                  </a:cubicBezTo>
                  <a:cubicBezTo>
                    <a:pt x="2042693" y="2198856"/>
                    <a:pt x="2036724" y="2195872"/>
                    <a:pt x="2014343" y="2194379"/>
                  </a:cubicBezTo>
                  <a:close/>
                  <a:moveTo>
                    <a:pt x="3307066" y="2299573"/>
                  </a:moveTo>
                  <a:cubicBezTo>
                    <a:pt x="3299792" y="2296962"/>
                    <a:pt x="3292331" y="2297335"/>
                    <a:pt x="3284124" y="2301811"/>
                  </a:cubicBezTo>
                  <a:cubicBezTo>
                    <a:pt x="3281140" y="2303303"/>
                    <a:pt x="3275172" y="2301811"/>
                    <a:pt x="3272188" y="2303303"/>
                  </a:cubicBezTo>
                  <a:cubicBezTo>
                    <a:pt x="3243838" y="2304795"/>
                    <a:pt x="3219964" y="2312256"/>
                    <a:pt x="3199074" y="2331653"/>
                  </a:cubicBezTo>
                  <a:cubicBezTo>
                    <a:pt x="3154311" y="2370448"/>
                    <a:pt x="3118501" y="2416703"/>
                    <a:pt x="3100596" y="2473403"/>
                  </a:cubicBezTo>
                  <a:cubicBezTo>
                    <a:pt x="3093135" y="2495785"/>
                    <a:pt x="3096119" y="2501753"/>
                    <a:pt x="3121485" y="2513690"/>
                  </a:cubicBezTo>
                  <a:cubicBezTo>
                    <a:pt x="3124469" y="2507722"/>
                    <a:pt x="3127453" y="2503245"/>
                    <a:pt x="3130438" y="2497277"/>
                  </a:cubicBezTo>
                  <a:cubicBezTo>
                    <a:pt x="3136406" y="2483848"/>
                    <a:pt x="3140882" y="2468927"/>
                    <a:pt x="3146851" y="2455498"/>
                  </a:cubicBezTo>
                  <a:cubicBezTo>
                    <a:pt x="3154311" y="2434608"/>
                    <a:pt x="3166248" y="2418195"/>
                    <a:pt x="3182661" y="2404766"/>
                  </a:cubicBezTo>
                  <a:cubicBezTo>
                    <a:pt x="3200567" y="2391337"/>
                    <a:pt x="3216980" y="2374924"/>
                    <a:pt x="3234885" y="2361495"/>
                  </a:cubicBezTo>
                  <a:cubicBezTo>
                    <a:pt x="3251298" y="2349558"/>
                    <a:pt x="3269203" y="2340606"/>
                    <a:pt x="3287109" y="2333145"/>
                  </a:cubicBezTo>
                  <a:cubicBezTo>
                    <a:pt x="3299045" y="2324193"/>
                    <a:pt x="3312475" y="2321208"/>
                    <a:pt x="3328888" y="2315240"/>
                  </a:cubicBezTo>
                  <a:cubicBezTo>
                    <a:pt x="3321427" y="2307780"/>
                    <a:pt x="3314340" y="2302184"/>
                    <a:pt x="3307066" y="2299573"/>
                  </a:cubicBezTo>
                  <a:close/>
                  <a:moveTo>
                    <a:pt x="2121774" y="2198856"/>
                  </a:moveTo>
                  <a:cubicBezTo>
                    <a:pt x="2096408" y="2194379"/>
                    <a:pt x="2077011" y="2203332"/>
                    <a:pt x="2059106" y="2213777"/>
                  </a:cubicBezTo>
                  <a:cubicBezTo>
                    <a:pt x="2059106" y="2222730"/>
                    <a:pt x="2059106" y="2230190"/>
                    <a:pt x="2059106" y="2237651"/>
                  </a:cubicBezTo>
                  <a:cubicBezTo>
                    <a:pt x="2059106" y="2277937"/>
                    <a:pt x="2060598" y="2279429"/>
                    <a:pt x="2097900" y="2291366"/>
                  </a:cubicBezTo>
                  <a:cubicBezTo>
                    <a:pt x="2103869" y="2292858"/>
                    <a:pt x="2109837" y="2294350"/>
                    <a:pt x="2117298" y="2295843"/>
                  </a:cubicBezTo>
                  <a:cubicBezTo>
                    <a:pt x="2118790" y="2286890"/>
                    <a:pt x="2121774" y="2277937"/>
                    <a:pt x="2123266" y="2270477"/>
                  </a:cubicBezTo>
                  <a:cubicBezTo>
                    <a:pt x="2124758" y="2252572"/>
                    <a:pt x="2121774" y="2248095"/>
                    <a:pt x="2103869" y="2246603"/>
                  </a:cubicBezTo>
                  <a:cubicBezTo>
                    <a:pt x="2093424" y="2246603"/>
                    <a:pt x="2082979" y="2248095"/>
                    <a:pt x="2071043" y="2249587"/>
                  </a:cubicBezTo>
                  <a:cubicBezTo>
                    <a:pt x="2071043" y="2243619"/>
                    <a:pt x="2071043" y="2237651"/>
                    <a:pt x="2069550" y="2233174"/>
                  </a:cubicBezTo>
                  <a:cubicBezTo>
                    <a:pt x="2088948" y="2233174"/>
                    <a:pt x="2106853" y="2233174"/>
                    <a:pt x="2127743" y="2233174"/>
                  </a:cubicBezTo>
                  <a:cubicBezTo>
                    <a:pt x="2126251" y="2221237"/>
                    <a:pt x="2123266" y="2210793"/>
                    <a:pt x="2121774" y="2198856"/>
                  </a:cubicBezTo>
                  <a:close/>
                  <a:moveTo>
                    <a:pt x="1371245" y="2136187"/>
                  </a:moveTo>
                  <a:cubicBezTo>
                    <a:pt x="1357816" y="2154093"/>
                    <a:pt x="1339911" y="2143648"/>
                    <a:pt x="1323498" y="2142156"/>
                  </a:cubicBezTo>
                  <a:cubicBezTo>
                    <a:pt x="1322006" y="2157077"/>
                    <a:pt x="1320514" y="2170506"/>
                    <a:pt x="1319021" y="2185427"/>
                  </a:cubicBezTo>
                  <a:cubicBezTo>
                    <a:pt x="1342895" y="2188411"/>
                    <a:pt x="1362292" y="2188411"/>
                    <a:pt x="1377213" y="2169014"/>
                  </a:cubicBezTo>
                  <a:cubicBezTo>
                    <a:pt x="1383182" y="2158569"/>
                    <a:pt x="1383182" y="2149616"/>
                    <a:pt x="1371245" y="2136187"/>
                  </a:cubicBezTo>
                  <a:close/>
                  <a:moveTo>
                    <a:pt x="2250095" y="2207808"/>
                  </a:moveTo>
                  <a:cubicBezTo>
                    <a:pt x="2238159" y="2206316"/>
                    <a:pt x="2226222" y="2207808"/>
                    <a:pt x="2214285" y="2207808"/>
                  </a:cubicBezTo>
                  <a:cubicBezTo>
                    <a:pt x="2209808" y="2231682"/>
                    <a:pt x="2208316" y="2252572"/>
                    <a:pt x="2206824" y="2277937"/>
                  </a:cubicBezTo>
                  <a:cubicBezTo>
                    <a:pt x="2223237" y="2280922"/>
                    <a:pt x="2241143" y="2283906"/>
                    <a:pt x="2257556" y="2285398"/>
                  </a:cubicBezTo>
                  <a:cubicBezTo>
                    <a:pt x="2268001" y="2286890"/>
                    <a:pt x="2275461" y="2280922"/>
                    <a:pt x="2275461" y="2270477"/>
                  </a:cubicBezTo>
                  <a:cubicBezTo>
                    <a:pt x="2275461" y="2258540"/>
                    <a:pt x="2272477" y="2246603"/>
                    <a:pt x="2272477" y="2233174"/>
                  </a:cubicBezTo>
                  <a:cubicBezTo>
                    <a:pt x="2272477" y="2216761"/>
                    <a:pt x="2262032" y="2210793"/>
                    <a:pt x="2250095" y="2207808"/>
                  </a:cubicBezTo>
                  <a:close/>
                  <a:moveTo>
                    <a:pt x="1223527" y="2119774"/>
                  </a:moveTo>
                  <a:cubicBezTo>
                    <a:pt x="1216066" y="2122758"/>
                    <a:pt x="1208606" y="2125743"/>
                    <a:pt x="1201145" y="2128727"/>
                  </a:cubicBezTo>
                  <a:cubicBezTo>
                    <a:pt x="1207113" y="2151108"/>
                    <a:pt x="1220542" y="2161553"/>
                    <a:pt x="1236956" y="2161553"/>
                  </a:cubicBezTo>
                  <a:cubicBezTo>
                    <a:pt x="1247400" y="2161553"/>
                    <a:pt x="1254861" y="2152600"/>
                    <a:pt x="1254861" y="2142156"/>
                  </a:cubicBezTo>
                  <a:cubicBezTo>
                    <a:pt x="1253369" y="2127235"/>
                    <a:pt x="1238448" y="2115298"/>
                    <a:pt x="1223527" y="2119774"/>
                  </a:cubicBezTo>
                  <a:close/>
                  <a:moveTo>
                    <a:pt x="1650082" y="2152414"/>
                  </a:moveTo>
                  <a:cubicBezTo>
                    <a:pt x="1643927" y="2153719"/>
                    <a:pt x="1638332" y="2157823"/>
                    <a:pt x="1635348" y="2164537"/>
                  </a:cubicBezTo>
                  <a:cubicBezTo>
                    <a:pt x="1630872" y="2169014"/>
                    <a:pt x="1629379" y="2176474"/>
                    <a:pt x="1626395" y="2186919"/>
                  </a:cubicBezTo>
                  <a:cubicBezTo>
                    <a:pt x="1635348" y="2191395"/>
                    <a:pt x="1642808" y="2195872"/>
                    <a:pt x="1653253" y="2201840"/>
                  </a:cubicBezTo>
                  <a:cubicBezTo>
                    <a:pt x="1660714" y="2191395"/>
                    <a:pt x="1666682" y="2182442"/>
                    <a:pt x="1671158" y="2171998"/>
                  </a:cubicBezTo>
                  <a:cubicBezTo>
                    <a:pt x="1672650" y="2167521"/>
                    <a:pt x="1671158" y="2160061"/>
                    <a:pt x="1668174" y="2157077"/>
                  </a:cubicBezTo>
                  <a:cubicBezTo>
                    <a:pt x="1662952" y="2152601"/>
                    <a:pt x="1656237" y="2151108"/>
                    <a:pt x="1650082" y="2152414"/>
                  </a:cubicBezTo>
                  <a:close/>
                  <a:moveTo>
                    <a:pt x="2312577" y="2205943"/>
                  </a:moveTo>
                  <a:cubicBezTo>
                    <a:pt x="2303811" y="2202959"/>
                    <a:pt x="2293366" y="2202586"/>
                    <a:pt x="2281429" y="2204824"/>
                  </a:cubicBezTo>
                  <a:cubicBezTo>
                    <a:pt x="2282922" y="2242127"/>
                    <a:pt x="2297843" y="2270477"/>
                    <a:pt x="2332161" y="2288382"/>
                  </a:cubicBezTo>
                  <a:cubicBezTo>
                    <a:pt x="2348574" y="2268985"/>
                    <a:pt x="2348574" y="2248095"/>
                    <a:pt x="2333653" y="2222730"/>
                  </a:cubicBezTo>
                  <a:cubicBezTo>
                    <a:pt x="2328430" y="2214523"/>
                    <a:pt x="2321343" y="2208928"/>
                    <a:pt x="2312577" y="2205943"/>
                  </a:cubicBezTo>
                  <a:close/>
                  <a:moveTo>
                    <a:pt x="3261743" y="2268985"/>
                  </a:moveTo>
                  <a:cubicBezTo>
                    <a:pt x="3206535" y="2277937"/>
                    <a:pt x="3166248" y="2306287"/>
                    <a:pt x="3128945" y="2339114"/>
                  </a:cubicBezTo>
                  <a:cubicBezTo>
                    <a:pt x="3090151" y="2371940"/>
                    <a:pt x="3063293" y="2413719"/>
                    <a:pt x="3048372" y="2462958"/>
                  </a:cubicBezTo>
                  <a:cubicBezTo>
                    <a:pt x="3057324" y="2470419"/>
                    <a:pt x="3066277" y="2477879"/>
                    <a:pt x="3079706" y="2486832"/>
                  </a:cubicBezTo>
                  <a:cubicBezTo>
                    <a:pt x="3085675" y="2473403"/>
                    <a:pt x="3088659" y="2462958"/>
                    <a:pt x="3093135" y="2452514"/>
                  </a:cubicBezTo>
                  <a:cubicBezTo>
                    <a:pt x="3099103" y="2437593"/>
                    <a:pt x="3105072" y="2422672"/>
                    <a:pt x="3114024" y="2409243"/>
                  </a:cubicBezTo>
                  <a:cubicBezTo>
                    <a:pt x="3133422" y="2382385"/>
                    <a:pt x="3152819" y="2355527"/>
                    <a:pt x="3175201" y="2330161"/>
                  </a:cubicBezTo>
                  <a:cubicBezTo>
                    <a:pt x="3193106" y="2310764"/>
                    <a:pt x="3213995" y="2292858"/>
                    <a:pt x="3242346" y="2289874"/>
                  </a:cubicBezTo>
                  <a:cubicBezTo>
                    <a:pt x="3252790" y="2288382"/>
                    <a:pt x="3263235" y="2285398"/>
                    <a:pt x="3276664" y="2280922"/>
                  </a:cubicBezTo>
                  <a:cubicBezTo>
                    <a:pt x="3269203" y="2274953"/>
                    <a:pt x="3263235" y="2270477"/>
                    <a:pt x="3261743" y="2268985"/>
                  </a:cubicBezTo>
                  <a:close/>
                  <a:moveTo>
                    <a:pt x="1987485" y="2164537"/>
                  </a:moveTo>
                  <a:cubicBezTo>
                    <a:pt x="1971071" y="2174982"/>
                    <a:pt x="1953166" y="2182442"/>
                    <a:pt x="1930785" y="2192887"/>
                  </a:cubicBezTo>
                  <a:cubicBezTo>
                    <a:pt x="1941229" y="2206316"/>
                    <a:pt x="1950182" y="2218253"/>
                    <a:pt x="1959135" y="2228698"/>
                  </a:cubicBezTo>
                  <a:cubicBezTo>
                    <a:pt x="1966595" y="2237651"/>
                    <a:pt x="1978532" y="2236158"/>
                    <a:pt x="1985992" y="2230190"/>
                  </a:cubicBezTo>
                  <a:cubicBezTo>
                    <a:pt x="1993453" y="2225714"/>
                    <a:pt x="2002406" y="2216761"/>
                    <a:pt x="2000914" y="2209300"/>
                  </a:cubicBezTo>
                  <a:cubicBezTo>
                    <a:pt x="1999422" y="2194379"/>
                    <a:pt x="1999422" y="2177966"/>
                    <a:pt x="1987485" y="2164537"/>
                  </a:cubicBezTo>
                  <a:close/>
                  <a:moveTo>
                    <a:pt x="1283211" y="2086948"/>
                  </a:moveTo>
                  <a:cubicBezTo>
                    <a:pt x="1274258" y="2094408"/>
                    <a:pt x="1265306" y="2101869"/>
                    <a:pt x="1254861" y="2109329"/>
                  </a:cubicBezTo>
                  <a:cubicBezTo>
                    <a:pt x="1263813" y="2121266"/>
                    <a:pt x="1271274" y="2128727"/>
                    <a:pt x="1283211" y="2124250"/>
                  </a:cubicBezTo>
                  <a:cubicBezTo>
                    <a:pt x="1289179" y="2121266"/>
                    <a:pt x="1295148" y="2113806"/>
                    <a:pt x="1298132" y="2106345"/>
                  </a:cubicBezTo>
                  <a:cubicBezTo>
                    <a:pt x="1301116" y="2097393"/>
                    <a:pt x="1293656" y="2089932"/>
                    <a:pt x="1283211" y="2086948"/>
                  </a:cubicBezTo>
                  <a:close/>
                  <a:moveTo>
                    <a:pt x="2115806" y="2154093"/>
                  </a:moveTo>
                  <a:cubicBezTo>
                    <a:pt x="2096408" y="2161553"/>
                    <a:pt x="2078503" y="2169014"/>
                    <a:pt x="2071043" y="2192887"/>
                  </a:cubicBezTo>
                  <a:cubicBezTo>
                    <a:pt x="2081487" y="2191395"/>
                    <a:pt x="2088948" y="2189903"/>
                    <a:pt x="2097900" y="2186919"/>
                  </a:cubicBezTo>
                  <a:cubicBezTo>
                    <a:pt x="2121774" y="2182442"/>
                    <a:pt x="2121774" y="2182442"/>
                    <a:pt x="2115806" y="2154093"/>
                  </a:cubicBezTo>
                  <a:close/>
                  <a:moveTo>
                    <a:pt x="3200007" y="2242314"/>
                  </a:moveTo>
                  <a:cubicBezTo>
                    <a:pt x="3188256" y="2240262"/>
                    <a:pt x="3176693" y="2240635"/>
                    <a:pt x="3164756" y="2243619"/>
                  </a:cubicBezTo>
                  <a:cubicBezTo>
                    <a:pt x="3154311" y="2246603"/>
                    <a:pt x="3145359" y="2255556"/>
                    <a:pt x="3134914" y="2261524"/>
                  </a:cubicBezTo>
                  <a:cubicBezTo>
                    <a:pt x="3119993" y="2270477"/>
                    <a:pt x="3102088" y="2276445"/>
                    <a:pt x="3091643" y="2289874"/>
                  </a:cubicBezTo>
                  <a:cubicBezTo>
                    <a:pt x="3067769" y="2318224"/>
                    <a:pt x="3034943" y="2340606"/>
                    <a:pt x="3018530" y="2377908"/>
                  </a:cubicBezTo>
                  <a:cubicBezTo>
                    <a:pt x="3011069" y="2394322"/>
                    <a:pt x="3003609" y="2409243"/>
                    <a:pt x="2994656" y="2424164"/>
                  </a:cubicBezTo>
                  <a:cubicBezTo>
                    <a:pt x="3008085" y="2434608"/>
                    <a:pt x="3020022" y="2443561"/>
                    <a:pt x="3033451" y="2454006"/>
                  </a:cubicBezTo>
                  <a:cubicBezTo>
                    <a:pt x="3072245" y="2358511"/>
                    <a:pt x="3140882" y="2294350"/>
                    <a:pt x="3236377" y="2255556"/>
                  </a:cubicBezTo>
                  <a:cubicBezTo>
                    <a:pt x="3223694" y="2248842"/>
                    <a:pt x="3211757" y="2244365"/>
                    <a:pt x="3200007" y="2242314"/>
                  </a:cubicBezTo>
                  <a:close/>
                  <a:moveTo>
                    <a:pt x="1359308" y="2086948"/>
                  </a:moveTo>
                  <a:cubicBezTo>
                    <a:pt x="1344387" y="2092916"/>
                    <a:pt x="1330958" y="2095900"/>
                    <a:pt x="1314545" y="2100377"/>
                  </a:cubicBezTo>
                  <a:cubicBezTo>
                    <a:pt x="1311561" y="2119774"/>
                    <a:pt x="1313053" y="2124250"/>
                    <a:pt x="1332450" y="2131711"/>
                  </a:cubicBezTo>
                  <a:cubicBezTo>
                    <a:pt x="1348863" y="2137679"/>
                    <a:pt x="1360800" y="2136187"/>
                    <a:pt x="1368261" y="2124250"/>
                  </a:cubicBezTo>
                  <a:cubicBezTo>
                    <a:pt x="1374229" y="2113806"/>
                    <a:pt x="1371245" y="2097393"/>
                    <a:pt x="1359308" y="2086948"/>
                  </a:cubicBezTo>
                  <a:close/>
                  <a:moveTo>
                    <a:pt x="1748748" y="2116790"/>
                  </a:moveTo>
                  <a:cubicBezTo>
                    <a:pt x="1739795" y="2142156"/>
                    <a:pt x="1735319" y="2164537"/>
                    <a:pt x="1726366" y="2183935"/>
                  </a:cubicBezTo>
                  <a:cubicBezTo>
                    <a:pt x="1715922" y="2206316"/>
                    <a:pt x="1702492" y="2224221"/>
                    <a:pt x="1687571" y="2248095"/>
                  </a:cubicBezTo>
                  <a:cubicBezTo>
                    <a:pt x="1698016" y="2252572"/>
                    <a:pt x="1706969" y="2258540"/>
                    <a:pt x="1715922" y="2261524"/>
                  </a:cubicBezTo>
                  <a:cubicBezTo>
                    <a:pt x="1727858" y="2266000"/>
                    <a:pt x="1741287" y="2266000"/>
                    <a:pt x="1750240" y="2254064"/>
                  </a:cubicBezTo>
                  <a:cubicBezTo>
                    <a:pt x="1757701" y="2243619"/>
                    <a:pt x="1757701" y="2227206"/>
                    <a:pt x="1748748" y="2215269"/>
                  </a:cubicBezTo>
                  <a:cubicBezTo>
                    <a:pt x="1744271" y="2209300"/>
                    <a:pt x="1738303" y="2201840"/>
                    <a:pt x="1733827" y="2195872"/>
                  </a:cubicBezTo>
                  <a:cubicBezTo>
                    <a:pt x="1745764" y="2192887"/>
                    <a:pt x="1754716" y="2189903"/>
                    <a:pt x="1763669" y="2186919"/>
                  </a:cubicBezTo>
                  <a:cubicBezTo>
                    <a:pt x="1786050" y="2179458"/>
                    <a:pt x="1793511" y="2160061"/>
                    <a:pt x="1778590" y="2140664"/>
                  </a:cubicBezTo>
                  <a:cubicBezTo>
                    <a:pt x="1772622" y="2131711"/>
                    <a:pt x="1762177" y="2127235"/>
                    <a:pt x="1748748" y="2116790"/>
                  </a:cubicBezTo>
                  <a:close/>
                  <a:moveTo>
                    <a:pt x="1678619" y="2103361"/>
                  </a:moveTo>
                  <a:cubicBezTo>
                    <a:pt x="1665190" y="2103361"/>
                    <a:pt x="1657729" y="2103361"/>
                    <a:pt x="1648777" y="2103361"/>
                  </a:cubicBezTo>
                  <a:cubicBezTo>
                    <a:pt x="1636840" y="2134695"/>
                    <a:pt x="1641316" y="2139172"/>
                    <a:pt x="1674143" y="2137679"/>
                  </a:cubicBezTo>
                  <a:cubicBezTo>
                    <a:pt x="1675635" y="2127235"/>
                    <a:pt x="1677127" y="2116790"/>
                    <a:pt x="1678619" y="2103361"/>
                  </a:cubicBezTo>
                  <a:close/>
                  <a:moveTo>
                    <a:pt x="3154684" y="2214150"/>
                  </a:moveTo>
                  <a:cubicBezTo>
                    <a:pt x="3150208" y="2212285"/>
                    <a:pt x="3146105" y="2212285"/>
                    <a:pt x="3140882" y="2216761"/>
                  </a:cubicBezTo>
                  <a:cubicBezTo>
                    <a:pt x="3136406" y="2221237"/>
                    <a:pt x="3128945" y="2219745"/>
                    <a:pt x="3122977" y="2222730"/>
                  </a:cubicBezTo>
                  <a:cubicBezTo>
                    <a:pt x="3112532" y="2225714"/>
                    <a:pt x="3100596" y="2227206"/>
                    <a:pt x="3093135" y="2233174"/>
                  </a:cubicBezTo>
                  <a:cubicBezTo>
                    <a:pt x="3043896" y="2271969"/>
                    <a:pt x="2993164" y="2309271"/>
                    <a:pt x="2961830" y="2367464"/>
                  </a:cubicBezTo>
                  <a:cubicBezTo>
                    <a:pt x="2952877" y="2383877"/>
                    <a:pt x="2952877" y="2389845"/>
                    <a:pt x="2967798" y="2401782"/>
                  </a:cubicBezTo>
                  <a:cubicBezTo>
                    <a:pt x="2972274" y="2406258"/>
                    <a:pt x="2978243" y="2409243"/>
                    <a:pt x="2985703" y="2415211"/>
                  </a:cubicBezTo>
                  <a:cubicBezTo>
                    <a:pt x="3023006" y="2328669"/>
                    <a:pt x="3088659" y="2271969"/>
                    <a:pt x="3170724" y="2222730"/>
                  </a:cubicBezTo>
                  <a:cubicBezTo>
                    <a:pt x="3164010" y="2219745"/>
                    <a:pt x="3159161" y="2216015"/>
                    <a:pt x="3154684" y="2214150"/>
                  </a:cubicBezTo>
                  <a:close/>
                  <a:moveTo>
                    <a:pt x="2074027" y="2125743"/>
                  </a:moveTo>
                  <a:cubicBezTo>
                    <a:pt x="2079995" y="2137679"/>
                    <a:pt x="2082979" y="2146632"/>
                    <a:pt x="2088948" y="2149616"/>
                  </a:cubicBezTo>
                  <a:cubicBezTo>
                    <a:pt x="2097900" y="2154093"/>
                    <a:pt x="2106853" y="2148124"/>
                    <a:pt x="2117298" y="2137679"/>
                  </a:cubicBezTo>
                  <a:cubicBezTo>
                    <a:pt x="2103869" y="2133203"/>
                    <a:pt x="2091932" y="2130219"/>
                    <a:pt x="2074027" y="2125743"/>
                  </a:cubicBezTo>
                  <a:close/>
                  <a:moveTo>
                    <a:pt x="2051645" y="2113806"/>
                  </a:moveTo>
                  <a:cubicBezTo>
                    <a:pt x="2044185" y="2121266"/>
                    <a:pt x="2036724" y="2127235"/>
                    <a:pt x="2030756" y="2133203"/>
                  </a:cubicBezTo>
                  <a:cubicBezTo>
                    <a:pt x="2023295" y="2137679"/>
                    <a:pt x="2015835" y="2143648"/>
                    <a:pt x="2003898" y="2152600"/>
                  </a:cubicBezTo>
                  <a:cubicBezTo>
                    <a:pt x="2012850" y="2161553"/>
                    <a:pt x="2018819" y="2170506"/>
                    <a:pt x="2024787" y="2176474"/>
                  </a:cubicBezTo>
                  <a:cubicBezTo>
                    <a:pt x="2032248" y="2185427"/>
                    <a:pt x="2041201" y="2188411"/>
                    <a:pt x="2053137" y="2182442"/>
                  </a:cubicBezTo>
                  <a:cubicBezTo>
                    <a:pt x="2065074" y="2176474"/>
                    <a:pt x="2071043" y="2167521"/>
                    <a:pt x="2069550" y="2155585"/>
                  </a:cubicBezTo>
                  <a:cubicBezTo>
                    <a:pt x="2068058" y="2140664"/>
                    <a:pt x="2063582" y="2125743"/>
                    <a:pt x="2051645" y="2113806"/>
                  </a:cubicBezTo>
                  <a:close/>
                  <a:moveTo>
                    <a:pt x="1429437" y="2061582"/>
                  </a:moveTo>
                  <a:cubicBezTo>
                    <a:pt x="1416008" y="2075011"/>
                    <a:pt x="1402579" y="2085456"/>
                    <a:pt x="1381690" y="2083964"/>
                  </a:cubicBezTo>
                  <a:cubicBezTo>
                    <a:pt x="1381690" y="2092916"/>
                    <a:pt x="1381690" y="2097393"/>
                    <a:pt x="1381690" y="2103361"/>
                  </a:cubicBezTo>
                  <a:cubicBezTo>
                    <a:pt x="1383182" y="2122758"/>
                    <a:pt x="1395119" y="2128727"/>
                    <a:pt x="1410040" y="2115298"/>
                  </a:cubicBezTo>
                  <a:cubicBezTo>
                    <a:pt x="1421977" y="2104853"/>
                    <a:pt x="1429437" y="2091424"/>
                    <a:pt x="1438390" y="2077995"/>
                  </a:cubicBezTo>
                  <a:cubicBezTo>
                    <a:pt x="1442866" y="2070535"/>
                    <a:pt x="1439882" y="2063074"/>
                    <a:pt x="1429437" y="2061582"/>
                  </a:cubicBezTo>
                  <a:close/>
                  <a:moveTo>
                    <a:pt x="2233402" y="2118632"/>
                  </a:moveTo>
                  <a:cubicBezTo>
                    <a:pt x="2219414" y="2114365"/>
                    <a:pt x="2204586" y="2121639"/>
                    <a:pt x="2188919" y="2127235"/>
                  </a:cubicBezTo>
                  <a:cubicBezTo>
                    <a:pt x="2196380" y="2151108"/>
                    <a:pt x="2203840" y="2171998"/>
                    <a:pt x="2211301" y="2192887"/>
                  </a:cubicBezTo>
                  <a:cubicBezTo>
                    <a:pt x="2227714" y="2194379"/>
                    <a:pt x="2242635" y="2194379"/>
                    <a:pt x="2247111" y="2179458"/>
                  </a:cubicBezTo>
                  <a:cubicBezTo>
                    <a:pt x="2251587" y="2163045"/>
                    <a:pt x="2263524" y="2143648"/>
                    <a:pt x="2247111" y="2127235"/>
                  </a:cubicBezTo>
                  <a:cubicBezTo>
                    <a:pt x="2242635" y="2122759"/>
                    <a:pt x="2238065" y="2120054"/>
                    <a:pt x="2233402" y="2118632"/>
                  </a:cubicBezTo>
                  <a:close/>
                  <a:moveTo>
                    <a:pt x="2162061" y="2107837"/>
                  </a:moveTo>
                  <a:cubicBezTo>
                    <a:pt x="2156093" y="2116790"/>
                    <a:pt x="2151616" y="2125743"/>
                    <a:pt x="2145648" y="2131711"/>
                  </a:cubicBezTo>
                  <a:cubicBezTo>
                    <a:pt x="2130727" y="2143648"/>
                    <a:pt x="2127743" y="2158569"/>
                    <a:pt x="2132219" y="2173490"/>
                  </a:cubicBezTo>
                  <a:cubicBezTo>
                    <a:pt x="2145648" y="2218253"/>
                    <a:pt x="2136695" y="2263016"/>
                    <a:pt x="2132219" y="2307779"/>
                  </a:cubicBezTo>
                  <a:cubicBezTo>
                    <a:pt x="2132219" y="2310764"/>
                    <a:pt x="2129235" y="2315240"/>
                    <a:pt x="2126251" y="2318224"/>
                  </a:cubicBezTo>
                  <a:cubicBezTo>
                    <a:pt x="2108345" y="2348066"/>
                    <a:pt x="2093424" y="2379401"/>
                    <a:pt x="2071043" y="2406258"/>
                  </a:cubicBezTo>
                  <a:cubicBezTo>
                    <a:pt x="2066566" y="2412227"/>
                    <a:pt x="2063582" y="2418195"/>
                    <a:pt x="2059106" y="2422672"/>
                  </a:cubicBezTo>
                  <a:cubicBezTo>
                    <a:pt x="2041201" y="2440577"/>
                    <a:pt x="2023295" y="2458482"/>
                    <a:pt x="2003898" y="2476387"/>
                  </a:cubicBezTo>
                  <a:cubicBezTo>
                    <a:pt x="2000914" y="2479372"/>
                    <a:pt x="1999422" y="2483848"/>
                    <a:pt x="1996437" y="2485340"/>
                  </a:cubicBezTo>
                  <a:cubicBezTo>
                    <a:pt x="1990469" y="2491309"/>
                    <a:pt x="1985992" y="2497277"/>
                    <a:pt x="1978532" y="2501753"/>
                  </a:cubicBezTo>
                  <a:cubicBezTo>
                    <a:pt x="1962119" y="2510706"/>
                    <a:pt x="1945706" y="2521151"/>
                    <a:pt x="1939737" y="2536072"/>
                  </a:cubicBezTo>
                  <a:cubicBezTo>
                    <a:pt x="1926308" y="2537564"/>
                    <a:pt x="1917356" y="2539056"/>
                    <a:pt x="1908403" y="2542040"/>
                  </a:cubicBezTo>
                  <a:cubicBezTo>
                    <a:pt x="1890498" y="2546516"/>
                    <a:pt x="1872593" y="2556961"/>
                    <a:pt x="1853195" y="2553977"/>
                  </a:cubicBezTo>
                  <a:cubicBezTo>
                    <a:pt x="1848719" y="2552485"/>
                    <a:pt x="1842750" y="2553977"/>
                    <a:pt x="1838274" y="2556961"/>
                  </a:cubicBezTo>
                  <a:cubicBezTo>
                    <a:pt x="1821861" y="2565914"/>
                    <a:pt x="1803956" y="2556961"/>
                    <a:pt x="1787543" y="2558453"/>
                  </a:cubicBezTo>
                  <a:cubicBezTo>
                    <a:pt x="1786050" y="2558453"/>
                    <a:pt x="1784558" y="2553977"/>
                    <a:pt x="1781574" y="2550993"/>
                  </a:cubicBezTo>
                  <a:cubicBezTo>
                    <a:pt x="1795003" y="2548008"/>
                    <a:pt x="1805448" y="2545024"/>
                    <a:pt x="1815893" y="2543532"/>
                  </a:cubicBezTo>
                  <a:cubicBezTo>
                    <a:pt x="1826337" y="2533087"/>
                    <a:pt x="1818877" y="2516674"/>
                    <a:pt x="1829321" y="2506230"/>
                  </a:cubicBezTo>
                  <a:cubicBezTo>
                    <a:pt x="1842750" y="2518166"/>
                    <a:pt x="1827829" y="2530103"/>
                    <a:pt x="1835290" y="2540548"/>
                  </a:cubicBezTo>
                  <a:cubicBezTo>
                    <a:pt x="1844242" y="2540548"/>
                    <a:pt x="1856179" y="2540548"/>
                    <a:pt x="1869608" y="2540548"/>
                  </a:cubicBezTo>
                  <a:cubicBezTo>
                    <a:pt x="1865132" y="2521151"/>
                    <a:pt x="1862148" y="2504737"/>
                    <a:pt x="1857672" y="2486832"/>
                  </a:cubicBezTo>
                  <a:cubicBezTo>
                    <a:pt x="1833798" y="2494293"/>
                    <a:pt x="1808432" y="2492800"/>
                    <a:pt x="1800971" y="2522643"/>
                  </a:cubicBezTo>
                  <a:cubicBezTo>
                    <a:pt x="1799479" y="2527119"/>
                    <a:pt x="1795003" y="2531595"/>
                    <a:pt x="1790527" y="2533087"/>
                  </a:cubicBezTo>
                  <a:cubicBezTo>
                    <a:pt x="1784558" y="2537564"/>
                    <a:pt x="1777098" y="2542040"/>
                    <a:pt x="1771129" y="2545024"/>
                  </a:cubicBezTo>
                  <a:cubicBezTo>
                    <a:pt x="1774114" y="2559945"/>
                    <a:pt x="1778590" y="2571882"/>
                    <a:pt x="1780082" y="2583819"/>
                  </a:cubicBezTo>
                  <a:cubicBezTo>
                    <a:pt x="1781574" y="2595756"/>
                    <a:pt x="1789035" y="2600232"/>
                    <a:pt x="1799479" y="2598740"/>
                  </a:cubicBezTo>
                  <a:cubicBezTo>
                    <a:pt x="1826337" y="2595756"/>
                    <a:pt x="1853195" y="2595756"/>
                    <a:pt x="1878561" y="2588295"/>
                  </a:cubicBezTo>
                  <a:cubicBezTo>
                    <a:pt x="1984501" y="2558453"/>
                    <a:pt x="2069550" y="2497277"/>
                    <a:pt x="2130727" y="2407751"/>
                  </a:cubicBezTo>
                  <a:cubicBezTo>
                    <a:pt x="2160569" y="2364480"/>
                    <a:pt x="2178474" y="2315240"/>
                    <a:pt x="2187427" y="2263016"/>
                  </a:cubicBezTo>
                  <a:cubicBezTo>
                    <a:pt x="2196380" y="2210793"/>
                    <a:pt x="2184443" y="2164537"/>
                    <a:pt x="2165045" y="2118282"/>
                  </a:cubicBezTo>
                  <a:cubicBezTo>
                    <a:pt x="2168030" y="2113806"/>
                    <a:pt x="2165045" y="2110822"/>
                    <a:pt x="2162061" y="2107837"/>
                  </a:cubicBezTo>
                  <a:close/>
                  <a:moveTo>
                    <a:pt x="3075790" y="2181510"/>
                  </a:moveTo>
                  <a:cubicBezTo>
                    <a:pt x="3067397" y="2179832"/>
                    <a:pt x="3058817" y="2180205"/>
                    <a:pt x="3049864" y="2186919"/>
                  </a:cubicBezTo>
                  <a:cubicBezTo>
                    <a:pt x="3030466" y="2201840"/>
                    <a:pt x="3009577" y="2215269"/>
                    <a:pt x="2990180" y="2231682"/>
                  </a:cubicBezTo>
                  <a:cubicBezTo>
                    <a:pt x="2960338" y="2257048"/>
                    <a:pt x="2933480" y="2282414"/>
                    <a:pt x="2917067" y="2318224"/>
                  </a:cubicBezTo>
                  <a:cubicBezTo>
                    <a:pt x="2912590" y="2328669"/>
                    <a:pt x="2908113" y="2339114"/>
                    <a:pt x="2915574" y="2349558"/>
                  </a:cubicBezTo>
                  <a:cubicBezTo>
                    <a:pt x="2921543" y="2357019"/>
                    <a:pt x="2930495" y="2365972"/>
                    <a:pt x="2939448" y="2376416"/>
                  </a:cubicBezTo>
                  <a:cubicBezTo>
                    <a:pt x="2948401" y="2364480"/>
                    <a:pt x="2952877" y="2354035"/>
                    <a:pt x="2960338" y="2345082"/>
                  </a:cubicBezTo>
                  <a:cubicBezTo>
                    <a:pt x="2975259" y="2325685"/>
                    <a:pt x="2990180" y="2304795"/>
                    <a:pt x="3006593" y="2286890"/>
                  </a:cubicBezTo>
                  <a:cubicBezTo>
                    <a:pt x="3020022" y="2273461"/>
                    <a:pt x="3034943" y="2261524"/>
                    <a:pt x="3049864" y="2249587"/>
                  </a:cubicBezTo>
                  <a:cubicBezTo>
                    <a:pt x="3070753" y="2230190"/>
                    <a:pt x="3094627" y="2212285"/>
                    <a:pt x="3122977" y="2204824"/>
                  </a:cubicBezTo>
                  <a:cubicBezTo>
                    <a:pt x="3122977" y="2204824"/>
                    <a:pt x="3124469" y="2201840"/>
                    <a:pt x="3124469" y="2200348"/>
                  </a:cubicBezTo>
                  <a:cubicBezTo>
                    <a:pt x="3117009" y="2195872"/>
                    <a:pt x="3109548" y="2189903"/>
                    <a:pt x="3100596" y="2188411"/>
                  </a:cubicBezTo>
                  <a:cubicBezTo>
                    <a:pt x="3092389" y="2186919"/>
                    <a:pt x="3084182" y="2183189"/>
                    <a:pt x="3075790" y="2181510"/>
                  </a:cubicBezTo>
                  <a:close/>
                  <a:moveTo>
                    <a:pt x="1326482" y="2037708"/>
                  </a:moveTo>
                  <a:cubicBezTo>
                    <a:pt x="1316037" y="2049645"/>
                    <a:pt x="1307085" y="2061582"/>
                    <a:pt x="1296640" y="2076503"/>
                  </a:cubicBezTo>
                  <a:cubicBezTo>
                    <a:pt x="1310069" y="2079487"/>
                    <a:pt x="1320514" y="2085456"/>
                    <a:pt x="1329466" y="2085456"/>
                  </a:cubicBezTo>
                  <a:cubicBezTo>
                    <a:pt x="1338419" y="2083964"/>
                    <a:pt x="1347371" y="2076503"/>
                    <a:pt x="1351848" y="2070535"/>
                  </a:cubicBezTo>
                  <a:cubicBezTo>
                    <a:pt x="1359308" y="2061582"/>
                    <a:pt x="1350356" y="2055613"/>
                    <a:pt x="1344387" y="2049645"/>
                  </a:cubicBezTo>
                  <a:cubicBezTo>
                    <a:pt x="1338419" y="2045169"/>
                    <a:pt x="1332450" y="2042185"/>
                    <a:pt x="1326482" y="2037708"/>
                  </a:cubicBezTo>
                  <a:close/>
                  <a:moveTo>
                    <a:pt x="1850211" y="2069043"/>
                  </a:moveTo>
                  <a:cubicBezTo>
                    <a:pt x="1845735" y="2072027"/>
                    <a:pt x="1841258" y="2073519"/>
                    <a:pt x="1839766" y="2076503"/>
                  </a:cubicBezTo>
                  <a:cubicBezTo>
                    <a:pt x="1833798" y="2085456"/>
                    <a:pt x="1838274" y="2118282"/>
                    <a:pt x="1845735" y="2125743"/>
                  </a:cubicBezTo>
                  <a:cubicBezTo>
                    <a:pt x="1850211" y="2128727"/>
                    <a:pt x="1857672" y="2130219"/>
                    <a:pt x="1863640" y="2128727"/>
                  </a:cubicBezTo>
                  <a:cubicBezTo>
                    <a:pt x="1866624" y="2127235"/>
                    <a:pt x="1871100" y="2119774"/>
                    <a:pt x="1869608" y="2115298"/>
                  </a:cubicBezTo>
                  <a:cubicBezTo>
                    <a:pt x="1866624" y="2101869"/>
                    <a:pt x="1863640" y="2089932"/>
                    <a:pt x="1857672" y="2077995"/>
                  </a:cubicBezTo>
                  <a:cubicBezTo>
                    <a:pt x="1859164" y="2073519"/>
                    <a:pt x="1854687" y="2072027"/>
                    <a:pt x="1850211" y="2069043"/>
                  </a:cubicBezTo>
                  <a:close/>
                  <a:moveTo>
                    <a:pt x="1064058" y="2004323"/>
                  </a:moveTo>
                  <a:cubicBezTo>
                    <a:pt x="1059768" y="2006374"/>
                    <a:pt x="1056411" y="2010851"/>
                    <a:pt x="1054919" y="2016819"/>
                  </a:cubicBezTo>
                  <a:cubicBezTo>
                    <a:pt x="1051935" y="2033232"/>
                    <a:pt x="1048950" y="2049645"/>
                    <a:pt x="1045966" y="2066058"/>
                  </a:cubicBezTo>
                  <a:cubicBezTo>
                    <a:pt x="1062379" y="2075011"/>
                    <a:pt x="1077300" y="2077995"/>
                    <a:pt x="1096698" y="2072027"/>
                  </a:cubicBezTo>
                  <a:cubicBezTo>
                    <a:pt x="1096698" y="2058598"/>
                    <a:pt x="1098190" y="2043677"/>
                    <a:pt x="1095206" y="2030248"/>
                  </a:cubicBezTo>
                  <a:cubicBezTo>
                    <a:pt x="1093713" y="2021295"/>
                    <a:pt x="1086253" y="2012342"/>
                    <a:pt x="1078792" y="2006374"/>
                  </a:cubicBezTo>
                  <a:cubicBezTo>
                    <a:pt x="1073570" y="2002644"/>
                    <a:pt x="1068348" y="2002271"/>
                    <a:pt x="1064058" y="2004323"/>
                  </a:cubicBezTo>
                  <a:close/>
                  <a:moveTo>
                    <a:pt x="1659408" y="2049645"/>
                  </a:moveTo>
                  <a:cubicBezTo>
                    <a:pt x="1655118" y="2050392"/>
                    <a:pt x="1651761" y="2052630"/>
                    <a:pt x="1650269" y="2057106"/>
                  </a:cubicBezTo>
                  <a:cubicBezTo>
                    <a:pt x="1647285" y="2064566"/>
                    <a:pt x="1647285" y="2075011"/>
                    <a:pt x="1650269" y="2082471"/>
                  </a:cubicBezTo>
                  <a:cubicBezTo>
                    <a:pt x="1651761" y="2085456"/>
                    <a:pt x="1662206" y="2086948"/>
                    <a:pt x="1674143" y="2091424"/>
                  </a:cubicBezTo>
                  <a:cubicBezTo>
                    <a:pt x="1674143" y="2073519"/>
                    <a:pt x="1674143" y="2063074"/>
                    <a:pt x="1674143" y="2051137"/>
                  </a:cubicBezTo>
                  <a:cubicBezTo>
                    <a:pt x="1668921" y="2049645"/>
                    <a:pt x="1663698" y="2048899"/>
                    <a:pt x="1659408" y="2049645"/>
                  </a:cubicBezTo>
                  <a:close/>
                  <a:moveTo>
                    <a:pt x="3052848" y="2161553"/>
                  </a:moveTo>
                  <a:cubicBezTo>
                    <a:pt x="3040911" y="2164537"/>
                    <a:pt x="3034942" y="2169014"/>
                    <a:pt x="3027482" y="2167521"/>
                  </a:cubicBezTo>
                  <a:cubicBezTo>
                    <a:pt x="3002117" y="2163045"/>
                    <a:pt x="2981227" y="2176474"/>
                    <a:pt x="2964814" y="2191395"/>
                  </a:cubicBezTo>
                  <a:cubicBezTo>
                    <a:pt x="2931988" y="2218253"/>
                    <a:pt x="2902145" y="2248095"/>
                    <a:pt x="2882748" y="2286890"/>
                  </a:cubicBezTo>
                  <a:cubicBezTo>
                    <a:pt x="2870811" y="2307779"/>
                    <a:pt x="2870811" y="2310764"/>
                    <a:pt x="2896177" y="2325685"/>
                  </a:cubicBezTo>
                  <a:cubicBezTo>
                    <a:pt x="2906622" y="2309271"/>
                    <a:pt x="2915574" y="2292858"/>
                    <a:pt x="2927511" y="2277937"/>
                  </a:cubicBezTo>
                  <a:cubicBezTo>
                    <a:pt x="2937956" y="2263016"/>
                    <a:pt x="2951385" y="2249587"/>
                    <a:pt x="2964814" y="2237651"/>
                  </a:cubicBezTo>
                  <a:cubicBezTo>
                    <a:pt x="2978243" y="2224221"/>
                    <a:pt x="2996148" y="2213777"/>
                    <a:pt x="3008085" y="2198856"/>
                  </a:cubicBezTo>
                  <a:cubicBezTo>
                    <a:pt x="3020022" y="2185427"/>
                    <a:pt x="3040911" y="2182442"/>
                    <a:pt x="3052848" y="2161553"/>
                  </a:cubicBezTo>
                  <a:close/>
                  <a:moveTo>
                    <a:pt x="1891804" y="2059717"/>
                  </a:moveTo>
                  <a:cubicBezTo>
                    <a:pt x="1887141" y="2060463"/>
                    <a:pt x="1882292" y="2063074"/>
                    <a:pt x="1877069" y="2066058"/>
                  </a:cubicBezTo>
                  <a:cubicBezTo>
                    <a:pt x="1880053" y="2085456"/>
                    <a:pt x="1883037" y="2104853"/>
                    <a:pt x="1886021" y="2124250"/>
                  </a:cubicBezTo>
                  <a:cubicBezTo>
                    <a:pt x="1902435" y="2127235"/>
                    <a:pt x="1914372" y="2122758"/>
                    <a:pt x="1921832" y="2112314"/>
                  </a:cubicBezTo>
                  <a:cubicBezTo>
                    <a:pt x="1927800" y="2103361"/>
                    <a:pt x="1918848" y="2076503"/>
                    <a:pt x="1905419" y="2064566"/>
                  </a:cubicBezTo>
                  <a:cubicBezTo>
                    <a:pt x="1900942" y="2060089"/>
                    <a:pt x="1896467" y="2058971"/>
                    <a:pt x="1891804" y="2059717"/>
                  </a:cubicBezTo>
                  <a:close/>
                  <a:moveTo>
                    <a:pt x="1392135" y="2015327"/>
                  </a:moveTo>
                  <a:cubicBezTo>
                    <a:pt x="1389150" y="2019803"/>
                    <a:pt x="1386166" y="2024279"/>
                    <a:pt x="1381690" y="2030248"/>
                  </a:cubicBezTo>
                  <a:cubicBezTo>
                    <a:pt x="1377213" y="2034724"/>
                    <a:pt x="1371245" y="2039200"/>
                    <a:pt x="1365277" y="2043677"/>
                  </a:cubicBezTo>
                  <a:cubicBezTo>
                    <a:pt x="1372737" y="2066058"/>
                    <a:pt x="1380198" y="2072027"/>
                    <a:pt x="1395119" y="2072027"/>
                  </a:cubicBezTo>
                  <a:cubicBezTo>
                    <a:pt x="1407056" y="2070535"/>
                    <a:pt x="1416008" y="2063074"/>
                    <a:pt x="1418992" y="2049645"/>
                  </a:cubicBezTo>
                  <a:cubicBezTo>
                    <a:pt x="1421977" y="2033232"/>
                    <a:pt x="1417500" y="2027264"/>
                    <a:pt x="1392135" y="2015327"/>
                  </a:cubicBezTo>
                  <a:close/>
                  <a:moveTo>
                    <a:pt x="2974886" y="2142715"/>
                  </a:moveTo>
                  <a:cubicBezTo>
                    <a:pt x="2964067" y="2144394"/>
                    <a:pt x="2954369" y="2148871"/>
                    <a:pt x="2945416" y="2155585"/>
                  </a:cubicBezTo>
                  <a:cubicBezTo>
                    <a:pt x="2918559" y="2176474"/>
                    <a:pt x="2893193" y="2198856"/>
                    <a:pt x="2867827" y="2221237"/>
                  </a:cubicBezTo>
                  <a:cubicBezTo>
                    <a:pt x="2852906" y="2236158"/>
                    <a:pt x="2839477" y="2254064"/>
                    <a:pt x="2824556" y="2271969"/>
                  </a:cubicBezTo>
                  <a:cubicBezTo>
                    <a:pt x="2836493" y="2279429"/>
                    <a:pt x="2845445" y="2286890"/>
                    <a:pt x="2857382" y="2297335"/>
                  </a:cubicBezTo>
                  <a:cubicBezTo>
                    <a:pt x="2872303" y="2274953"/>
                    <a:pt x="2884240" y="2254064"/>
                    <a:pt x="2899161" y="2234666"/>
                  </a:cubicBezTo>
                  <a:cubicBezTo>
                    <a:pt x="2914082" y="2216761"/>
                    <a:pt x="2930495" y="2198856"/>
                    <a:pt x="2948401" y="2185427"/>
                  </a:cubicBezTo>
                  <a:cubicBezTo>
                    <a:pt x="2966306" y="2170506"/>
                    <a:pt x="2987195" y="2160061"/>
                    <a:pt x="3011069" y="2146632"/>
                  </a:cubicBezTo>
                  <a:cubicBezTo>
                    <a:pt x="2997640" y="2142156"/>
                    <a:pt x="2985703" y="2141037"/>
                    <a:pt x="2974886" y="2142715"/>
                  </a:cubicBezTo>
                  <a:close/>
                  <a:moveTo>
                    <a:pt x="1753224" y="2036216"/>
                  </a:moveTo>
                  <a:cubicBezTo>
                    <a:pt x="1751732" y="2061582"/>
                    <a:pt x="1750240" y="2083964"/>
                    <a:pt x="1748748" y="2109329"/>
                  </a:cubicBezTo>
                  <a:cubicBezTo>
                    <a:pt x="1756208" y="2110822"/>
                    <a:pt x="1762177" y="2112314"/>
                    <a:pt x="1768145" y="2113806"/>
                  </a:cubicBezTo>
                  <a:cubicBezTo>
                    <a:pt x="1790527" y="2119774"/>
                    <a:pt x="1808432" y="2091424"/>
                    <a:pt x="1802464" y="2072027"/>
                  </a:cubicBezTo>
                  <a:cubicBezTo>
                    <a:pt x="1793511" y="2048153"/>
                    <a:pt x="1777098" y="2042185"/>
                    <a:pt x="1753224" y="2036216"/>
                  </a:cubicBezTo>
                  <a:close/>
                  <a:moveTo>
                    <a:pt x="1947198" y="2045169"/>
                  </a:moveTo>
                  <a:cubicBezTo>
                    <a:pt x="1938245" y="2049645"/>
                    <a:pt x="1930785" y="2052629"/>
                    <a:pt x="1921832" y="2055613"/>
                  </a:cubicBezTo>
                  <a:cubicBezTo>
                    <a:pt x="1929293" y="2073519"/>
                    <a:pt x="1933769" y="2088440"/>
                    <a:pt x="1941229" y="2109329"/>
                  </a:cubicBezTo>
                  <a:cubicBezTo>
                    <a:pt x="1954658" y="2100377"/>
                    <a:pt x="1965103" y="2092916"/>
                    <a:pt x="1978532" y="2082471"/>
                  </a:cubicBezTo>
                  <a:cubicBezTo>
                    <a:pt x="1966595" y="2069043"/>
                    <a:pt x="1957643" y="2057106"/>
                    <a:pt x="1947198" y="2045169"/>
                  </a:cubicBezTo>
                  <a:close/>
                  <a:moveTo>
                    <a:pt x="1186224" y="1981008"/>
                  </a:moveTo>
                  <a:cubicBezTo>
                    <a:pt x="1184732" y="1989961"/>
                    <a:pt x="1181748" y="2000406"/>
                    <a:pt x="1180256" y="2009358"/>
                  </a:cubicBezTo>
                  <a:cubicBezTo>
                    <a:pt x="1178764" y="2019803"/>
                    <a:pt x="1180256" y="2028756"/>
                    <a:pt x="1178764" y="2039200"/>
                  </a:cubicBezTo>
                  <a:cubicBezTo>
                    <a:pt x="1178764" y="2043677"/>
                    <a:pt x="1174287" y="2046661"/>
                    <a:pt x="1168319" y="2054121"/>
                  </a:cubicBezTo>
                  <a:cubicBezTo>
                    <a:pt x="1162350" y="2021295"/>
                    <a:pt x="1162350" y="2021295"/>
                    <a:pt x="1142953" y="2004882"/>
                  </a:cubicBezTo>
                  <a:cubicBezTo>
                    <a:pt x="1116095" y="2010850"/>
                    <a:pt x="1114603" y="2015327"/>
                    <a:pt x="1108634" y="2075011"/>
                  </a:cubicBezTo>
                  <a:cubicBezTo>
                    <a:pt x="1153398" y="2082471"/>
                    <a:pt x="1217558" y="2046661"/>
                    <a:pt x="1241432" y="2004882"/>
                  </a:cubicBezTo>
                  <a:cubicBezTo>
                    <a:pt x="1228003" y="1986977"/>
                    <a:pt x="1211590" y="1978024"/>
                    <a:pt x="1186224" y="1981008"/>
                  </a:cubicBezTo>
                  <a:close/>
                  <a:moveTo>
                    <a:pt x="2957353" y="2124250"/>
                  </a:moveTo>
                  <a:cubicBezTo>
                    <a:pt x="2942432" y="2121266"/>
                    <a:pt x="2931988" y="2125743"/>
                    <a:pt x="2921543" y="2130219"/>
                  </a:cubicBezTo>
                  <a:cubicBezTo>
                    <a:pt x="2893193" y="2143648"/>
                    <a:pt x="2866335" y="2158569"/>
                    <a:pt x="2845445" y="2182442"/>
                  </a:cubicBezTo>
                  <a:cubicBezTo>
                    <a:pt x="2829032" y="2201840"/>
                    <a:pt x="2812619" y="2219745"/>
                    <a:pt x="2806651" y="2245111"/>
                  </a:cubicBezTo>
                  <a:cubicBezTo>
                    <a:pt x="2805159" y="2252572"/>
                    <a:pt x="2803666" y="2258540"/>
                    <a:pt x="2812619" y="2260032"/>
                  </a:cubicBezTo>
                  <a:cubicBezTo>
                    <a:pt x="2835001" y="2236158"/>
                    <a:pt x="2855890" y="2212285"/>
                    <a:pt x="2879764" y="2189903"/>
                  </a:cubicBezTo>
                  <a:cubicBezTo>
                    <a:pt x="2902145" y="2167521"/>
                    <a:pt x="2929003" y="2148124"/>
                    <a:pt x="2957353" y="2124250"/>
                  </a:cubicBezTo>
                  <a:close/>
                  <a:moveTo>
                    <a:pt x="2100885" y="2052629"/>
                  </a:moveTo>
                  <a:cubicBezTo>
                    <a:pt x="2088948" y="2069043"/>
                    <a:pt x="2077011" y="2082471"/>
                    <a:pt x="2066566" y="2095900"/>
                  </a:cubicBezTo>
                  <a:cubicBezTo>
                    <a:pt x="2082979" y="2116790"/>
                    <a:pt x="2103869" y="2122758"/>
                    <a:pt x="2124758" y="2125743"/>
                  </a:cubicBezTo>
                  <a:cubicBezTo>
                    <a:pt x="2138187" y="2127235"/>
                    <a:pt x="2145648" y="2119774"/>
                    <a:pt x="2141172" y="2107837"/>
                  </a:cubicBezTo>
                  <a:cubicBezTo>
                    <a:pt x="2135203" y="2086948"/>
                    <a:pt x="2123266" y="2067550"/>
                    <a:pt x="2100885" y="2052629"/>
                  </a:cubicBezTo>
                  <a:close/>
                  <a:moveTo>
                    <a:pt x="1618935" y="2010850"/>
                  </a:moveTo>
                  <a:cubicBezTo>
                    <a:pt x="1601029" y="2028756"/>
                    <a:pt x="1587600" y="2042185"/>
                    <a:pt x="1574171" y="2054121"/>
                  </a:cubicBezTo>
                  <a:cubicBezTo>
                    <a:pt x="1563727" y="2063074"/>
                    <a:pt x="1559250" y="2073519"/>
                    <a:pt x="1568203" y="2086948"/>
                  </a:cubicBezTo>
                  <a:cubicBezTo>
                    <a:pt x="1571187" y="2092916"/>
                    <a:pt x="1572679" y="2098885"/>
                    <a:pt x="1572679" y="2106345"/>
                  </a:cubicBezTo>
                  <a:cubicBezTo>
                    <a:pt x="1575663" y="2131711"/>
                    <a:pt x="1569695" y="2155585"/>
                    <a:pt x="1559250" y="2177966"/>
                  </a:cubicBezTo>
                  <a:cubicBezTo>
                    <a:pt x="1532392" y="2236158"/>
                    <a:pt x="1466740" y="2268985"/>
                    <a:pt x="1402579" y="2251079"/>
                  </a:cubicBezTo>
                  <a:cubicBezTo>
                    <a:pt x="1395119" y="2257048"/>
                    <a:pt x="1387658" y="2263016"/>
                    <a:pt x="1380198" y="2267493"/>
                  </a:cubicBezTo>
                  <a:cubicBezTo>
                    <a:pt x="1392135" y="2276445"/>
                    <a:pt x="1401087" y="2285398"/>
                    <a:pt x="1411532" y="2292858"/>
                  </a:cubicBezTo>
                  <a:cubicBezTo>
                    <a:pt x="1414516" y="2294350"/>
                    <a:pt x="1417500" y="2295843"/>
                    <a:pt x="1420485" y="2295843"/>
                  </a:cubicBezTo>
                  <a:cubicBezTo>
                    <a:pt x="1469724" y="2298827"/>
                    <a:pt x="1517471" y="2289874"/>
                    <a:pt x="1554774" y="2254064"/>
                  </a:cubicBezTo>
                  <a:cubicBezTo>
                    <a:pt x="1608490" y="2204824"/>
                    <a:pt x="1633856" y="2143648"/>
                    <a:pt x="1630872" y="2070535"/>
                  </a:cubicBezTo>
                  <a:cubicBezTo>
                    <a:pt x="1630872" y="2054121"/>
                    <a:pt x="1623411" y="2034724"/>
                    <a:pt x="1618935" y="2010850"/>
                  </a:cubicBezTo>
                  <a:close/>
                  <a:moveTo>
                    <a:pt x="1454803" y="1997421"/>
                  </a:moveTo>
                  <a:cubicBezTo>
                    <a:pt x="1444358" y="2004882"/>
                    <a:pt x="1436898" y="2012342"/>
                    <a:pt x="1426453" y="2021295"/>
                  </a:cubicBezTo>
                  <a:cubicBezTo>
                    <a:pt x="1430929" y="2036216"/>
                    <a:pt x="1439882" y="2043677"/>
                    <a:pt x="1454803" y="2040692"/>
                  </a:cubicBezTo>
                  <a:cubicBezTo>
                    <a:pt x="1460771" y="2039200"/>
                    <a:pt x="1471216" y="2034724"/>
                    <a:pt x="1471216" y="2028756"/>
                  </a:cubicBezTo>
                  <a:cubicBezTo>
                    <a:pt x="1474200" y="2015327"/>
                    <a:pt x="1468232" y="2003390"/>
                    <a:pt x="1454803" y="1997421"/>
                  </a:cubicBezTo>
                  <a:close/>
                  <a:moveTo>
                    <a:pt x="1672650" y="2010850"/>
                  </a:moveTo>
                  <a:cubicBezTo>
                    <a:pt x="1659221" y="2018311"/>
                    <a:pt x="1644300" y="2015327"/>
                    <a:pt x="1635348" y="2030248"/>
                  </a:cubicBezTo>
                  <a:cubicBezTo>
                    <a:pt x="1647285" y="2040692"/>
                    <a:pt x="1659221" y="2036216"/>
                    <a:pt x="1672650" y="2036216"/>
                  </a:cubicBezTo>
                  <a:cubicBezTo>
                    <a:pt x="1672650" y="2027264"/>
                    <a:pt x="1672650" y="2021295"/>
                    <a:pt x="1672650" y="2010850"/>
                  </a:cubicBezTo>
                  <a:close/>
                  <a:moveTo>
                    <a:pt x="2248603" y="2057106"/>
                  </a:moveTo>
                  <a:cubicBezTo>
                    <a:pt x="2242635" y="2073519"/>
                    <a:pt x="2238159" y="2086948"/>
                    <a:pt x="2230698" y="2107837"/>
                  </a:cubicBezTo>
                  <a:cubicBezTo>
                    <a:pt x="2253080" y="2089932"/>
                    <a:pt x="2275461" y="2089932"/>
                    <a:pt x="2296351" y="2094408"/>
                  </a:cubicBezTo>
                  <a:cubicBezTo>
                    <a:pt x="2359019" y="2107837"/>
                    <a:pt x="2421688" y="2125743"/>
                    <a:pt x="2475403" y="2163045"/>
                  </a:cubicBezTo>
                  <a:cubicBezTo>
                    <a:pt x="2500769" y="2179458"/>
                    <a:pt x="2526135" y="2195872"/>
                    <a:pt x="2551501" y="2212285"/>
                  </a:cubicBezTo>
                  <a:cubicBezTo>
                    <a:pt x="2612677" y="2249587"/>
                    <a:pt x="2667885" y="2294350"/>
                    <a:pt x="2717124" y="2345082"/>
                  </a:cubicBezTo>
                  <a:cubicBezTo>
                    <a:pt x="2770840" y="2400290"/>
                    <a:pt x="2832017" y="2448037"/>
                    <a:pt x="2890209" y="2497277"/>
                  </a:cubicBezTo>
                  <a:cubicBezTo>
                    <a:pt x="2967798" y="2564422"/>
                    <a:pt x="3049864" y="2628582"/>
                    <a:pt x="3137898" y="2685282"/>
                  </a:cubicBezTo>
                  <a:cubicBezTo>
                    <a:pt x="3182661" y="2713632"/>
                    <a:pt x="3227425" y="2743474"/>
                    <a:pt x="3273680" y="2770332"/>
                  </a:cubicBezTo>
                  <a:cubicBezTo>
                    <a:pt x="3302030" y="2786745"/>
                    <a:pt x="3334856" y="2798682"/>
                    <a:pt x="3364698" y="2813603"/>
                  </a:cubicBezTo>
                  <a:cubicBezTo>
                    <a:pt x="3384096" y="2824048"/>
                    <a:pt x="3403493" y="2828524"/>
                    <a:pt x="3424382" y="2830016"/>
                  </a:cubicBezTo>
                  <a:cubicBezTo>
                    <a:pt x="3431843" y="2830016"/>
                    <a:pt x="3437812" y="2830016"/>
                    <a:pt x="3443780" y="2831508"/>
                  </a:cubicBezTo>
                  <a:lnTo>
                    <a:pt x="3492256" y="2835386"/>
                  </a:lnTo>
                  <a:lnTo>
                    <a:pt x="3442288" y="2833001"/>
                  </a:lnTo>
                  <a:cubicBezTo>
                    <a:pt x="3431843" y="2831508"/>
                    <a:pt x="3419906" y="2831508"/>
                    <a:pt x="3409461" y="2830016"/>
                  </a:cubicBezTo>
                  <a:cubicBezTo>
                    <a:pt x="3393048" y="2827032"/>
                    <a:pt x="3376635" y="2825540"/>
                    <a:pt x="3361714" y="2818080"/>
                  </a:cubicBezTo>
                  <a:cubicBezTo>
                    <a:pt x="3330380" y="2804651"/>
                    <a:pt x="3302030" y="2788237"/>
                    <a:pt x="3272188" y="2776301"/>
                  </a:cubicBezTo>
                  <a:cubicBezTo>
                    <a:pt x="3221456" y="2756903"/>
                    <a:pt x="3176693" y="2724077"/>
                    <a:pt x="3131930" y="2695727"/>
                  </a:cubicBezTo>
                  <a:cubicBezTo>
                    <a:pt x="3096119" y="2673345"/>
                    <a:pt x="3063293" y="2647980"/>
                    <a:pt x="3030466" y="2622614"/>
                  </a:cubicBezTo>
                  <a:cubicBezTo>
                    <a:pt x="2987195" y="2591280"/>
                    <a:pt x="2943924" y="2559945"/>
                    <a:pt x="2903637" y="2525627"/>
                  </a:cubicBezTo>
                  <a:cubicBezTo>
                    <a:pt x="2860366" y="2489816"/>
                    <a:pt x="2820080" y="2452514"/>
                    <a:pt x="2776808" y="2416703"/>
                  </a:cubicBezTo>
                  <a:cubicBezTo>
                    <a:pt x="2749951" y="2394322"/>
                    <a:pt x="2723093" y="2374924"/>
                    <a:pt x="2696235" y="2354035"/>
                  </a:cubicBezTo>
                  <a:cubicBezTo>
                    <a:pt x="2627598" y="2298827"/>
                    <a:pt x="2558961" y="2243619"/>
                    <a:pt x="2488832" y="2188411"/>
                  </a:cubicBezTo>
                  <a:cubicBezTo>
                    <a:pt x="2470927" y="2173490"/>
                    <a:pt x="2450037" y="2163045"/>
                    <a:pt x="2429148" y="2152600"/>
                  </a:cubicBezTo>
                  <a:cubicBezTo>
                    <a:pt x="2387369" y="2131711"/>
                    <a:pt x="2344098" y="2119774"/>
                    <a:pt x="2297843" y="2113806"/>
                  </a:cubicBezTo>
                  <a:cubicBezTo>
                    <a:pt x="2287398" y="2112314"/>
                    <a:pt x="2276953" y="2110822"/>
                    <a:pt x="2263524" y="2107837"/>
                  </a:cubicBezTo>
                  <a:cubicBezTo>
                    <a:pt x="2275461" y="2137679"/>
                    <a:pt x="2263524" y="2161553"/>
                    <a:pt x="2257556" y="2188411"/>
                  </a:cubicBezTo>
                  <a:cubicBezTo>
                    <a:pt x="2263524" y="2188411"/>
                    <a:pt x="2268001" y="2189903"/>
                    <a:pt x="2270985" y="2188411"/>
                  </a:cubicBezTo>
                  <a:cubicBezTo>
                    <a:pt x="2287398" y="2173490"/>
                    <a:pt x="2303811" y="2179458"/>
                    <a:pt x="2321716" y="2188411"/>
                  </a:cubicBezTo>
                  <a:cubicBezTo>
                    <a:pt x="2336637" y="2197364"/>
                    <a:pt x="2353051" y="2201840"/>
                    <a:pt x="2370956" y="2204824"/>
                  </a:cubicBezTo>
                  <a:cubicBezTo>
                    <a:pt x="2403782" y="2209300"/>
                    <a:pt x="2436609" y="2218253"/>
                    <a:pt x="2464959" y="2236158"/>
                  </a:cubicBezTo>
                  <a:cubicBezTo>
                    <a:pt x="2500769" y="2260032"/>
                    <a:pt x="2536580" y="2285398"/>
                    <a:pt x="2569406" y="2313748"/>
                  </a:cubicBezTo>
                  <a:cubicBezTo>
                    <a:pt x="2605216" y="2343590"/>
                    <a:pt x="2641027" y="2374924"/>
                    <a:pt x="2673853" y="2406258"/>
                  </a:cubicBezTo>
                  <a:cubicBezTo>
                    <a:pt x="2748459" y="2477879"/>
                    <a:pt x="2821572" y="2552485"/>
                    <a:pt x="2896177" y="2622614"/>
                  </a:cubicBezTo>
                  <a:cubicBezTo>
                    <a:pt x="2926019" y="2650964"/>
                    <a:pt x="2958846" y="2674837"/>
                    <a:pt x="2996148" y="2692743"/>
                  </a:cubicBezTo>
                  <a:cubicBezTo>
                    <a:pt x="2997640" y="2694235"/>
                    <a:pt x="2997640" y="2695727"/>
                    <a:pt x="3000624" y="2700203"/>
                  </a:cubicBezTo>
                  <a:cubicBezTo>
                    <a:pt x="2984211" y="2707664"/>
                    <a:pt x="2969290" y="2703187"/>
                    <a:pt x="2954369" y="2701695"/>
                  </a:cubicBezTo>
                  <a:cubicBezTo>
                    <a:pt x="2939448" y="2700203"/>
                    <a:pt x="2924527" y="2697219"/>
                    <a:pt x="2911098" y="2695727"/>
                  </a:cubicBezTo>
                  <a:cubicBezTo>
                    <a:pt x="2891701" y="2694235"/>
                    <a:pt x="2872303" y="2695727"/>
                    <a:pt x="2852906" y="2694235"/>
                  </a:cubicBezTo>
                  <a:cubicBezTo>
                    <a:pt x="2800682" y="2689758"/>
                    <a:pt x="2748459" y="2691251"/>
                    <a:pt x="2699219" y="2706172"/>
                  </a:cubicBezTo>
                  <a:cubicBezTo>
                    <a:pt x="2635058" y="2725569"/>
                    <a:pt x="2573882" y="2749443"/>
                    <a:pt x="2511214" y="2773316"/>
                  </a:cubicBezTo>
                  <a:cubicBezTo>
                    <a:pt x="2453022" y="2794206"/>
                    <a:pt x="2402290" y="2831508"/>
                    <a:pt x="2339622" y="2841953"/>
                  </a:cubicBezTo>
                  <a:cubicBezTo>
                    <a:pt x="2338130" y="2862843"/>
                    <a:pt x="2332161" y="2877764"/>
                    <a:pt x="2312764" y="2888208"/>
                  </a:cubicBezTo>
                  <a:lnTo>
                    <a:pt x="2288780" y="2891068"/>
                  </a:lnTo>
                  <a:lnTo>
                    <a:pt x="2306236" y="2885784"/>
                  </a:lnTo>
                  <a:cubicBezTo>
                    <a:pt x="2316867" y="2878510"/>
                    <a:pt x="2323955" y="2864335"/>
                    <a:pt x="2324701" y="2844937"/>
                  </a:cubicBezTo>
                  <a:cubicBezTo>
                    <a:pt x="2317240" y="2838969"/>
                    <a:pt x="2309780" y="2834493"/>
                    <a:pt x="2302319" y="2828524"/>
                  </a:cubicBezTo>
                  <a:cubicBezTo>
                    <a:pt x="2288890" y="2838969"/>
                    <a:pt x="2275461" y="2846429"/>
                    <a:pt x="2263524" y="2856874"/>
                  </a:cubicBezTo>
                  <a:cubicBezTo>
                    <a:pt x="2250095" y="2867319"/>
                    <a:pt x="2251587" y="2876272"/>
                    <a:pt x="2266508" y="2885224"/>
                  </a:cubicBezTo>
                  <a:lnTo>
                    <a:pt x="2287616" y="2891206"/>
                  </a:lnTo>
                  <a:lnTo>
                    <a:pt x="2284600" y="2891566"/>
                  </a:lnTo>
                  <a:cubicBezTo>
                    <a:pt x="2275461" y="2890074"/>
                    <a:pt x="2266509" y="2886717"/>
                    <a:pt x="2257556" y="2883732"/>
                  </a:cubicBezTo>
                  <a:cubicBezTo>
                    <a:pt x="2248603" y="2906114"/>
                    <a:pt x="2239650" y="2925511"/>
                    <a:pt x="2218761" y="2935956"/>
                  </a:cubicBezTo>
                  <a:cubicBezTo>
                    <a:pt x="2194887" y="2949385"/>
                    <a:pt x="2175490" y="2931480"/>
                    <a:pt x="2157585" y="2924019"/>
                  </a:cubicBezTo>
                  <a:cubicBezTo>
                    <a:pt x="2150124" y="2932972"/>
                    <a:pt x="2144156" y="2940432"/>
                    <a:pt x="2136695" y="2949385"/>
                  </a:cubicBezTo>
                  <a:cubicBezTo>
                    <a:pt x="2127743" y="2959830"/>
                    <a:pt x="2115806" y="2962814"/>
                    <a:pt x="2102377" y="2959830"/>
                  </a:cubicBezTo>
                  <a:cubicBezTo>
                    <a:pt x="2085964" y="2955353"/>
                    <a:pt x="2074027" y="2946401"/>
                    <a:pt x="2066566" y="2931480"/>
                  </a:cubicBezTo>
                  <a:cubicBezTo>
                    <a:pt x="2062090" y="2922527"/>
                    <a:pt x="2059106" y="2913574"/>
                    <a:pt x="2054629" y="2903130"/>
                  </a:cubicBezTo>
                  <a:cubicBezTo>
                    <a:pt x="2045677" y="2909098"/>
                    <a:pt x="2038216" y="2913574"/>
                    <a:pt x="2029264" y="2918051"/>
                  </a:cubicBezTo>
                  <a:cubicBezTo>
                    <a:pt x="2044185" y="2947893"/>
                    <a:pt x="2029264" y="2965798"/>
                    <a:pt x="2012850" y="2988179"/>
                  </a:cubicBezTo>
                  <a:cubicBezTo>
                    <a:pt x="2026280" y="2991164"/>
                    <a:pt x="2033740" y="2994148"/>
                    <a:pt x="2042693" y="2994148"/>
                  </a:cubicBezTo>
                  <a:cubicBezTo>
                    <a:pt x="2099393" y="3000116"/>
                    <a:pt x="2156093" y="2992656"/>
                    <a:pt x="2209808" y="2973258"/>
                  </a:cubicBezTo>
                  <a:cubicBezTo>
                    <a:pt x="2245619" y="2959830"/>
                    <a:pt x="2279938" y="2943416"/>
                    <a:pt x="2315748" y="2927003"/>
                  </a:cubicBezTo>
                  <a:cubicBezTo>
                    <a:pt x="2367972" y="2901638"/>
                    <a:pt x="2420195" y="2876272"/>
                    <a:pt x="2475403" y="2855382"/>
                  </a:cubicBezTo>
                  <a:cubicBezTo>
                    <a:pt x="2520166" y="2838969"/>
                    <a:pt x="2563438" y="2818080"/>
                    <a:pt x="2608201" y="2803158"/>
                  </a:cubicBezTo>
                  <a:cubicBezTo>
                    <a:pt x="2636551" y="2794206"/>
                    <a:pt x="2666393" y="2789730"/>
                    <a:pt x="2696235" y="2785253"/>
                  </a:cubicBezTo>
                  <a:cubicBezTo>
                    <a:pt x="2718616" y="2782269"/>
                    <a:pt x="2742490" y="2780777"/>
                    <a:pt x="2766364" y="2777793"/>
                  </a:cubicBezTo>
                  <a:cubicBezTo>
                    <a:pt x="2806651" y="2773316"/>
                    <a:pt x="2845445" y="2765856"/>
                    <a:pt x="2885732" y="2764364"/>
                  </a:cubicBezTo>
                  <a:cubicBezTo>
                    <a:pt x="2923035" y="2762872"/>
                    <a:pt x="2960338" y="2767348"/>
                    <a:pt x="2997640" y="2770332"/>
                  </a:cubicBezTo>
                  <a:cubicBezTo>
                    <a:pt x="3063293" y="2773316"/>
                    <a:pt x="3125961" y="2791222"/>
                    <a:pt x="3190122" y="2804651"/>
                  </a:cubicBezTo>
                  <a:cubicBezTo>
                    <a:pt x="3239361" y="2815095"/>
                    <a:pt x="3281140" y="2841953"/>
                    <a:pt x="3324411" y="2865827"/>
                  </a:cubicBezTo>
                  <a:cubicBezTo>
                    <a:pt x="3366190" y="2888208"/>
                    <a:pt x="3402001" y="2916559"/>
                    <a:pt x="3433335" y="2952369"/>
                  </a:cubicBezTo>
                  <a:cubicBezTo>
                    <a:pt x="3442288" y="2962814"/>
                    <a:pt x="3451240" y="2974751"/>
                    <a:pt x="3458701" y="2986688"/>
                  </a:cubicBezTo>
                  <a:cubicBezTo>
                    <a:pt x="3482575" y="3029958"/>
                    <a:pt x="3481082" y="3079198"/>
                    <a:pt x="3475114" y="3125453"/>
                  </a:cubicBezTo>
                  <a:cubicBezTo>
                    <a:pt x="3460193" y="3223932"/>
                    <a:pt x="3400509" y="3285109"/>
                    <a:pt x="3307998" y="3316443"/>
                  </a:cubicBezTo>
                  <a:cubicBezTo>
                    <a:pt x="3248314" y="3335840"/>
                    <a:pt x="3187138" y="3332856"/>
                    <a:pt x="3128945" y="3311967"/>
                  </a:cubicBezTo>
                  <a:cubicBezTo>
                    <a:pt x="3100596" y="3301522"/>
                    <a:pt x="3069261" y="3292569"/>
                    <a:pt x="3048372" y="3267203"/>
                  </a:cubicBezTo>
                  <a:cubicBezTo>
                    <a:pt x="3027482" y="3241837"/>
                    <a:pt x="3008085" y="3213488"/>
                    <a:pt x="2990180" y="3186630"/>
                  </a:cubicBezTo>
                  <a:cubicBezTo>
                    <a:pt x="2987195" y="3180661"/>
                    <a:pt x="2985703" y="3174693"/>
                    <a:pt x="2984211" y="3167232"/>
                  </a:cubicBezTo>
                  <a:cubicBezTo>
                    <a:pt x="2982719" y="3143359"/>
                    <a:pt x="2982719" y="3119485"/>
                    <a:pt x="2984211" y="3094119"/>
                  </a:cubicBezTo>
                  <a:cubicBezTo>
                    <a:pt x="2987195" y="3038911"/>
                    <a:pt x="3014053" y="2997132"/>
                    <a:pt x="3064785" y="2973258"/>
                  </a:cubicBezTo>
                  <a:cubicBezTo>
                    <a:pt x="3090151" y="2961322"/>
                    <a:pt x="3115517" y="2944909"/>
                    <a:pt x="3142374" y="2938940"/>
                  </a:cubicBezTo>
                  <a:cubicBezTo>
                    <a:pt x="3202059" y="2925511"/>
                    <a:pt x="3260251" y="2931480"/>
                    <a:pt x="3312475" y="2968782"/>
                  </a:cubicBezTo>
                  <a:cubicBezTo>
                    <a:pt x="3355746" y="3000116"/>
                    <a:pt x="3387080" y="3037419"/>
                    <a:pt x="3391556" y="3092627"/>
                  </a:cubicBezTo>
                  <a:cubicBezTo>
                    <a:pt x="3393048" y="3107548"/>
                    <a:pt x="3396032" y="3122469"/>
                    <a:pt x="3393048" y="3137390"/>
                  </a:cubicBezTo>
                  <a:cubicBezTo>
                    <a:pt x="3387080" y="3180661"/>
                    <a:pt x="3355746" y="3206027"/>
                    <a:pt x="3319935" y="3223932"/>
                  </a:cubicBezTo>
                  <a:cubicBezTo>
                    <a:pt x="3273680" y="3246314"/>
                    <a:pt x="3224440" y="3252282"/>
                    <a:pt x="3173709" y="3237361"/>
                  </a:cubicBezTo>
                  <a:cubicBezTo>
                    <a:pt x="3112532" y="3219456"/>
                    <a:pt x="3072245" y="3180661"/>
                    <a:pt x="3079706" y="3112024"/>
                  </a:cubicBezTo>
                  <a:cubicBezTo>
                    <a:pt x="3079706" y="3109040"/>
                    <a:pt x="3079706" y="3107548"/>
                    <a:pt x="3079706" y="3104564"/>
                  </a:cubicBezTo>
                  <a:cubicBezTo>
                    <a:pt x="3082690" y="3073230"/>
                    <a:pt x="3097611" y="3049356"/>
                    <a:pt x="3125961" y="3035927"/>
                  </a:cubicBezTo>
                  <a:cubicBezTo>
                    <a:pt x="3151327" y="3025482"/>
                    <a:pt x="3176693" y="3022498"/>
                    <a:pt x="3205043" y="3022498"/>
                  </a:cubicBezTo>
                  <a:cubicBezTo>
                    <a:pt x="3222948" y="3022498"/>
                    <a:pt x="3239361" y="3026974"/>
                    <a:pt x="3254282" y="3035927"/>
                  </a:cubicBezTo>
                  <a:cubicBezTo>
                    <a:pt x="3279648" y="3050848"/>
                    <a:pt x="3291585" y="3074722"/>
                    <a:pt x="3303522" y="3100087"/>
                  </a:cubicBezTo>
                  <a:cubicBezTo>
                    <a:pt x="3310982" y="3116501"/>
                    <a:pt x="3307998" y="3129930"/>
                    <a:pt x="3297553" y="3144851"/>
                  </a:cubicBezTo>
                  <a:cubicBezTo>
                    <a:pt x="3284124" y="3165740"/>
                    <a:pt x="3264727" y="3176185"/>
                    <a:pt x="3242346" y="3180661"/>
                  </a:cubicBezTo>
                  <a:cubicBezTo>
                    <a:pt x="3218472" y="3186630"/>
                    <a:pt x="3196090" y="3177677"/>
                    <a:pt x="3173709" y="3170217"/>
                  </a:cubicBezTo>
                  <a:cubicBezTo>
                    <a:pt x="3157295" y="3164248"/>
                    <a:pt x="3155803" y="3144851"/>
                    <a:pt x="3154311" y="3128438"/>
                  </a:cubicBezTo>
                  <a:cubicBezTo>
                    <a:pt x="3154311" y="3115008"/>
                    <a:pt x="3161771" y="3103072"/>
                    <a:pt x="3175201" y="3097103"/>
                  </a:cubicBezTo>
                  <a:cubicBezTo>
                    <a:pt x="3191614" y="3091135"/>
                    <a:pt x="3206535" y="3092627"/>
                    <a:pt x="3221456" y="3100087"/>
                  </a:cubicBezTo>
                  <a:cubicBezTo>
                    <a:pt x="3224440" y="3101580"/>
                    <a:pt x="3225932" y="3109040"/>
                    <a:pt x="3224439" y="3110532"/>
                  </a:cubicBezTo>
                  <a:cubicBezTo>
                    <a:pt x="3221456" y="3113516"/>
                    <a:pt x="3215488" y="3116501"/>
                    <a:pt x="3212503" y="3115008"/>
                  </a:cubicBezTo>
                  <a:cubicBezTo>
                    <a:pt x="3206535" y="3113516"/>
                    <a:pt x="3202059" y="3110532"/>
                    <a:pt x="3196090" y="3109040"/>
                  </a:cubicBezTo>
                  <a:cubicBezTo>
                    <a:pt x="3181169" y="3106056"/>
                    <a:pt x="3169232" y="3115008"/>
                    <a:pt x="3169232" y="3129930"/>
                  </a:cubicBezTo>
                  <a:cubicBezTo>
                    <a:pt x="3169232" y="3141866"/>
                    <a:pt x="3173709" y="3152311"/>
                    <a:pt x="3184152" y="3159772"/>
                  </a:cubicBezTo>
                  <a:cubicBezTo>
                    <a:pt x="3216980" y="3183645"/>
                    <a:pt x="3267711" y="3170217"/>
                    <a:pt x="3285617" y="3132914"/>
                  </a:cubicBezTo>
                  <a:cubicBezTo>
                    <a:pt x="3288601" y="3126945"/>
                    <a:pt x="3290093" y="3117993"/>
                    <a:pt x="3288601" y="3110532"/>
                  </a:cubicBezTo>
                  <a:cubicBezTo>
                    <a:pt x="3284124" y="3082182"/>
                    <a:pt x="3252790" y="3040403"/>
                    <a:pt x="3218472" y="3035927"/>
                  </a:cubicBezTo>
                  <a:cubicBezTo>
                    <a:pt x="3190122" y="3031451"/>
                    <a:pt x="3161772" y="3032943"/>
                    <a:pt x="3134914" y="3041895"/>
                  </a:cubicBezTo>
                  <a:cubicBezTo>
                    <a:pt x="3112532" y="3049356"/>
                    <a:pt x="3097611" y="3064277"/>
                    <a:pt x="3091643" y="3086659"/>
                  </a:cubicBezTo>
                  <a:cubicBezTo>
                    <a:pt x="3078214" y="3143359"/>
                    <a:pt x="3114024" y="3207519"/>
                    <a:pt x="3169232" y="3222440"/>
                  </a:cubicBezTo>
                  <a:cubicBezTo>
                    <a:pt x="3230409" y="3240345"/>
                    <a:pt x="3287108" y="3229901"/>
                    <a:pt x="3336348" y="3189614"/>
                  </a:cubicBezTo>
                  <a:cubicBezTo>
                    <a:pt x="3363206" y="3167232"/>
                    <a:pt x="3381111" y="3138882"/>
                    <a:pt x="3376635" y="3103072"/>
                  </a:cubicBezTo>
                  <a:cubicBezTo>
                    <a:pt x="3373651" y="3080690"/>
                    <a:pt x="3364698" y="3059801"/>
                    <a:pt x="3358730" y="3038911"/>
                  </a:cubicBezTo>
                  <a:cubicBezTo>
                    <a:pt x="3357237" y="3035927"/>
                    <a:pt x="3355746" y="3032943"/>
                    <a:pt x="3354254" y="3029958"/>
                  </a:cubicBezTo>
                  <a:cubicBezTo>
                    <a:pt x="3324411" y="2994148"/>
                    <a:pt x="3290093" y="2961322"/>
                    <a:pt x="3242346" y="2950877"/>
                  </a:cubicBezTo>
                  <a:cubicBezTo>
                    <a:pt x="3206535" y="2943416"/>
                    <a:pt x="3170724" y="2934464"/>
                    <a:pt x="3134914" y="2949385"/>
                  </a:cubicBezTo>
                  <a:cubicBezTo>
                    <a:pt x="3114024" y="2956845"/>
                    <a:pt x="3094627" y="2967290"/>
                    <a:pt x="3075230" y="2974751"/>
                  </a:cubicBezTo>
                  <a:cubicBezTo>
                    <a:pt x="3051356" y="2985195"/>
                    <a:pt x="3028974" y="3000116"/>
                    <a:pt x="3017038" y="3022498"/>
                  </a:cubicBezTo>
                  <a:cubicBezTo>
                    <a:pt x="2987195" y="3080690"/>
                    <a:pt x="2979735" y="3140374"/>
                    <a:pt x="3018530" y="3197074"/>
                  </a:cubicBezTo>
                  <a:cubicBezTo>
                    <a:pt x="3024498" y="3206027"/>
                    <a:pt x="3030466" y="3213488"/>
                    <a:pt x="3034943" y="3222440"/>
                  </a:cubicBezTo>
                  <a:cubicBezTo>
                    <a:pt x="3055832" y="3256758"/>
                    <a:pt x="3087166" y="3277648"/>
                    <a:pt x="3124469" y="3292569"/>
                  </a:cubicBezTo>
                  <a:cubicBezTo>
                    <a:pt x="3179677" y="3314951"/>
                    <a:pt x="3234885" y="3316443"/>
                    <a:pt x="3291585" y="3301522"/>
                  </a:cubicBezTo>
                  <a:cubicBezTo>
                    <a:pt x="3349777" y="3288093"/>
                    <a:pt x="3394540" y="3252282"/>
                    <a:pt x="3427367" y="3204535"/>
                  </a:cubicBezTo>
                  <a:cubicBezTo>
                    <a:pt x="3464669" y="3149327"/>
                    <a:pt x="3463177" y="3086659"/>
                    <a:pt x="3458701" y="3022498"/>
                  </a:cubicBezTo>
                  <a:cubicBezTo>
                    <a:pt x="3458701" y="3018022"/>
                    <a:pt x="3457209" y="3015037"/>
                    <a:pt x="3455717" y="3010561"/>
                  </a:cubicBezTo>
                  <a:cubicBezTo>
                    <a:pt x="3443780" y="2982211"/>
                    <a:pt x="3428859" y="2955353"/>
                    <a:pt x="3404985" y="2937448"/>
                  </a:cubicBezTo>
                  <a:cubicBezTo>
                    <a:pt x="3364698" y="2904622"/>
                    <a:pt x="3324411" y="2868811"/>
                    <a:pt x="3273680" y="2847922"/>
                  </a:cubicBezTo>
                  <a:cubicBezTo>
                    <a:pt x="3240853" y="2834493"/>
                    <a:pt x="3208027" y="2816587"/>
                    <a:pt x="3173709" y="2809127"/>
                  </a:cubicBezTo>
                  <a:cubicBezTo>
                    <a:pt x="3128945" y="2798682"/>
                    <a:pt x="3085675" y="2782269"/>
                    <a:pt x="3039419" y="2780777"/>
                  </a:cubicBezTo>
                  <a:cubicBezTo>
                    <a:pt x="2991672" y="2779285"/>
                    <a:pt x="2943924" y="2770332"/>
                    <a:pt x="2897669" y="2771824"/>
                  </a:cubicBezTo>
                  <a:cubicBezTo>
                    <a:pt x="2832017" y="2773316"/>
                    <a:pt x="2766364" y="2782269"/>
                    <a:pt x="2700711" y="2788237"/>
                  </a:cubicBezTo>
                  <a:cubicBezTo>
                    <a:pt x="2676837" y="2791222"/>
                    <a:pt x="2652964" y="2794206"/>
                    <a:pt x="2629090" y="2801666"/>
                  </a:cubicBezTo>
                  <a:cubicBezTo>
                    <a:pt x="2597756" y="2812111"/>
                    <a:pt x="2567914" y="2827032"/>
                    <a:pt x="2536580" y="2838969"/>
                  </a:cubicBezTo>
                  <a:cubicBezTo>
                    <a:pt x="2475403" y="2862843"/>
                    <a:pt x="2414227" y="2885224"/>
                    <a:pt x="2356035" y="2915066"/>
                  </a:cubicBezTo>
                  <a:cubicBezTo>
                    <a:pt x="2327685" y="2929987"/>
                    <a:pt x="2299335" y="2946401"/>
                    <a:pt x="2268001" y="2958337"/>
                  </a:cubicBezTo>
                  <a:cubicBezTo>
                    <a:pt x="2226222" y="2973258"/>
                    <a:pt x="2182951" y="2983703"/>
                    <a:pt x="2139679" y="2994148"/>
                  </a:cubicBezTo>
                  <a:cubicBezTo>
                    <a:pt x="2106853" y="3001609"/>
                    <a:pt x="2074027" y="3004593"/>
                    <a:pt x="2041201" y="2997132"/>
                  </a:cubicBezTo>
                  <a:cubicBezTo>
                    <a:pt x="2023295" y="2992656"/>
                    <a:pt x="2005390" y="2991164"/>
                    <a:pt x="1988977" y="2992656"/>
                  </a:cubicBezTo>
                  <a:cubicBezTo>
                    <a:pt x="1984501" y="3006085"/>
                    <a:pt x="1980024" y="3019514"/>
                    <a:pt x="1975548" y="3034435"/>
                  </a:cubicBezTo>
                  <a:cubicBezTo>
                    <a:pt x="1993453" y="3037419"/>
                    <a:pt x="2009866" y="3040403"/>
                    <a:pt x="2027771" y="3040403"/>
                  </a:cubicBezTo>
                  <a:cubicBezTo>
                    <a:pt x="2074027" y="3040403"/>
                    <a:pt x="2118790" y="3038911"/>
                    <a:pt x="2165045" y="3037419"/>
                  </a:cubicBezTo>
                  <a:cubicBezTo>
                    <a:pt x="2206824" y="3035927"/>
                    <a:pt x="2245619" y="3023990"/>
                    <a:pt x="2282922" y="3007577"/>
                  </a:cubicBezTo>
                  <a:cubicBezTo>
                    <a:pt x="2333653" y="2986688"/>
                    <a:pt x="2384385" y="2967290"/>
                    <a:pt x="2433624" y="2946401"/>
                  </a:cubicBezTo>
                  <a:cubicBezTo>
                    <a:pt x="2466451" y="2932972"/>
                    <a:pt x="2497785" y="2918051"/>
                    <a:pt x="2530611" y="2906114"/>
                  </a:cubicBezTo>
                  <a:cubicBezTo>
                    <a:pt x="2584327" y="2886716"/>
                    <a:pt x="2638043" y="2870303"/>
                    <a:pt x="2691759" y="2853890"/>
                  </a:cubicBezTo>
                  <a:cubicBezTo>
                    <a:pt x="2764872" y="2830016"/>
                    <a:pt x="2840969" y="2824048"/>
                    <a:pt x="2917067" y="2830016"/>
                  </a:cubicBezTo>
                  <a:cubicBezTo>
                    <a:pt x="2972274" y="2834493"/>
                    <a:pt x="3025990" y="2841953"/>
                    <a:pt x="3081198" y="2847922"/>
                  </a:cubicBezTo>
                  <a:cubicBezTo>
                    <a:pt x="3097611" y="2849414"/>
                    <a:pt x="3114024" y="2852398"/>
                    <a:pt x="3125961" y="2870303"/>
                  </a:cubicBezTo>
                  <a:cubicBezTo>
                    <a:pt x="3117009" y="2876272"/>
                    <a:pt x="3109548" y="2885224"/>
                    <a:pt x="3100596" y="2886716"/>
                  </a:cubicBezTo>
                  <a:cubicBezTo>
                    <a:pt x="3058817" y="2894177"/>
                    <a:pt x="3028974" y="2921035"/>
                    <a:pt x="2996148" y="2943416"/>
                  </a:cubicBezTo>
                  <a:cubicBezTo>
                    <a:pt x="2981227" y="2953861"/>
                    <a:pt x="2966306" y="2970274"/>
                    <a:pt x="2960338" y="2986688"/>
                  </a:cubicBezTo>
                  <a:cubicBezTo>
                    <a:pt x="2943924" y="3032943"/>
                    <a:pt x="2930495" y="3079198"/>
                    <a:pt x="2923035" y="3129930"/>
                  </a:cubicBezTo>
                  <a:cubicBezTo>
                    <a:pt x="2915574" y="3179169"/>
                    <a:pt x="2929003" y="3220948"/>
                    <a:pt x="2951385" y="3261235"/>
                  </a:cubicBezTo>
                  <a:cubicBezTo>
                    <a:pt x="2972274" y="3300030"/>
                    <a:pt x="3006593" y="3322411"/>
                    <a:pt x="3045387" y="3340316"/>
                  </a:cubicBezTo>
                  <a:cubicBezTo>
                    <a:pt x="3099103" y="3365682"/>
                    <a:pt x="3155803" y="3373143"/>
                    <a:pt x="3212503" y="3377619"/>
                  </a:cubicBezTo>
                  <a:cubicBezTo>
                    <a:pt x="3266219" y="3382095"/>
                    <a:pt x="3316951" y="3365682"/>
                    <a:pt x="3367682" y="3353745"/>
                  </a:cubicBezTo>
                  <a:cubicBezTo>
                    <a:pt x="3404985" y="3344793"/>
                    <a:pt x="3439303" y="3326888"/>
                    <a:pt x="3473622" y="3310474"/>
                  </a:cubicBezTo>
                  <a:cubicBezTo>
                    <a:pt x="3488543" y="3303014"/>
                    <a:pt x="3503464" y="3288093"/>
                    <a:pt x="3513909" y="3273172"/>
                  </a:cubicBezTo>
                  <a:cubicBezTo>
                    <a:pt x="3561656" y="3203043"/>
                    <a:pt x="3581053" y="3123961"/>
                    <a:pt x="3561656" y="3040403"/>
                  </a:cubicBezTo>
                  <a:cubicBezTo>
                    <a:pt x="3552703" y="2997132"/>
                    <a:pt x="3537782" y="2955353"/>
                    <a:pt x="3498987" y="2927003"/>
                  </a:cubicBezTo>
                  <a:cubicBezTo>
                    <a:pt x="3493019" y="2922527"/>
                    <a:pt x="3488543" y="2916559"/>
                    <a:pt x="3484066" y="2910590"/>
                  </a:cubicBezTo>
                  <a:cubicBezTo>
                    <a:pt x="3481082" y="2906114"/>
                    <a:pt x="3478098" y="2897161"/>
                    <a:pt x="3481082" y="2895669"/>
                  </a:cubicBezTo>
                  <a:cubicBezTo>
                    <a:pt x="3485559" y="2892685"/>
                    <a:pt x="3493018" y="2889701"/>
                    <a:pt x="3497496" y="2889701"/>
                  </a:cubicBezTo>
                  <a:cubicBezTo>
                    <a:pt x="3503464" y="2889701"/>
                    <a:pt x="3507940" y="2892685"/>
                    <a:pt x="3513908" y="2895669"/>
                  </a:cubicBezTo>
                  <a:cubicBezTo>
                    <a:pt x="3536290" y="2904622"/>
                    <a:pt x="3558672" y="2904622"/>
                    <a:pt x="3579562" y="2897161"/>
                  </a:cubicBezTo>
                  <a:cubicBezTo>
                    <a:pt x="3645214" y="2874780"/>
                    <a:pt x="3691469" y="2830016"/>
                    <a:pt x="3721312" y="2767348"/>
                  </a:cubicBezTo>
                  <a:cubicBezTo>
                    <a:pt x="3739217" y="2728553"/>
                    <a:pt x="3743693" y="2686774"/>
                    <a:pt x="3746677" y="2646487"/>
                  </a:cubicBezTo>
                  <a:cubicBezTo>
                    <a:pt x="3748169" y="2634551"/>
                    <a:pt x="3743693" y="2618137"/>
                    <a:pt x="3736233" y="2609185"/>
                  </a:cubicBezTo>
                  <a:cubicBezTo>
                    <a:pt x="3721312" y="2592772"/>
                    <a:pt x="3700422" y="2580835"/>
                    <a:pt x="3682517" y="2565914"/>
                  </a:cubicBezTo>
                  <a:cubicBezTo>
                    <a:pt x="3684009" y="2586803"/>
                    <a:pt x="3682517" y="2606201"/>
                    <a:pt x="3686993" y="2622614"/>
                  </a:cubicBezTo>
                  <a:cubicBezTo>
                    <a:pt x="3694453" y="2653948"/>
                    <a:pt x="3688485" y="2683790"/>
                    <a:pt x="3681025" y="2713632"/>
                  </a:cubicBezTo>
                  <a:cubicBezTo>
                    <a:pt x="3667596" y="2768840"/>
                    <a:pt x="3625816" y="2800174"/>
                    <a:pt x="3579562" y="2819572"/>
                  </a:cubicBezTo>
                  <a:lnTo>
                    <a:pt x="3562638" y="2823815"/>
                  </a:lnTo>
                  <a:lnTo>
                    <a:pt x="3595975" y="2808381"/>
                  </a:lnTo>
                  <a:cubicBezTo>
                    <a:pt x="3608284" y="2799801"/>
                    <a:pt x="3619848" y="2789729"/>
                    <a:pt x="3631785" y="2780777"/>
                  </a:cubicBezTo>
                  <a:cubicBezTo>
                    <a:pt x="3655659" y="2762872"/>
                    <a:pt x="3670580" y="2738998"/>
                    <a:pt x="3678040" y="2712140"/>
                  </a:cubicBezTo>
                  <a:cubicBezTo>
                    <a:pt x="3681025" y="2703187"/>
                    <a:pt x="3681025" y="2694235"/>
                    <a:pt x="3682517" y="2685282"/>
                  </a:cubicBezTo>
                  <a:cubicBezTo>
                    <a:pt x="3688485" y="2646487"/>
                    <a:pt x="3681025" y="2609185"/>
                    <a:pt x="3669088" y="2571882"/>
                  </a:cubicBezTo>
                  <a:cubicBezTo>
                    <a:pt x="3666103" y="2564422"/>
                    <a:pt x="3661627" y="2558453"/>
                    <a:pt x="3657151" y="2553977"/>
                  </a:cubicBezTo>
                  <a:cubicBezTo>
                    <a:pt x="3631785" y="2531595"/>
                    <a:pt x="3604927" y="2509214"/>
                    <a:pt x="3578069" y="2488324"/>
                  </a:cubicBezTo>
                  <a:cubicBezTo>
                    <a:pt x="3551211" y="2468927"/>
                    <a:pt x="3521369" y="2454006"/>
                    <a:pt x="3487051" y="2459974"/>
                  </a:cubicBezTo>
                  <a:cubicBezTo>
                    <a:pt x="3454224" y="2464451"/>
                    <a:pt x="3419906" y="2468927"/>
                    <a:pt x="3396032" y="2494293"/>
                  </a:cubicBezTo>
                  <a:cubicBezTo>
                    <a:pt x="3393048" y="2497277"/>
                    <a:pt x="3388572" y="2497277"/>
                    <a:pt x="3385588" y="2500261"/>
                  </a:cubicBezTo>
                  <a:cubicBezTo>
                    <a:pt x="3349777" y="2524135"/>
                    <a:pt x="3315459" y="2549501"/>
                    <a:pt x="3312475" y="2597248"/>
                  </a:cubicBezTo>
                  <a:cubicBezTo>
                    <a:pt x="3310982" y="2628582"/>
                    <a:pt x="3316951" y="2656932"/>
                    <a:pt x="3342317" y="2677822"/>
                  </a:cubicBezTo>
                  <a:cubicBezTo>
                    <a:pt x="3369175" y="2698711"/>
                    <a:pt x="3396032" y="2721093"/>
                    <a:pt x="3428859" y="2731537"/>
                  </a:cubicBezTo>
                  <a:cubicBezTo>
                    <a:pt x="3427367" y="2733030"/>
                    <a:pt x="3430351" y="2737506"/>
                    <a:pt x="3433335" y="2738998"/>
                  </a:cubicBezTo>
                  <a:cubicBezTo>
                    <a:pt x="3427367" y="2737506"/>
                    <a:pt x="3421398" y="2737506"/>
                    <a:pt x="3416922" y="2736014"/>
                  </a:cubicBezTo>
                  <a:cubicBezTo>
                    <a:pt x="3388572" y="2728553"/>
                    <a:pt x="3366190" y="2709156"/>
                    <a:pt x="3340824" y="2692743"/>
                  </a:cubicBezTo>
                  <a:cubicBezTo>
                    <a:pt x="3276664" y="2650964"/>
                    <a:pt x="3279648" y="2565914"/>
                    <a:pt x="3321427" y="2524135"/>
                  </a:cubicBezTo>
                  <a:cubicBezTo>
                    <a:pt x="3367682" y="2477879"/>
                    <a:pt x="3421398" y="2443561"/>
                    <a:pt x="3490034" y="2440577"/>
                  </a:cubicBezTo>
                  <a:cubicBezTo>
                    <a:pt x="3494511" y="2440577"/>
                    <a:pt x="3498987" y="2439085"/>
                    <a:pt x="3507940" y="2436100"/>
                  </a:cubicBezTo>
                  <a:cubicBezTo>
                    <a:pt x="3498987" y="2430132"/>
                    <a:pt x="3493019" y="2424164"/>
                    <a:pt x="3487051" y="2424164"/>
                  </a:cubicBezTo>
                  <a:cubicBezTo>
                    <a:pt x="3460193" y="2425656"/>
                    <a:pt x="3433335" y="2421179"/>
                    <a:pt x="3406477" y="2428640"/>
                  </a:cubicBezTo>
                  <a:cubicBezTo>
                    <a:pt x="3355746" y="2440577"/>
                    <a:pt x="3313966" y="2464451"/>
                    <a:pt x="3276664" y="2500261"/>
                  </a:cubicBezTo>
                  <a:cubicBezTo>
                    <a:pt x="3269202" y="2507722"/>
                    <a:pt x="3263235" y="2515182"/>
                    <a:pt x="3258759" y="2524135"/>
                  </a:cubicBezTo>
                  <a:cubicBezTo>
                    <a:pt x="3243838" y="2559945"/>
                    <a:pt x="3231901" y="2595756"/>
                    <a:pt x="3246822" y="2634551"/>
                  </a:cubicBezTo>
                  <a:cubicBezTo>
                    <a:pt x="3260251" y="2668869"/>
                    <a:pt x="3272188" y="2703187"/>
                    <a:pt x="3303522" y="2727061"/>
                  </a:cubicBezTo>
                  <a:cubicBezTo>
                    <a:pt x="3306506" y="2730045"/>
                    <a:pt x="3309490" y="2734522"/>
                    <a:pt x="3312474" y="2738998"/>
                  </a:cubicBezTo>
                  <a:cubicBezTo>
                    <a:pt x="3302030" y="2747951"/>
                    <a:pt x="3294569" y="2741982"/>
                    <a:pt x="3287109" y="2737506"/>
                  </a:cubicBezTo>
                  <a:cubicBezTo>
                    <a:pt x="3266219" y="2724077"/>
                    <a:pt x="3243838" y="2710648"/>
                    <a:pt x="3224440" y="2697219"/>
                  </a:cubicBezTo>
                  <a:cubicBezTo>
                    <a:pt x="3182661" y="2667377"/>
                    <a:pt x="3140882" y="2636043"/>
                    <a:pt x="3099103" y="2606201"/>
                  </a:cubicBezTo>
                  <a:cubicBezTo>
                    <a:pt x="3061801" y="2579343"/>
                    <a:pt x="3023006" y="2552485"/>
                    <a:pt x="2985703" y="2524135"/>
                  </a:cubicBezTo>
                  <a:cubicBezTo>
                    <a:pt x="2960338" y="2504737"/>
                    <a:pt x="2934972" y="2483848"/>
                    <a:pt x="2911098" y="2461466"/>
                  </a:cubicBezTo>
                  <a:cubicBezTo>
                    <a:pt x="2875288" y="2427148"/>
                    <a:pt x="2840969" y="2389845"/>
                    <a:pt x="2805159" y="2355527"/>
                  </a:cubicBezTo>
                  <a:cubicBezTo>
                    <a:pt x="2775317" y="2327177"/>
                    <a:pt x="2742490" y="2300319"/>
                    <a:pt x="2709664" y="2274953"/>
                  </a:cubicBezTo>
                  <a:cubicBezTo>
                    <a:pt x="2679822" y="2251079"/>
                    <a:pt x="2651472" y="2225714"/>
                    <a:pt x="2618645" y="2204824"/>
                  </a:cubicBezTo>
                  <a:cubicBezTo>
                    <a:pt x="2564930" y="2171998"/>
                    <a:pt x="2509722" y="2143648"/>
                    <a:pt x="2453022" y="2115298"/>
                  </a:cubicBezTo>
                  <a:cubicBezTo>
                    <a:pt x="2432132" y="2104853"/>
                    <a:pt x="2409751" y="2095900"/>
                    <a:pt x="2388861" y="2088440"/>
                  </a:cubicBezTo>
                  <a:cubicBezTo>
                    <a:pt x="2360511" y="2079487"/>
                    <a:pt x="2330669" y="2072027"/>
                    <a:pt x="2302319" y="2066058"/>
                  </a:cubicBezTo>
                  <a:cubicBezTo>
                    <a:pt x="2284414" y="2061582"/>
                    <a:pt x="2266508" y="2060090"/>
                    <a:pt x="2248603" y="2057106"/>
                  </a:cubicBezTo>
                  <a:close/>
                  <a:moveTo>
                    <a:pt x="3536290" y="2160061"/>
                  </a:moveTo>
                  <a:cubicBezTo>
                    <a:pt x="3515401" y="2160061"/>
                    <a:pt x="3493019" y="2160061"/>
                    <a:pt x="3472130" y="2166029"/>
                  </a:cubicBezTo>
                  <a:cubicBezTo>
                    <a:pt x="3442288" y="2176474"/>
                    <a:pt x="3415430" y="2225714"/>
                    <a:pt x="3419906" y="2258540"/>
                  </a:cubicBezTo>
                  <a:cubicBezTo>
                    <a:pt x="3425874" y="2298827"/>
                    <a:pt x="3439303" y="2337622"/>
                    <a:pt x="3473622" y="2364480"/>
                  </a:cubicBezTo>
                  <a:cubicBezTo>
                    <a:pt x="3524353" y="2403274"/>
                    <a:pt x="3579562" y="2428640"/>
                    <a:pt x="3640738" y="2440577"/>
                  </a:cubicBezTo>
                  <a:cubicBezTo>
                    <a:pt x="3672072" y="2446545"/>
                    <a:pt x="3703406" y="2443561"/>
                    <a:pt x="3727280" y="2419687"/>
                  </a:cubicBezTo>
                  <a:cubicBezTo>
                    <a:pt x="3769059" y="2376416"/>
                    <a:pt x="3769059" y="2328669"/>
                    <a:pt x="3710867" y="2295843"/>
                  </a:cubicBezTo>
                  <a:cubicBezTo>
                    <a:pt x="3710867" y="2298827"/>
                    <a:pt x="3710867" y="2303303"/>
                    <a:pt x="3710867" y="2306287"/>
                  </a:cubicBezTo>
                  <a:cubicBezTo>
                    <a:pt x="3713851" y="2343590"/>
                    <a:pt x="3701915" y="2360003"/>
                    <a:pt x="3664611" y="2373432"/>
                  </a:cubicBezTo>
                  <a:cubicBezTo>
                    <a:pt x="3619848" y="2389845"/>
                    <a:pt x="3578069" y="2385369"/>
                    <a:pt x="3536290" y="2365972"/>
                  </a:cubicBezTo>
                  <a:cubicBezTo>
                    <a:pt x="3498987" y="2349558"/>
                    <a:pt x="3488543" y="2321208"/>
                    <a:pt x="3490035" y="2285398"/>
                  </a:cubicBezTo>
                  <a:cubicBezTo>
                    <a:pt x="3491526" y="2261524"/>
                    <a:pt x="3506448" y="2243619"/>
                    <a:pt x="3528830" y="2236158"/>
                  </a:cubicBezTo>
                  <a:cubicBezTo>
                    <a:pt x="3549719" y="2228698"/>
                    <a:pt x="3572101" y="2228698"/>
                    <a:pt x="3592990" y="2233174"/>
                  </a:cubicBezTo>
                  <a:cubicBezTo>
                    <a:pt x="3609404" y="2237651"/>
                    <a:pt x="3624325" y="2242127"/>
                    <a:pt x="3639246" y="2251079"/>
                  </a:cubicBezTo>
                  <a:cubicBezTo>
                    <a:pt x="3658643" y="2263016"/>
                    <a:pt x="3660135" y="2285398"/>
                    <a:pt x="3658643" y="2304795"/>
                  </a:cubicBezTo>
                  <a:cubicBezTo>
                    <a:pt x="3657151" y="2324193"/>
                    <a:pt x="3642230" y="2333145"/>
                    <a:pt x="3622833" y="2337622"/>
                  </a:cubicBezTo>
                  <a:cubicBezTo>
                    <a:pt x="3601943" y="2342098"/>
                    <a:pt x="3585530" y="2337622"/>
                    <a:pt x="3569117" y="2325685"/>
                  </a:cubicBezTo>
                  <a:cubicBezTo>
                    <a:pt x="3540767" y="2309271"/>
                    <a:pt x="3539275" y="2294350"/>
                    <a:pt x="3563148" y="2268985"/>
                  </a:cubicBezTo>
                  <a:cubicBezTo>
                    <a:pt x="3572101" y="2274953"/>
                    <a:pt x="3572101" y="2279429"/>
                    <a:pt x="3567624" y="2286890"/>
                  </a:cubicBezTo>
                  <a:cubicBezTo>
                    <a:pt x="3557180" y="2300319"/>
                    <a:pt x="3558672" y="2307779"/>
                    <a:pt x="3570609" y="2319716"/>
                  </a:cubicBezTo>
                  <a:cubicBezTo>
                    <a:pt x="3582545" y="2331653"/>
                    <a:pt x="3604927" y="2336129"/>
                    <a:pt x="3621340" y="2330161"/>
                  </a:cubicBezTo>
                  <a:cubicBezTo>
                    <a:pt x="3634769" y="2324193"/>
                    <a:pt x="3642230" y="2313748"/>
                    <a:pt x="3643722" y="2298827"/>
                  </a:cubicBezTo>
                  <a:cubicBezTo>
                    <a:pt x="3643722" y="2277937"/>
                    <a:pt x="3633277" y="2266000"/>
                    <a:pt x="3616864" y="2257048"/>
                  </a:cubicBezTo>
                  <a:lnTo>
                    <a:pt x="3615372" y="2255556"/>
                  </a:lnTo>
                  <a:cubicBezTo>
                    <a:pt x="3591498" y="2245111"/>
                    <a:pt x="3564640" y="2243619"/>
                    <a:pt x="3539275" y="2248095"/>
                  </a:cubicBezTo>
                  <a:cubicBezTo>
                    <a:pt x="3521369" y="2251079"/>
                    <a:pt x="3509432" y="2261524"/>
                    <a:pt x="3504956" y="2279429"/>
                  </a:cubicBezTo>
                  <a:cubicBezTo>
                    <a:pt x="3498987" y="2307779"/>
                    <a:pt x="3510925" y="2342098"/>
                    <a:pt x="3536290" y="2355527"/>
                  </a:cubicBezTo>
                  <a:cubicBezTo>
                    <a:pt x="3581053" y="2380893"/>
                    <a:pt x="3628801" y="2383877"/>
                    <a:pt x="3675056" y="2358511"/>
                  </a:cubicBezTo>
                  <a:cubicBezTo>
                    <a:pt x="3692961" y="2349558"/>
                    <a:pt x="3700422" y="2333145"/>
                    <a:pt x="3697438" y="2312256"/>
                  </a:cubicBezTo>
                  <a:cubicBezTo>
                    <a:pt x="3695946" y="2288382"/>
                    <a:pt x="3691469" y="2266000"/>
                    <a:pt x="3669088" y="2251079"/>
                  </a:cubicBezTo>
                  <a:cubicBezTo>
                    <a:pt x="3663119" y="2248095"/>
                    <a:pt x="3661627" y="2240635"/>
                    <a:pt x="3655659" y="2236158"/>
                  </a:cubicBezTo>
                  <a:cubicBezTo>
                    <a:pt x="3622833" y="2200348"/>
                    <a:pt x="3592990" y="2158569"/>
                    <a:pt x="3536290" y="2160061"/>
                  </a:cubicBezTo>
                  <a:close/>
                  <a:moveTo>
                    <a:pt x="1362479" y="1981755"/>
                  </a:moveTo>
                  <a:cubicBezTo>
                    <a:pt x="1358189" y="1982128"/>
                    <a:pt x="1354086" y="1984739"/>
                    <a:pt x="1350356" y="1989961"/>
                  </a:cubicBezTo>
                  <a:cubicBezTo>
                    <a:pt x="1344387" y="1998914"/>
                    <a:pt x="1341403" y="2007866"/>
                    <a:pt x="1335435" y="2018311"/>
                  </a:cubicBezTo>
                  <a:cubicBezTo>
                    <a:pt x="1341403" y="2022787"/>
                    <a:pt x="1345879" y="2027264"/>
                    <a:pt x="1351848" y="2028756"/>
                  </a:cubicBezTo>
                  <a:cubicBezTo>
                    <a:pt x="1363785" y="2033232"/>
                    <a:pt x="1372737" y="2028756"/>
                    <a:pt x="1380198" y="2015327"/>
                  </a:cubicBezTo>
                  <a:cubicBezTo>
                    <a:pt x="1386166" y="2003390"/>
                    <a:pt x="1384674" y="1994437"/>
                    <a:pt x="1375721" y="1986977"/>
                  </a:cubicBezTo>
                  <a:cubicBezTo>
                    <a:pt x="1371245" y="1983247"/>
                    <a:pt x="1366769" y="1981382"/>
                    <a:pt x="1362479" y="1981755"/>
                  </a:cubicBezTo>
                  <a:close/>
                  <a:moveTo>
                    <a:pt x="2882749" y="2094408"/>
                  </a:moveTo>
                  <a:cubicBezTo>
                    <a:pt x="2879764" y="2106345"/>
                    <a:pt x="2873795" y="2109329"/>
                    <a:pt x="2861859" y="2107837"/>
                  </a:cubicBezTo>
                  <a:cubicBezTo>
                    <a:pt x="2855890" y="2106345"/>
                    <a:pt x="2846938" y="2110822"/>
                    <a:pt x="2842461" y="2115298"/>
                  </a:cubicBezTo>
                  <a:cubicBezTo>
                    <a:pt x="2815603" y="2137679"/>
                    <a:pt x="2790238" y="2161553"/>
                    <a:pt x="2770840" y="2191395"/>
                  </a:cubicBezTo>
                  <a:cubicBezTo>
                    <a:pt x="2757411" y="2213777"/>
                    <a:pt x="2757411" y="2221237"/>
                    <a:pt x="2784269" y="2240635"/>
                  </a:cubicBezTo>
                  <a:cubicBezTo>
                    <a:pt x="2815603" y="2185427"/>
                    <a:pt x="2857382" y="2143648"/>
                    <a:pt x="2915574" y="2112314"/>
                  </a:cubicBezTo>
                  <a:cubicBezTo>
                    <a:pt x="2903637" y="2104853"/>
                    <a:pt x="2894685" y="2100377"/>
                    <a:pt x="2882749" y="2094408"/>
                  </a:cubicBezTo>
                  <a:close/>
                  <a:moveTo>
                    <a:pt x="1978532" y="2015327"/>
                  </a:moveTo>
                  <a:cubicBezTo>
                    <a:pt x="1971071" y="2022787"/>
                    <a:pt x="1966595" y="2028756"/>
                    <a:pt x="1962119" y="2034724"/>
                  </a:cubicBezTo>
                  <a:cubicBezTo>
                    <a:pt x="1971071" y="2048153"/>
                    <a:pt x="1981516" y="2061582"/>
                    <a:pt x="1991961" y="2076503"/>
                  </a:cubicBezTo>
                  <a:cubicBezTo>
                    <a:pt x="2000914" y="2069043"/>
                    <a:pt x="2006882" y="2063074"/>
                    <a:pt x="2015835" y="2054121"/>
                  </a:cubicBezTo>
                  <a:cubicBezTo>
                    <a:pt x="2002406" y="2040692"/>
                    <a:pt x="1991961" y="2028756"/>
                    <a:pt x="1978532" y="2015327"/>
                  </a:cubicBezTo>
                  <a:close/>
                  <a:moveTo>
                    <a:pt x="1430929" y="1969072"/>
                  </a:moveTo>
                  <a:cubicBezTo>
                    <a:pt x="1414516" y="1960119"/>
                    <a:pt x="1405564" y="1972056"/>
                    <a:pt x="1395119" y="1981008"/>
                  </a:cubicBezTo>
                  <a:cubicBezTo>
                    <a:pt x="1404071" y="2001898"/>
                    <a:pt x="1410040" y="2007866"/>
                    <a:pt x="1423469" y="2006374"/>
                  </a:cubicBezTo>
                  <a:cubicBezTo>
                    <a:pt x="1430929" y="2004882"/>
                    <a:pt x="1438390" y="2001898"/>
                    <a:pt x="1438390" y="1992945"/>
                  </a:cubicBezTo>
                  <a:cubicBezTo>
                    <a:pt x="1438390" y="1983993"/>
                    <a:pt x="1439882" y="1973548"/>
                    <a:pt x="1430929" y="1969072"/>
                  </a:cubicBezTo>
                  <a:close/>
                  <a:moveTo>
                    <a:pt x="2205892" y="2030621"/>
                  </a:moveTo>
                  <a:cubicBezTo>
                    <a:pt x="2198618" y="2029129"/>
                    <a:pt x="2190411" y="2029502"/>
                    <a:pt x="2181458" y="2031740"/>
                  </a:cubicBezTo>
                  <a:cubicBezTo>
                    <a:pt x="2200856" y="2054121"/>
                    <a:pt x="2178474" y="2061582"/>
                    <a:pt x="2165045" y="2073519"/>
                  </a:cubicBezTo>
                  <a:cubicBezTo>
                    <a:pt x="2169522" y="2083964"/>
                    <a:pt x="2172506" y="2094408"/>
                    <a:pt x="2176982" y="2103361"/>
                  </a:cubicBezTo>
                  <a:cubicBezTo>
                    <a:pt x="2182951" y="2115298"/>
                    <a:pt x="2190411" y="2118282"/>
                    <a:pt x="2200856" y="2107837"/>
                  </a:cubicBezTo>
                  <a:cubicBezTo>
                    <a:pt x="2211301" y="2098885"/>
                    <a:pt x="2218761" y="2088440"/>
                    <a:pt x="2226222" y="2077995"/>
                  </a:cubicBezTo>
                  <a:cubicBezTo>
                    <a:pt x="2232190" y="2066058"/>
                    <a:pt x="2235174" y="2051137"/>
                    <a:pt x="2224729" y="2040692"/>
                  </a:cubicBezTo>
                  <a:cubicBezTo>
                    <a:pt x="2219507" y="2035470"/>
                    <a:pt x="2213165" y="2032113"/>
                    <a:pt x="2205892" y="2030621"/>
                  </a:cubicBezTo>
                  <a:close/>
                  <a:moveTo>
                    <a:pt x="2833695" y="2080793"/>
                  </a:moveTo>
                  <a:cubicBezTo>
                    <a:pt x="2827540" y="2081352"/>
                    <a:pt x="2821572" y="2083964"/>
                    <a:pt x="2815603" y="2088440"/>
                  </a:cubicBezTo>
                  <a:cubicBezTo>
                    <a:pt x="2797698" y="2101869"/>
                    <a:pt x="2779793" y="2112314"/>
                    <a:pt x="2764872" y="2128727"/>
                  </a:cubicBezTo>
                  <a:cubicBezTo>
                    <a:pt x="2751443" y="2142156"/>
                    <a:pt x="2740998" y="2158569"/>
                    <a:pt x="2730553" y="2174982"/>
                  </a:cubicBezTo>
                  <a:cubicBezTo>
                    <a:pt x="2721601" y="2189903"/>
                    <a:pt x="2727569" y="2197364"/>
                    <a:pt x="2742490" y="2204824"/>
                  </a:cubicBezTo>
                  <a:cubicBezTo>
                    <a:pt x="2778301" y="2164537"/>
                    <a:pt x="2814111" y="2125743"/>
                    <a:pt x="2852906" y="2085456"/>
                  </a:cubicBezTo>
                  <a:cubicBezTo>
                    <a:pt x="2846192" y="2081726"/>
                    <a:pt x="2839851" y="2080233"/>
                    <a:pt x="2833695" y="2080793"/>
                  </a:cubicBezTo>
                  <a:close/>
                  <a:moveTo>
                    <a:pt x="1662206" y="1979516"/>
                  </a:moveTo>
                  <a:cubicBezTo>
                    <a:pt x="1651761" y="1988469"/>
                    <a:pt x="1639824" y="1991453"/>
                    <a:pt x="1633856" y="2007866"/>
                  </a:cubicBezTo>
                  <a:cubicBezTo>
                    <a:pt x="1645793" y="2004882"/>
                    <a:pt x="1656237" y="2003390"/>
                    <a:pt x="1672650" y="2000406"/>
                  </a:cubicBezTo>
                  <a:cubicBezTo>
                    <a:pt x="1668174" y="1991453"/>
                    <a:pt x="1665190" y="1986977"/>
                    <a:pt x="1662206" y="1979516"/>
                  </a:cubicBezTo>
                  <a:close/>
                  <a:moveTo>
                    <a:pt x="2792849" y="2064566"/>
                  </a:moveTo>
                  <a:cubicBezTo>
                    <a:pt x="2787626" y="2063820"/>
                    <a:pt x="2782031" y="2065313"/>
                    <a:pt x="2775317" y="2069043"/>
                  </a:cubicBezTo>
                  <a:cubicBezTo>
                    <a:pt x="2745474" y="2085456"/>
                    <a:pt x="2718616" y="2103361"/>
                    <a:pt x="2696235" y="2128727"/>
                  </a:cubicBezTo>
                  <a:cubicBezTo>
                    <a:pt x="2673853" y="2154093"/>
                    <a:pt x="2675345" y="2163045"/>
                    <a:pt x="2703695" y="2180951"/>
                  </a:cubicBezTo>
                  <a:cubicBezTo>
                    <a:pt x="2706680" y="2182442"/>
                    <a:pt x="2709664" y="2183935"/>
                    <a:pt x="2714140" y="2186919"/>
                  </a:cubicBezTo>
                  <a:cubicBezTo>
                    <a:pt x="2726077" y="2130219"/>
                    <a:pt x="2773824" y="2107837"/>
                    <a:pt x="2808143" y="2073519"/>
                  </a:cubicBezTo>
                  <a:cubicBezTo>
                    <a:pt x="2802921" y="2068297"/>
                    <a:pt x="2798071" y="2065312"/>
                    <a:pt x="2792849" y="2064566"/>
                  </a:cubicBezTo>
                  <a:close/>
                  <a:moveTo>
                    <a:pt x="1449954" y="1949114"/>
                  </a:moveTo>
                  <a:cubicBezTo>
                    <a:pt x="1446224" y="1949301"/>
                    <a:pt x="1443612" y="1950420"/>
                    <a:pt x="1438390" y="1952658"/>
                  </a:cubicBezTo>
                  <a:cubicBezTo>
                    <a:pt x="1444358" y="1960119"/>
                    <a:pt x="1450327" y="1967579"/>
                    <a:pt x="1459279" y="1978024"/>
                  </a:cubicBezTo>
                  <a:cubicBezTo>
                    <a:pt x="1462264" y="1967579"/>
                    <a:pt x="1465248" y="1960119"/>
                    <a:pt x="1468232" y="1951166"/>
                  </a:cubicBezTo>
                  <a:cubicBezTo>
                    <a:pt x="1458533" y="1949674"/>
                    <a:pt x="1453684" y="1948928"/>
                    <a:pt x="1449954" y="1949114"/>
                  </a:cubicBezTo>
                  <a:close/>
                  <a:moveTo>
                    <a:pt x="1258405" y="1930276"/>
                  </a:moveTo>
                  <a:cubicBezTo>
                    <a:pt x="1251877" y="1929530"/>
                    <a:pt x="1245163" y="1930277"/>
                    <a:pt x="1238448" y="1931769"/>
                  </a:cubicBezTo>
                  <a:cubicBezTo>
                    <a:pt x="1229495" y="1933261"/>
                    <a:pt x="1222034" y="1940721"/>
                    <a:pt x="1225019" y="1949674"/>
                  </a:cubicBezTo>
                  <a:cubicBezTo>
                    <a:pt x="1229495" y="1964595"/>
                    <a:pt x="1235463" y="1981008"/>
                    <a:pt x="1251877" y="1988469"/>
                  </a:cubicBezTo>
                  <a:cubicBezTo>
                    <a:pt x="1266798" y="1973548"/>
                    <a:pt x="1277242" y="1958627"/>
                    <a:pt x="1277242" y="1937737"/>
                  </a:cubicBezTo>
                  <a:cubicBezTo>
                    <a:pt x="1271274" y="1933261"/>
                    <a:pt x="1264933" y="1931022"/>
                    <a:pt x="1258405" y="1930276"/>
                  </a:cubicBezTo>
                  <a:close/>
                  <a:moveTo>
                    <a:pt x="2133711" y="1998914"/>
                  </a:moveTo>
                  <a:cubicBezTo>
                    <a:pt x="2126251" y="2012342"/>
                    <a:pt x="2120282" y="2025771"/>
                    <a:pt x="2114314" y="2037708"/>
                  </a:cubicBezTo>
                  <a:cubicBezTo>
                    <a:pt x="2138187" y="2055613"/>
                    <a:pt x="2139679" y="2055613"/>
                    <a:pt x="2173998" y="2051137"/>
                  </a:cubicBezTo>
                  <a:cubicBezTo>
                    <a:pt x="2166537" y="2028756"/>
                    <a:pt x="2157585" y="2010850"/>
                    <a:pt x="2133711" y="1998914"/>
                  </a:cubicBezTo>
                  <a:close/>
                  <a:moveTo>
                    <a:pt x="2008374" y="1985485"/>
                  </a:moveTo>
                  <a:cubicBezTo>
                    <a:pt x="2003898" y="1991453"/>
                    <a:pt x="1997929" y="1997421"/>
                    <a:pt x="1993453" y="2004882"/>
                  </a:cubicBezTo>
                  <a:cubicBezTo>
                    <a:pt x="2005390" y="2018311"/>
                    <a:pt x="2015835" y="2031740"/>
                    <a:pt x="2029264" y="2046661"/>
                  </a:cubicBezTo>
                  <a:cubicBezTo>
                    <a:pt x="2036724" y="2037708"/>
                    <a:pt x="2042693" y="2031740"/>
                    <a:pt x="2048661" y="2025771"/>
                  </a:cubicBezTo>
                  <a:cubicBezTo>
                    <a:pt x="2041201" y="2004882"/>
                    <a:pt x="2027771" y="1994437"/>
                    <a:pt x="2008374" y="1985485"/>
                  </a:cubicBezTo>
                  <a:close/>
                  <a:moveTo>
                    <a:pt x="3501413" y="2099258"/>
                  </a:moveTo>
                  <a:cubicBezTo>
                    <a:pt x="3492647" y="2096647"/>
                    <a:pt x="3483321" y="2096647"/>
                    <a:pt x="3473622" y="2098885"/>
                  </a:cubicBezTo>
                  <a:cubicBezTo>
                    <a:pt x="3442288" y="2104853"/>
                    <a:pt x="3413938" y="2115298"/>
                    <a:pt x="3390064" y="2143648"/>
                  </a:cubicBezTo>
                  <a:cubicBezTo>
                    <a:pt x="3360222" y="2180951"/>
                    <a:pt x="3363206" y="2221237"/>
                    <a:pt x="3375143" y="2261524"/>
                  </a:cubicBezTo>
                  <a:cubicBezTo>
                    <a:pt x="3381111" y="2282414"/>
                    <a:pt x="3397524" y="2300319"/>
                    <a:pt x="3409461" y="2319716"/>
                  </a:cubicBezTo>
                  <a:cubicBezTo>
                    <a:pt x="3412446" y="2325685"/>
                    <a:pt x="3418414" y="2328669"/>
                    <a:pt x="3422890" y="2333145"/>
                  </a:cubicBezTo>
                  <a:cubicBezTo>
                    <a:pt x="3422890" y="2324193"/>
                    <a:pt x="3421398" y="2316732"/>
                    <a:pt x="3418414" y="2309271"/>
                  </a:cubicBezTo>
                  <a:cubicBezTo>
                    <a:pt x="3402001" y="2271969"/>
                    <a:pt x="3402001" y="2234666"/>
                    <a:pt x="3424382" y="2200348"/>
                  </a:cubicBezTo>
                  <a:cubicBezTo>
                    <a:pt x="3425874" y="2198856"/>
                    <a:pt x="3425874" y="2197364"/>
                    <a:pt x="3425874" y="2195872"/>
                  </a:cubicBezTo>
                  <a:cubicBezTo>
                    <a:pt x="3434827" y="2173490"/>
                    <a:pt x="3452733" y="2161553"/>
                    <a:pt x="3475114" y="2152600"/>
                  </a:cubicBezTo>
                  <a:cubicBezTo>
                    <a:pt x="3501972" y="2142156"/>
                    <a:pt x="3527338" y="2145140"/>
                    <a:pt x="3554196" y="2149616"/>
                  </a:cubicBezTo>
                  <a:cubicBezTo>
                    <a:pt x="3555688" y="2148124"/>
                    <a:pt x="3555688" y="2146632"/>
                    <a:pt x="3557180" y="2145140"/>
                  </a:cubicBezTo>
                  <a:cubicBezTo>
                    <a:pt x="3546735" y="2134695"/>
                    <a:pt x="3534798" y="2125743"/>
                    <a:pt x="3525846" y="2115298"/>
                  </a:cubicBezTo>
                  <a:cubicBezTo>
                    <a:pt x="3518386" y="2107092"/>
                    <a:pt x="3510179" y="2101869"/>
                    <a:pt x="3501413" y="2099258"/>
                  </a:cubicBezTo>
                  <a:close/>
                  <a:moveTo>
                    <a:pt x="1365277" y="1924308"/>
                  </a:moveTo>
                  <a:cubicBezTo>
                    <a:pt x="1362292" y="1937737"/>
                    <a:pt x="1359308" y="1949674"/>
                    <a:pt x="1356324" y="1963103"/>
                  </a:cubicBezTo>
                  <a:cubicBezTo>
                    <a:pt x="1372737" y="1969072"/>
                    <a:pt x="1387658" y="1976532"/>
                    <a:pt x="1399595" y="1961611"/>
                  </a:cubicBezTo>
                  <a:cubicBezTo>
                    <a:pt x="1404071" y="1957135"/>
                    <a:pt x="1407056" y="1946690"/>
                    <a:pt x="1404071" y="1940721"/>
                  </a:cubicBezTo>
                  <a:cubicBezTo>
                    <a:pt x="1398103" y="1924308"/>
                    <a:pt x="1383182" y="1925800"/>
                    <a:pt x="1365277" y="1924308"/>
                  </a:cubicBezTo>
                  <a:close/>
                  <a:moveTo>
                    <a:pt x="2723093" y="2034724"/>
                  </a:moveTo>
                  <a:cubicBezTo>
                    <a:pt x="2718616" y="2040692"/>
                    <a:pt x="2715632" y="2051137"/>
                    <a:pt x="2711156" y="2051137"/>
                  </a:cubicBezTo>
                  <a:cubicBezTo>
                    <a:pt x="2690267" y="2052629"/>
                    <a:pt x="2678330" y="2067550"/>
                    <a:pt x="2666393" y="2080979"/>
                  </a:cubicBezTo>
                  <a:cubicBezTo>
                    <a:pt x="2651472" y="2095900"/>
                    <a:pt x="2635058" y="2110822"/>
                    <a:pt x="2629090" y="2134695"/>
                  </a:cubicBezTo>
                  <a:cubicBezTo>
                    <a:pt x="2641027" y="2142156"/>
                    <a:pt x="2652964" y="2149616"/>
                    <a:pt x="2664901" y="2158569"/>
                  </a:cubicBezTo>
                  <a:cubicBezTo>
                    <a:pt x="2681314" y="2107837"/>
                    <a:pt x="2729061" y="2089932"/>
                    <a:pt x="2766364" y="2054121"/>
                  </a:cubicBezTo>
                  <a:cubicBezTo>
                    <a:pt x="2748459" y="2046661"/>
                    <a:pt x="2735030" y="2040692"/>
                    <a:pt x="2723093" y="2034724"/>
                  </a:cubicBezTo>
                  <a:close/>
                  <a:moveTo>
                    <a:pt x="1727858" y="1949674"/>
                  </a:moveTo>
                  <a:cubicBezTo>
                    <a:pt x="1709953" y="1955642"/>
                    <a:pt x="1695032" y="1963103"/>
                    <a:pt x="1678619" y="1970563"/>
                  </a:cubicBezTo>
                  <a:cubicBezTo>
                    <a:pt x="1681603" y="1985485"/>
                    <a:pt x="1689064" y="1997421"/>
                    <a:pt x="1687571" y="2009358"/>
                  </a:cubicBezTo>
                  <a:cubicBezTo>
                    <a:pt x="1684587" y="2052629"/>
                    <a:pt x="1698016" y="2095900"/>
                    <a:pt x="1687571" y="2139172"/>
                  </a:cubicBezTo>
                  <a:cubicBezTo>
                    <a:pt x="1683095" y="2157077"/>
                    <a:pt x="1681603" y="2174982"/>
                    <a:pt x="1674143" y="2191395"/>
                  </a:cubicBezTo>
                  <a:cubicBezTo>
                    <a:pt x="1644300" y="2257048"/>
                    <a:pt x="1598045" y="2306287"/>
                    <a:pt x="1527916" y="2333145"/>
                  </a:cubicBezTo>
                  <a:cubicBezTo>
                    <a:pt x="1493598" y="2346574"/>
                    <a:pt x="1457787" y="2349558"/>
                    <a:pt x="1421977" y="2351050"/>
                  </a:cubicBezTo>
                  <a:cubicBezTo>
                    <a:pt x="1414516" y="2351050"/>
                    <a:pt x="1407056" y="2349558"/>
                    <a:pt x="1405564" y="2339114"/>
                  </a:cubicBezTo>
                  <a:cubicBezTo>
                    <a:pt x="1411532" y="2331653"/>
                    <a:pt x="1423469" y="2327177"/>
                    <a:pt x="1413024" y="2310764"/>
                  </a:cubicBezTo>
                  <a:cubicBezTo>
                    <a:pt x="1402579" y="2327177"/>
                    <a:pt x="1395119" y="2340606"/>
                    <a:pt x="1386166" y="2354035"/>
                  </a:cubicBezTo>
                  <a:cubicBezTo>
                    <a:pt x="1395119" y="2367464"/>
                    <a:pt x="1407056" y="2371940"/>
                    <a:pt x="1423469" y="2371940"/>
                  </a:cubicBezTo>
                  <a:cubicBezTo>
                    <a:pt x="1469724" y="2368956"/>
                    <a:pt x="1512995" y="2357019"/>
                    <a:pt x="1556266" y="2340606"/>
                  </a:cubicBezTo>
                  <a:cubicBezTo>
                    <a:pt x="1592077" y="2325685"/>
                    <a:pt x="1618935" y="2301811"/>
                    <a:pt x="1642808" y="2273461"/>
                  </a:cubicBezTo>
                  <a:cubicBezTo>
                    <a:pt x="1659221" y="2254064"/>
                    <a:pt x="1675635" y="2234666"/>
                    <a:pt x="1692048" y="2213777"/>
                  </a:cubicBezTo>
                  <a:cubicBezTo>
                    <a:pt x="1702492" y="2200348"/>
                    <a:pt x="1711445" y="2186919"/>
                    <a:pt x="1717413" y="2171998"/>
                  </a:cubicBezTo>
                  <a:cubicBezTo>
                    <a:pt x="1730843" y="2139172"/>
                    <a:pt x="1738303" y="2104853"/>
                    <a:pt x="1738303" y="2070535"/>
                  </a:cubicBezTo>
                  <a:cubicBezTo>
                    <a:pt x="1738303" y="2031740"/>
                    <a:pt x="1735319" y="1994437"/>
                    <a:pt x="1732335" y="1955642"/>
                  </a:cubicBezTo>
                  <a:cubicBezTo>
                    <a:pt x="1732335" y="1954150"/>
                    <a:pt x="1730843" y="1952658"/>
                    <a:pt x="1727858" y="1949674"/>
                  </a:cubicBezTo>
                  <a:close/>
                  <a:moveTo>
                    <a:pt x="2680008" y="2027077"/>
                  </a:moveTo>
                  <a:cubicBezTo>
                    <a:pt x="2674599" y="2026890"/>
                    <a:pt x="2669377" y="2028009"/>
                    <a:pt x="2663409" y="2030248"/>
                  </a:cubicBezTo>
                  <a:cubicBezTo>
                    <a:pt x="2635058" y="2039200"/>
                    <a:pt x="2617153" y="2061582"/>
                    <a:pt x="2599248" y="2083964"/>
                  </a:cubicBezTo>
                  <a:cubicBezTo>
                    <a:pt x="2584327" y="2103361"/>
                    <a:pt x="2587311" y="2110822"/>
                    <a:pt x="2612677" y="2124250"/>
                  </a:cubicBezTo>
                  <a:cubicBezTo>
                    <a:pt x="2627598" y="2107837"/>
                    <a:pt x="2641027" y="2091424"/>
                    <a:pt x="2654456" y="2076503"/>
                  </a:cubicBezTo>
                  <a:cubicBezTo>
                    <a:pt x="2667885" y="2061582"/>
                    <a:pt x="2688774" y="2052629"/>
                    <a:pt x="2697727" y="2031740"/>
                  </a:cubicBezTo>
                  <a:cubicBezTo>
                    <a:pt x="2691013" y="2028756"/>
                    <a:pt x="2685418" y="2027263"/>
                    <a:pt x="2680008" y="2027077"/>
                  </a:cubicBezTo>
                  <a:close/>
                  <a:moveTo>
                    <a:pt x="2023295" y="1972056"/>
                  </a:moveTo>
                  <a:cubicBezTo>
                    <a:pt x="2033740" y="1982500"/>
                    <a:pt x="2045677" y="1994437"/>
                    <a:pt x="2057614" y="2006374"/>
                  </a:cubicBezTo>
                  <a:cubicBezTo>
                    <a:pt x="2060598" y="2006374"/>
                    <a:pt x="2063582" y="2004882"/>
                    <a:pt x="2065074" y="2004882"/>
                  </a:cubicBezTo>
                  <a:cubicBezTo>
                    <a:pt x="2065074" y="1998914"/>
                    <a:pt x="2068058" y="1988469"/>
                    <a:pt x="2066566" y="1986977"/>
                  </a:cubicBezTo>
                  <a:cubicBezTo>
                    <a:pt x="2054629" y="1978024"/>
                    <a:pt x="2042693" y="1969072"/>
                    <a:pt x="2023295" y="1972056"/>
                  </a:cubicBezTo>
                  <a:close/>
                  <a:moveTo>
                    <a:pt x="1427199" y="1921697"/>
                  </a:moveTo>
                  <a:cubicBezTo>
                    <a:pt x="1424961" y="1920951"/>
                    <a:pt x="1422723" y="1920578"/>
                    <a:pt x="1421977" y="1921324"/>
                  </a:cubicBezTo>
                  <a:cubicBezTo>
                    <a:pt x="1414516" y="1927293"/>
                    <a:pt x="1417500" y="1933261"/>
                    <a:pt x="1423469" y="1937737"/>
                  </a:cubicBezTo>
                  <a:cubicBezTo>
                    <a:pt x="1430929" y="1936245"/>
                    <a:pt x="1435406" y="1933261"/>
                    <a:pt x="1432421" y="1924308"/>
                  </a:cubicBezTo>
                  <a:cubicBezTo>
                    <a:pt x="1431675" y="1923562"/>
                    <a:pt x="1429437" y="1922443"/>
                    <a:pt x="1427199" y="1921697"/>
                  </a:cubicBezTo>
                  <a:close/>
                  <a:moveTo>
                    <a:pt x="1774114" y="1945198"/>
                  </a:moveTo>
                  <a:cubicBezTo>
                    <a:pt x="1760685" y="1943706"/>
                    <a:pt x="1747256" y="1952658"/>
                    <a:pt x="1747256" y="1964595"/>
                  </a:cubicBezTo>
                  <a:cubicBezTo>
                    <a:pt x="1745764" y="1982500"/>
                    <a:pt x="1747256" y="2000406"/>
                    <a:pt x="1748748" y="2021295"/>
                  </a:cubicBezTo>
                  <a:cubicBezTo>
                    <a:pt x="1771129" y="2022787"/>
                    <a:pt x="1787543" y="2013835"/>
                    <a:pt x="1797987" y="1998914"/>
                  </a:cubicBezTo>
                  <a:cubicBezTo>
                    <a:pt x="1814400" y="1978024"/>
                    <a:pt x="1799479" y="1948182"/>
                    <a:pt x="1774114" y="1945198"/>
                  </a:cubicBezTo>
                  <a:close/>
                  <a:moveTo>
                    <a:pt x="1463196" y="1916102"/>
                  </a:moveTo>
                  <a:cubicBezTo>
                    <a:pt x="1458533" y="1916102"/>
                    <a:pt x="1454057" y="1917594"/>
                    <a:pt x="1450327" y="1922816"/>
                  </a:cubicBezTo>
                  <a:cubicBezTo>
                    <a:pt x="1448834" y="1924308"/>
                    <a:pt x="1451819" y="1930277"/>
                    <a:pt x="1453311" y="1931769"/>
                  </a:cubicBezTo>
                  <a:cubicBezTo>
                    <a:pt x="1463756" y="1937737"/>
                    <a:pt x="1471216" y="1931769"/>
                    <a:pt x="1478677" y="1922816"/>
                  </a:cubicBezTo>
                  <a:cubicBezTo>
                    <a:pt x="1478677" y="1921324"/>
                    <a:pt x="1478677" y="1921324"/>
                    <a:pt x="1477185" y="1918340"/>
                  </a:cubicBezTo>
                  <a:cubicBezTo>
                    <a:pt x="1472709" y="1917594"/>
                    <a:pt x="1467859" y="1916102"/>
                    <a:pt x="1463196" y="1916102"/>
                  </a:cubicBezTo>
                  <a:close/>
                  <a:moveTo>
                    <a:pt x="280516" y="1818369"/>
                  </a:moveTo>
                  <a:cubicBezTo>
                    <a:pt x="252166" y="1809416"/>
                    <a:pt x="240229" y="1816877"/>
                    <a:pt x="237245" y="1842243"/>
                  </a:cubicBezTo>
                  <a:cubicBezTo>
                    <a:pt x="235753" y="1851195"/>
                    <a:pt x="234261" y="1858656"/>
                    <a:pt x="234261" y="1866116"/>
                  </a:cubicBezTo>
                  <a:cubicBezTo>
                    <a:pt x="231276" y="1891482"/>
                    <a:pt x="226800" y="1916848"/>
                    <a:pt x="226800" y="1942214"/>
                  </a:cubicBezTo>
                  <a:cubicBezTo>
                    <a:pt x="225308" y="1970563"/>
                    <a:pt x="225308" y="1998914"/>
                    <a:pt x="223816" y="2027264"/>
                  </a:cubicBezTo>
                  <a:cubicBezTo>
                    <a:pt x="220832" y="2083964"/>
                    <a:pt x="229784" y="2140664"/>
                    <a:pt x="238737" y="2195872"/>
                  </a:cubicBezTo>
                  <a:cubicBezTo>
                    <a:pt x="244705" y="2234666"/>
                    <a:pt x="256642" y="2271969"/>
                    <a:pt x="262611" y="2310764"/>
                  </a:cubicBezTo>
                  <a:cubicBezTo>
                    <a:pt x="273055" y="2371940"/>
                    <a:pt x="287976" y="2433116"/>
                    <a:pt x="307374" y="2492800"/>
                  </a:cubicBezTo>
                  <a:cubicBezTo>
                    <a:pt x="319311" y="2528611"/>
                    <a:pt x="326771" y="2564422"/>
                    <a:pt x="340200" y="2600232"/>
                  </a:cubicBezTo>
                  <a:cubicBezTo>
                    <a:pt x="350645" y="2627090"/>
                    <a:pt x="362582" y="2653948"/>
                    <a:pt x="377503" y="2679314"/>
                  </a:cubicBezTo>
                  <a:cubicBezTo>
                    <a:pt x="390932" y="2701695"/>
                    <a:pt x="417790" y="2706172"/>
                    <a:pt x="444647" y="2689758"/>
                  </a:cubicBezTo>
                  <a:cubicBezTo>
                    <a:pt x="437187" y="2673345"/>
                    <a:pt x="428234" y="2656932"/>
                    <a:pt x="420774" y="2640519"/>
                  </a:cubicBezTo>
                  <a:cubicBezTo>
                    <a:pt x="398392" y="2597248"/>
                    <a:pt x="373026" y="2556961"/>
                    <a:pt x="359597" y="2509214"/>
                  </a:cubicBezTo>
                  <a:cubicBezTo>
                    <a:pt x="341692" y="2443561"/>
                    <a:pt x="323787" y="2377908"/>
                    <a:pt x="307374" y="2310764"/>
                  </a:cubicBezTo>
                  <a:cubicBezTo>
                    <a:pt x="302897" y="2294350"/>
                    <a:pt x="299913" y="2277937"/>
                    <a:pt x="295437" y="2261524"/>
                  </a:cubicBezTo>
                  <a:cubicBezTo>
                    <a:pt x="287976" y="2233174"/>
                    <a:pt x="282008" y="2203332"/>
                    <a:pt x="276040" y="2173490"/>
                  </a:cubicBezTo>
                  <a:cubicBezTo>
                    <a:pt x="276040" y="2170506"/>
                    <a:pt x="276040" y="2167521"/>
                    <a:pt x="276040" y="2163045"/>
                  </a:cubicBezTo>
                  <a:cubicBezTo>
                    <a:pt x="274547" y="2115298"/>
                    <a:pt x="273055" y="2066058"/>
                    <a:pt x="273055" y="2018311"/>
                  </a:cubicBezTo>
                  <a:cubicBezTo>
                    <a:pt x="273055" y="1978024"/>
                    <a:pt x="273055" y="1937737"/>
                    <a:pt x="274547" y="1898942"/>
                  </a:cubicBezTo>
                  <a:cubicBezTo>
                    <a:pt x="274547" y="1875069"/>
                    <a:pt x="279024" y="1846719"/>
                    <a:pt x="280516" y="1818369"/>
                  </a:cubicBezTo>
                  <a:close/>
                  <a:moveTo>
                    <a:pt x="2614169" y="2004882"/>
                  </a:moveTo>
                  <a:cubicBezTo>
                    <a:pt x="2608201" y="2003390"/>
                    <a:pt x="2600740" y="2001898"/>
                    <a:pt x="2597756" y="2004882"/>
                  </a:cubicBezTo>
                  <a:cubicBezTo>
                    <a:pt x="2576866" y="2021295"/>
                    <a:pt x="2554485" y="2039200"/>
                    <a:pt x="2539564" y="2061582"/>
                  </a:cubicBezTo>
                  <a:cubicBezTo>
                    <a:pt x="2530611" y="2073519"/>
                    <a:pt x="2533595" y="2082471"/>
                    <a:pt x="2548517" y="2089932"/>
                  </a:cubicBezTo>
                  <a:cubicBezTo>
                    <a:pt x="2555977" y="2092916"/>
                    <a:pt x="2563438" y="2095900"/>
                    <a:pt x="2570898" y="2100377"/>
                  </a:cubicBezTo>
                  <a:cubicBezTo>
                    <a:pt x="2582835" y="2085456"/>
                    <a:pt x="2593280" y="2069043"/>
                    <a:pt x="2605216" y="2055613"/>
                  </a:cubicBezTo>
                  <a:cubicBezTo>
                    <a:pt x="2617153" y="2042185"/>
                    <a:pt x="2630582" y="2030248"/>
                    <a:pt x="2645503" y="2015327"/>
                  </a:cubicBezTo>
                  <a:cubicBezTo>
                    <a:pt x="2632074" y="2010850"/>
                    <a:pt x="2623122" y="2006374"/>
                    <a:pt x="2614169" y="2004882"/>
                  </a:cubicBezTo>
                  <a:close/>
                  <a:moveTo>
                    <a:pt x="2548470" y="1989308"/>
                  </a:moveTo>
                  <a:cubicBezTo>
                    <a:pt x="2527347" y="1984552"/>
                    <a:pt x="2524270" y="1994065"/>
                    <a:pt x="2505245" y="2015327"/>
                  </a:cubicBezTo>
                  <a:cubicBezTo>
                    <a:pt x="2503753" y="2018311"/>
                    <a:pt x="2500769" y="2019803"/>
                    <a:pt x="2499277" y="2022787"/>
                  </a:cubicBezTo>
                  <a:cubicBezTo>
                    <a:pt x="2478387" y="2049645"/>
                    <a:pt x="2479880" y="2057106"/>
                    <a:pt x="2512706" y="2070535"/>
                  </a:cubicBezTo>
                  <a:cubicBezTo>
                    <a:pt x="2512706" y="2072027"/>
                    <a:pt x="2514198" y="2072027"/>
                    <a:pt x="2515690" y="2070535"/>
                  </a:cubicBezTo>
                  <a:cubicBezTo>
                    <a:pt x="2524643" y="2058598"/>
                    <a:pt x="2533595" y="2046661"/>
                    <a:pt x="2544040" y="2034724"/>
                  </a:cubicBezTo>
                  <a:cubicBezTo>
                    <a:pt x="2554485" y="2022787"/>
                    <a:pt x="2572390" y="2016819"/>
                    <a:pt x="2576866" y="1998914"/>
                  </a:cubicBezTo>
                  <a:cubicBezTo>
                    <a:pt x="2564556" y="1994065"/>
                    <a:pt x="2555510" y="1990894"/>
                    <a:pt x="2548470" y="1989308"/>
                  </a:cubicBezTo>
                  <a:close/>
                  <a:moveTo>
                    <a:pt x="1131576" y="1861454"/>
                  </a:moveTo>
                  <a:cubicBezTo>
                    <a:pt x="1125794" y="1860894"/>
                    <a:pt x="1119826" y="1860894"/>
                    <a:pt x="1114603" y="1860148"/>
                  </a:cubicBezTo>
                  <a:cubicBezTo>
                    <a:pt x="1104158" y="1858656"/>
                    <a:pt x="1096698" y="1864624"/>
                    <a:pt x="1093713" y="1875069"/>
                  </a:cubicBezTo>
                  <a:cubicBezTo>
                    <a:pt x="1087745" y="1892974"/>
                    <a:pt x="1083269" y="1910879"/>
                    <a:pt x="1077300" y="1927293"/>
                  </a:cubicBezTo>
                  <a:cubicBezTo>
                    <a:pt x="1074316" y="1937737"/>
                    <a:pt x="1078792" y="1943706"/>
                    <a:pt x="1087745" y="1946690"/>
                  </a:cubicBezTo>
                  <a:cubicBezTo>
                    <a:pt x="1093713" y="1948182"/>
                    <a:pt x="1099682" y="1948182"/>
                    <a:pt x="1104158" y="1949674"/>
                  </a:cubicBezTo>
                  <a:cubicBezTo>
                    <a:pt x="1129524" y="1949674"/>
                    <a:pt x="1145937" y="1939229"/>
                    <a:pt x="1159366" y="1919832"/>
                  </a:cubicBezTo>
                  <a:cubicBezTo>
                    <a:pt x="1172795" y="1898942"/>
                    <a:pt x="1168319" y="1878053"/>
                    <a:pt x="1147429" y="1866116"/>
                  </a:cubicBezTo>
                  <a:cubicBezTo>
                    <a:pt x="1142953" y="1863132"/>
                    <a:pt x="1137358" y="1862013"/>
                    <a:pt x="1131576" y="1861454"/>
                  </a:cubicBezTo>
                  <a:close/>
                  <a:moveTo>
                    <a:pt x="2469435" y="1970563"/>
                  </a:moveTo>
                  <a:cubicBezTo>
                    <a:pt x="2475403" y="2000406"/>
                    <a:pt x="2444069" y="2012342"/>
                    <a:pt x="2445561" y="2039200"/>
                  </a:cubicBezTo>
                  <a:cubicBezTo>
                    <a:pt x="2451530" y="2040692"/>
                    <a:pt x="2457498" y="2043677"/>
                    <a:pt x="2467943" y="2049645"/>
                  </a:cubicBezTo>
                  <a:cubicBezTo>
                    <a:pt x="2479880" y="2022787"/>
                    <a:pt x="2502261" y="2007866"/>
                    <a:pt x="2514198" y="1981008"/>
                  </a:cubicBezTo>
                  <a:cubicBezTo>
                    <a:pt x="2496293" y="1976532"/>
                    <a:pt x="2482864" y="1973548"/>
                    <a:pt x="2469435" y="1970563"/>
                  </a:cubicBezTo>
                  <a:close/>
                  <a:moveTo>
                    <a:pt x="2457498" y="1966087"/>
                  </a:moveTo>
                  <a:cubicBezTo>
                    <a:pt x="2447053" y="1967579"/>
                    <a:pt x="2432132" y="1967579"/>
                    <a:pt x="2426164" y="1973548"/>
                  </a:cubicBezTo>
                  <a:cubicBezTo>
                    <a:pt x="2412735" y="1985485"/>
                    <a:pt x="2403782" y="2001898"/>
                    <a:pt x="2391845" y="2019803"/>
                  </a:cubicBezTo>
                  <a:cubicBezTo>
                    <a:pt x="2405274" y="2025771"/>
                    <a:pt x="2414227" y="2028756"/>
                    <a:pt x="2424672" y="2034724"/>
                  </a:cubicBezTo>
                  <a:cubicBezTo>
                    <a:pt x="2436609" y="2010850"/>
                    <a:pt x="2448545" y="1991453"/>
                    <a:pt x="2460482" y="1972056"/>
                  </a:cubicBezTo>
                  <a:cubicBezTo>
                    <a:pt x="2458990" y="1970563"/>
                    <a:pt x="2458990" y="1967579"/>
                    <a:pt x="2457498" y="1966087"/>
                  </a:cubicBezTo>
                  <a:close/>
                  <a:moveTo>
                    <a:pt x="1745764" y="1906403"/>
                  </a:moveTo>
                  <a:cubicBezTo>
                    <a:pt x="1695032" y="1907895"/>
                    <a:pt x="1644300" y="1907895"/>
                    <a:pt x="1593569" y="1910879"/>
                  </a:cubicBezTo>
                  <a:cubicBezTo>
                    <a:pt x="1581632" y="1910879"/>
                    <a:pt x="1569695" y="1913863"/>
                    <a:pt x="1554774" y="1916848"/>
                  </a:cubicBezTo>
                  <a:cubicBezTo>
                    <a:pt x="1532392" y="1898942"/>
                    <a:pt x="1490613" y="1912371"/>
                    <a:pt x="1484645" y="1946690"/>
                  </a:cubicBezTo>
                  <a:cubicBezTo>
                    <a:pt x="1505535" y="1952658"/>
                    <a:pt x="1527916" y="1948182"/>
                    <a:pt x="1548806" y="1948182"/>
                  </a:cubicBezTo>
                  <a:cubicBezTo>
                    <a:pt x="1568203" y="1949674"/>
                    <a:pt x="1589093" y="1949674"/>
                    <a:pt x="1609982" y="1949674"/>
                  </a:cubicBezTo>
                  <a:cubicBezTo>
                    <a:pt x="1609982" y="1951166"/>
                    <a:pt x="1611474" y="1954150"/>
                    <a:pt x="1611474" y="1955642"/>
                  </a:cubicBezTo>
                  <a:cubicBezTo>
                    <a:pt x="1608490" y="1958627"/>
                    <a:pt x="1605506" y="1963103"/>
                    <a:pt x="1602521" y="1966087"/>
                  </a:cubicBezTo>
                  <a:cubicBezTo>
                    <a:pt x="1563727" y="1997421"/>
                    <a:pt x="1529408" y="2031740"/>
                    <a:pt x="1501058" y="2072027"/>
                  </a:cubicBezTo>
                  <a:cubicBezTo>
                    <a:pt x="1486137" y="2092916"/>
                    <a:pt x="1471216" y="2113806"/>
                    <a:pt x="1453311" y="2133203"/>
                  </a:cubicBezTo>
                  <a:cubicBezTo>
                    <a:pt x="1420485" y="2167521"/>
                    <a:pt x="1381690" y="2195872"/>
                    <a:pt x="1344387" y="2224221"/>
                  </a:cubicBezTo>
                  <a:cubicBezTo>
                    <a:pt x="1298132" y="2258540"/>
                    <a:pt x="1250385" y="2283906"/>
                    <a:pt x="1196669" y="2300319"/>
                  </a:cubicBezTo>
                  <a:cubicBezTo>
                    <a:pt x="1150413" y="2313748"/>
                    <a:pt x="1105650" y="2328669"/>
                    <a:pt x="1057903" y="2327177"/>
                  </a:cubicBezTo>
                  <a:cubicBezTo>
                    <a:pt x="1051935" y="2327177"/>
                    <a:pt x="1045966" y="2327177"/>
                    <a:pt x="1037013" y="2328669"/>
                  </a:cubicBezTo>
                  <a:cubicBezTo>
                    <a:pt x="1038506" y="2339114"/>
                    <a:pt x="1038506" y="2348066"/>
                    <a:pt x="1039998" y="2357019"/>
                  </a:cubicBezTo>
                  <a:cubicBezTo>
                    <a:pt x="1093713" y="2358511"/>
                    <a:pt x="1144445" y="2355527"/>
                    <a:pt x="1193685" y="2343590"/>
                  </a:cubicBezTo>
                  <a:cubicBezTo>
                    <a:pt x="1238448" y="2331653"/>
                    <a:pt x="1280227" y="2313748"/>
                    <a:pt x="1320514" y="2289874"/>
                  </a:cubicBezTo>
                  <a:cubicBezTo>
                    <a:pt x="1371245" y="2260032"/>
                    <a:pt x="1416008" y="2222730"/>
                    <a:pt x="1453311" y="2176474"/>
                  </a:cubicBezTo>
                  <a:cubicBezTo>
                    <a:pt x="1489122" y="2131711"/>
                    <a:pt x="1523440" y="2086948"/>
                    <a:pt x="1562235" y="2045169"/>
                  </a:cubicBezTo>
                  <a:cubicBezTo>
                    <a:pt x="1621919" y="1979516"/>
                    <a:pt x="1692048" y="1930277"/>
                    <a:pt x="1783066" y="1918340"/>
                  </a:cubicBezTo>
                  <a:cubicBezTo>
                    <a:pt x="1786050" y="1918340"/>
                    <a:pt x="1789035" y="1915356"/>
                    <a:pt x="1797987" y="1910879"/>
                  </a:cubicBezTo>
                  <a:cubicBezTo>
                    <a:pt x="1777098" y="1909387"/>
                    <a:pt x="1760685" y="1906403"/>
                    <a:pt x="1745764" y="1906403"/>
                  </a:cubicBezTo>
                  <a:close/>
                  <a:moveTo>
                    <a:pt x="1460026" y="1882902"/>
                  </a:moveTo>
                  <a:cubicBezTo>
                    <a:pt x="1456295" y="1882902"/>
                    <a:pt x="1451819" y="1886260"/>
                    <a:pt x="1445850" y="1891482"/>
                  </a:cubicBezTo>
                  <a:cubicBezTo>
                    <a:pt x="1456295" y="1894466"/>
                    <a:pt x="1463756" y="1894466"/>
                    <a:pt x="1469724" y="1894466"/>
                  </a:cubicBezTo>
                  <a:cubicBezTo>
                    <a:pt x="1466740" y="1886260"/>
                    <a:pt x="1463756" y="1882902"/>
                    <a:pt x="1460026" y="1882902"/>
                  </a:cubicBezTo>
                  <a:close/>
                  <a:moveTo>
                    <a:pt x="2373567" y="1955083"/>
                  </a:moveTo>
                  <a:cubicBezTo>
                    <a:pt x="2364241" y="1956762"/>
                    <a:pt x="2356781" y="1963849"/>
                    <a:pt x="2350066" y="1976532"/>
                  </a:cubicBezTo>
                  <a:cubicBezTo>
                    <a:pt x="2347082" y="1982500"/>
                    <a:pt x="2342606" y="1989961"/>
                    <a:pt x="2338130" y="1998914"/>
                  </a:cubicBezTo>
                  <a:cubicBezTo>
                    <a:pt x="2350066" y="2003390"/>
                    <a:pt x="2359019" y="2007866"/>
                    <a:pt x="2369464" y="2010850"/>
                  </a:cubicBezTo>
                  <a:cubicBezTo>
                    <a:pt x="2373940" y="2012342"/>
                    <a:pt x="2381401" y="2009358"/>
                    <a:pt x="2384385" y="2006374"/>
                  </a:cubicBezTo>
                  <a:cubicBezTo>
                    <a:pt x="2391845" y="1992945"/>
                    <a:pt x="2400798" y="1979516"/>
                    <a:pt x="2408258" y="1966087"/>
                  </a:cubicBezTo>
                  <a:cubicBezTo>
                    <a:pt x="2394084" y="1957135"/>
                    <a:pt x="2382893" y="1953405"/>
                    <a:pt x="2373567" y="1955083"/>
                  </a:cubicBezTo>
                  <a:close/>
                  <a:moveTo>
                    <a:pt x="353629" y="1788527"/>
                  </a:moveTo>
                  <a:cubicBezTo>
                    <a:pt x="337216" y="1794495"/>
                    <a:pt x="323787" y="1798971"/>
                    <a:pt x="310358" y="1804940"/>
                  </a:cubicBezTo>
                  <a:cubicBezTo>
                    <a:pt x="305882" y="1807924"/>
                    <a:pt x="299913" y="1813892"/>
                    <a:pt x="298421" y="1818369"/>
                  </a:cubicBezTo>
                  <a:cubicBezTo>
                    <a:pt x="293945" y="1854179"/>
                    <a:pt x="287976" y="1891482"/>
                    <a:pt x="286484" y="1927293"/>
                  </a:cubicBezTo>
                  <a:cubicBezTo>
                    <a:pt x="284992" y="1966087"/>
                    <a:pt x="284992" y="2003390"/>
                    <a:pt x="286484" y="2042185"/>
                  </a:cubicBezTo>
                  <a:cubicBezTo>
                    <a:pt x="289469" y="2098885"/>
                    <a:pt x="282008" y="2155585"/>
                    <a:pt x="298421" y="2210793"/>
                  </a:cubicBezTo>
                  <a:cubicBezTo>
                    <a:pt x="314834" y="2267493"/>
                    <a:pt x="319311" y="2325685"/>
                    <a:pt x="338708" y="2380893"/>
                  </a:cubicBezTo>
                  <a:cubicBezTo>
                    <a:pt x="340200" y="2383877"/>
                    <a:pt x="338708" y="2386861"/>
                    <a:pt x="340200" y="2391337"/>
                  </a:cubicBezTo>
                  <a:cubicBezTo>
                    <a:pt x="352137" y="2448037"/>
                    <a:pt x="365566" y="2503245"/>
                    <a:pt x="392424" y="2555469"/>
                  </a:cubicBezTo>
                  <a:cubicBezTo>
                    <a:pt x="410329" y="2589787"/>
                    <a:pt x="426742" y="2625598"/>
                    <a:pt x="446140" y="2659916"/>
                  </a:cubicBezTo>
                  <a:cubicBezTo>
                    <a:pt x="456584" y="2680806"/>
                    <a:pt x="468521" y="2700203"/>
                    <a:pt x="492395" y="2709156"/>
                  </a:cubicBezTo>
                  <a:cubicBezTo>
                    <a:pt x="516269" y="2718109"/>
                    <a:pt x="528205" y="2738998"/>
                    <a:pt x="532682" y="2765856"/>
                  </a:cubicBezTo>
                  <a:cubicBezTo>
                    <a:pt x="535666" y="2788237"/>
                    <a:pt x="531190" y="2810619"/>
                    <a:pt x="526713" y="2831508"/>
                  </a:cubicBezTo>
                  <a:cubicBezTo>
                    <a:pt x="523729" y="2855382"/>
                    <a:pt x="508808" y="2870303"/>
                    <a:pt x="486426" y="2880748"/>
                  </a:cubicBezTo>
                  <a:cubicBezTo>
                    <a:pt x="432711" y="2904622"/>
                    <a:pt x="413313" y="2885224"/>
                    <a:pt x="386455" y="2847922"/>
                  </a:cubicBezTo>
                  <a:cubicBezTo>
                    <a:pt x="364074" y="2815095"/>
                    <a:pt x="383471" y="2756903"/>
                    <a:pt x="408837" y="2740490"/>
                  </a:cubicBezTo>
                  <a:cubicBezTo>
                    <a:pt x="420774" y="2731537"/>
                    <a:pt x="450616" y="2731537"/>
                    <a:pt x="464045" y="2740490"/>
                  </a:cubicBezTo>
                  <a:cubicBezTo>
                    <a:pt x="475982" y="2747951"/>
                    <a:pt x="480458" y="2762872"/>
                    <a:pt x="475982" y="2783761"/>
                  </a:cubicBezTo>
                  <a:cubicBezTo>
                    <a:pt x="471505" y="2801666"/>
                    <a:pt x="459569" y="2810619"/>
                    <a:pt x="443155" y="2806143"/>
                  </a:cubicBezTo>
                  <a:cubicBezTo>
                    <a:pt x="429726" y="2801666"/>
                    <a:pt x="426742" y="2792714"/>
                    <a:pt x="434203" y="2771824"/>
                  </a:cubicBezTo>
                  <a:cubicBezTo>
                    <a:pt x="447632" y="2771824"/>
                    <a:pt x="438679" y="2786745"/>
                    <a:pt x="449124" y="2794206"/>
                  </a:cubicBezTo>
                  <a:cubicBezTo>
                    <a:pt x="464045" y="2788237"/>
                    <a:pt x="464045" y="2776301"/>
                    <a:pt x="464045" y="2764364"/>
                  </a:cubicBezTo>
                  <a:cubicBezTo>
                    <a:pt x="464045" y="2752427"/>
                    <a:pt x="455092" y="2747951"/>
                    <a:pt x="444647" y="2744966"/>
                  </a:cubicBezTo>
                  <a:cubicBezTo>
                    <a:pt x="425250" y="2740490"/>
                    <a:pt x="411821" y="2746458"/>
                    <a:pt x="399884" y="2764364"/>
                  </a:cubicBezTo>
                  <a:cubicBezTo>
                    <a:pt x="374519" y="2807635"/>
                    <a:pt x="381979" y="2828524"/>
                    <a:pt x="413313" y="2865827"/>
                  </a:cubicBezTo>
                  <a:cubicBezTo>
                    <a:pt x="422266" y="2876272"/>
                    <a:pt x="432711" y="2882240"/>
                    <a:pt x="446140" y="2880748"/>
                  </a:cubicBezTo>
                  <a:cubicBezTo>
                    <a:pt x="474490" y="2876272"/>
                    <a:pt x="505824" y="2867319"/>
                    <a:pt x="514776" y="2834493"/>
                  </a:cubicBezTo>
                  <a:cubicBezTo>
                    <a:pt x="522237" y="2806143"/>
                    <a:pt x="523729" y="2777793"/>
                    <a:pt x="516269" y="2750935"/>
                  </a:cubicBezTo>
                  <a:cubicBezTo>
                    <a:pt x="513284" y="2743474"/>
                    <a:pt x="508808" y="2736014"/>
                    <a:pt x="502840" y="2730045"/>
                  </a:cubicBezTo>
                  <a:cubicBezTo>
                    <a:pt x="481950" y="2709156"/>
                    <a:pt x="456584" y="2709156"/>
                    <a:pt x="428234" y="2707664"/>
                  </a:cubicBezTo>
                  <a:cubicBezTo>
                    <a:pt x="390932" y="2706172"/>
                    <a:pt x="370042" y="2727061"/>
                    <a:pt x="352137" y="2755411"/>
                  </a:cubicBezTo>
                  <a:cubicBezTo>
                    <a:pt x="326771" y="2794206"/>
                    <a:pt x="331247" y="2834493"/>
                    <a:pt x="341692" y="2876272"/>
                  </a:cubicBezTo>
                  <a:cubicBezTo>
                    <a:pt x="344676" y="2889701"/>
                    <a:pt x="346169" y="2904622"/>
                    <a:pt x="355121" y="2913574"/>
                  </a:cubicBezTo>
                  <a:cubicBezTo>
                    <a:pt x="377503" y="2940432"/>
                    <a:pt x="402869" y="2967290"/>
                    <a:pt x="428234" y="2991164"/>
                  </a:cubicBezTo>
                  <a:cubicBezTo>
                    <a:pt x="437187" y="3000116"/>
                    <a:pt x="453600" y="3003101"/>
                    <a:pt x="467029" y="3004593"/>
                  </a:cubicBezTo>
                  <a:cubicBezTo>
                    <a:pt x="481950" y="3006085"/>
                    <a:pt x="496871" y="3001609"/>
                    <a:pt x="511792" y="2997132"/>
                  </a:cubicBezTo>
                  <a:cubicBezTo>
                    <a:pt x="540142" y="2988179"/>
                    <a:pt x="561032" y="2970274"/>
                    <a:pt x="572969" y="2941924"/>
                  </a:cubicBezTo>
                  <a:cubicBezTo>
                    <a:pt x="586398" y="2912082"/>
                    <a:pt x="586398" y="2880748"/>
                    <a:pt x="584905" y="2849414"/>
                  </a:cubicBezTo>
                  <a:cubicBezTo>
                    <a:pt x="581921" y="2779285"/>
                    <a:pt x="556555" y="2718109"/>
                    <a:pt x="519253" y="2661408"/>
                  </a:cubicBezTo>
                  <a:cubicBezTo>
                    <a:pt x="499855" y="2630074"/>
                    <a:pt x="477474" y="2600232"/>
                    <a:pt x="459569" y="2568898"/>
                  </a:cubicBezTo>
                  <a:cubicBezTo>
                    <a:pt x="419282" y="2497277"/>
                    <a:pt x="390932" y="2421179"/>
                    <a:pt x="371534" y="2340606"/>
                  </a:cubicBezTo>
                  <a:cubicBezTo>
                    <a:pt x="346169" y="2239143"/>
                    <a:pt x="337216" y="2136187"/>
                    <a:pt x="334232" y="2033232"/>
                  </a:cubicBezTo>
                  <a:cubicBezTo>
                    <a:pt x="334232" y="2009358"/>
                    <a:pt x="334232" y="1985485"/>
                    <a:pt x="335724" y="1960119"/>
                  </a:cubicBezTo>
                  <a:cubicBezTo>
                    <a:pt x="340200" y="1913863"/>
                    <a:pt x="346169" y="1869100"/>
                    <a:pt x="350645" y="1822845"/>
                  </a:cubicBezTo>
                  <a:cubicBezTo>
                    <a:pt x="352137" y="1812400"/>
                    <a:pt x="352137" y="1801956"/>
                    <a:pt x="353629" y="1788527"/>
                  </a:cubicBezTo>
                  <a:close/>
                  <a:moveTo>
                    <a:pt x="2321716" y="1948182"/>
                  </a:moveTo>
                  <a:cubicBezTo>
                    <a:pt x="2312764" y="1946690"/>
                    <a:pt x="2296351" y="1963103"/>
                    <a:pt x="2294859" y="1973548"/>
                  </a:cubicBezTo>
                  <a:cubicBezTo>
                    <a:pt x="2293366" y="1982500"/>
                    <a:pt x="2302319" y="1989961"/>
                    <a:pt x="2315748" y="1989961"/>
                  </a:cubicBezTo>
                  <a:cubicBezTo>
                    <a:pt x="2320224" y="1989961"/>
                    <a:pt x="2327685" y="1986977"/>
                    <a:pt x="2330669" y="1982500"/>
                  </a:cubicBezTo>
                  <a:cubicBezTo>
                    <a:pt x="2335145" y="1976532"/>
                    <a:pt x="2339622" y="1967579"/>
                    <a:pt x="2345590" y="1957135"/>
                  </a:cubicBezTo>
                  <a:cubicBezTo>
                    <a:pt x="2335145" y="1952658"/>
                    <a:pt x="2329177" y="1949674"/>
                    <a:pt x="2321716" y="1948182"/>
                  </a:cubicBezTo>
                  <a:close/>
                  <a:moveTo>
                    <a:pt x="2296351" y="1945198"/>
                  </a:moveTo>
                  <a:cubicBezTo>
                    <a:pt x="2282922" y="1943706"/>
                    <a:pt x="2282922" y="1943706"/>
                    <a:pt x="2268001" y="1976532"/>
                  </a:cubicBezTo>
                  <a:cubicBezTo>
                    <a:pt x="2287398" y="1973548"/>
                    <a:pt x="2287398" y="1958627"/>
                    <a:pt x="2296351" y="1945198"/>
                  </a:cubicBezTo>
                  <a:close/>
                  <a:moveTo>
                    <a:pt x="1993453" y="1916848"/>
                  </a:moveTo>
                  <a:cubicBezTo>
                    <a:pt x="1972564" y="1913863"/>
                    <a:pt x="1959135" y="1922816"/>
                    <a:pt x="1953166" y="1940721"/>
                  </a:cubicBezTo>
                  <a:cubicBezTo>
                    <a:pt x="1947198" y="1958627"/>
                    <a:pt x="1932277" y="1970563"/>
                    <a:pt x="1917356" y="1981008"/>
                  </a:cubicBezTo>
                  <a:cubicBezTo>
                    <a:pt x="1890498" y="1998914"/>
                    <a:pt x="1860656" y="2009358"/>
                    <a:pt x="1827829" y="2009358"/>
                  </a:cubicBezTo>
                  <a:cubicBezTo>
                    <a:pt x="1811416" y="2010850"/>
                    <a:pt x="1793511" y="2010850"/>
                    <a:pt x="1781574" y="2027264"/>
                  </a:cubicBezTo>
                  <a:cubicBezTo>
                    <a:pt x="1789035" y="2033232"/>
                    <a:pt x="1799479" y="2037708"/>
                    <a:pt x="1802464" y="2045169"/>
                  </a:cubicBezTo>
                  <a:cubicBezTo>
                    <a:pt x="1811416" y="2060090"/>
                    <a:pt x="1823353" y="2060090"/>
                    <a:pt x="1836782" y="2055613"/>
                  </a:cubicBezTo>
                  <a:cubicBezTo>
                    <a:pt x="1844242" y="2054121"/>
                    <a:pt x="1851703" y="2052629"/>
                    <a:pt x="1859164" y="2051137"/>
                  </a:cubicBezTo>
                  <a:cubicBezTo>
                    <a:pt x="1902435" y="2045169"/>
                    <a:pt x="1941229" y="2031740"/>
                    <a:pt x="1971071" y="1997421"/>
                  </a:cubicBezTo>
                  <a:cubicBezTo>
                    <a:pt x="1983008" y="1982500"/>
                    <a:pt x="1999422" y="1970563"/>
                    <a:pt x="2009866" y="1955642"/>
                  </a:cubicBezTo>
                  <a:cubicBezTo>
                    <a:pt x="2018819" y="1948182"/>
                    <a:pt x="2032248" y="1937737"/>
                    <a:pt x="2027771" y="1919832"/>
                  </a:cubicBezTo>
                  <a:cubicBezTo>
                    <a:pt x="2015835" y="1918340"/>
                    <a:pt x="2003898" y="1918340"/>
                    <a:pt x="1993453" y="1916848"/>
                  </a:cubicBezTo>
                  <a:close/>
                  <a:moveTo>
                    <a:pt x="2215777" y="1934753"/>
                  </a:moveTo>
                  <a:cubicBezTo>
                    <a:pt x="2217269" y="1940721"/>
                    <a:pt x="2217269" y="1943706"/>
                    <a:pt x="2218761" y="1948182"/>
                  </a:cubicBezTo>
                  <a:cubicBezTo>
                    <a:pt x="2220253" y="1954150"/>
                    <a:pt x="2221745" y="1960119"/>
                    <a:pt x="2223237" y="1964595"/>
                  </a:cubicBezTo>
                  <a:cubicBezTo>
                    <a:pt x="2227714" y="1975040"/>
                    <a:pt x="2236666" y="1978024"/>
                    <a:pt x="2244127" y="1970563"/>
                  </a:cubicBezTo>
                  <a:cubicBezTo>
                    <a:pt x="2254572" y="1963103"/>
                    <a:pt x="2262032" y="1954150"/>
                    <a:pt x="2269493" y="1946690"/>
                  </a:cubicBezTo>
                  <a:cubicBezTo>
                    <a:pt x="2269493" y="1943706"/>
                    <a:pt x="2268001" y="1942214"/>
                    <a:pt x="2268001" y="1939229"/>
                  </a:cubicBezTo>
                  <a:cubicBezTo>
                    <a:pt x="2251587" y="1937737"/>
                    <a:pt x="2235174" y="1936245"/>
                    <a:pt x="2215777" y="1934753"/>
                  </a:cubicBezTo>
                  <a:close/>
                  <a:moveTo>
                    <a:pt x="2134644" y="1926360"/>
                  </a:moveTo>
                  <a:cubicBezTo>
                    <a:pt x="2129608" y="1927665"/>
                    <a:pt x="2125504" y="1931023"/>
                    <a:pt x="2121774" y="1936245"/>
                  </a:cubicBezTo>
                  <a:cubicBezTo>
                    <a:pt x="2115806" y="1946690"/>
                    <a:pt x="2109837" y="1957135"/>
                    <a:pt x="2103869" y="1966087"/>
                  </a:cubicBezTo>
                  <a:cubicBezTo>
                    <a:pt x="2088948" y="1989961"/>
                    <a:pt x="2077011" y="2015327"/>
                    <a:pt x="2060598" y="2036216"/>
                  </a:cubicBezTo>
                  <a:cubicBezTo>
                    <a:pt x="2029264" y="2075011"/>
                    <a:pt x="1985992" y="2100377"/>
                    <a:pt x="1942722" y="2124250"/>
                  </a:cubicBezTo>
                  <a:cubicBezTo>
                    <a:pt x="1902435" y="2146632"/>
                    <a:pt x="1859164" y="2148124"/>
                    <a:pt x="1812908" y="2139172"/>
                  </a:cubicBezTo>
                  <a:cubicBezTo>
                    <a:pt x="1817385" y="2128727"/>
                    <a:pt x="1824845" y="2119774"/>
                    <a:pt x="1824845" y="2110822"/>
                  </a:cubicBezTo>
                  <a:cubicBezTo>
                    <a:pt x="1824845" y="2101869"/>
                    <a:pt x="1829321" y="2088440"/>
                    <a:pt x="1817385" y="2077995"/>
                  </a:cubicBezTo>
                  <a:cubicBezTo>
                    <a:pt x="1811416" y="2097393"/>
                    <a:pt x="1805448" y="2113806"/>
                    <a:pt x="1784558" y="2122758"/>
                  </a:cubicBezTo>
                  <a:cubicBezTo>
                    <a:pt x="1805448" y="2145140"/>
                    <a:pt x="1797987" y="2167521"/>
                    <a:pt x="1793511" y="2191395"/>
                  </a:cubicBezTo>
                  <a:cubicBezTo>
                    <a:pt x="1802464" y="2191395"/>
                    <a:pt x="1809924" y="2192887"/>
                    <a:pt x="1817385" y="2192887"/>
                  </a:cubicBezTo>
                  <a:cubicBezTo>
                    <a:pt x="1841258" y="2191395"/>
                    <a:pt x="1863640" y="2188411"/>
                    <a:pt x="1887514" y="2186919"/>
                  </a:cubicBezTo>
                  <a:cubicBezTo>
                    <a:pt x="1947198" y="2179458"/>
                    <a:pt x="1994945" y="2148124"/>
                    <a:pt x="2036724" y="2106345"/>
                  </a:cubicBezTo>
                  <a:cubicBezTo>
                    <a:pt x="2079995" y="2064566"/>
                    <a:pt x="2109837" y="2012342"/>
                    <a:pt x="2138187" y="1958627"/>
                  </a:cubicBezTo>
                  <a:cubicBezTo>
                    <a:pt x="2142664" y="1949674"/>
                    <a:pt x="2148632" y="1939229"/>
                    <a:pt x="2153109" y="1928784"/>
                  </a:cubicBezTo>
                  <a:cubicBezTo>
                    <a:pt x="2145648" y="1925800"/>
                    <a:pt x="2139679" y="1925054"/>
                    <a:pt x="2134644" y="1926360"/>
                  </a:cubicBezTo>
                  <a:close/>
                  <a:moveTo>
                    <a:pt x="2187800" y="1930649"/>
                  </a:moveTo>
                  <a:cubicBezTo>
                    <a:pt x="2182578" y="1929157"/>
                    <a:pt x="2176237" y="1929531"/>
                    <a:pt x="2169522" y="1930277"/>
                  </a:cubicBezTo>
                  <a:cubicBezTo>
                    <a:pt x="2160569" y="1946690"/>
                    <a:pt x="2153109" y="1963103"/>
                    <a:pt x="2142664" y="1981008"/>
                  </a:cubicBezTo>
                  <a:cubicBezTo>
                    <a:pt x="2151616" y="1986977"/>
                    <a:pt x="2159077" y="1992945"/>
                    <a:pt x="2166537" y="1995929"/>
                  </a:cubicBezTo>
                  <a:cubicBezTo>
                    <a:pt x="2185935" y="2004882"/>
                    <a:pt x="2211301" y="1995929"/>
                    <a:pt x="2211301" y="1981008"/>
                  </a:cubicBezTo>
                  <a:cubicBezTo>
                    <a:pt x="2211301" y="1967579"/>
                    <a:pt x="2205332" y="1954150"/>
                    <a:pt x="2199364" y="1942214"/>
                  </a:cubicBezTo>
                  <a:cubicBezTo>
                    <a:pt x="2197126" y="1935499"/>
                    <a:pt x="2193022" y="1932141"/>
                    <a:pt x="2187800" y="1930649"/>
                  </a:cubicBezTo>
                  <a:close/>
                  <a:moveTo>
                    <a:pt x="2078107" y="1920112"/>
                  </a:moveTo>
                  <a:cubicBezTo>
                    <a:pt x="2053977" y="1917034"/>
                    <a:pt x="2046423" y="1926547"/>
                    <a:pt x="2039708" y="1951166"/>
                  </a:cubicBezTo>
                  <a:cubicBezTo>
                    <a:pt x="2051645" y="1958627"/>
                    <a:pt x="2065074" y="1967579"/>
                    <a:pt x="2081487" y="1978024"/>
                  </a:cubicBezTo>
                  <a:cubicBezTo>
                    <a:pt x="2084472" y="1966087"/>
                    <a:pt x="2090440" y="1958627"/>
                    <a:pt x="2088948" y="1951166"/>
                  </a:cubicBezTo>
                  <a:cubicBezTo>
                    <a:pt x="2085964" y="1934753"/>
                    <a:pt x="2068058" y="1946690"/>
                    <a:pt x="2059106" y="1937737"/>
                  </a:cubicBezTo>
                  <a:cubicBezTo>
                    <a:pt x="2071043" y="1913863"/>
                    <a:pt x="2093424" y="1945198"/>
                    <a:pt x="2108345" y="1927293"/>
                  </a:cubicBezTo>
                  <a:cubicBezTo>
                    <a:pt x="2096035" y="1923563"/>
                    <a:pt x="2086150" y="1921138"/>
                    <a:pt x="2078107" y="1920112"/>
                  </a:cubicBezTo>
                  <a:close/>
                  <a:moveTo>
                    <a:pt x="1271274" y="1849703"/>
                  </a:moveTo>
                  <a:cubicBezTo>
                    <a:pt x="1253369" y="1851195"/>
                    <a:pt x="1242924" y="1861640"/>
                    <a:pt x="1232479" y="1870592"/>
                  </a:cubicBezTo>
                  <a:cubicBezTo>
                    <a:pt x="1225019" y="1878053"/>
                    <a:pt x="1228003" y="1885514"/>
                    <a:pt x="1232479" y="1892974"/>
                  </a:cubicBezTo>
                  <a:cubicBezTo>
                    <a:pt x="1244416" y="1909387"/>
                    <a:pt x="1260829" y="1913863"/>
                    <a:pt x="1280227" y="1915356"/>
                  </a:cubicBezTo>
                  <a:cubicBezTo>
                    <a:pt x="1283211" y="1889990"/>
                    <a:pt x="1283211" y="1884021"/>
                    <a:pt x="1271274" y="1849703"/>
                  </a:cubicBezTo>
                  <a:close/>
                  <a:moveTo>
                    <a:pt x="1360800" y="1855671"/>
                  </a:moveTo>
                  <a:cubicBezTo>
                    <a:pt x="1359308" y="1861640"/>
                    <a:pt x="1357816" y="1863132"/>
                    <a:pt x="1357816" y="1863132"/>
                  </a:cubicBezTo>
                  <a:cubicBezTo>
                    <a:pt x="1359308" y="1870592"/>
                    <a:pt x="1360800" y="1878053"/>
                    <a:pt x="1360800" y="1885514"/>
                  </a:cubicBezTo>
                  <a:cubicBezTo>
                    <a:pt x="1362292" y="1895958"/>
                    <a:pt x="1366769" y="1900435"/>
                    <a:pt x="1377213" y="1900435"/>
                  </a:cubicBezTo>
                  <a:cubicBezTo>
                    <a:pt x="1389150" y="1900435"/>
                    <a:pt x="1399595" y="1891482"/>
                    <a:pt x="1401087" y="1882529"/>
                  </a:cubicBezTo>
                  <a:cubicBezTo>
                    <a:pt x="1402579" y="1873577"/>
                    <a:pt x="1401087" y="1864624"/>
                    <a:pt x="1390642" y="1861640"/>
                  </a:cubicBezTo>
                  <a:cubicBezTo>
                    <a:pt x="1381690" y="1858656"/>
                    <a:pt x="1371245" y="1857164"/>
                    <a:pt x="1360800" y="1855671"/>
                  </a:cubicBezTo>
                  <a:close/>
                  <a:moveTo>
                    <a:pt x="3388573" y="2001712"/>
                  </a:moveTo>
                  <a:cubicBezTo>
                    <a:pt x="3382977" y="2001525"/>
                    <a:pt x="3377382" y="2004136"/>
                    <a:pt x="3370667" y="2009358"/>
                  </a:cubicBezTo>
                  <a:cubicBezTo>
                    <a:pt x="3327396" y="2042185"/>
                    <a:pt x="3294569" y="2082471"/>
                    <a:pt x="3282632" y="2134695"/>
                  </a:cubicBezTo>
                  <a:cubicBezTo>
                    <a:pt x="3278156" y="2151108"/>
                    <a:pt x="3281140" y="2170506"/>
                    <a:pt x="3275172" y="2186919"/>
                  </a:cubicBezTo>
                  <a:cubicBezTo>
                    <a:pt x="3269203" y="2207808"/>
                    <a:pt x="3276664" y="2228698"/>
                    <a:pt x="3278156" y="2248095"/>
                  </a:cubicBezTo>
                  <a:cubicBezTo>
                    <a:pt x="3278156" y="2258540"/>
                    <a:pt x="3287109" y="2260032"/>
                    <a:pt x="3297553" y="2261524"/>
                  </a:cubicBezTo>
                  <a:cubicBezTo>
                    <a:pt x="3278156" y="2230190"/>
                    <a:pt x="3278156" y="2198856"/>
                    <a:pt x="3291585" y="2167521"/>
                  </a:cubicBezTo>
                  <a:cubicBezTo>
                    <a:pt x="3305014" y="2131711"/>
                    <a:pt x="3322919" y="2100377"/>
                    <a:pt x="3351269" y="2073519"/>
                  </a:cubicBezTo>
                  <a:cubicBezTo>
                    <a:pt x="3369175" y="2055613"/>
                    <a:pt x="3387080" y="2040692"/>
                    <a:pt x="3412446" y="2034724"/>
                  </a:cubicBezTo>
                  <a:cubicBezTo>
                    <a:pt x="3415430" y="2033232"/>
                    <a:pt x="3416922" y="2031740"/>
                    <a:pt x="3421398" y="2027264"/>
                  </a:cubicBezTo>
                  <a:cubicBezTo>
                    <a:pt x="3415430" y="2021295"/>
                    <a:pt x="3412446" y="2015327"/>
                    <a:pt x="3406477" y="2010850"/>
                  </a:cubicBezTo>
                  <a:cubicBezTo>
                    <a:pt x="3399763" y="2004882"/>
                    <a:pt x="3394167" y="2001898"/>
                    <a:pt x="3388573" y="2001712"/>
                  </a:cubicBezTo>
                  <a:close/>
                  <a:moveTo>
                    <a:pt x="1413024" y="1834969"/>
                  </a:moveTo>
                  <a:cubicBezTo>
                    <a:pt x="1408921" y="1834782"/>
                    <a:pt x="1405564" y="1836274"/>
                    <a:pt x="1404071" y="1840750"/>
                  </a:cubicBezTo>
                  <a:cubicBezTo>
                    <a:pt x="1408548" y="1860148"/>
                    <a:pt x="1411532" y="1875069"/>
                    <a:pt x="1416008" y="1892974"/>
                  </a:cubicBezTo>
                  <a:cubicBezTo>
                    <a:pt x="1427945" y="1887006"/>
                    <a:pt x="1441374" y="1881037"/>
                    <a:pt x="1442866" y="1861640"/>
                  </a:cubicBezTo>
                  <a:cubicBezTo>
                    <a:pt x="1442866" y="1849703"/>
                    <a:pt x="1435406" y="1843735"/>
                    <a:pt x="1426453" y="1839258"/>
                  </a:cubicBezTo>
                  <a:cubicBezTo>
                    <a:pt x="1421976" y="1837020"/>
                    <a:pt x="1417128" y="1835155"/>
                    <a:pt x="1413024" y="1834969"/>
                  </a:cubicBezTo>
                  <a:close/>
                  <a:moveTo>
                    <a:pt x="2248603" y="1895958"/>
                  </a:moveTo>
                  <a:cubicBezTo>
                    <a:pt x="2245619" y="1895958"/>
                    <a:pt x="2244127" y="1895958"/>
                    <a:pt x="2241143" y="1895958"/>
                  </a:cubicBezTo>
                  <a:cubicBezTo>
                    <a:pt x="2241143" y="1901927"/>
                    <a:pt x="2233682" y="1910879"/>
                    <a:pt x="2250095" y="1915356"/>
                  </a:cubicBezTo>
                  <a:cubicBezTo>
                    <a:pt x="2248603" y="1909387"/>
                    <a:pt x="2248603" y="1901927"/>
                    <a:pt x="2248603" y="1895958"/>
                  </a:cubicBezTo>
                  <a:close/>
                  <a:moveTo>
                    <a:pt x="2284017" y="1896727"/>
                  </a:moveTo>
                  <a:cubicBezTo>
                    <a:pt x="2279658" y="1896984"/>
                    <a:pt x="2273969" y="1897823"/>
                    <a:pt x="2266508" y="1898942"/>
                  </a:cubicBezTo>
                  <a:cubicBezTo>
                    <a:pt x="2268001" y="1921324"/>
                    <a:pt x="2272477" y="1922816"/>
                    <a:pt x="2299335" y="1918340"/>
                  </a:cubicBezTo>
                  <a:cubicBezTo>
                    <a:pt x="2298216" y="1900435"/>
                    <a:pt x="2297097" y="1895958"/>
                    <a:pt x="2284017" y="1896727"/>
                  </a:cubicBezTo>
                  <a:close/>
                  <a:moveTo>
                    <a:pt x="2317240" y="1897450"/>
                  </a:moveTo>
                  <a:cubicBezTo>
                    <a:pt x="2320224" y="1928784"/>
                    <a:pt x="2323208" y="1931769"/>
                    <a:pt x="2344098" y="1925800"/>
                  </a:cubicBezTo>
                  <a:cubicBezTo>
                    <a:pt x="2342606" y="1918340"/>
                    <a:pt x="2342606" y="1910879"/>
                    <a:pt x="2341114" y="1901927"/>
                  </a:cubicBezTo>
                  <a:cubicBezTo>
                    <a:pt x="2333653" y="1900435"/>
                    <a:pt x="2326193" y="1898942"/>
                    <a:pt x="2317240" y="1897450"/>
                  </a:cubicBezTo>
                  <a:close/>
                  <a:moveTo>
                    <a:pt x="2376877" y="1900924"/>
                  </a:moveTo>
                  <a:cubicBezTo>
                    <a:pt x="2373194" y="1900994"/>
                    <a:pt x="2368345" y="1901927"/>
                    <a:pt x="2362003" y="1903419"/>
                  </a:cubicBezTo>
                  <a:cubicBezTo>
                    <a:pt x="2359019" y="1930277"/>
                    <a:pt x="2362003" y="1931769"/>
                    <a:pt x="2387369" y="1931769"/>
                  </a:cubicBezTo>
                  <a:cubicBezTo>
                    <a:pt x="2388488" y="1908269"/>
                    <a:pt x="2387928" y="1900714"/>
                    <a:pt x="2376877" y="1900924"/>
                  </a:cubicBezTo>
                  <a:close/>
                  <a:moveTo>
                    <a:pt x="2430640" y="1900435"/>
                  </a:moveTo>
                  <a:cubicBezTo>
                    <a:pt x="2418703" y="1900435"/>
                    <a:pt x="2411243" y="1901927"/>
                    <a:pt x="2402290" y="1901927"/>
                  </a:cubicBezTo>
                  <a:cubicBezTo>
                    <a:pt x="2405274" y="1942214"/>
                    <a:pt x="2406766" y="1943706"/>
                    <a:pt x="2438101" y="1939229"/>
                  </a:cubicBezTo>
                  <a:cubicBezTo>
                    <a:pt x="2435116" y="1927293"/>
                    <a:pt x="2433624" y="1915356"/>
                    <a:pt x="2430640" y="1900435"/>
                  </a:cubicBezTo>
                  <a:close/>
                  <a:moveTo>
                    <a:pt x="2082094" y="1871035"/>
                  </a:moveTo>
                  <a:cubicBezTo>
                    <a:pt x="2075612" y="1871432"/>
                    <a:pt x="2068059" y="1872831"/>
                    <a:pt x="2059106" y="1875069"/>
                  </a:cubicBezTo>
                  <a:cubicBezTo>
                    <a:pt x="2071043" y="1904911"/>
                    <a:pt x="2096408" y="1898942"/>
                    <a:pt x="2120282" y="1898942"/>
                  </a:cubicBezTo>
                  <a:cubicBezTo>
                    <a:pt x="2111329" y="1877680"/>
                    <a:pt x="2101537" y="1869846"/>
                    <a:pt x="2082094" y="1871035"/>
                  </a:cubicBezTo>
                  <a:close/>
                  <a:moveTo>
                    <a:pt x="2494801" y="1903419"/>
                  </a:moveTo>
                  <a:cubicBezTo>
                    <a:pt x="2488832" y="1903419"/>
                    <a:pt x="2485848" y="1904911"/>
                    <a:pt x="2481372" y="1904911"/>
                  </a:cubicBezTo>
                  <a:cubicBezTo>
                    <a:pt x="2476895" y="1904911"/>
                    <a:pt x="2472419" y="1903419"/>
                    <a:pt x="2466451" y="1903419"/>
                  </a:cubicBezTo>
                  <a:cubicBezTo>
                    <a:pt x="2451530" y="1901927"/>
                    <a:pt x="2445561" y="1910879"/>
                    <a:pt x="2450037" y="1924308"/>
                  </a:cubicBezTo>
                  <a:cubicBezTo>
                    <a:pt x="2456006" y="1945198"/>
                    <a:pt x="2464959" y="1951166"/>
                    <a:pt x="2494801" y="1951166"/>
                  </a:cubicBezTo>
                  <a:cubicBezTo>
                    <a:pt x="2494801" y="1934753"/>
                    <a:pt x="2494801" y="1919832"/>
                    <a:pt x="2494801" y="1903419"/>
                  </a:cubicBezTo>
                  <a:close/>
                  <a:moveTo>
                    <a:pt x="1456109" y="1816131"/>
                  </a:moveTo>
                  <a:cubicBezTo>
                    <a:pt x="1448088" y="1814639"/>
                    <a:pt x="1439882" y="1814639"/>
                    <a:pt x="1430929" y="1819861"/>
                  </a:cubicBezTo>
                  <a:cubicBezTo>
                    <a:pt x="1442866" y="1834782"/>
                    <a:pt x="1454803" y="1846719"/>
                    <a:pt x="1465248" y="1860148"/>
                  </a:cubicBezTo>
                  <a:cubicBezTo>
                    <a:pt x="1489122" y="1845227"/>
                    <a:pt x="1489122" y="1845227"/>
                    <a:pt x="1480169" y="1821353"/>
                  </a:cubicBezTo>
                  <a:cubicBezTo>
                    <a:pt x="1471963" y="1820607"/>
                    <a:pt x="1464129" y="1817623"/>
                    <a:pt x="1456109" y="1816131"/>
                  </a:cubicBezTo>
                  <a:close/>
                  <a:moveTo>
                    <a:pt x="1371058" y="1807551"/>
                  </a:moveTo>
                  <a:cubicBezTo>
                    <a:pt x="1363785" y="1806805"/>
                    <a:pt x="1355578" y="1810163"/>
                    <a:pt x="1339911" y="1816877"/>
                  </a:cubicBezTo>
                  <a:cubicBezTo>
                    <a:pt x="1344387" y="1827321"/>
                    <a:pt x="1347371" y="1836274"/>
                    <a:pt x="1351848" y="1846719"/>
                  </a:cubicBezTo>
                  <a:cubicBezTo>
                    <a:pt x="1372737" y="1845227"/>
                    <a:pt x="1392135" y="1848211"/>
                    <a:pt x="1396611" y="1822845"/>
                  </a:cubicBezTo>
                  <a:cubicBezTo>
                    <a:pt x="1384674" y="1813147"/>
                    <a:pt x="1378333" y="1808297"/>
                    <a:pt x="1371058" y="1807551"/>
                  </a:cubicBezTo>
                  <a:close/>
                  <a:moveTo>
                    <a:pt x="2529119" y="1901927"/>
                  </a:moveTo>
                  <a:cubicBezTo>
                    <a:pt x="2514198" y="1901927"/>
                    <a:pt x="2506738" y="1909387"/>
                    <a:pt x="2508229" y="1925800"/>
                  </a:cubicBezTo>
                  <a:cubicBezTo>
                    <a:pt x="2509722" y="1937737"/>
                    <a:pt x="2512706" y="1948182"/>
                    <a:pt x="2515690" y="1960119"/>
                  </a:cubicBezTo>
                  <a:cubicBezTo>
                    <a:pt x="2526135" y="1961611"/>
                    <a:pt x="2536580" y="1964595"/>
                    <a:pt x="2548517" y="1967579"/>
                  </a:cubicBezTo>
                  <a:cubicBezTo>
                    <a:pt x="2547024" y="1948182"/>
                    <a:pt x="2547024" y="1931769"/>
                    <a:pt x="2545532" y="1916848"/>
                  </a:cubicBezTo>
                  <a:cubicBezTo>
                    <a:pt x="2545532" y="1906403"/>
                    <a:pt x="2539564" y="1901927"/>
                    <a:pt x="2529119" y="1901927"/>
                  </a:cubicBezTo>
                  <a:close/>
                  <a:moveTo>
                    <a:pt x="405853" y="1724366"/>
                  </a:moveTo>
                  <a:cubicBezTo>
                    <a:pt x="392424" y="1743763"/>
                    <a:pt x="380487" y="1763161"/>
                    <a:pt x="368550" y="1781066"/>
                  </a:cubicBezTo>
                  <a:cubicBezTo>
                    <a:pt x="367058" y="1782558"/>
                    <a:pt x="367058" y="1785542"/>
                    <a:pt x="367058" y="1788527"/>
                  </a:cubicBezTo>
                  <a:cubicBezTo>
                    <a:pt x="361090" y="1843735"/>
                    <a:pt x="353629" y="1898942"/>
                    <a:pt x="349153" y="1954150"/>
                  </a:cubicBezTo>
                  <a:cubicBezTo>
                    <a:pt x="343184" y="2024279"/>
                    <a:pt x="346169" y="2094408"/>
                    <a:pt x="353629" y="2164537"/>
                  </a:cubicBezTo>
                  <a:cubicBezTo>
                    <a:pt x="361090" y="2230190"/>
                    <a:pt x="370042" y="2295843"/>
                    <a:pt x="386455" y="2358511"/>
                  </a:cubicBezTo>
                  <a:cubicBezTo>
                    <a:pt x="392424" y="2380893"/>
                    <a:pt x="399884" y="2403274"/>
                    <a:pt x="407345" y="2425656"/>
                  </a:cubicBezTo>
                  <a:cubicBezTo>
                    <a:pt x="422266" y="2471911"/>
                    <a:pt x="440171" y="2516674"/>
                    <a:pt x="465537" y="2558453"/>
                  </a:cubicBezTo>
                  <a:cubicBezTo>
                    <a:pt x="493887" y="2607693"/>
                    <a:pt x="526713" y="2653948"/>
                    <a:pt x="553571" y="2704679"/>
                  </a:cubicBezTo>
                  <a:cubicBezTo>
                    <a:pt x="586398" y="2765856"/>
                    <a:pt x="599826" y="2833001"/>
                    <a:pt x="592366" y="2903130"/>
                  </a:cubicBezTo>
                  <a:cubicBezTo>
                    <a:pt x="590874" y="2918051"/>
                    <a:pt x="598334" y="2924019"/>
                    <a:pt x="608779" y="2931480"/>
                  </a:cubicBezTo>
                  <a:cubicBezTo>
                    <a:pt x="620716" y="2879256"/>
                    <a:pt x="635637" y="2831508"/>
                    <a:pt x="701290" y="2827032"/>
                  </a:cubicBezTo>
                  <a:cubicBezTo>
                    <a:pt x="696813" y="2819572"/>
                    <a:pt x="693829" y="2816587"/>
                    <a:pt x="690845" y="2813603"/>
                  </a:cubicBezTo>
                  <a:cubicBezTo>
                    <a:pt x="668463" y="2786745"/>
                    <a:pt x="644590" y="2761379"/>
                    <a:pt x="622208" y="2733030"/>
                  </a:cubicBezTo>
                  <a:cubicBezTo>
                    <a:pt x="602811" y="2709156"/>
                    <a:pt x="584905" y="2683790"/>
                    <a:pt x="569984" y="2656932"/>
                  </a:cubicBezTo>
                  <a:cubicBezTo>
                    <a:pt x="540142" y="2603216"/>
                    <a:pt x="510300" y="2548008"/>
                    <a:pt x="483442" y="2492800"/>
                  </a:cubicBezTo>
                  <a:cubicBezTo>
                    <a:pt x="464045" y="2452514"/>
                    <a:pt x="446140" y="2412227"/>
                    <a:pt x="434203" y="2370448"/>
                  </a:cubicBezTo>
                  <a:cubicBezTo>
                    <a:pt x="419282" y="2321208"/>
                    <a:pt x="407345" y="2270477"/>
                    <a:pt x="399884" y="2219745"/>
                  </a:cubicBezTo>
                  <a:cubicBezTo>
                    <a:pt x="389440" y="2158569"/>
                    <a:pt x="384963" y="2097393"/>
                    <a:pt x="377503" y="2036216"/>
                  </a:cubicBezTo>
                  <a:cubicBezTo>
                    <a:pt x="376011" y="2018311"/>
                    <a:pt x="374519" y="1998914"/>
                    <a:pt x="374519" y="1981008"/>
                  </a:cubicBezTo>
                  <a:cubicBezTo>
                    <a:pt x="374519" y="1946690"/>
                    <a:pt x="374519" y="1912371"/>
                    <a:pt x="377503" y="1878053"/>
                  </a:cubicBezTo>
                  <a:cubicBezTo>
                    <a:pt x="378995" y="1855671"/>
                    <a:pt x="387947" y="1834782"/>
                    <a:pt x="390932" y="1812400"/>
                  </a:cubicBezTo>
                  <a:cubicBezTo>
                    <a:pt x="393916" y="1785542"/>
                    <a:pt x="396900" y="1758685"/>
                    <a:pt x="407345" y="1731827"/>
                  </a:cubicBezTo>
                  <a:cubicBezTo>
                    <a:pt x="408837" y="1730335"/>
                    <a:pt x="407345" y="1728842"/>
                    <a:pt x="405853" y="1724366"/>
                  </a:cubicBezTo>
                  <a:close/>
                  <a:moveTo>
                    <a:pt x="1760825" y="1833430"/>
                  </a:moveTo>
                  <a:cubicBezTo>
                    <a:pt x="1755742" y="1833196"/>
                    <a:pt x="1750986" y="1834036"/>
                    <a:pt x="1747256" y="1836274"/>
                  </a:cubicBezTo>
                  <a:cubicBezTo>
                    <a:pt x="1747256" y="1840750"/>
                    <a:pt x="1745764" y="1846719"/>
                    <a:pt x="1742779" y="1857164"/>
                  </a:cubicBezTo>
                  <a:cubicBezTo>
                    <a:pt x="1757701" y="1863132"/>
                    <a:pt x="1769637" y="1869100"/>
                    <a:pt x="1781574" y="1872085"/>
                  </a:cubicBezTo>
                  <a:cubicBezTo>
                    <a:pt x="1792019" y="1875069"/>
                    <a:pt x="1799479" y="1866116"/>
                    <a:pt x="1796495" y="1855671"/>
                  </a:cubicBezTo>
                  <a:cubicBezTo>
                    <a:pt x="1794257" y="1844481"/>
                    <a:pt x="1776072" y="1834129"/>
                    <a:pt x="1760825" y="1833430"/>
                  </a:cubicBezTo>
                  <a:close/>
                  <a:moveTo>
                    <a:pt x="1411532" y="1804940"/>
                  </a:moveTo>
                  <a:cubicBezTo>
                    <a:pt x="1410040" y="1807924"/>
                    <a:pt x="1408548" y="1810908"/>
                    <a:pt x="1408548" y="1812400"/>
                  </a:cubicBezTo>
                  <a:cubicBezTo>
                    <a:pt x="1410040" y="1815385"/>
                    <a:pt x="1411532" y="1818369"/>
                    <a:pt x="1413024" y="1818369"/>
                  </a:cubicBezTo>
                  <a:cubicBezTo>
                    <a:pt x="1414516" y="1818369"/>
                    <a:pt x="1417500" y="1815385"/>
                    <a:pt x="1418992" y="1813892"/>
                  </a:cubicBezTo>
                  <a:cubicBezTo>
                    <a:pt x="1417500" y="1810908"/>
                    <a:pt x="1416008" y="1809416"/>
                    <a:pt x="1411532" y="1804940"/>
                  </a:cubicBezTo>
                  <a:close/>
                  <a:moveTo>
                    <a:pt x="3332431" y="1960865"/>
                  </a:moveTo>
                  <a:cubicBezTo>
                    <a:pt x="3327023" y="1961611"/>
                    <a:pt x="3322173" y="1966087"/>
                    <a:pt x="3313966" y="1975040"/>
                  </a:cubicBezTo>
                  <a:cubicBezTo>
                    <a:pt x="3273680" y="2013835"/>
                    <a:pt x="3249806" y="2060090"/>
                    <a:pt x="3243838" y="2115298"/>
                  </a:cubicBezTo>
                  <a:cubicBezTo>
                    <a:pt x="3243837" y="2119774"/>
                    <a:pt x="3243838" y="2124250"/>
                    <a:pt x="3242346" y="2127235"/>
                  </a:cubicBezTo>
                  <a:cubicBezTo>
                    <a:pt x="3225932" y="2158569"/>
                    <a:pt x="3237869" y="2191395"/>
                    <a:pt x="3242346" y="2222730"/>
                  </a:cubicBezTo>
                  <a:cubicBezTo>
                    <a:pt x="3243838" y="2233174"/>
                    <a:pt x="3251298" y="2240635"/>
                    <a:pt x="3263235" y="2242127"/>
                  </a:cubicBezTo>
                  <a:cubicBezTo>
                    <a:pt x="3260251" y="2191395"/>
                    <a:pt x="3264727" y="2145140"/>
                    <a:pt x="3282632" y="2098885"/>
                  </a:cubicBezTo>
                  <a:cubicBezTo>
                    <a:pt x="3300538" y="2052629"/>
                    <a:pt x="3331872" y="2016819"/>
                    <a:pt x="3378127" y="1986977"/>
                  </a:cubicBezTo>
                  <a:cubicBezTo>
                    <a:pt x="3366190" y="1978024"/>
                    <a:pt x="3360222" y="1973548"/>
                    <a:pt x="3354254" y="1969072"/>
                  </a:cubicBezTo>
                  <a:cubicBezTo>
                    <a:pt x="3343809" y="1963104"/>
                    <a:pt x="3337841" y="1960119"/>
                    <a:pt x="3332431" y="1960865"/>
                  </a:cubicBezTo>
                  <a:close/>
                  <a:moveTo>
                    <a:pt x="1647285" y="1822659"/>
                  </a:moveTo>
                  <a:cubicBezTo>
                    <a:pt x="1639451" y="1821726"/>
                    <a:pt x="1630872" y="1822845"/>
                    <a:pt x="1620427" y="1825829"/>
                  </a:cubicBezTo>
                  <a:cubicBezTo>
                    <a:pt x="1632364" y="1836274"/>
                    <a:pt x="1641316" y="1845227"/>
                    <a:pt x="1651761" y="1855671"/>
                  </a:cubicBezTo>
                  <a:cubicBezTo>
                    <a:pt x="1644300" y="1858656"/>
                    <a:pt x="1639824" y="1861640"/>
                    <a:pt x="1635348" y="1861640"/>
                  </a:cubicBezTo>
                  <a:cubicBezTo>
                    <a:pt x="1612966" y="1861640"/>
                    <a:pt x="1590585" y="1860148"/>
                    <a:pt x="1568203" y="1860148"/>
                  </a:cubicBezTo>
                  <a:cubicBezTo>
                    <a:pt x="1545821" y="1860148"/>
                    <a:pt x="1523440" y="1863132"/>
                    <a:pt x="1501058" y="1861640"/>
                  </a:cubicBezTo>
                  <a:cubicBezTo>
                    <a:pt x="1487629" y="1857164"/>
                    <a:pt x="1483153" y="1860148"/>
                    <a:pt x="1475692" y="1872085"/>
                  </a:cubicBezTo>
                  <a:cubicBezTo>
                    <a:pt x="1487629" y="1878053"/>
                    <a:pt x="1487629" y="1895958"/>
                    <a:pt x="1505535" y="1894466"/>
                  </a:cubicBezTo>
                  <a:cubicBezTo>
                    <a:pt x="1526424" y="1892974"/>
                    <a:pt x="1548806" y="1894466"/>
                    <a:pt x="1571187" y="1894466"/>
                  </a:cubicBezTo>
                  <a:cubicBezTo>
                    <a:pt x="1630872" y="1892974"/>
                    <a:pt x="1689064" y="1889990"/>
                    <a:pt x="1748748" y="1888498"/>
                  </a:cubicBezTo>
                  <a:cubicBezTo>
                    <a:pt x="1751732" y="1888498"/>
                    <a:pt x="1753224" y="1887006"/>
                    <a:pt x="1756208" y="1885514"/>
                  </a:cubicBezTo>
                  <a:cubicBezTo>
                    <a:pt x="1726366" y="1867608"/>
                    <a:pt x="1696524" y="1851195"/>
                    <a:pt x="1669666" y="1831798"/>
                  </a:cubicBezTo>
                  <a:cubicBezTo>
                    <a:pt x="1662206" y="1826576"/>
                    <a:pt x="1655118" y="1823591"/>
                    <a:pt x="1647285" y="1822659"/>
                  </a:cubicBezTo>
                  <a:close/>
                  <a:moveTo>
                    <a:pt x="2587311" y="1898942"/>
                  </a:moveTo>
                  <a:cubicBezTo>
                    <a:pt x="2576866" y="1900435"/>
                    <a:pt x="2569406" y="1900435"/>
                    <a:pt x="2563438" y="1900435"/>
                  </a:cubicBezTo>
                  <a:cubicBezTo>
                    <a:pt x="2550008" y="1946690"/>
                    <a:pt x="2563438" y="1975040"/>
                    <a:pt x="2600740" y="1978024"/>
                  </a:cubicBezTo>
                  <a:cubicBezTo>
                    <a:pt x="2597756" y="1964595"/>
                    <a:pt x="2593280" y="1952658"/>
                    <a:pt x="2591787" y="1939229"/>
                  </a:cubicBezTo>
                  <a:cubicBezTo>
                    <a:pt x="2590295" y="1925800"/>
                    <a:pt x="2588803" y="1913863"/>
                    <a:pt x="2587311" y="1898942"/>
                  </a:cubicBezTo>
                  <a:close/>
                  <a:moveTo>
                    <a:pt x="1213082" y="1782558"/>
                  </a:moveTo>
                  <a:cubicBezTo>
                    <a:pt x="1189208" y="1809416"/>
                    <a:pt x="1186224" y="1819861"/>
                    <a:pt x="1198161" y="1833290"/>
                  </a:cubicBezTo>
                  <a:cubicBezTo>
                    <a:pt x="1214574" y="1849703"/>
                    <a:pt x="1236956" y="1849703"/>
                    <a:pt x="1263813" y="1830306"/>
                  </a:cubicBezTo>
                  <a:cubicBezTo>
                    <a:pt x="1247400" y="1815385"/>
                    <a:pt x="1230987" y="1798971"/>
                    <a:pt x="1213082" y="1782558"/>
                  </a:cubicBezTo>
                  <a:close/>
                  <a:moveTo>
                    <a:pt x="2191158" y="1861080"/>
                  </a:moveTo>
                  <a:cubicBezTo>
                    <a:pt x="2185935" y="1860521"/>
                    <a:pt x="2180713" y="1862385"/>
                    <a:pt x="2175490" y="1869100"/>
                  </a:cubicBezTo>
                  <a:cubicBezTo>
                    <a:pt x="2178474" y="1881037"/>
                    <a:pt x="2182951" y="1891482"/>
                    <a:pt x="2185935" y="1906403"/>
                  </a:cubicBezTo>
                  <a:cubicBezTo>
                    <a:pt x="2194887" y="1906403"/>
                    <a:pt x="2203840" y="1909387"/>
                    <a:pt x="2212793" y="1907895"/>
                  </a:cubicBezTo>
                  <a:cubicBezTo>
                    <a:pt x="2217269" y="1907895"/>
                    <a:pt x="2224729" y="1901927"/>
                    <a:pt x="2224729" y="1897450"/>
                  </a:cubicBezTo>
                  <a:cubicBezTo>
                    <a:pt x="2226222" y="1884021"/>
                    <a:pt x="2217269" y="1875069"/>
                    <a:pt x="2206824" y="1867608"/>
                  </a:cubicBezTo>
                  <a:cubicBezTo>
                    <a:pt x="2201602" y="1864624"/>
                    <a:pt x="2196380" y="1861640"/>
                    <a:pt x="2191158" y="1861080"/>
                  </a:cubicBezTo>
                  <a:close/>
                  <a:moveTo>
                    <a:pt x="2071789" y="1848025"/>
                  </a:moveTo>
                  <a:cubicBezTo>
                    <a:pt x="2064701" y="1849330"/>
                    <a:pt x="2058360" y="1854926"/>
                    <a:pt x="2051645" y="1864624"/>
                  </a:cubicBezTo>
                  <a:cubicBezTo>
                    <a:pt x="2065074" y="1861640"/>
                    <a:pt x="2078503" y="1858656"/>
                    <a:pt x="2096408" y="1857164"/>
                  </a:cubicBezTo>
                  <a:cubicBezTo>
                    <a:pt x="2086710" y="1849704"/>
                    <a:pt x="2078876" y="1846719"/>
                    <a:pt x="2071789" y="1848025"/>
                  </a:cubicBezTo>
                  <a:close/>
                  <a:moveTo>
                    <a:pt x="2639535" y="1891482"/>
                  </a:moveTo>
                  <a:cubicBezTo>
                    <a:pt x="2626106" y="1892974"/>
                    <a:pt x="2615661" y="1895958"/>
                    <a:pt x="2603724" y="1898942"/>
                  </a:cubicBezTo>
                  <a:cubicBezTo>
                    <a:pt x="2599248" y="1928784"/>
                    <a:pt x="2605216" y="1952658"/>
                    <a:pt x="2617153" y="1975040"/>
                  </a:cubicBezTo>
                  <a:cubicBezTo>
                    <a:pt x="2626106" y="1991453"/>
                    <a:pt x="2639535" y="1994437"/>
                    <a:pt x="2657440" y="1992945"/>
                  </a:cubicBezTo>
                  <a:cubicBezTo>
                    <a:pt x="2639535" y="1960119"/>
                    <a:pt x="2642519" y="1927293"/>
                    <a:pt x="2639535" y="1891482"/>
                  </a:cubicBezTo>
                  <a:close/>
                  <a:moveTo>
                    <a:pt x="529698" y="1718398"/>
                  </a:moveTo>
                  <a:cubicBezTo>
                    <a:pt x="511792" y="1718398"/>
                    <a:pt x="496871" y="1718398"/>
                    <a:pt x="478966" y="1718398"/>
                  </a:cubicBezTo>
                  <a:cubicBezTo>
                    <a:pt x="471505" y="1760177"/>
                    <a:pt x="462553" y="1801956"/>
                    <a:pt x="458076" y="1843735"/>
                  </a:cubicBezTo>
                  <a:cubicBezTo>
                    <a:pt x="453600" y="1895958"/>
                    <a:pt x="452108" y="1948182"/>
                    <a:pt x="449124" y="2000406"/>
                  </a:cubicBezTo>
                  <a:cubicBezTo>
                    <a:pt x="449124" y="2007866"/>
                    <a:pt x="449124" y="2015327"/>
                    <a:pt x="452108" y="2022787"/>
                  </a:cubicBezTo>
                  <a:cubicBezTo>
                    <a:pt x="459569" y="2057106"/>
                    <a:pt x="468521" y="2092916"/>
                    <a:pt x="477474" y="2127235"/>
                  </a:cubicBezTo>
                  <a:cubicBezTo>
                    <a:pt x="489411" y="2179458"/>
                    <a:pt x="499855" y="2233174"/>
                    <a:pt x="511792" y="2285398"/>
                  </a:cubicBezTo>
                  <a:cubicBezTo>
                    <a:pt x="517761" y="2312256"/>
                    <a:pt x="522237" y="2340606"/>
                    <a:pt x="532682" y="2364480"/>
                  </a:cubicBezTo>
                  <a:cubicBezTo>
                    <a:pt x="565508" y="2442069"/>
                    <a:pt x="595350" y="2519658"/>
                    <a:pt x="640113" y="2592772"/>
                  </a:cubicBezTo>
                  <a:cubicBezTo>
                    <a:pt x="668463" y="2639027"/>
                    <a:pt x="699798" y="2683790"/>
                    <a:pt x="737100" y="2722585"/>
                  </a:cubicBezTo>
                  <a:cubicBezTo>
                    <a:pt x="741577" y="2727061"/>
                    <a:pt x="749037" y="2731537"/>
                    <a:pt x="756498" y="2737506"/>
                  </a:cubicBezTo>
                  <a:cubicBezTo>
                    <a:pt x="760974" y="2718109"/>
                    <a:pt x="763958" y="2703187"/>
                    <a:pt x="766942" y="2686774"/>
                  </a:cubicBezTo>
                  <a:cubicBezTo>
                    <a:pt x="744561" y="2659916"/>
                    <a:pt x="725163" y="2636043"/>
                    <a:pt x="704274" y="2612169"/>
                  </a:cubicBezTo>
                  <a:cubicBezTo>
                    <a:pt x="680400" y="2583819"/>
                    <a:pt x="663987" y="2549501"/>
                    <a:pt x="650558" y="2513690"/>
                  </a:cubicBezTo>
                  <a:cubicBezTo>
                    <a:pt x="629669" y="2454006"/>
                    <a:pt x="605795" y="2395814"/>
                    <a:pt x="584905" y="2336129"/>
                  </a:cubicBezTo>
                  <a:cubicBezTo>
                    <a:pt x="571476" y="2295843"/>
                    <a:pt x="559540" y="2254064"/>
                    <a:pt x="547603" y="2212285"/>
                  </a:cubicBezTo>
                  <a:cubicBezTo>
                    <a:pt x="538650" y="2182442"/>
                    <a:pt x="534174" y="2149616"/>
                    <a:pt x="523729" y="2121266"/>
                  </a:cubicBezTo>
                  <a:cubicBezTo>
                    <a:pt x="505824" y="2072027"/>
                    <a:pt x="499855" y="2021295"/>
                    <a:pt x="501348" y="1970563"/>
                  </a:cubicBezTo>
                  <a:cubicBezTo>
                    <a:pt x="504332" y="1901927"/>
                    <a:pt x="511792" y="1833290"/>
                    <a:pt x="526713" y="1764653"/>
                  </a:cubicBezTo>
                  <a:cubicBezTo>
                    <a:pt x="529698" y="1749732"/>
                    <a:pt x="535666" y="1733319"/>
                    <a:pt x="529698" y="1718398"/>
                  </a:cubicBezTo>
                  <a:close/>
                  <a:moveTo>
                    <a:pt x="3272188" y="1936245"/>
                  </a:moveTo>
                  <a:cubicBezTo>
                    <a:pt x="3261743" y="1933261"/>
                    <a:pt x="3254282" y="1936245"/>
                    <a:pt x="3249806" y="1945198"/>
                  </a:cubicBezTo>
                  <a:cubicBezTo>
                    <a:pt x="3242346" y="1960119"/>
                    <a:pt x="3233393" y="1976532"/>
                    <a:pt x="3225932" y="1991453"/>
                  </a:cubicBezTo>
                  <a:cubicBezTo>
                    <a:pt x="3211011" y="2024279"/>
                    <a:pt x="3206535" y="2060090"/>
                    <a:pt x="3203551" y="2095900"/>
                  </a:cubicBezTo>
                  <a:cubicBezTo>
                    <a:pt x="3200567" y="2125743"/>
                    <a:pt x="3194598" y="2157077"/>
                    <a:pt x="3205043" y="2186919"/>
                  </a:cubicBezTo>
                  <a:cubicBezTo>
                    <a:pt x="3205043" y="2194379"/>
                    <a:pt x="3202059" y="2201840"/>
                    <a:pt x="3200567" y="2210793"/>
                  </a:cubicBezTo>
                  <a:cubicBezTo>
                    <a:pt x="3206535" y="2212285"/>
                    <a:pt x="3212503" y="2215269"/>
                    <a:pt x="3222948" y="2219745"/>
                  </a:cubicBezTo>
                  <a:cubicBezTo>
                    <a:pt x="3218472" y="2182442"/>
                    <a:pt x="3221456" y="2151108"/>
                    <a:pt x="3227425" y="2119774"/>
                  </a:cubicBezTo>
                  <a:cubicBezTo>
                    <a:pt x="3237869" y="2061582"/>
                    <a:pt x="3260251" y="2012342"/>
                    <a:pt x="3299045" y="1969072"/>
                  </a:cubicBezTo>
                  <a:cubicBezTo>
                    <a:pt x="3303522" y="1964595"/>
                    <a:pt x="3306506" y="1957135"/>
                    <a:pt x="3313966" y="1948182"/>
                  </a:cubicBezTo>
                  <a:cubicBezTo>
                    <a:pt x="3297553" y="1943706"/>
                    <a:pt x="3285617" y="1940721"/>
                    <a:pt x="3272188" y="1936245"/>
                  </a:cubicBezTo>
                  <a:close/>
                  <a:moveTo>
                    <a:pt x="2687282" y="1888498"/>
                  </a:moveTo>
                  <a:cubicBezTo>
                    <a:pt x="2658932" y="1885514"/>
                    <a:pt x="2657440" y="1887006"/>
                    <a:pt x="2655948" y="1913863"/>
                  </a:cubicBezTo>
                  <a:cubicBezTo>
                    <a:pt x="2655948" y="1924308"/>
                    <a:pt x="2655948" y="1933261"/>
                    <a:pt x="2655948" y="1943706"/>
                  </a:cubicBezTo>
                  <a:cubicBezTo>
                    <a:pt x="2655948" y="1969072"/>
                    <a:pt x="2672361" y="1986977"/>
                    <a:pt x="2687282" y="2003390"/>
                  </a:cubicBezTo>
                  <a:cubicBezTo>
                    <a:pt x="2690267" y="2007866"/>
                    <a:pt x="2699219" y="2007866"/>
                    <a:pt x="2703695" y="2009358"/>
                  </a:cubicBezTo>
                  <a:cubicBezTo>
                    <a:pt x="2697727" y="1967579"/>
                    <a:pt x="2693251" y="1928784"/>
                    <a:pt x="2687282" y="1888498"/>
                  </a:cubicBezTo>
                  <a:close/>
                  <a:moveTo>
                    <a:pt x="1726366" y="1807924"/>
                  </a:moveTo>
                  <a:cubicBezTo>
                    <a:pt x="1712937" y="1810908"/>
                    <a:pt x="1699508" y="1813892"/>
                    <a:pt x="1684587" y="1816877"/>
                  </a:cubicBezTo>
                  <a:cubicBezTo>
                    <a:pt x="1683095" y="1818369"/>
                    <a:pt x="1683095" y="1819861"/>
                    <a:pt x="1681603" y="1821353"/>
                  </a:cubicBezTo>
                  <a:cubicBezTo>
                    <a:pt x="1695032" y="1830306"/>
                    <a:pt x="1709953" y="1839258"/>
                    <a:pt x="1723382" y="1848211"/>
                  </a:cubicBezTo>
                  <a:cubicBezTo>
                    <a:pt x="1733827" y="1830306"/>
                    <a:pt x="1733827" y="1830306"/>
                    <a:pt x="1726366" y="1807924"/>
                  </a:cubicBezTo>
                  <a:close/>
                  <a:moveTo>
                    <a:pt x="2720458" y="1881597"/>
                  </a:moveTo>
                  <a:cubicBezTo>
                    <a:pt x="2706400" y="1883276"/>
                    <a:pt x="2702203" y="1896705"/>
                    <a:pt x="2702203" y="1916848"/>
                  </a:cubicBezTo>
                  <a:cubicBezTo>
                    <a:pt x="2703695" y="1940721"/>
                    <a:pt x="2709664" y="1966087"/>
                    <a:pt x="2717124" y="1989961"/>
                  </a:cubicBezTo>
                  <a:cubicBezTo>
                    <a:pt x="2721601" y="2003390"/>
                    <a:pt x="2729061" y="2021295"/>
                    <a:pt x="2749951" y="2022787"/>
                  </a:cubicBezTo>
                  <a:cubicBezTo>
                    <a:pt x="2745474" y="1975040"/>
                    <a:pt x="2742490" y="1930277"/>
                    <a:pt x="2738014" y="1884021"/>
                  </a:cubicBezTo>
                  <a:cubicBezTo>
                    <a:pt x="2730926" y="1881783"/>
                    <a:pt x="2725145" y="1881037"/>
                    <a:pt x="2720458" y="1881597"/>
                  </a:cubicBezTo>
                  <a:close/>
                  <a:moveTo>
                    <a:pt x="1150413" y="1752716"/>
                  </a:moveTo>
                  <a:cubicBezTo>
                    <a:pt x="1142953" y="1770621"/>
                    <a:pt x="1126540" y="1781066"/>
                    <a:pt x="1138477" y="1800464"/>
                  </a:cubicBezTo>
                  <a:cubicBezTo>
                    <a:pt x="1144445" y="1809416"/>
                    <a:pt x="1151906" y="1812400"/>
                    <a:pt x="1162350" y="1810908"/>
                  </a:cubicBezTo>
                  <a:cubicBezTo>
                    <a:pt x="1181748" y="1806432"/>
                    <a:pt x="1189208" y="1791511"/>
                    <a:pt x="1195177" y="1773606"/>
                  </a:cubicBezTo>
                  <a:cubicBezTo>
                    <a:pt x="1178764" y="1766145"/>
                    <a:pt x="1165335" y="1760177"/>
                    <a:pt x="1150413" y="1752716"/>
                  </a:cubicBezTo>
                  <a:close/>
                  <a:moveTo>
                    <a:pt x="3198328" y="1917034"/>
                  </a:moveTo>
                  <a:cubicBezTo>
                    <a:pt x="3194225" y="1918713"/>
                    <a:pt x="3191615" y="1923562"/>
                    <a:pt x="3187138" y="1933261"/>
                  </a:cubicBezTo>
                  <a:cubicBezTo>
                    <a:pt x="3176693" y="1955642"/>
                    <a:pt x="3169232" y="1979516"/>
                    <a:pt x="3161772" y="2003390"/>
                  </a:cubicBezTo>
                  <a:cubicBezTo>
                    <a:pt x="3157295" y="2018311"/>
                    <a:pt x="3152819" y="2033232"/>
                    <a:pt x="3149835" y="2049645"/>
                  </a:cubicBezTo>
                  <a:cubicBezTo>
                    <a:pt x="3145359" y="2094408"/>
                    <a:pt x="3151327" y="2137679"/>
                    <a:pt x="3163264" y="2179458"/>
                  </a:cubicBezTo>
                  <a:cubicBezTo>
                    <a:pt x="3169232" y="2188411"/>
                    <a:pt x="3170724" y="2201840"/>
                    <a:pt x="3187138" y="2203332"/>
                  </a:cubicBezTo>
                  <a:cubicBezTo>
                    <a:pt x="3172216" y="2104853"/>
                    <a:pt x="3194598" y="2013835"/>
                    <a:pt x="3237869" y="1925800"/>
                  </a:cubicBezTo>
                  <a:cubicBezTo>
                    <a:pt x="3230409" y="1922816"/>
                    <a:pt x="3224440" y="1921324"/>
                    <a:pt x="3218472" y="1919832"/>
                  </a:cubicBezTo>
                  <a:cubicBezTo>
                    <a:pt x="3208027" y="1916848"/>
                    <a:pt x="3202431" y="1915355"/>
                    <a:pt x="3198328" y="1917034"/>
                  </a:cubicBezTo>
                  <a:close/>
                  <a:moveTo>
                    <a:pt x="2791730" y="1878053"/>
                  </a:moveTo>
                  <a:cubicBezTo>
                    <a:pt x="2778301" y="1879545"/>
                    <a:pt x="2767856" y="1879545"/>
                    <a:pt x="2757411" y="1881037"/>
                  </a:cubicBezTo>
                  <a:cubicBezTo>
                    <a:pt x="2752935" y="1924308"/>
                    <a:pt x="2754427" y="1966087"/>
                    <a:pt x="2763380" y="2006374"/>
                  </a:cubicBezTo>
                  <a:cubicBezTo>
                    <a:pt x="2767856" y="2028756"/>
                    <a:pt x="2791730" y="2045169"/>
                    <a:pt x="2817096" y="2045169"/>
                  </a:cubicBezTo>
                  <a:cubicBezTo>
                    <a:pt x="2812619" y="2028756"/>
                    <a:pt x="2811127" y="2009358"/>
                    <a:pt x="2805159" y="1994437"/>
                  </a:cubicBezTo>
                  <a:cubicBezTo>
                    <a:pt x="2794714" y="1972056"/>
                    <a:pt x="2793222" y="1949674"/>
                    <a:pt x="2793222" y="1925800"/>
                  </a:cubicBezTo>
                  <a:cubicBezTo>
                    <a:pt x="2793222" y="1910879"/>
                    <a:pt x="2793222" y="1894466"/>
                    <a:pt x="2791730" y="1878053"/>
                  </a:cubicBezTo>
                  <a:close/>
                  <a:moveTo>
                    <a:pt x="3155803" y="1906403"/>
                  </a:moveTo>
                  <a:cubicBezTo>
                    <a:pt x="3145359" y="1903419"/>
                    <a:pt x="3136406" y="1906403"/>
                    <a:pt x="3133422" y="1916848"/>
                  </a:cubicBezTo>
                  <a:cubicBezTo>
                    <a:pt x="3122977" y="1955642"/>
                    <a:pt x="3106564" y="1992945"/>
                    <a:pt x="3103580" y="2033232"/>
                  </a:cubicBezTo>
                  <a:cubicBezTo>
                    <a:pt x="3100596" y="2080979"/>
                    <a:pt x="3111040" y="2128727"/>
                    <a:pt x="3133422" y="2171998"/>
                  </a:cubicBezTo>
                  <a:cubicBezTo>
                    <a:pt x="3136406" y="2176474"/>
                    <a:pt x="3139390" y="2179458"/>
                    <a:pt x="3142373" y="2182442"/>
                  </a:cubicBezTo>
                  <a:cubicBezTo>
                    <a:pt x="3143867" y="2182442"/>
                    <a:pt x="3146851" y="2180951"/>
                    <a:pt x="3148343" y="2180951"/>
                  </a:cubicBezTo>
                  <a:cubicBezTo>
                    <a:pt x="3142374" y="2136187"/>
                    <a:pt x="3131930" y="2091424"/>
                    <a:pt x="3140882" y="2045169"/>
                  </a:cubicBezTo>
                  <a:cubicBezTo>
                    <a:pt x="3151327" y="2000406"/>
                    <a:pt x="3157295" y="1955642"/>
                    <a:pt x="3179677" y="1913863"/>
                  </a:cubicBezTo>
                  <a:cubicBezTo>
                    <a:pt x="3169231" y="1910879"/>
                    <a:pt x="3163264" y="1907895"/>
                    <a:pt x="3155803" y="1906403"/>
                  </a:cubicBezTo>
                  <a:close/>
                  <a:moveTo>
                    <a:pt x="1789035" y="1794495"/>
                  </a:moveTo>
                  <a:cubicBezTo>
                    <a:pt x="1777098" y="1795987"/>
                    <a:pt x="1765161" y="1797479"/>
                    <a:pt x="1754716" y="1801956"/>
                  </a:cubicBezTo>
                  <a:cubicBezTo>
                    <a:pt x="1747256" y="1804940"/>
                    <a:pt x="1744271" y="1816877"/>
                    <a:pt x="1751732" y="1818369"/>
                  </a:cubicBezTo>
                  <a:cubicBezTo>
                    <a:pt x="1762177" y="1821353"/>
                    <a:pt x="1772622" y="1821353"/>
                    <a:pt x="1783066" y="1818369"/>
                  </a:cubicBezTo>
                  <a:cubicBezTo>
                    <a:pt x="1787543" y="1816877"/>
                    <a:pt x="1790527" y="1807924"/>
                    <a:pt x="1795003" y="1801956"/>
                  </a:cubicBezTo>
                  <a:cubicBezTo>
                    <a:pt x="1793511" y="1798971"/>
                    <a:pt x="1792019" y="1797479"/>
                    <a:pt x="1789035" y="1794495"/>
                  </a:cubicBezTo>
                  <a:close/>
                  <a:moveTo>
                    <a:pt x="2836493" y="1878053"/>
                  </a:moveTo>
                  <a:cubicBezTo>
                    <a:pt x="2814111" y="1876561"/>
                    <a:pt x="2809635" y="1876561"/>
                    <a:pt x="2809635" y="1889990"/>
                  </a:cubicBezTo>
                  <a:cubicBezTo>
                    <a:pt x="2808143" y="1922816"/>
                    <a:pt x="2797698" y="1958627"/>
                    <a:pt x="2818587" y="1989961"/>
                  </a:cubicBezTo>
                  <a:cubicBezTo>
                    <a:pt x="2821572" y="1994437"/>
                    <a:pt x="2821572" y="2001898"/>
                    <a:pt x="2823064" y="2006374"/>
                  </a:cubicBezTo>
                  <a:cubicBezTo>
                    <a:pt x="2827540" y="2021295"/>
                    <a:pt x="2832017" y="2036216"/>
                    <a:pt x="2837985" y="2051137"/>
                  </a:cubicBezTo>
                  <a:cubicBezTo>
                    <a:pt x="2839477" y="2055613"/>
                    <a:pt x="2845445" y="2057106"/>
                    <a:pt x="2854397" y="2064566"/>
                  </a:cubicBezTo>
                  <a:cubicBezTo>
                    <a:pt x="2846938" y="2028756"/>
                    <a:pt x="2839477" y="2000406"/>
                    <a:pt x="2836493" y="1972056"/>
                  </a:cubicBezTo>
                  <a:cubicBezTo>
                    <a:pt x="2833509" y="1940721"/>
                    <a:pt x="2836493" y="1909387"/>
                    <a:pt x="2836493" y="1878053"/>
                  </a:cubicBezTo>
                  <a:close/>
                  <a:moveTo>
                    <a:pt x="3104069" y="1898779"/>
                  </a:moveTo>
                  <a:cubicBezTo>
                    <a:pt x="3091829" y="1897170"/>
                    <a:pt x="3089032" y="1900808"/>
                    <a:pt x="3081198" y="1915356"/>
                  </a:cubicBezTo>
                  <a:cubicBezTo>
                    <a:pt x="3055832" y="1958627"/>
                    <a:pt x="3043896" y="2003390"/>
                    <a:pt x="3052848" y="2052629"/>
                  </a:cubicBezTo>
                  <a:cubicBezTo>
                    <a:pt x="3055832" y="2069043"/>
                    <a:pt x="3057324" y="2086948"/>
                    <a:pt x="3058817" y="2104853"/>
                  </a:cubicBezTo>
                  <a:cubicBezTo>
                    <a:pt x="3060309" y="2139172"/>
                    <a:pt x="3070753" y="2151108"/>
                    <a:pt x="3109548" y="2163045"/>
                  </a:cubicBezTo>
                  <a:cubicBezTo>
                    <a:pt x="3108056" y="2152600"/>
                    <a:pt x="3106564" y="2145140"/>
                    <a:pt x="3103580" y="2136187"/>
                  </a:cubicBezTo>
                  <a:cubicBezTo>
                    <a:pt x="3094627" y="2097393"/>
                    <a:pt x="3088659" y="2058598"/>
                    <a:pt x="3094627" y="2019803"/>
                  </a:cubicBezTo>
                  <a:cubicBezTo>
                    <a:pt x="3099103" y="1986977"/>
                    <a:pt x="3109548" y="1955642"/>
                    <a:pt x="3117009" y="1922816"/>
                  </a:cubicBezTo>
                  <a:cubicBezTo>
                    <a:pt x="3117009" y="1916848"/>
                    <a:pt x="3118501" y="1910879"/>
                    <a:pt x="3119993" y="1901927"/>
                  </a:cubicBezTo>
                  <a:cubicBezTo>
                    <a:pt x="3113278" y="1900435"/>
                    <a:pt x="3108149" y="1899316"/>
                    <a:pt x="3104069" y="1898779"/>
                  </a:cubicBezTo>
                  <a:close/>
                  <a:moveTo>
                    <a:pt x="2041014" y="1810349"/>
                  </a:moveTo>
                  <a:cubicBezTo>
                    <a:pt x="2037097" y="1812027"/>
                    <a:pt x="2033740" y="1815385"/>
                    <a:pt x="2030756" y="1818369"/>
                  </a:cubicBezTo>
                  <a:cubicBezTo>
                    <a:pt x="2024787" y="1822845"/>
                    <a:pt x="2021803" y="1830306"/>
                    <a:pt x="2026280" y="1837766"/>
                  </a:cubicBezTo>
                  <a:cubicBezTo>
                    <a:pt x="2032248" y="1845227"/>
                    <a:pt x="2039708" y="1848211"/>
                    <a:pt x="2048661" y="1845227"/>
                  </a:cubicBezTo>
                  <a:cubicBezTo>
                    <a:pt x="2056122" y="1842243"/>
                    <a:pt x="2062090" y="1837766"/>
                    <a:pt x="2074027" y="1830306"/>
                  </a:cubicBezTo>
                  <a:cubicBezTo>
                    <a:pt x="2065074" y="1821353"/>
                    <a:pt x="2060598" y="1816877"/>
                    <a:pt x="2054629" y="1812400"/>
                  </a:cubicBezTo>
                  <a:cubicBezTo>
                    <a:pt x="2049407" y="1808670"/>
                    <a:pt x="2044931" y="1808670"/>
                    <a:pt x="2041014" y="1810349"/>
                  </a:cubicBezTo>
                  <a:close/>
                  <a:moveTo>
                    <a:pt x="2870299" y="1876095"/>
                  </a:moveTo>
                  <a:cubicBezTo>
                    <a:pt x="2857289" y="1874976"/>
                    <a:pt x="2854771" y="1881411"/>
                    <a:pt x="2851414" y="1900435"/>
                  </a:cubicBezTo>
                  <a:cubicBezTo>
                    <a:pt x="2842461" y="1954150"/>
                    <a:pt x="2858874" y="2004882"/>
                    <a:pt x="2870811" y="2055613"/>
                  </a:cubicBezTo>
                  <a:cubicBezTo>
                    <a:pt x="2873795" y="2069043"/>
                    <a:pt x="2881256" y="2072027"/>
                    <a:pt x="2896177" y="2069043"/>
                  </a:cubicBezTo>
                  <a:cubicBezTo>
                    <a:pt x="2893193" y="2058598"/>
                    <a:pt x="2890209" y="2048153"/>
                    <a:pt x="2888716" y="2037708"/>
                  </a:cubicBezTo>
                  <a:cubicBezTo>
                    <a:pt x="2881256" y="1995929"/>
                    <a:pt x="2881256" y="1954150"/>
                    <a:pt x="2887224" y="1913863"/>
                  </a:cubicBezTo>
                  <a:cubicBezTo>
                    <a:pt x="2888716" y="1903419"/>
                    <a:pt x="2887224" y="1891482"/>
                    <a:pt x="2887224" y="1879545"/>
                  </a:cubicBezTo>
                  <a:cubicBezTo>
                    <a:pt x="2880136" y="1877680"/>
                    <a:pt x="2874635" y="1876468"/>
                    <a:pt x="2870299" y="1876095"/>
                  </a:cubicBezTo>
                  <a:close/>
                  <a:moveTo>
                    <a:pt x="447632" y="1678111"/>
                  </a:moveTo>
                  <a:cubicBezTo>
                    <a:pt x="443155" y="1688556"/>
                    <a:pt x="440171" y="1701984"/>
                    <a:pt x="434203" y="1707953"/>
                  </a:cubicBezTo>
                  <a:cubicBezTo>
                    <a:pt x="422266" y="1716906"/>
                    <a:pt x="419282" y="1730335"/>
                    <a:pt x="416297" y="1742271"/>
                  </a:cubicBezTo>
                  <a:cubicBezTo>
                    <a:pt x="411821" y="1760177"/>
                    <a:pt x="407345" y="1778082"/>
                    <a:pt x="404361" y="1795987"/>
                  </a:cubicBezTo>
                  <a:cubicBezTo>
                    <a:pt x="398392" y="1831798"/>
                    <a:pt x="389440" y="1866116"/>
                    <a:pt x="386455" y="1901927"/>
                  </a:cubicBezTo>
                  <a:cubicBezTo>
                    <a:pt x="383471" y="1939229"/>
                    <a:pt x="384963" y="1976532"/>
                    <a:pt x="387947" y="2015327"/>
                  </a:cubicBezTo>
                  <a:cubicBezTo>
                    <a:pt x="392424" y="2070535"/>
                    <a:pt x="398392" y="2124250"/>
                    <a:pt x="404361" y="2179458"/>
                  </a:cubicBezTo>
                  <a:cubicBezTo>
                    <a:pt x="404361" y="2183935"/>
                    <a:pt x="405853" y="2188411"/>
                    <a:pt x="407345" y="2191395"/>
                  </a:cubicBezTo>
                  <a:cubicBezTo>
                    <a:pt x="413313" y="2218253"/>
                    <a:pt x="419282" y="2245111"/>
                    <a:pt x="425250" y="2271969"/>
                  </a:cubicBezTo>
                  <a:cubicBezTo>
                    <a:pt x="437187" y="2322701"/>
                    <a:pt x="447632" y="2374924"/>
                    <a:pt x="468521" y="2422672"/>
                  </a:cubicBezTo>
                  <a:cubicBezTo>
                    <a:pt x="483442" y="2454006"/>
                    <a:pt x="498363" y="2485340"/>
                    <a:pt x="514776" y="2516674"/>
                  </a:cubicBezTo>
                  <a:cubicBezTo>
                    <a:pt x="537158" y="2559945"/>
                    <a:pt x="558047" y="2604708"/>
                    <a:pt x="583413" y="2647980"/>
                  </a:cubicBezTo>
                  <a:cubicBezTo>
                    <a:pt x="601319" y="2679314"/>
                    <a:pt x="622208" y="2709156"/>
                    <a:pt x="644590" y="2736014"/>
                  </a:cubicBezTo>
                  <a:cubicBezTo>
                    <a:pt x="677416" y="2774809"/>
                    <a:pt x="711734" y="2810619"/>
                    <a:pt x="746053" y="2846429"/>
                  </a:cubicBezTo>
                  <a:cubicBezTo>
                    <a:pt x="793800" y="2898653"/>
                    <a:pt x="856469" y="2916559"/>
                    <a:pt x="925106" y="2913574"/>
                  </a:cubicBezTo>
                  <a:cubicBezTo>
                    <a:pt x="965392" y="2912082"/>
                    <a:pt x="996727" y="2891193"/>
                    <a:pt x="1011648" y="2852398"/>
                  </a:cubicBezTo>
                  <a:cubicBezTo>
                    <a:pt x="1035521" y="2788237"/>
                    <a:pt x="1023584" y="2727061"/>
                    <a:pt x="990758" y="2670361"/>
                  </a:cubicBezTo>
                  <a:cubicBezTo>
                    <a:pt x="989266" y="2667377"/>
                    <a:pt x="984790" y="2664393"/>
                    <a:pt x="981805" y="2661408"/>
                  </a:cubicBezTo>
                  <a:cubicBezTo>
                    <a:pt x="960916" y="2639027"/>
                    <a:pt x="928090" y="2640519"/>
                    <a:pt x="902724" y="2628582"/>
                  </a:cubicBezTo>
                  <a:cubicBezTo>
                    <a:pt x="899740" y="2627090"/>
                    <a:pt x="896756" y="2630074"/>
                    <a:pt x="892279" y="2630074"/>
                  </a:cubicBezTo>
                  <a:cubicBezTo>
                    <a:pt x="863929" y="2631566"/>
                    <a:pt x="840055" y="2644995"/>
                    <a:pt x="814690" y="2653948"/>
                  </a:cubicBezTo>
                  <a:cubicBezTo>
                    <a:pt x="799769" y="2659916"/>
                    <a:pt x="790816" y="2671853"/>
                    <a:pt x="783356" y="2688266"/>
                  </a:cubicBezTo>
                  <a:cubicBezTo>
                    <a:pt x="765450" y="2731537"/>
                    <a:pt x="775895" y="2797190"/>
                    <a:pt x="825134" y="2838969"/>
                  </a:cubicBezTo>
                  <a:cubicBezTo>
                    <a:pt x="849008" y="2858366"/>
                    <a:pt x="869898" y="2861351"/>
                    <a:pt x="898248" y="2847922"/>
                  </a:cubicBezTo>
                  <a:cubicBezTo>
                    <a:pt x="917645" y="2838969"/>
                    <a:pt x="932566" y="2822556"/>
                    <a:pt x="938534" y="2803158"/>
                  </a:cubicBezTo>
                  <a:cubicBezTo>
                    <a:pt x="944503" y="2783761"/>
                    <a:pt x="948979" y="2762872"/>
                    <a:pt x="948979" y="2741982"/>
                  </a:cubicBezTo>
                  <a:cubicBezTo>
                    <a:pt x="950471" y="2709156"/>
                    <a:pt x="920629" y="2680806"/>
                    <a:pt x="890787" y="2683790"/>
                  </a:cubicBezTo>
                  <a:cubicBezTo>
                    <a:pt x="859453" y="2686774"/>
                    <a:pt x="820658" y="2712140"/>
                    <a:pt x="829611" y="2753919"/>
                  </a:cubicBezTo>
                  <a:cubicBezTo>
                    <a:pt x="832595" y="2764364"/>
                    <a:pt x="835579" y="2774809"/>
                    <a:pt x="840055" y="2785253"/>
                  </a:cubicBezTo>
                  <a:cubicBezTo>
                    <a:pt x="847516" y="2801666"/>
                    <a:pt x="868405" y="2812111"/>
                    <a:pt x="880342" y="2809127"/>
                  </a:cubicBezTo>
                  <a:cubicBezTo>
                    <a:pt x="901232" y="2801666"/>
                    <a:pt x="913169" y="2768840"/>
                    <a:pt x="902724" y="2749443"/>
                  </a:cubicBezTo>
                  <a:cubicBezTo>
                    <a:pt x="898248" y="2741982"/>
                    <a:pt x="892279" y="2738998"/>
                    <a:pt x="883327" y="2740490"/>
                  </a:cubicBezTo>
                  <a:cubicBezTo>
                    <a:pt x="875866" y="2741982"/>
                    <a:pt x="868405" y="2746458"/>
                    <a:pt x="872882" y="2756903"/>
                  </a:cubicBezTo>
                  <a:cubicBezTo>
                    <a:pt x="875866" y="2764364"/>
                    <a:pt x="875866" y="2770332"/>
                    <a:pt x="866913" y="2774809"/>
                  </a:cubicBezTo>
                  <a:cubicBezTo>
                    <a:pt x="859453" y="2767348"/>
                    <a:pt x="851992" y="2759888"/>
                    <a:pt x="857961" y="2746458"/>
                  </a:cubicBezTo>
                  <a:cubicBezTo>
                    <a:pt x="862437" y="2734522"/>
                    <a:pt x="881834" y="2727061"/>
                    <a:pt x="893771" y="2730045"/>
                  </a:cubicBezTo>
                  <a:cubicBezTo>
                    <a:pt x="905708" y="2733030"/>
                    <a:pt x="914661" y="2740490"/>
                    <a:pt x="913169" y="2752427"/>
                  </a:cubicBezTo>
                  <a:cubicBezTo>
                    <a:pt x="913169" y="2767348"/>
                    <a:pt x="911677" y="2782269"/>
                    <a:pt x="907200" y="2795698"/>
                  </a:cubicBezTo>
                  <a:cubicBezTo>
                    <a:pt x="899740" y="2815095"/>
                    <a:pt x="874374" y="2825540"/>
                    <a:pt x="857961" y="2818080"/>
                  </a:cubicBezTo>
                  <a:cubicBezTo>
                    <a:pt x="831103" y="2806143"/>
                    <a:pt x="810213" y="2759888"/>
                    <a:pt x="816182" y="2731537"/>
                  </a:cubicBezTo>
                  <a:cubicBezTo>
                    <a:pt x="820658" y="2704679"/>
                    <a:pt x="841548" y="2692743"/>
                    <a:pt x="860945" y="2680806"/>
                  </a:cubicBezTo>
                  <a:cubicBezTo>
                    <a:pt x="895263" y="2659916"/>
                    <a:pt x="943011" y="2677822"/>
                    <a:pt x="953455" y="2716616"/>
                  </a:cubicBezTo>
                  <a:cubicBezTo>
                    <a:pt x="963900" y="2752427"/>
                    <a:pt x="954948" y="2785253"/>
                    <a:pt x="941519" y="2818080"/>
                  </a:cubicBezTo>
                  <a:cubicBezTo>
                    <a:pt x="929582" y="2846429"/>
                    <a:pt x="905708" y="2858366"/>
                    <a:pt x="878850" y="2867319"/>
                  </a:cubicBezTo>
                  <a:cubicBezTo>
                    <a:pt x="860945" y="2873287"/>
                    <a:pt x="843040" y="2870303"/>
                    <a:pt x="828119" y="2858366"/>
                  </a:cubicBezTo>
                  <a:cubicBezTo>
                    <a:pt x="798277" y="2834493"/>
                    <a:pt x="769927" y="2809127"/>
                    <a:pt x="763958" y="2768840"/>
                  </a:cubicBezTo>
                  <a:cubicBezTo>
                    <a:pt x="763958" y="2762872"/>
                    <a:pt x="760974" y="2756903"/>
                    <a:pt x="757990" y="2747951"/>
                  </a:cubicBezTo>
                  <a:cubicBezTo>
                    <a:pt x="741577" y="2750935"/>
                    <a:pt x="731132" y="2740490"/>
                    <a:pt x="722179" y="2730045"/>
                  </a:cubicBezTo>
                  <a:cubicBezTo>
                    <a:pt x="690845" y="2694235"/>
                    <a:pt x="659511" y="2656932"/>
                    <a:pt x="634145" y="2615153"/>
                  </a:cubicBezTo>
                  <a:cubicBezTo>
                    <a:pt x="586398" y="2537564"/>
                    <a:pt x="549095" y="2454006"/>
                    <a:pt x="519253" y="2367464"/>
                  </a:cubicBezTo>
                  <a:cubicBezTo>
                    <a:pt x="498363" y="2306287"/>
                    <a:pt x="487919" y="2242127"/>
                    <a:pt x="472997" y="2177966"/>
                  </a:cubicBezTo>
                  <a:cubicBezTo>
                    <a:pt x="468521" y="2157077"/>
                    <a:pt x="465537" y="2136187"/>
                    <a:pt x="459569" y="2116790"/>
                  </a:cubicBezTo>
                  <a:cubicBezTo>
                    <a:pt x="444647" y="2069043"/>
                    <a:pt x="429726" y="2021295"/>
                    <a:pt x="435695" y="1969072"/>
                  </a:cubicBezTo>
                  <a:cubicBezTo>
                    <a:pt x="435695" y="1967579"/>
                    <a:pt x="435695" y="1966087"/>
                    <a:pt x="435695" y="1964595"/>
                  </a:cubicBezTo>
                  <a:cubicBezTo>
                    <a:pt x="432711" y="1918340"/>
                    <a:pt x="435695" y="1873577"/>
                    <a:pt x="444647" y="1827321"/>
                  </a:cubicBezTo>
                  <a:cubicBezTo>
                    <a:pt x="452108" y="1788527"/>
                    <a:pt x="458076" y="1749732"/>
                    <a:pt x="465537" y="1710937"/>
                  </a:cubicBezTo>
                  <a:cubicBezTo>
                    <a:pt x="468521" y="1694524"/>
                    <a:pt x="462553" y="1685571"/>
                    <a:pt x="447632" y="1678111"/>
                  </a:cubicBezTo>
                  <a:close/>
                  <a:moveTo>
                    <a:pt x="2930495" y="1878053"/>
                  </a:moveTo>
                  <a:cubicBezTo>
                    <a:pt x="2908114" y="1873577"/>
                    <a:pt x="2905130" y="1875069"/>
                    <a:pt x="2902145" y="1895958"/>
                  </a:cubicBezTo>
                  <a:cubicBezTo>
                    <a:pt x="2899160" y="1916848"/>
                    <a:pt x="2897668" y="1937737"/>
                    <a:pt x="2894685" y="1957135"/>
                  </a:cubicBezTo>
                  <a:cubicBezTo>
                    <a:pt x="2890209" y="1995929"/>
                    <a:pt x="2896177" y="2033232"/>
                    <a:pt x="2909606" y="2070535"/>
                  </a:cubicBezTo>
                  <a:cubicBezTo>
                    <a:pt x="2915574" y="2086948"/>
                    <a:pt x="2918559" y="2088440"/>
                    <a:pt x="2939448" y="2088440"/>
                  </a:cubicBezTo>
                  <a:cubicBezTo>
                    <a:pt x="2936464" y="2054121"/>
                    <a:pt x="2930495" y="2019803"/>
                    <a:pt x="2930495" y="1985485"/>
                  </a:cubicBezTo>
                  <a:cubicBezTo>
                    <a:pt x="2931988" y="1951166"/>
                    <a:pt x="2939448" y="1916848"/>
                    <a:pt x="2943924" y="1882529"/>
                  </a:cubicBezTo>
                  <a:cubicBezTo>
                    <a:pt x="2937956" y="1881037"/>
                    <a:pt x="2934972" y="1879545"/>
                    <a:pt x="2930495" y="1878053"/>
                  </a:cubicBezTo>
                  <a:close/>
                  <a:moveTo>
                    <a:pt x="3025990" y="1884021"/>
                  </a:moveTo>
                  <a:cubicBezTo>
                    <a:pt x="3020022" y="1901927"/>
                    <a:pt x="3014053" y="1915356"/>
                    <a:pt x="3012561" y="1928784"/>
                  </a:cubicBezTo>
                  <a:cubicBezTo>
                    <a:pt x="3006593" y="1957135"/>
                    <a:pt x="3002117" y="1985485"/>
                    <a:pt x="2999132" y="2015327"/>
                  </a:cubicBezTo>
                  <a:cubicBezTo>
                    <a:pt x="2997640" y="2033232"/>
                    <a:pt x="2996148" y="2052629"/>
                    <a:pt x="2999132" y="2070535"/>
                  </a:cubicBezTo>
                  <a:cubicBezTo>
                    <a:pt x="3005101" y="2098885"/>
                    <a:pt x="3012561" y="2125743"/>
                    <a:pt x="3046879" y="2136187"/>
                  </a:cubicBezTo>
                  <a:cubicBezTo>
                    <a:pt x="3045387" y="2112314"/>
                    <a:pt x="3045387" y="2088440"/>
                    <a:pt x="3040911" y="2067550"/>
                  </a:cubicBezTo>
                  <a:cubicBezTo>
                    <a:pt x="3030466" y="2016819"/>
                    <a:pt x="3039419" y="1967579"/>
                    <a:pt x="3058817" y="1921324"/>
                  </a:cubicBezTo>
                  <a:cubicBezTo>
                    <a:pt x="3061801" y="1912371"/>
                    <a:pt x="3066277" y="1904911"/>
                    <a:pt x="3070753" y="1892974"/>
                  </a:cubicBezTo>
                  <a:cubicBezTo>
                    <a:pt x="3055832" y="1889990"/>
                    <a:pt x="3042403" y="1887006"/>
                    <a:pt x="3025990" y="1884021"/>
                  </a:cubicBezTo>
                  <a:close/>
                  <a:moveTo>
                    <a:pt x="3008085" y="1881037"/>
                  </a:moveTo>
                  <a:cubicBezTo>
                    <a:pt x="2996148" y="1881037"/>
                    <a:pt x="2985703" y="1879545"/>
                    <a:pt x="2975259" y="1879545"/>
                  </a:cubicBezTo>
                  <a:cubicBezTo>
                    <a:pt x="2964814" y="1879545"/>
                    <a:pt x="2958846" y="1884021"/>
                    <a:pt x="2958846" y="1894466"/>
                  </a:cubicBezTo>
                  <a:cubicBezTo>
                    <a:pt x="2954369" y="1928784"/>
                    <a:pt x="2949893" y="1963103"/>
                    <a:pt x="2946909" y="1998914"/>
                  </a:cubicBezTo>
                  <a:cubicBezTo>
                    <a:pt x="2943924" y="2027264"/>
                    <a:pt x="2951385" y="2052629"/>
                    <a:pt x="2957353" y="2079487"/>
                  </a:cubicBezTo>
                  <a:cubicBezTo>
                    <a:pt x="2960338" y="2098885"/>
                    <a:pt x="2969290" y="2110822"/>
                    <a:pt x="2993164" y="2112314"/>
                  </a:cubicBezTo>
                  <a:cubicBezTo>
                    <a:pt x="2976751" y="2033232"/>
                    <a:pt x="2993164" y="1960119"/>
                    <a:pt x="3008085" y="1881037"/>
                  </a:cubicBezTo>
                  <a:close/>
                  <a:moveTo>
                    <a:pt x="1169997" y="1725672"/>
                  </a:moveTo>
                  <a:cubicBezTo>
                    <a:pt x="1166081" y="1727723"/>
                    <a:pt x="1163097" y="1732573"/>
                    <a:pt x="1160858" y="1740779"/>
                  </a:cubicBezTo>
                  <a:cubicBezTo>
                    <a:pt x="1178764" y="1749732"/>
                    <a:pt x="1196669" y="1757192"/>
                    <a:pt x="1213082" y="1766145"/>
                  </a:cubicBezTo>
                  <a:cubicBezTo>
                    <a:pt x="1275750" y="1803448"/>
                    <a:pt x="1301116" y="1840750"/>
                    <a:pt x="1296640" y="1915356"/>
                  </a:cubicBezTo>
                  <a:cubicBezTo>
                    <a:pt x="1290671" y="2021295"/>
                    <a:pt x="1180256" y="2112314"/>
                    <a:pt x="1071332" y="2088440"/>
                  </a:cubicBezTo>
                  <a:cubicBezTo>
                    <a:pt x="1063871" y="2086948"/>
                    <a:pt x="1054919" y="2086948"/>
                    <a:pt x="1047458" y="2086948"/>
                  </a:cubicBezTo>
                  <a:cubicBezTo>
                    <a:pt x="1045966" y="2092916"/>
                    <a:pt x="1044474" y="2097393"/>
                    <a:pt x="1042982" y="2101869"/>
                  </a:cubicBezTo>
                  <a:cubicBezTo>
                    <a:pt x="1039998" y="2119774"/>
                    <a:pt x="1039998" y="2121266"/>
                    <a:pt x="1057903" y="2125743"/>
                  </a:cubicBezTo>
                  <a:cubicBezTo>
                    <a:pt x="1068348" y="2128727"/>
                    <a:pt x="1078792" y="2131711"/>
                    <a:pt x="1089237" y="2131711"/>
                  </a:cubicBezTo>
                  <a:cubicBezTo>
                    <a:pt x="1162350" y="2130219"/>
                    <a:pt x="1230987" y="2116790"/>
                    <a:pt x="1284703" y="2060090"/>
                  </a:cubicBezTo>
                  <a:cubicBezTo>
                    <a:pt x="1335435" y="2006374"/>
                    <a:pt x="1356324" y="1943706"/>
                    <a:pt x="1339911" y="1869100"/>
                  </a:cubicBezTo>
                  <a:cubicBezTo>
                    <a:pt x="1330958" y="1828813"/>
                    <a:pt x="1308577" y="1794495"/>
                    <a:pt x="1274258" y="1772113"/>
                  </a:cubicBezTo>
                  <a:cubicBezTo>
                    <a:pt x="1245908" y="1754208"/>
                    <a:pt x="1214574" y="1742271"/>
                    <a:pt x="1184732" y="1727350"/>
                  </a:cubicBezTo>
                  <a:cubicBezTo>
                    <a:pt x="1178764" y="1724366"/>
                    <a:pt x="1173914" y="1723620"/>
                    <a:pt x="1169997" y="1725672"/>
                  </a:cubicBezTo>
                  <a:close/>
                  <a:moveTo>
                    <a:pt x="2021803" y="1785542"/>
                  </a:moveTo>
                  <a:cubicBezTo>
                    <a:pt x="2009866" y="1791511"/>
                    <a:pt x="2000914" y="1798971"/>
                    <a:pt x="1990469" y="1804940"/>
                  </a:cubicBezTo>
                  <a:cubicBezTo>
                    <a:pt x="1999422" y="1816877"/>
                    <a:pt x="2006882" y="1816877"/>
                    <a:pt x="2014343" y="1810908"/>
                  </a:cubicBezTo>
                  <a:cubicBezTo>
                    <a:pt x="2021803" y="1804940"/>
                    <a:pt x="2027771" y="1798971"/>
                    <a:pt x="2033740" y="1793003"/>
                  </a:cubicBezTo>
                  <a:cubicBezTo>
                    <a:pt x="2029264" y="1790019"/>
                    <a:pt x="2023295" y="1784050"/>
                    <a:pt x="2021803" y="1785542"/>
                  </a:cubicBezTo>
                  <a:close/>
                  <a:moveTo>
                    <a:pt x="331247" y="1645284"/>
                  </a:moveTo>
                  <a:cubicBezTo>
                    <a:pt x="326771" y="1652745"/>
                    <a:pt x="323787" y="1660205"/>
                    <a:pt x="320803" y="1666174"/>
                  </a:cubicBezTo>
                  <a:cubicBezTo>
                    <a:pt x="319311" y="1670650"/>
                    <a:pt x="319311" y="1676619"/>
                    <a:pt x="320803" y="1679603"/>
                  </a:cubicBezTo>
                  <a:cubicBezTo>
                    <a:pt x="328263" y="1694524"/>
                    <a:pt x="367058" y="1710937"/>
                    <a:pt x="381979" y="1704969"/>
                  </a:cubicBezTo>
                  <a:cubicBezTo>
                    <a:pt x="396900" y="1699000"/>
                    <a:pt x="408837" y="1697508"/>
                    <a:pt x="419282" y="1707953"/>
                  </a:cubicBezTo>
                  <a:cubicBezTo>
                    <a:pt x="432711" y="1703477"/>
                    <a:pt x="437187" y="1694524"/>
                    <a:pt x="432711" y="1684079"/>
                  </a:cubicBezTo>
                  <a:cubicBezTo>
                    <a:pt x="431219" y="1679603"/>
                    <a:pt x="422266" y="1672142"/>
                    <a:pt x="417790" y="1673635"/>
                  </a:cubicBezTo>
                  <a:cubicBezTo>
                    <a:pt x="399884" y="1676619"/>
                    <a:pt x="387947" y="1666174"/>
                    <a:pt x="376011" y="1651253"/>
                  </a:cubicBezTo>
                  <a:cubicBezTo>
                    <a:pt x="359597" y="1667666"/>
                    <a:pt x="349153" y="1649761"/>
                    <a:pt x="331247" y="1645284"/>
                  </a:cubicBezTo>
                  <a:close/>
                  <a:moveTo>
                    <a:pt x="1887327" y="1768383"/>
                  </a:moveTo>
                  <a:cubicBezTo>
                    <a:pt x="1880426" y="1767264"/>
                    <a:pt x="1873339" y="1768383"/>
                    <a:pt x="1865132" y="1772113"/>
                  </a:cubicBezTo>
                  <a:cubicBezTo>
                    <a:pt x="1857672" y="1776590"/>
                    <a:pt x="1847227" y="1776590"/>
                    <a:pt x="1838274" y="1778082"/>
                  </a:cubicBezTo>
                  <a:cubicBezTo>
                    <a:pt x="1827829" y="1782558"/>
                    <a:pt x="1817385" y="1785542"/>
                    <a:pt x="1808432" y="1788527"/>
                  </a:cubicBezTo>
                  <a:cubicBezTo>
                    <a:pt x="1809924" y="1790019"/>
                    <a:pt x="1809924" y="1791511"/>
                    <a:pt x="1809924" y="1793003"/>
                  </a:cubicBezTo>
                  <a:cubicBezTo>
                    <a:pt x="1838274" y="1801956"/>
                    <a:pt x="1866624" y="1810908"/>
                    <a:pt x="1894974" y="1821353"/>
                  </a:cubicBezTo>
                  <a:cubicBezTo>
                    <a:pt x="1923324" y="1831798"/>
                    <a:pt x="1948690" y="1846719"/>
                    <a:pt x="1960627" y="1878053"/>
                  </a:cubicBezTo>
                  <a:cubicBezTo>
                    <a:pt x="1962119" y="1884021"/>
                    <a:pt x="1968087" y="1891482"/>
                    <a:pt x="1974056" y="1891482"/>
                  </a:cubicBezTo>
                  <a:cubicBezTo>
                    <a:pt x="1997929" y="1895958"/>
                    <a:pt x="2023295" y="1897450"/>
                    <a:pt x="2050153" y="1892974"/>
                  </a:cubicBezTo>
                  <a:cubicBezTo>
                    <a:pt x="2032248" y="1863132"/>
                    <a:pt x="2011358" y="1842243"/>
                    <a:pt x="1984501" y="1825829"/>
                  </a:cubicBezTo>
                  <a:cubicBezTo>
                    <a:pt x="1959135" y="1809416"/>
                    <a:pt x="1932277" y="1795987"/>
                    <a:pt x="1908403" y="1778082"/>
                  </a:cubicBezTo>
                  <a:cubicBezTo>
                    <a:pt x="1900943" y="1772859"/>
                    <a:pt x="1894228" y="1769502"/>
                    <a:pt x="1887327" y="1768383"/>
                  </a:cubicBezTo>
                  <a:close/>
                  <a:moveTo>
                    <a:pt x="561032" y="1654237"/>
                  </a:moveTo>
                  <a:cubicBezTo>
                    <a:pt x="546111" y="1655729"/>
                    <a:pt x="531190" y="1655729"/>
                    <a:pt x="513284" y="1657221"/>
                  </a:cubicBezTo>
                  <a:cubicBezTo>
                    <a:pt x="513284" y="1678111"/>
                    <a:pt x="496871" y="1682587"/>
                    <a:pt x="478966" y="1685571"/>
                  </a:cubicBezTo>
                  <a:cubicBezTo>
                    <a:pt x="492395" y="1709445"/>
                    <a:pt x="499855" y="1713921"/>
                    <a:pt x="511792" y="1706461"/>
                  </a:cubicBezTo>
                  <a:cubicBezTo>
                    <a:pt x="528205" y="1697508"/>
                    <a:pt x="543126" y="1685571"/>
                    <a:pt x="558047" y="1673635"/>
                  </a:cubicBezTo>
                  <a:cubicBezTo>
                    <a:pt x="564016" y="1667666"/>
                    <a:pt x="568492" y="1660205"/>
                    <a:pt x="561032" y="1654237"/>
                  </a:cubicBezTo>
                  <a:close/>
                  <a:moveTo>
                    <a:pt x="2163553" y="1782558"/>
                  </a:moveTo>
                  <a:cubicBezTo>
                    <a:pt x="2145648" y="1775098"/>
                    <a:pt x="2135203" y="1788527"/>
                    <a:pt x="2121774" y="1797479"/>
                  </a:cubicBezTo>
                  <a:cubicBezTo>
                    <a:pt x="2136695" y="1815385"/>
                    <a:pt x="2148632" y="1831798"/>
                    <a:pt x="2163553" y="1849703"/>
                  </a:cubicBezTo>
                  <a:cubicBezTo>
                    <a:pt x="2178474" y="1843735"/>
                    <a:pt x="2187427" y="1836274"/>
                    <a:pt x="2185935" y="1819861"/>
                  </a:cubicBezTo>
                  <a:cubicBezTo>
                    <a:pt x="2184443" y="1803448"/>
                    <a:pt x="2178474" y="1790019"/>
                    <a:pt x="2163553" y="1782558"/>
                  </a:cubicBezTo>
                  <a:close/>
                  <a:moveTo>
                    <a:pt x="1536682" y="1731267"/>
                  </a:moveTo>
                  <a:cubicBezTo>
                    <a:pt x="1531273" y="1731827"/>
                    <a:pt x="1526424" y="1734065"/>
                    <a:pt x="1521948" y="1737795"/>
                  </a:cubicBezTo>
                  <a:cubicBezTo>
                    <a:pt x="1514487" y="1745256"/>
                    <a:pt x="1508519" y="1752716"/>
                    <a:pt x="1515979" y="1764653"/>
                  </a:cubicBezTo>
                  <a:cubicBezTo>
                    <a:pt x="1523440" y="1766145"/>
                    <a:pt x="1529408" y="1767637"/>
                    <a:pt x="1538361" y="1769129"/>
                  </a:cubicBezTo>
                  <a:cubicBezTo>
                    <a:pt x="1544329" y="1755700"/>
                    <a:pt x="1550298" y="1745256"/>
                    <a:pt x="1554774" y="1734811"/>
                  </a:cubicBezTo>
                  <a:cubicBezTo>
                    <a:pt x="1548060" y="1731827"/>
                    <a:pt x="1542091" y="1730707"/>
                    <a:pt x="1536682" y="1731267"/>
                  </a:cubicBezTo>
                  <a:close/>
                  <a:moveTo>
                    <a:pt x="1665190" y="1740779"/>
                  </a:moveTo>
                  <a:cubicBezTo>
                    <a:pt x="1654745" y="1742271"/>
                    <a:pt x="1647285" y="1748240"/>
                    <a:pt x="1648777" y="1763161"/>
                  </a:cubicBezTo>
                  <a:cubicBezTo>
                    <a:pt x="1659221" y="1760177"/>
                    <a:pt x="1669666" y="1760177"/>
                    <a:pt x="1684587" y="1760177"/>
                  </a:cubicBezTo>
                  <a:cubicBezTo>
                    <a:pt x="1680111" y="1748240"/>
                    <a:pt x="1677127" y="1737795"/>
                    <a:pt x="1665190" y="1740779"/>
                  </a:cubicBezTo>
                  <a:close/>
                  <a:moveTo>
                    <a:pt x="1333942" y="1696016"/>
                  </a:moveTo>
                  <a:cubicBezTo>
                    <a:pt x="1322006" y="1699000"/>
                    <a:pt x="1313053" y="1701984"/>
                    <a:pt x="1302608" y="1703477"/>
                  </a:cubicBezTo>
                  <a:cubicBezTo>
                    <a:pt x="1292164" y="1706461"/>
                    <a:pt x="1281719" y="1693032"/>
                    <a:pt x="1269782" y="1707953"/>
                  </a:cubicBezTo>
                  <a:cubicBezTo>
                    <a:pt x="1293656" y="1716906"/>
                    <a:pt x="1314545" y="1724366"/>
                    <a:pt x="1333942" y="1731827"/>
                  </a:cubicBezTo>
                  <a:cubicBezTo>
                    <a:pt x="1344387" y="1725858"/>
                    <a:pt x="1353340" y="1719890"/>
                    <a:pt x="1362292" y="1715414"/>
                  </a:cubicBezTo>
                  <a:cubicBezTo>
                    <a:pt x="1369753" y="1712429"/>
                    <a:pt x="1383182" y="1721382"/>
                    <a:pt x="1387658" y="1704969"/>
                  </a:cubicBezTo>
                  <a:cubicBezTo>
                    <a:pt x="1356324" y="1706461"/>
                    <a:pt x="1351848" y="1704969"/>
                    <a:pt x="1333942" y="1696016"/>
                  </a:cubicBezTo>
                  <a:close/>
                  <a:moveTo>
                    <a:pt x="1984501" y="1743763"/>
                  </a:moveTo>
                  <a:cubicBezTo>
                    <a:pt x="1969579" y="1757192"/>
                    <a:pt x="1954658" y="1767637"/>
                    <a:pt x="1951674" y="1787034"/>
                  </a:cubicBezTo>
                  <a:cubicBezTo>
                    <a:pt x="1972564" y="1801956"/>
                    <a:pt x="1983008" y="1797479"/>
                    <a:pt x="2011358" y="1767637"/>
                  </a:cubicBezTo>
                  <a:cubicBezTo>
                    <a:pt x="2002406" y="1760177"/>
                    <a:pt x="1994945" y="1752716"/>
                    <a:pt x="1984501" y="1743763"/>
                  </a:cubicBezTo>
                  <a:close/>
                  <a:moveTo>
                    <a:pt x="814690" y="1646777"/>
                  </a:moveTo>
                  <a:cubicBezTo>
                    <a:pt x="805737" y="1673635"/>
                    <a:pt x="796784" y="1696016"/>
                    <a:pt x="792308" y="1718398"/>
                  </a:cubicBezTo>
                  <a:cubicBezTo>
                    <a:pt x="783356" y="1769129"/>
                    <a:pt x="768434" y="1821353"/>
                    <a:pt x="766942" y="1873577"/>
                  </a:cubicBezTo>
                  <a:cubicBezTo>
                    <a:pt x="765450" y="1912371"/>
                    <a:pt x="762466" y="1949674"/>
                    <a:pt x="771419" y="1988469"/>
                  </a:cubicBezTo>
                  <a:cubicBezTo>
                    <a:pt x="780371" y="2025771"/>
                    <a:pt x="789324" y="2063074"/>
                    <a:pt x="796784" y="2100377"/>
                  </a:cubicBezTo>
                  <a:cubicBezTo>
                    <a:pt x="802753" y="2136187"/>
                    <a:pt x="808721" y="2170506"/>
                    <a:pt x="822150" y="2203332"/>
                  </a:cubicBezTo>
                  <a:cubicBezTo>
                    <a:pt x="837071" y="2239143"/>
                    <a:pt x="851992" y="2276445"/>
                    <a:pt x="868405" y="2310764"/>
                  </a:cubicBezTo>
                  <a:cubicBezTo>
                    <a:pt x="874374" y="2325685"/>
                    <a:pt x="886311" y="2339114"/>
                    <a:pt x="893771" y="2354035"/>
                  </a:cubicBezTo>
                  <a:cubicBezTo>
                    <a:pt x="922121" y="2410735"/>
                    <a:pt x="962408" y="2461466"/>
                    <a:pt x="999711" y="2512198"/>
                  </a:cubicBezTo>
                  <a:cubicBezTo>
                    <a:pt x="1002695" y="2519658"/>
                    <a:pt x="1013140" y="2525627"/>
                    <a:pt x="1022092" y="2533087"/>
                  </a:cubicBezTo>
                  <a:cubicBezTo>
                    <a:pt x="1023584" y="2531595"/>
                    <a:pt x="1025077" y="2530103"/>
                    <a:pt x="1026569" y="2530103"/>
                  </a:cubicBezTo>
                  <a:cubicBezTo>
                    <a:pt x="1020600" y="2503245"/>
                    <a:pt x="1013140" y="2476387"/>
                    <a:pt x="1007171" y="2451021"/>
                  </a:cubicBezTo>
                  <a:cubicBezTo>
                    <a:pt x="1002695" y="2434608"/>
                    <a:pt x="996727" y="2419687"/>
                    <a:pt x="987774" y="2406258"/>
                  </a:cubicBezTo>
                  <a:cubicBezTo>
                    <a:pt x="954948" y="2354035"/>
                    <a:pt x="926598" y="2300319"/>
                    <a:pt x="904216" y="2243619"/>
                  </a:cubicBezTo>
                  <a:cubicBezTo>
                    <a:pt x="887803" y="2201840"/>
                    <a:pt x="869898" y="2160061"/>
                    <a:pt x="863929" y="2115298"/>
                  </a:cubicBezTo>
                  <a:cubicBezTo>
                    <a:pt x="856469" y="2067550"/>
                    <a:pt x="846024" y="2018311"/>
                    <a:pt x="835579" y="1970563"/>
                  </a:cubicBezTo>
                  <a:cubicBezTo>
                    <a:pt x="831103" y="1948182"/>
                    <a:pt x="823642" y="1924308"/>
                    <a:pt x="823642" y="1901927"/>
                  </a:cubicBezTo>
                  <a:cubicBezTo>
                    <a:pt x="820658" y="1836274"/>
                    <a:pt x="820658" y="1772113"/>
                    <a:pt x="844532" y="1709445"/>
                  </a:cubicBezTo>
                  <a:cubicBezTo>
                    <a:pt x="847516" y="1701984"/>
                    <a:pt x="847516" y="1696016"/>
                    <a:pt x="850500" y="1688556"/>
                  </a:cubicBezTo>
                  <a:cubicBezTo>
                    <a:pt x="840055" y="1675127"/>
                    <a:pt x="829611" y="1663190"/>
                    <a:pt x="814690" y="1646777"/>
                  </a:cubicBezTo>
                  <a:close/>
                  <a:moveTo>
                    <a:pt x="1247400" y="1681095"/>
                  </a:moveTo>
                  <a:cubicBezTo>
                    <a:pt x="1238448" y="1676619"/>
                    <a:pt x="1230987" y="1681095"/>
                    <a:pt x="1222034" y="1690048"/>
                  </a:cubicBezTo>
                  <a:cubicBezTo>
                    <a:pt x="1235463" y="1696016"/>
                    <a:pt x="1245908" y="1700493"/>
                    <a:pt x="1254861" y="1703477"/>
                  </a:cubicBezTo>
                  <a:cubicBezTo>
                    <a:pt x="1259337" y="1693032"/>
                    <a:pt x="1256353" y="1684079"/>
                    <a:pt x="1247400" y="1681095"/>
                  </a:cubicBezTo>
                  <a:close/>
                  <a:moveTo>
                    <a:pt x="1963611" y="1734811"/>
                  </a:moveTo>
                  <a:cubicBezTo>
                    <a:pt x="1944214" y="1743763"/>
                    <a:pt x="1929293" y="1751224"/>
                    <a:pt x="1911387" y="1760177"/>
                  </a:cubicBezTo>
                  <a:cubicBezTo>
                    <a:pt x="1923324" y="1769129"/>
                    <a:pt x="1932277" y="1775098"/>
                    <a:pt x="1938245" y="1781066"/>
                  </a:cubicBezTo>
                  <a:cubicBezTo>
                    <a:pt x="1947198" y="1766145"/>
                    <a:pt x="1953166" y="1754208"/>
                    <a:pt x="1963611" y="1734811"/>
                  </a:cubicBezTo>
                  <a:close/>
                  <a:moveTo>
                    <a:pt x="1068348" y="1661698"/>
                  </a:moveTo>
                  <a:cubicBezTo>
                    <a:pt x="1056411" y="1690048"/>
                    <a:pt x="1056411" y="1719890"/>
                    <a:pt x="1059395" y="1751224"/>
                  </a:cubicBezTo>
                  <a:cubicBezTo>
                    <a:pt x="1068348" y="1731827"/>
                    <a:pt x="1075808" y="1712429"/>
                    <a:pt x="1086253" y="1693032"/>
                  </a:cubicBezTo>
                  <a:cubicBezTo>
                    <a:pt x="1095206" y="1673635"/>
                    <a:pt x="1092221" y="1666174"/>
                    <a:pt x="1068348" y="1661698"/>
                  </a:cubicBezTo>
                  <a:close/>
                  <a:moveTo>
                    <a:pt x="1809924" y="1718398"/>
                  </a:moveTo>
                  <a:cubicBezTo>
                    <a:pt x="1806940" y="1719890"/>
                    <a:pt x="1802464" y="1722874"/>
                    <a:pt x="1797987" y="1725858"/>
                  </a:cubicBezTo>
                  <a:cubicBezTo>
                    <a:pt x="1799479" y="1727350"/>
                    <a:pt x="1799479" y="1728842"/>
                    <a:pt x="1800971" y="1731827"/>
                  </a:cubicBezTo>
                  <a:cubicBezTo>
                    <a:pt x="1805448" y="1730335"/>
                    <a:pt x="1809924" y="1727350"/>
                    <a:pt x="1812908" y="1724366"/>
                  </a:cubicBezTo>
                  <a:cubicBezTo>
                    <a:pt x="1812908" y="1724366"/>
                    <a:pt x="1811416" y="1719890"/>
                    <a:pt x="1809924" y="1718398"/>
                  </a:cubicBezTo>
                  <a:close/>
                  <a:moveTo>
                    <a:pt x="448564" y="1602946"/>
                  </a:moveTo>
                  <a:cubicBezTo>
                    <a:pt x="443155" y="1602759"/>
                    <a:pt x="437933" y="1605743"/>
                    <a:pt x="434203" y="1612458"/>
                  </a:cubicBezTo>
                  <a:cubicBezTo>
                    <a:pt x="426742" y="1624395"/>
                    <a:pt x="425250" y="1636332"/>
                    <a:pt x="422266" y="1648269"/>
                  </a:cubicBezTo>
                  <a:cubicBezTo>
                    <a:pt x="407345" y="1642300"/>
                    <a:pt x="420774" y="1627379"/>
                    <a:pt x="413313" y="1612458"/>
                  </a:cubicBezTo>
                  <a:cubicBezTo>
                    <a:pt x="405853" y="1628871"/>
                    <a:pt x="399884" y="1640808"/>
                    <a:pt x="392424" y="1655729"/>
                  </a:cubicBezTo>
                  <a:cubicBezTo>
                    <a:pt x="401376" y="1658714"/>
                    <a:pt x="408837" y="1663190"/>
                    <a:pt x="416297" y="1663190"/>
                  </a:cubicBezTo>
                  <a:cubicBezTo>
                    <a:pt x="431219" y="1663190"/>
                    <a:pt x="443155" y="1664682"/>
                    <a:pt x="458076" y="1669158"/>
                  </a:cubicBezTo>
                  <a:cubicBezTo>
                    <a:pt x="471505" y="1673635"/>
                    <a:pt x="487919" y="1676619"/>
                    <a:pt x="501348" y="1661698"/>
                  </a:cubicBezTo>
                  <a:cubicBezTo>
                    <a:pt x="489411" y="1645284"/>
                    <a:pt x="475982" y="1628871"/>
                    <a:pt x="464045" y="1612458"/>
                  </a:cubicBezTo>
                  <a:cubicBezTo>
                    <a:pt x="459569" y="1606490"/>
                    <a:pt x="453973" y="1603132"/>
                    <a:pt x="448564" y="1602946"/>
                  </a:cubicBezTo>
                  <a:close/>
                  <a:moveTo>
                    <a:pt x="279024" y="1588585"/>
                  </a:moveTo>
                  <a:cubicBezTo>
                    <a:pt x="264103" y="1612458"/>
                    <a:pt x="264103" y="1640808"/>
                    <a:pt x="256642" y="1672142"/>
                  </a:cubicBezTo>
                  <a:cubicBezTo>
                    <a:pt x="279024" y="1654237"/>
                    <a:pt x="287976" y="1627379"/>
                    <a:pt x="316326" y="1627379"/>
                  </a:cubicBezTo>
                  <a:cubicBezTo>
                    <a:pt x="316326" y="1606490"/>
                    <a:pt x="316326" y="1607982"/>
                    <a:pt x="308866" y="1603506"/>
                  </a:cubicBezTo>
                  <a:cubicBezTo>
                    <a:pt x="298421" y="1600521"/>
                    <a:pt x="290961" y="1594553"/>
                    <a:pt x="279024" y="1588585"/>
                  </a:cubicBezTo>
                  <a:close/>
                  <a:moveTo>
                    <a:pt x="1594502" y="1694897"/>
                  </a:moveTo>
                  <a:cubicBezTo>
                    <a:pt x="1588719" y="1697881"/>
                    <a:pt x="1585362" y="1705715"/>
                    <a:pt x="1584616" y="1718398"/>
                  </a:cubicBezTo>
                  <a:cubicBezTo>
                    <a:pt x="1595061" y="1724366"/>
                    <a:pt x="1609982" y="1721382"/>
                    <a:pt x="1614458" y="1742271"/>
                  </a:cubicBezTo>
                  <a:cubicBezTo>
                    <a:pt x="1601029" y="1736303"/>
                    <a:pt x="1590585" y="1731827"/>
                    <a:pt x="1581632" y="1727350"/>
                  </a:cubicBezTo>
                  <a:cubicBezTo>
                    <a:pt x="1574171" y="1739287"/>
                    <a:pt x="1565219" y="1751224"/>
                    <a:pt x="1556266" y="1764653"/>
                  </a:cubicBezTo>
                  <a:cubicBezTo>
                    <a:pt x="1581632" y="1775098"/>
                    <a:pt x="1602521" y="1770621"/>
                    <a:pt x="1621919" y="1764653"/>
                  </a:cubicBezTo>
                  <a:cubicBezTo>
                    <a:pt x="1627887" y="1748240"/>
                    <a:pt x="1632364" y="1733319"/>
                    <a:pt x="1638332" y="1718398"/>
                  </a:cubicBezTo>
                  <a:cubicBezTo>
                    <a:pt x="1632364" y="1712429"/>
                    <a:pt x="1626395" y="1706461"/>
                    <a:pt x="1618935" y="1700493"/>
                  </a:cubicBezTo>
                  <a:cubicBezTo>
                    <a:pt x="1608490" y="1693778"/>
                    <a:pt x="1600283" y="1691913"/>
                    <a:pt x="1594502" y="1694897"/>
                  </a:cubicBezTo>
                  <a:close/>
                  <a:moveTo>
                    <a:pt x="264103" y="1582616"/>
                  </a:moveTo>
                  <a:cubicBezTo>
                    <a:pt x="253658" y="1587092"/>
                    <a:pt x="246197" y="1593061"/>
                    <a:pt x="237245" y="1594553"/>
                  </a:cubicBezTo>
                  <a:cubicBezTo>
                    <a:pt x="222324" y="1597537"/>
                    <a:pt x="214863" y="1606490"/>
                    <a:pt x="211879" y="1618427"/>
                  </a:cubicBezTo>
                  <a:cubicBezTo>
                    <a:pt x="205911" y="1645284"/>
                    <a:pt x="196958" y="1672142"/>
                    <a:pt x="193974" y="1699000"/>
                  </a:cubicBezTo>
                  <a:cubicBezTo>
                    <a:pt x="177561" y="1797479"/>
                    <a:pt x="168608" y="1897450"/>
                    <a:pt x="170100" y="1997421"/>
                  </a:cubicBezTo>
                  <a:cubicBezTo>
                    <a:pt x="171592" y="2069043"/>
                    <a:pt x="170100" y="2140664"/>
                    <a:pt x="177561" y="2212285"/>
                  </a:cubicBezTo>
                  <a:cubicBezTo>
                    <a:pt x="182037" y="2252572"/>
                    <a:pt x="185021" y="2291366"/>
                    <a:pt x="195466" y="2330161"/>
                  </a:cubicBezTo>
                  <a:cubicBezTo>
                    <a:pt x="211879" y="2389845"/>
                    <a:pt x="225308" y="2451021"/>
                    <a:pt x="238737" y="2512198"/>
                  </a:cubicBezTo>
                  <a:cubicBezTo>
                    <a:pt x="250674" y="2565914"/>
                    <a:pt x="270071" y="2615153"/>
                    <a:pt x="290961" y="2665885"/>
                  </a:cubicBezTo>
                  <a:cubicBezTo>
                    <a:pt x="302897" y="2694235"/>
                    <a:pt x="316326" y="2721093"/>
                    <a:pt x="328263" y="2750935"/>
                  </a:cubicBezTo>
                  <a:cubicBezTo>
                    <a:pt x="317818" y="2758395"/>
                    <a:pt x="313342" y="2750935"/>
                    <a:pt x="308866" y="2741982"/>
                  </a:cubicBezTo>
                  <a:cubicBezTo>
                    <a:pt x="296929" y="2715124"/>
                    <a:pt x="287976" y="2688266"/>
                    <a:pt x="276040" y="2661408"/>
                  </a:cubicBezTo>
                  <a:cubicBezTo>
                    <a:pt x="247690" y="2598740"/>
                    <a:pt x="229784" y="2531595"/>
                    <a:pt x="214863" y="2464451"/>
                  </a:cubicBezTo>
                  <a:cubicBezTo>
                    <a:pt x="205911" y="2425656"/>
                    <a:pt x="199942" y="2385369"/>
                    <a:pt x="188005" y="2348066"/>
                  </a:cubicBezTo>
                  <a:cubicBezTo>
                    <a:pt x="174576" y="2307779"/>
                    <a:pt x="170100" y="2267493"/>
                    <a:pt x="167116" y="2225714"/>
                  </a:cubicBezTo>
                  <a:cubicBezTo>
                    <a:pt x="162640" y="2179458"/>
                    <a:pt x="162640" y="2134695"/>
                    <a:pt x="161147" y="2088440"/>
                  </a:cubicBezTo>
                  <a:cubicBezTo>
                    <a:pt x="159655" y="2063074"/>
                    <a:pt x="156671" y="2039200"/>
                    <a:pt x="156671" y="2013835"/>
                  </a:cubicBezTo>
                  <a:cubicBezTo>
                    <a:pt x="158163" y="1975040"/>
                    <a:pt x="161147" y="1937737"/>
                    <a:pt x="164132" y="1898942"/>
                  </a:cubicBezTo>
                  <a:cubicBezTo>
                    <a:pt x="168608" y="1830306"/>
                    <a:pt x="171592" y="1761669"/>
                    <a:pt x="185021" y="1694524"/>
                  </a:cubicBezTo>
                  <a:cubicBezTo>
                    <a:pt x="190990" y="1664682"/>
                    <a:pt x="196958" y="1634840"/>
                    <a:pt x="204418" y="1603506"/>
                  </a:cubicBezTo>
                  <a:cubicBezTo>
                    <a:pt x="189497" y="1599029"/>
                    <a:pt x="174576" y="1594553"/>
                    <a:pt x="156671" y="1590077"/>
                  </a:cubicBezTo>
                  <a:cubicBezTo>
                    <a:pt x="146226" y="1612458"/>
                    <a:pt x="143242" y="1634840"/>
                    <a:pt x="141750" y="1655729"/>
                  </a:cubicBezTo>
                  <a:cubicBezTo>
                    <a:pt x="137274" y="1696016"/>
                    <a:pt x="132797" y="1734811"/>
                    <a:pt x="128321" y="1775098"/>
                  </a:cubicBezTo>
                  <a:cubicBezTo>
                    <a:pt x="123845" y="1815385"/>
                    <a:pt x="119368" y="1854179"/>
                    <a:pt x="117876" y="1894466"/>
                  </a:cubicBezTo>
                  <a:cubicBezTo>
                    <a:pt x="114892" y="1958627"/>
                    <a:pt x="114892" y="2022787"/>
                    <a:pt x="114892" y="2086948"/>
                  </a:cubicBezTo>
                  <a:cubicBezTo>
                    <a:pt x="114892" y="2140664"/>
                    <a:pt x="116384" y="2192887"/>
                    <a:pt x="120861" y="2246603"/>
                  </a:cubicBezTo>
                  <a:cubicBezTo>
                    <a:pt x="123845" y="2289874"/>
                    <a:pt x="135782" y="2333145"/>
                    <a:pt x="138766" y="2377908"/>
                  </a:cubicBezTo>
                  <a:cubicBezTo>
                    <a:pt x="143242" y="2425656"/>
                    <a:pt x="149211" y="2473403"/>
                    <a:pt x="165624" y="2519658"/>
                  </a:cubicBezTo>
                  <a:cubicBezTo>
                    <a:pt x="189497" y="2586803"/>
                    <a:pt x="210387" y="2655440"/>
                    <a:pt x="235753" y="2722585"/>
                  </a:cubicBezTo>
                  <a:cubicBezTo>
                    <a:pt x="256642" y="2776301"/>
                    <a:pt x="280516" y="2830016"/>
                    <a:pt x="307374" y="2882240"/>
                  </a:cubicBezTo>
                  <a:cubicBezTo>
                    <a:pt x="325279" y="2918051"/>
                    <a:pt x="346169" y="2953861"/>
                    <a:pt x="367058" y="2988179"/>
                  </a:cubicBezTo>
                  <a:cubicBezTo>
                    <a:pt x="398392" y="3038911"/>
                    <a:pt x="420774" y="3095611"/>
                    <a:pt x="461061" y="3140374"/>
                  </a:cubicBezTo>
                  <a:cubicBezTo>
                    <a:pt x="493887" y="3179169"/>
                    <a:pt x="522237" y="3222440"/>
                    <a:pt x="559540" y="3256758"/>
                  </a:cubicBezTo>
                  <a:cubicBezTo>
                    <a:pt x="574461" y="3270188"/>
                    <a:pt x="587890" y="3285109"/>
                    <a:pt x="602811" y="3298537"/>
                  </a:cubicBezTo>
                  <a:cubicBezTo>
                    <a:pt x="605795" y="3301522"/>
                    <a:pt x="610271" y="3303014"/>
                    <a:pt x="611763" y="3304506"/>
                  </a:cubicBezTo>
                  <a:cubicBezTo>
                    <a:pt x="616240" y="3279140"/>
                    <a:pt x="619224" y="3253774"/>
                    <a:pt x="623700" y="3226916"/>
                  </a:cubicBezTo>
                  <a:cubicBezTo>
                    <a:pt x="604303" y="3216472"/>
                    <a:pt x="592366" y="3197074"/>
                    <a:pt x="578937" y="3177677"/>
                  </a:cubicBezTo>
                  <a:cubicBezTo>
                    <a:pt x="555063" y="3143359"/>
                    <a:pt x="531190" y="3107548"/>
                    <a:pt x="505824" y="3073230"/>
                  </a:cubicBezTo>
                  <a:cubicBezTo>
                    <a:pt x="493887" y="3055324"/>
                    <a:pt x="480458" y="3035927"/>
                    <a:pt x="467029" y="3015037"/>
                  </a:cubicBezTo>
                  <a:cubicBezTo>
                    <a:pt x="444647" y="3019514"/>
                    <a:pt x="423758" y="3009069"/>
                    <a:pt x="407345" y="2991164"/>
                  </a:cubicBezTo>
                  <a:cubicBezTo>
                    <a:pt x="389440" y="2973258"/>
                    <a:pt x="371534" y="2953861"/>
                    <a:pt x="353629" y="2934464"/>
                  </a:cubicBezTo>
                  <a:cubicBezTo>
                    <a:pt x="338708" y="2918051"/>
                    <a:pt x="331247" y="2900145"/>
                    <a:pt x="328263" y="2879256"/>
                  </a:cubicBezTo>
                  <a:cubicBezTo>
                    <a:pt x="325279" y="2864335"/>
                    <a:pt x="320803" y="2847922"/>
                    <a:pt x="317818" y="2833001"/>
                  </a:cubicBezTo>
                  <a:cubicBezTo>
                    <a:pt x="316326" y="2825540"/>
                    <a:pt x="314834" y="2818080"/>
                    <a:pt x="317818" y="2810619"/>
                  </a:cubicBezTo>
                  <a:cubicBezTo>
                    <a:pt x="326771" y="2779285"/>
                    <a:pt x="334232" y="2747951"/>
                    <a:pt x="361090" y="2724077"/>
                  </a:cubicBezTo>
                  <a:cubicBezTo>
                    <a:pt x="367058" y="2719600"/>
                    <a:pt x="370042" y="2712140"/>
                    <a:pt x="374519" y="2707664"/>
                  </a:cubicBezTo>
                  <a:cubicBezTo>
                    <a:pt x="370042" y="2700203"/>
                    <a:pt x="367058" y="2692743"/>
                    <a:pt x="362582" y="2686774"/>
                  </a:cubicBezTo>
                  <a:cubicBezTo>
                    <a:pt x="344676" y="2662901"/>
                    <a:pt x="335724" y="2636043"/>
                    <a:pt x="328263" y="2607693"/>
                  </a:cubicBezTo>
                  <a:cubicBezTo>
                    <a:pt x="326771" y="2600232"/>
                    <a:pt x="323787" y="2591280"/>
                    <a:pt x="320803" y="2583819"/>
                  </a:cubicBezTo>
                  <a:cubicBezTo>
                    <a:pt x="293945" y="2516674"/>
                    <a:pt x="277532" y="2448037"/>
                    <a:pt x="262611" y="2377908"/>
                  </a:cubicBezTo>
                  <a:cubicBezTo>
                    <a:pt x="255150" y="2340606"/>
                    <a:pt x="249182" y="2301811"/>
                    <a:pt x="241721" y="2264508"/>
                  </a:cubicBezTo>
                  <a:cubicBezTo>
                    <a:pt x="228292" y="2194379"/>
                    <a:pt x="213371" y="2124250"/>
                    <a:pt x="213371" y="2051137"/>
                  </a:cubicBezTo>
                  <a:cubicBezTo>
                    <a:pt x="213371" y="1983993"/>
                    <a:pt x="213371" y="1915356"/>
                    <a:pt x="225308" y="1849703"/>
                  </a:cubicBezTo>
                  <a:cubicBezTo>
                    <a:pt x="228292" y="1836274"/>
                    <a:pt x="231276" y="1822845"/>
                    <a:pt x="220832" y="1810908"/>
                  </a:cubicBezTo>
                  <a:cubicBezTo>
                    <a:pt x="217847" y="1807924"/>
                    <a:pt x="220832" y="1801956"/>
                    <a:pt x="220832" y="1797479"/>
                  </a:cubicBezTo>
                  <a:cubicBezTo>
                    <a:pt x="223816" y="1785542"/>
                    <a:pt x="228292" y="1773606"/>
                    <a:pt x="229784" y="1761669"/>
                  </a:cubicBezTo>
                  <a:cubicBezTo>
                    <a:pt x="232769" y="1719890"/>
                    <a:pt x="240229" y="1681095"/>
                    <a:pt x="250674" y="1640808"/>
                  </a:cubicBezTo>
                  <a:cubicBezTo>
                    <a:pt x="255150" y="1621411"/>
                    <a:pt x="259626" y="1602013"/>
                    <a:pt x="264103" y="1582616"/>
                  </a:cubicBezTo>
                  <a:close/>
                  <a:moveTo>
                    <a:pt x="2012850" y="1709445"/>
                  </a:moveTo>
                  <a:cubicBezTo>
                    <a:pt x="2003898" y="1715414"/>
                    <a:pt x="1997929" y="1721382"/>
                    <a:pt x="1991961" y="1725858"/>
                  </a:cubicBezTo>
                  <a:cubicBezTo>
                    <a:pt x="1993453" y="1724366"/>
                    <a:pt x="1994945" y="1724366"/>
                    <a:pt x="1997929" y="1722874"/>
                  </a:cubicBezTo>
                  <a:cubicBezTo>
                    <a:pt x="2014343" y="1743763"/>
                    <a:pt x="2029264" y="1766145"/>
                    <a:pt x="2048661" y="1784050"/>
                  </a:cubicBezTo>
                  <a:cubicBezTo>
                    <a:pt x="2082979" y="1816877"/>
                    <a:pt x="2117298" y="1849703"/>
                    <a:pt x="2138187" y="1892974"/>
                  </a:cubicBezTo>
                  <a:cubicBezTo>
                    <a:pt x="2144156" y="1904911"/>
                    <a:pt x="2154601" y="1907895"/>
                    <a:pt x="2171014" y="1903419"/>
                  </a:cubicBezTo>
                  <a:cubicBezTo>
                    <a:pt x="2169522" y="1895958"/>
                    <a:pt x="2169522" y="1888498"/>
                    <a:pt x="2166537" y="1884021"/>
                  </a:cubicBezTo>
                  <a:cubicBezTo>
                    <a:pt x="2157585" y="1867608"/>
                    <a:pt x="2148632" y="1851195"/>
                    <a:pt x="2136695" y="1837766"/>
                  </a:cubicBezTo>
                  <a:cubicBezTo>
                    <a:pt x="2103869" y="1800464"/>
                    <a:pt x="2069550" y="1763161"/>
                    <a:pt x="2036724" y="1727350"/>
                  </a:cubicBezTo>
                  <a:cubicBezTo>
                    <a:pt x="2030756" y="1719890"/>
                    <a:pt x="2021803" y="1715414"/>
                    <a:pt x="2012850" y="1709445"/>
                  </a:cubicBezTo>
                  <a:close/>
                  <a:moveTo>
                    <a:pt x="135782" y="1555758"/>
                  </a:moveTo>
                  <a:cubicBezTo>
                    <a:pt x="122353" y="1561727"/>
                    <a:pt x="110416" y="1567695"/>
                    <a:pt x="94003" y="1575156"/>
                  </a:cubicBezTo>
                  <a:cubicBezTo>
                    <a:pt x="89526" y="1607982"/>
                    <a:pt x="85050" y="1642300"/>
                    <a:pt x="82066" y="1678111"/>
                  </a:cubicBezTo>
                  <a:cubicBezTo>
                    <a:pt x="79082" y="1712429"/>
                    <a:pt x="79082" y="1748240"/>
                    <a:pt x="76097" y="1782558"/>
                  </a:cubicBezTo>
                  <a:cubicBezTo>
                    <a:pt x="74605" y="1807924"/>
                    <a:pt x="70129" y="1831798"/>
                    <a:pt x="79082" y="1855671"/>
                  </a:cubicBezTo>
                  <a:cubicBezTo>
                    <a:pt x="80574" y="1861640"/>
                    <a:pt x="79082" y="1870592"/>
                    <a:pt x="79082" y="1878053"/>
                  </a:cubicBezTo>
                  <a:cubicBezTo>
                    <a:pt x="79082" y="1885514"/>
                    <a:pt x="77590" y="1894466"/>
                    <a:pt x="77590" y="1901927"/>
                  </a:cubicBezTo>
                  <a:cubicBezTo>
                    <a:pt x="80574" y="1949674"/>
                    <a:pt x="83558" y="1998914"/>
                    <a:pt x="86542" y="2046661"/>
                  </a:cubicBezTo>
                  <a:cubicBezTo>
                    <a:pt x="89526" y="2088440"/>
                    <a:pt x="94003" y="2130219"/>
                    <a:pt x="96987" y="2171998"/>
                  </a:cubicBezTo>
                  <a:cubicBezTo>
                    <a:pt x="98479" y="2171998"/>
                    <a:pt x="99971" y="2171998"/>
                    <a:pt x="101463" y="2170506"/>
                  </a:cubicBezTo>
                  <a:cubicBezTo>
                    <a:pt x="101463" y="2164537"/>
                    <a:pt x="101463" y="2157077"/>
                    <a:pt x="102955" y="2151108"/>
                  </a:cubicBezTo>
                  <a:cubicBezTo>
                    <a:pt x="104447" y="2070535"/>
                    <a:pt x="105940" y="1991453"/>
                    <a:pt x="107432" y="1910879"/>
                  </a:cubicBezTo>
                  <a:cubicBezTo>
                    <a:pt x="107432" y="1891482"/>
                    <a:pt x="107432" y="1870592"/>
                    <a:pt x="108924" y="1851195"/>
                  </a:cubicBezTo>
                  <a:cubicBezTo>
                    <a:pt x="114892" y="1795987"/>
                    <a:pt x="120861" y="1740779"/>
                    <a:pt x="128321" y="1685571"/>
                  </a:cubicBezTo>
                  <a:cubicBezTo>
                    <a:pt x="131305" y="1657221"/>
                    <a:pt x="137274" y="1627379"/>
                    <a:pt x="141750" y="1599029"/>
                  </a:cubicBezTo>
                  <a:cubicBezTo>
                    <a:pt x="144734" y="1582616"/>
                    <a:pt x="143242" y="1567695"/>
                    <a:pt x="135782" y="1555758"/>
                  </a:cubicBezTo>
                  <a:close/>
                  <a:moveTo>
                    <a:pt x="1025077" y="1622903"/>
                  </a:moveTo>
                  <a:cubicBezTo>
                    <a:pt x="984790" y="1719890"/>
                    <a:pt x="995234" y="1822845"/>
                    <a:pt x="1007171" y="1924308"/>
                  </a:cubicBezTo>
                  <a:cubicBezTo>
                    <a:pt x="1008663" y="1919832"/>
                    <a:pt x="1011648" y="1916848"/>
                    <a:pt x="1013140" y="1912371"/>
                  </a:cubicBezTo>
                  <a:cubicBezTo>
                    <a:pt x="1023584" y="1879545"/>
                    <a:pt x="1032537" y="1845227"/>
                    <a:pt x="1041490" y="1810908"/>
                  </a:cubicBezTo>
                  <a:cubicBezTo>
                    <a:pt x="1044474" y="1797479"/>
                    <a:pt x="1045966" y="1784050"/>
                    <a:pt x="1045966" y="1772113"/>
                  </a:cubicBezTo>
                  <a:cubicBezTo>
                    <a:pt x="1045966" y="1733319"/>
                    <a:pt x="1042982" y="1696016"/>
                    <a:pt x="1054919" y="1658714"/>
                  </a:cubicBezTo>
                  <a:cubicBezTo>
                    <a:pt x="1057903" y="1649761"/>
                    <a:pt x="1054919" y="1643792"/>
                    <a:pt x="1048950" y="1639316"/>
                  </a:cubicBezTo>
                  <a:cubicBezTo>
                    <a:pt x="1041490" y="1633348"/>
                    <a:pt x="1032537" y="1627379"/>
                    <a:pt x="1025077" y="1622903"/>
                  </a:cubicBezTo>
                  <a:close/>
                  <a:moveTo>
                    <a:pt x="1753224" y="1678111"/>
                  </a:moveTo>
                  <a:cubicBezTo>
                    <a:pt x="1726366" y="1687063"/>
                    <a:pt x="1712937" y="1712429"/>
                    <a:pt x="1690556" y="1724366"/>
                  </a:cubicBezTo>
                  <a:cubicBezTo>
                    <a:pt x="1689064" y="1725858"/>
                    <a:pt x="1690556" y="1730335"/>
                    <a:pt x="1690556" y="1734811"/>
                  </a:cubicBezTo>
                  <a:cubicBezTo>
                    <a:pt x="1708461" y="1725858"/>
                    <a:pt x="1724874" y="1718398"/>
                    <a:pt x="1744271" y="1710937"/>
                  </a:cubicBezTo>
                  <a:cubicBezTo>
                    <a:pt x="1742779" y="1722874"/>
                    <a:pt x="1741287" y="1731827"/>
                    <a:pt x="1739795" y="1739287"/>
                  </a:cubicBezTo>
                  <a:cubicBezTo>
                    <a:pt x="1726366" y="1742271"/>
                    <a:pt x="1712937" y="1745256"/>
                    <a:pt x="1696524" y="1749732"/>
                  </a:cubicBezTo>
                  <a:cubicBezTo>
                    <a:pt x="1701000" y="1752716"/>
                    <a:pt x="1702492" y="1755700"/>
                    <a:pt x="1703985" y="1755700"/>
                  </a:cubicBezTo>
                  <a:cubicBezTo>
                    <a:pt x="1724874" y="1751224"/>
                    <a:pt x="1745764" y="1746748"/>
                    <a:pt x="1766653" y="1739287"/>
                  </a:cubicBezTo>
                  <a:cubicBezTo>
                    <a:pt x="1778590" y="1734811"/>
                    <a:pt x="1781574" y="1719890"/>
                    <a:pt x="1775606" y="1709445"/>
                  </a:cubicBezTo>
                  <a:cubicBezTo>
                    <a:pt x="1769637" y="1699000"/>
                    <a:pt x="1762177" y="1690048"/>
                    <a:pt x="1753224" y="1678111"/>
                  </a:cubicBezTo>
                  <a:close/>
                  <a:moveTo>
                    <a:pt x="526340" y="1572544"/>
                  </a:moveTo>
                  <a:cubicBezTo>
                    <a:pt x="511420" y="1572544"/>
                    <a:pt x="495379" y="1574409"/>
                    <a:pt x="481950" y="1578140"/>
                  </a:cubicBezTo>
                  <a:cubicBezTo>
                    <a:pt x="484934" y="1596045"/>
                    <a:pt x="489411" y="1612458"/>
                    <a:pt x="513284" y="1615442"/>
                  </a:cubicBezTo>
                  <a:cubicBezTo>
                    <a:pt x="505824" y="1618427"/>
                    <a:pt x="498363" y="1619919"/>
                    <a:pt x="489411" y="1622903"/>
                  </a:cubicBezTo>
                  <a:cubicBezTo>
                    <a:pt x="510300" y="1643792"/>
                    <a:pt x="526713" y="1648269"/>
                    <a:pt x="549095" y="1642300"/>
                  </a:cubicBezTo>
                  <a:cubicBezTo>
                    <a:pt x="550587" y="1642300"/>
                    <a:pt x="552079" y="1639316"/>
                    <a:pt x="553571" y="1636332"/>
                  </a:cubicBezTo>
                  <a:cubicBezTo>
                    <a:pt x="549095" y="1630363"/>
                    <a:pt x="544619" y="1625887"/>
                    <a:pt x="540142" y="1619919"/>
                  </a:cubicBezTo>
                  <a:cubicBezTo>
                    <a:pt x="559540" y="1612458"/>
                    <a:pt x="564016" y="1596045"/>
                    <a:pt x="564016" y="1578140"/>
                  </a:cubicBezTo>
                  <a:cubicBezTo>
                    <a:pt x="555063" y="1574410"/>
                    <a:pt x="541261" y="1572544"/>
                    <a:pt x="526340" y="1572544"/>
                  </a:cubicBezTo>
                  <a:close/>
                  <a:moveTo>
                    <a:pt x="343184" y="1557250"/>
                  </a:moveTo>
                  <a:cubicBezTo>
                    <a:pt x="334232" y="1557250"/>
                    <a:pt x="331247" y="1567695"/>
                    <a:pt x="331247" y="1576648"/>
                  </a:cubicBezTo>
                  <a:cubicBezTo>
                    <a:pt x="331247" y="1585600"/>
                    <a:pt x="329755" y="1594553"/>
                    <a:pt x="329755" y="1603506"/>
                  </a:cubicBezTo>
                  <a:cubicBezTo>
                    <a:pt x="329755" y="1612458"/>
                    <a:pt x="331247" y="1621411"/>
                    <a:pt x="335724" y="1627379"/>
                  </a:cubicBezTo>
                  <a:cubicBezTo>
                    <a:pt x="347661" y="1646777"/>
                    <a:pt x="376011" y="1655729"/>
                    <a:pt x="389440" y="1628871"/>
                  </a:cubicBezTo>
                  <a:cubicBezTo>
                    <a:pt x="395408" y="1616935"/>
                    <a:pt x="404361" y="1607982"/>
                    <a:pt x="411821" y="1596045"/>
                  </a:cubicBezTo>
                  <a:cubicBezTo>
                    <a:pt x="392424" y="1593061"/>
                    <a:pt x="376011" y="1612458"/>
                    <a:pt x="353629" y="1599029"/>
                  </a:cubicBezTo>
                  <a:cubicBezTo>
                    <a:pt x="365566" y="1593061"/>
                    <a:pt x="374519" y="1590077"/>
                    <a:pt x="381979" y="1587092"/>
                  </a:cubicBezTo>
                  <a:cubicBezTo>
                    <a:pt x="389440" y="1584108"/>
                    <a:pt x="398392" y="1582616"/>
                    <a:pt x="410329" y="1578140"/>
                  </a:cubicBezTo>
                  <a:cubicBezTo>
                    <a:pt x="404361" y="1570679"/>
                    <a:pt x="401376" y="1561727"/>
                    <a:pt x="396900" y="1561727"/>
                  </a:cubicBezTo>
                  <a:cubicBezTo>
                    <a:pt x="378995" y="1558742"/>
                    <a:pt x="361090" y="1557250"/>
                    <a:pt x="343184" y="1557250"/>
                  </a:cubicBezTo>
                  <a:close/>
                  <a:moveTo>
                    <a:pt x="2169522" y="1703477"/>
                  </a:moveTo>
                  <a:cubicBezTo>
                    <a:pt x="2157585" y="1722874"/>
                    <a:pt x="2141172" y="1740779"/>
                    <a:pt x="2156093" y="1767637"/>
                  </a:cubicBezTo>
                  <a:cubicBezTo>
                    <a:pt x="2188919" y="1769129"/>
                    <a:pt x="2197872" y="1766145"/>
                    <a:pt x="2200856" y="1751224"/>
                  </a:cubicBezTo>
                  <a:cubicBezTo>
                    <a:pt x="2205332" y="1727350"/>
                    <a:pt x="2194887" y="1710937"/>
                    <a:pt x="2169522" y="1703477"/>
                  </a:cubicBezTo>
                  <a:close/>
                  <a:moveTo>
                    <a:pt x="2848989" y="1753089"/>
                  </a:moveTo>
                  <a:cubicBezTo>
                    <a:pt x="2824183" y="1751970"/>
                    <a:pt x="2799190" y="1752716"/>
                    <a:pt x="2773824" y="1754208"/>
                  </a:cubicBezTo>
                  <a:cubicBezTo>
                    <a:pt x="2752935" y="1755700"/>
                    <a:pt x="2730553" y="1760177"/>
                    <a:pt x="2709664" y="1763161"/>
                  </a:cubicBezTo>
                  <a:cubicBezTo>
                    <a:pt x="2670869" y="1769129"/>
                    <a:pt x="2630582" y="1773606"/>
                    <a:pt x="2591787" y="1779574"/>
                  </a:cubicBezTo>
                  <a:cubicBezTo>
                    <a:pt x="2550008" y="1785542"/>
                    <a:pt x="2508229" y="1795987"/>
                    <a:pt x="2466451" y="1801956"/>
                  </a:cubicBezTo>
                  <a:cubicBezTo>
                    <a:pt x="2432132" y="1807924"/>
                    <a:pt x="2397814" y="1810908"/>
                    <a:pt x="2362003" y="1815385"/>
                  </a:cubicBezTo>
                  <a:cubicBezTo>
                    <a:pt x="2326193" y="1819861"/>
                    <a:pt x="2290382" y="1825829"/>
                    <a:pt x="2256064" y="1815385"/>
                  </a:cubicBezTo>
                  <a:cubicBezTo>
                    <a:pt x="2239650" y="1810908"/>
                    <a:pt x="2220253" y="1807924"/>
                    <a:pt x="2202348" y="1804940"/>
                  </a:cubicBezTo>
                  <a:cubicBezTo>
                    <a:pt x="2202348" y="1818369"/>
                    <a:pt x="2202348" y="1830306"/>
                    <a:pt x="2202348" y="1842243"/>
                  </a:cubicBezTo>
                  <a:cubicBezTo>
                    <a:pt x="2217269" y="1842243"/>
                    <a:pt x="2232190" y="1840750"/>
                    <a:pt x="2245619" y="1842243"/>
                  </a:cubicBezTo>
                  <a:cubicBezTo>
                    <a:pt x="2302319" y="1848211"/>
                    <a:pt x="2360511" y="1854179"/>
                    <a:pt x="2417211" y="1851195"/>
                  </a:cubicBezTo>
                  <a:cubicBezTo>
                    <a:pt x="2482864" y="1848211"/>
                    <a:pt x="2548517" y="1843735"/>
                    <a:pt x="2614169" y="1831798"/>
                  </a:cubicBezTo>
                  <a:cubicBezTo>
                    <a:pt x="2641027" y="1825829"/>
                    <a:pt x="2667885" y="1822845"/>
                    <a:pt x="2696235" y="1818369"/>
                  </a:cubicBezTo>
                  <a:cubicBezTo>
                    <a:pt x="2733538" y="1813892"/>
                    <a:pt x="2772332" y="1810908"/>
                    <a:pt x="2809635" y="1804940"/>
                  </a:cubicBezTo>
                  <a:cubicBezTo>
                    <a:pt x="2855890" y="1798971"/>
                    <a:pt x="2900653" y="1795987"/>
                    <a:pt x="2946909" y="1801956"/>
                  </a:cubicBezTo>
                  <a:cubicBezTo>
                    <a:pt x="2987195" y="1806432"/>
                    <a:pt x="3027482" y="1812400"/>
                    <a:pt x="3067769" y="1818369"/>
                  </a:cubicBezTo>
                  <a:cubicBezTo>
                    <a:pt x="3094627" y="1822845"/>
                    <a:pt x="3119993" y="1830306"/>
                    <a:pt x="3145359" y="1834782"/>
                  </a:cubicBezTo>
                  <a:cubicBezTo>
                    <a:pt x="3151327" y="1839258"/>
                    <a:pt x="3157295" y="1839258"/>
                    <a:pt x="3164756" y="1840750"/>
                  </a:cubicBezTo>
                  <a:cubicBezTo>
                    <a:pt x="3166248" y="1839258"/>
                    <a:pt x="3166248" y="1836274"/>
                    <a:pt x="3166248" y="1834782"/>
                  </a:cubicBezTo>
                  <a:cubicBezTo>
                    <a:pt x="3146851" y="1824337"/>
                    <a:pt x="3127452" y="1812400"/>
                    <a:pt x="3106564" y="1804940"/>
                  </a:cubicBezTo>
                  <a:cubicBezTo>
                    <a:pt x="3067769" y="1791511"/>
                    <a:pt x="3028974" y="1776590"/>
                    <a:pt x="2987195" y="1770621"/>
                  </a:cubicBezTo>
                  <a:cubicBezTo>
                    <a:pt x="2966306" y="1767637"/>
                    <a:pt x="2943924" y="1767637"/>
                    <a:pt x="2923035" y="1763161"/>
                  </a:cubicBezTo>
                  <a:cubicBezTo>
                    <a:pt x="2898415" y="1757193"/>
                    <a:pt x="2873795" y="1754209"/>
                    <a:pt x="2848989" y="1753089"/>
                  </a:cubicBezTo>
                  <a:close/>
                  <a:moveTo>
                    <a:pt x="258134" y="1531885"/>
                  </a:moveTo>
                  <a:cubicBezTo>
                    <a:pt x="262611" y="1543821"/>
                    <a:pt x="267087" y="1552774"/>
                    <a:pt x="271563" y="1563219"/>
                  </a:cubicBezTo>
                  <a:cubicBezTo>
                    <a:pt x="283500" y="1560234"/>
                    <a:pt x="284992" y="1552774"/>
                    <a:pt x="283500" y="1543821"/>
                  </a:cubicBezTo>
                  <a:cubicBezTo>
                    <a:pt x="280516" y="1533377"/>
                    <a:pt x="270071" y="1533377"/>
                    <a:pt x="258134" y="1531885"/>
                  </a:cubicBezTo>
                  <a:close/>
                  <a:moveTo>
                    <a:pt x="2071043" y="1678111"/>
                  </a:moveTo>
                  <a:cubicBezTo>
                    <a:pt x="2059106" y="1684079"/>
                    <a:pt x="2047169" y="1691540"/>
                    <a:pt x="2033740" y="1700493"/>
                  </a:cubicBezTo>
                  <a:cubicBezTo>
                    <a:pt x="2062090" y="1731827"/>
                    <a:pt x="2087456" y="1758685"/>
                    <a:pt x="2111330" y="1787034"/>
                  </a:cubicBezTo>
                  <a:cubicBezTo>
                    <a:pt x="2139679" y="1770621"/>
                    <a:pt x="2142664" y="1763161"/>
                    <a:pt x="2135203" y="1745256"/>
                  </a:cubicBezTo>
                  <a:cubicBezTo>
                    <a:pt x="2126251" y="1724366"/>
                    <a:pt x="2118790" y="1722874"/>
                    <a:pt x="2079995" y="1734811"/>
                  </a:cubicBezTo>
                  <a:cubicBezTo>
                    <a:pt x="2079995" y="1730335"/>
                    <a:pt x="2078503" y="1725858"/>
                    <a:pt x="2079995" y="1722874"/>
                  </a:cubicBezTo>
                  <a:cubicBezTo>
                    <a:pt x="2091932" y="1699000"/>
                    <a:pt x="2091932" y="1697508"/>
                    <a:pt x="2071043" y="1678111"/>
                  </a:cubicBezTo>
                  <a:close/>
                  <a:moveTo>
                    <a:pt x="1290671" y="1612458"/>
                  </a:moveTo>
                  <a:cubicBezTo>
                    <a:pt x="1268290" y="1609474"/>
                    <a:pt x="1254861" y="1618427"/>
                    <a:pt x="1238448" y="1624395"/>
                  </a:cubicBezTo>
                  <a:cubicBezTo>
                    <a:pt x="1229495" y="1627379"/>
                    <a:pt x="1223527" y="1631856"/>
                    <a:pt x="1223527" y="1640808"/>
                  </a:cubicBezTo>
                  <a:cubicBezTo>
                    <a:pt x="1222034" y="1651253"/>
                    <a:pt x="1228003" y="1657221"/>
                    <a:pt x="1238448" y="1661698"/>
                  </a:cubicBezTo>
                  <a:cubicBezTo>
                    <a:pt x="1251877" y="1667666"/>
                    <a:pt x="1265306" y="1676619"/>
                    <a:pt x="1280227" y="1684079"/>
                  </a:cubicBezTo>
                  <a:cubicBezTo>
                    <a:pt x="1284703" y="1687063"/>
                    <a:pt x="1290671" y="1688556"/>
                    <a:pt x="1296640" y="1690048"/>
                  </a:cubicBezTo>
                  <a:cubicBezTo>
                    <a:pt x="1311561" y="1693032"/>
                    <a:pt x="1319021" y="1685571"/>
                    <a:pt x="1317529" y="1670650"/>
                  </a:cubicBezTo>
                  <a:cubicBezTo>
                    <a:pt x="1316037" y="1658714"/>
                    <a:pt x="1314545" y="1646777"/>
                    <a:pt x="1313053" y="1633348"/>
                  </a:cubicBezTo>
                  <a:cubicBezTo>
                    <a:pt x="1313053" y="1630363"/>
                    <a:pt x="1308577" y="1627379"/>
                    <a:pt x="1307085" y="1624395"/>
                  </a:cubicBezTo>
                  <a:cubicBezTo>
                    <a:pt x="1289179" y="1627379"/>
                    <a:pt x="1293656" y="1652745"/>
                    <a:pt x="1269782" y="1652745"/>
                  </a:cubicBezTo>
                  <a:cubicBezTo>
                    <a:pt x="1277242" y="1639316"/>
                    <a:pt x="1283211" y="1627379"/>
                    <a:pt x="1290671" y="1612458"/>
                  </a:cubicBezTo>
                  <a:close/>
                  <a:moveTo>
                    <a:pt x="108924" y="1512487"/>
                  </a:moveTo>
                  <a:cubicBezTo>
                    <a:pt x="101463" y="1525916"/>
                    <a:pt x="96987" y="1540837"/>
                    <a:pt x="105940" y="1555758"/>
                  </a:cubicBezTo>
                  <a:cubicBezTo>
                    <a:pt x="126829" y="1539345"/>
                    <a:pt x="126829" y="1528900"/>
                    <a:pt x="108924" y="1512487"/>
                  </a:cubicBezTo>
                  <a:close/>
                  <a:moveTo>
                    <a:pt x="2258489" y="1687064"/>
                  </a:moveTo>
                  <a:cubicBezTo>
                    <a:pt x="2246738" y="1683707"/>
                    <a:pt x="2233309" y="1693778"/>
                    <a:pt x="2223237" y="1687063"/>
                  </a:cubicBezTo>
                  <a:cubicBezTo>
                    <a:pt x="2220253" y="1685571"/>
                    <a:pt x="2209808" y="1693032"/>
                    <a:pt x="2202348" y="1697508"/>
                  </a:cubicBezTo>
                  <a:cubicBezTo>
                    <a:pt x="2220253" y="1736303"/>
                    <a:pt x="2220253" y="1736303"/>
                    <a:pt x="2250095" y="1730335"/>
                  </a:cubicBezTo>
                  <a:cubicBezTo>
                    <a:pt x="2257556" y="1718398"/>
                    <a:pt x="2263524" y="1707953"/>
                    <a:pt x="2269493" y="1696016"/>
                  </a:cubicBezTo>
                  <a:cubicBezTo>
                    <a:pt x="2266136" y="1690794"/>
                    <a:pt x="2262406" y="1688183"/>
                    <a:pt x="2258489" y="1687064"/>
                  </a:cubicBezTo>
                  <a:close/>
                  <a:moveTo>
                    <a:pt x="977329" y="1581124"/>
                  </a:moveTo>
                  <a:cubicBezTo>
                    <a:pt x="969869" y="1602013"/>
                    <a:pt x="959424" y="1619919"/>
                    <a:pt x="956440" y="1639316"/>
                  </a:cubicBezTo>
                  <a:cubicBezTo>
                    <a:pt x="940027" y="1722874"/>
                    <a:pt x="914661" y="1803448"/>
                    <a:pt x="914661" y="1888498"/>
                  </a:cubicBezTo>
                  <a:cubicBezTo>
                    <a:pt x="914661" y="1931769"/>
                    <a:pt x="919137" y="1972056"/>
                    <a:pt x="931074" y="2013835"/>
                  </a:cubicBezTo>
                  <a:cubicBezTo>
                    <a:pt x="935550" y="2028756"/>
                    <a:pt x="938534" y="2043677"/>
                    <a:pt x="937042" y="2058598"/>
                  </a:cubicBezTo>
                  <a:cubicBezTo>
                    <a:pt x="935550" y="2075011"/>
                    <a:pt x="941519" y="2089932"/>
                    <a:pt x="945995" y="2104853"/>
                  </a:cubicBezTo>
                  <a:cubicBezTo>
                    <a:pt x="951963" y="2121266"/>
                    <a:pt x="959424" y="2137679"/>
                    <a:pt x="965392" y="2152600"/>
                  </a:cubicBezTo>
                  <a:cubicBezTo>
                    <a:pt x="966884" y="2155585"/>
                    <a:pt x="969869" y="2157077"/>
                    <a:pt x="972853" y="2160061"/>
                  </a:cubicBezTo>
                  <a:cubicBezTo>
                    <a:pt x="978821" y="2106345"/>
                    <a:pt x="983298" y="2054121"/>
                    <a:pt x="990758" y="2001898"/>
                  </a:cubicBezTo>
                  <a:cubicBezTo>
                    <a:pt x="993742" y="1978024"/>
                    <a:pt x="992250" y="1955642"/>
                    <a:pt x="989266" y="1933261"/>
                  </a:cubicBezTo>
                  <a:cubicBezTo>
                    <a:pt x="986282" y="1898942"/>
                    <a:pt x="986282" y="1864624"/>
                    <a:pt x="984790" y="1830306"/>
                  </a:cubicBezTo>
                  <a:cubicBezTo>
                    <a:pt x="980313" y="1761669"/>
                    <a:pt x="986282" y="1694524"/>
                    <a:pt x="1008663" y="1627379"/>
                  </a:cubicBezTo>
                  <a:cubicBezTo>
                    <a:pt x="1010156" y="1621411"/>
                    <a:pt x="1011648" y="1613950"/>
                    <a:pt x="1011648" y="1607982"/>
                  </a:cubicBezTo>
                  <a:cubicBezTo>
                    <a:pt x="1001203" y="1600521"/>
                    <a:pt x="990758" y="1591569"/>
                    <a:pt x="977329" y="1581124"/>
                  </a:cubicBezTo>
                  <a:close/>
                  <a:moveTo>
                    <a:pt x="695321" y="1555758"/>
                  </a:moveTo>
                  <a:cubicBezTo>
                    <a:pt x="683384" y="1557250"/>
                    <a:pt x="669955" y="1558742"/>
                    <a:pt x="658019" y="1560234"/>
                  </a:cubicBezTo>
                  <a:cubicBezTo>
                    <a:pt x="646082" y="1560234"/>
                    <a:pt x="640113" y="1566203"/>
                    <a:pt x="638621" y="1578140"/>
                  </a:cubicBezTo>
                  <a:cubicBezTo>
                    <a:pt x="631161" y="1624395"/>
                    <a:pt x="623700" y="1672142"/>
                    <a:pt x="617732" y="1718398"/>
                  </a:cubicBezTo>
                  <a:cubicBezTo>
                    <a:pt x="613255" y="1749732"/>
                    <a:pt x="613255" y="1781066"/>
                    <a:pt x="611763" y="1812400"/>
                  </a:cubicBezTo>
                  <a:cubicBezTo>
                    <a:pt x="608779" y="1848211"/>
                    <a:pt x="605795" y="1884021"/>
                    <a:pt x="605795" y="1919832"/>
                  </a:cubicBezTo>
                  <a:cubicBezTo>
                    <a:pt x="607287" y="1960119"/>
                    <a:pt x="613255" y="1998914"/>
                    <a:pt x="614748" y="2039200"/>
                  </a:cubicBezTo>
                  <a:cubicBezTo>
                    <a:pt x="617732" y="2097393"/>
                    <a:pt x="631161" y="2155585"/>
                    <a:pt x="646082" y="2210793"/>
                  </a:cubicBezTo>
                  <a:cubicBezTo>
                    <a:pt x="662495" y="2271969"/>
                    <a:pt x="683384" y="2333145"/>
                    <a:pt x="705766" y="2394322"/>
                  </a:cubicBezTo>
                  <a:cubicBezTo>
                    <a:pt x="716211" y="2424164"/>
                    <a:pt x="731132" y="2454006"/>
                    <a:pt x="747545" y="2482356"/>
                  </a:cubicBezTo>
                  <a:cubicBezTo>
                    <a:pt x="766942" y="2518166"/>
                    <a:pt x="790816" y="2550993"/>
                    <a:pt x="813198" y="2585311"/>
                  </a:cubicBezTo>
                  <a:cubicBezTo>
                    <a:pt x="840055" y="2627090"/>
                    <a:pt x="840055" y="2627090"/>
                    <a:pt x="890787" y="2619629"/>
                  </a:cubicBezTo>
                  <a:cubicBezTo>
                    <a:pt x="889295" y="2618137"/>
                    <a:pt x="889295" y="2616645"/>
                    <a:pt x="893771" y="2615153"/>
                  </a:cubicBezTo>
                  <a:cubicBezTo>
                    <a:pt x="887803" y="2606201"/>
                    <a:pt x="883327" y="2597248"/>
                    <a:pt x="877358" y="2591280"/>
                  </a:cubicBezTo>
                  <a:cubicBezTo>
                    <a:pt x="850500" y="2567406"/>
                    <a:pt x="829611" y="2540548"/>
                    <a:pt x="813198" y="2509214"/>
                  </a:cubicBezTo>
                  <a:cubicBezTo>
                    <a:pt x="795292" y="2474895"/>
                    <a:pt x="774403" y="2442069"/>
                    <a:pt x="757990" y="2407751"/>
                  </a:cubicBezTo>
                  <a:cubicBezTo>
                    <a:pt x="731132" y="2354035"/>
                    <a:pt x="716211" y="2294350"/>
                    <a:pt x="701290" y="2237651"/>
                  </a:cubicBezTo>
                  <a:cubicBezTo>
                    <a:pt x="684876" y="2180951"/>
                    <a:pt x="671448" y="2125743"/>
                    <a:pt x="663987" y="2067550"/>
                  </a:cubicBezTo>
                  <a:cubicBezTo>
                    <a:pt x="659511" y="2027264"/>
                    <a:pt x="650558" y="1986977"/>
                    <a:pt x="644590" y="1946690"/>
                  </a:cubicBezTo>
                  <a:cubicBezTo>
                    <a:pt x="641605" y="1921324"/>
                    <a:pt x="638621" y="1894466"/>
                    <a:pt x="640113" y="1869100"/>
                  </a:cubicBezTo>
                  <a:cubicBezTo>
                    <a:pt x="644590" y="1801956"/>
                    <a:pt x="652050" y="1734811"/>
                    <a:pt x="668463" y="1669158"/>
                  </a:cubicBezTo>
                  <a:cubicBezTo>
                    <a:pt x="677416" y="1631856"/>
                    <a:pt x="686369" y="1594553"/>
                    <a:pt x="695321" y="1555758"/>
                  </a:cubicBezTo>
                  <a:close/>
                  <a:moveTo>
                    <a:pt x="444647" y="1534869"/>
                  </a:moveTo>
                  <a:cubicBezTo>
                    <a:pt x="417790" y="1555758"/>
                    <a:pt x="417790" y="1566203"/>
                    <a:pt x="438679" y="1588585"/>
                  </a:cubicBezTo>
                  <a:cubicBezTo>
                    <a:pt x="470013" y="1573664"/>
                    <a:pt x="470013" y="1573664"/>
                    <a:pt x="468521" y="1542329"/>
                  </a:cubicBezTo>
                  <a:cubicBezTo>
                    <a:pt x="461061" y="1540837"/>
                    <a:pt x="453600" y="1537853"/>
                    <a:pt x="444647" y="1534869"/>
                  </a:cubicBezTo>
                  <a:close/>
                  <a:moveTo>
                    <a:pt x="1693540" y="1636332"/>
                  </a:moveTo>
                  <a:cubicBezTo>
                    <a:pt x="1669666" y="1637824"/>
                    <a:pt x="1645793" y="1643792"/>
                    <a:pt x="1623411" y="1648269"/>
                  </a:cubicBezTo>
                  <a:cubicBezTo>
                    <a:pt x="1608490" y="1651253"/>
                    <a:pt x="1604014" y="1666174"/>
                    <a:pt x="1614458" y="1678111"/>
                  </a:cubicBezTo>
                  <a:cubicBezTo>
                    <a:pt x="1627887" y="1693032"/>
                    <a:pt x="1644300" y="1704969"/>
                    <a:pt x="1657729" y="1718398"/>
                  </a:cubicBezTo>
                  <a:cubicBezTo>
                    <a:pt x="1657729" y="1697508"/>
                    <a:pt x="1660714" y="1679603"/>
                    <a:pt x="1674143" y="1666174"/>
                  </a:cubicBezTo>
                  <a:cubicBezTo>
                    <a:pt x="1672650" y="1681095"/>
                    <a:pt x="1672650" y="1697508"/>
                    <a:pt x="1671158" y="1715414"/>
                  </a:cubicBezTo>
                  <a:cubicBezTo>
                    <a:pt x="1699508" y="1704969"/>
                    <a:pt x="1712937" y="1687063"/>
                    <a:pt x="1724874" y="1669158"/>
                  </a:cubicBezTo>
                  <a:cubicBezTo>
                    <a:pt x="1720398" y="1651253"/>
                    <a:pt x="1711445" y="1636332"/>
                    <a:pt x="1693540" y="1636332"/>
                  </a:cubicBezTo>
                  <a:close/>
                  <a:moveTo>
                    <a:pt x="211879" y="1513979"/>
                  </a:moveTo>
                  <a:cubicBezTo>
                    <a:pt x="210387" y="1519948"/>
                    <a:pt x="208895" y="1522932"/>
                    <a:pt x="208895" y="1525916"/>
                  </a:cubicBezTo>
                  <a:cubicBezTo>
                    <a:pt x="205911" y="1546806"/>
                    <a:pt x="196958" y="1552774"/>
                    <a:pt x="177561" y="1548298"/>
                  </a:cubicBezTo>
                  <a:cubicBezTo>
                    <a:pt x="170100" y="1546806"/>
                    <a:pt x="162640" y="1542329"/>
                    <a:pt x="152195" y="1539345"/>
                  </a:cubicBezTo>
                  <a:cubicBezTo>
                    <a:pt x="150703" y="1546806"/>
                    <a:pt x="147718" y="1554266"/>
                    <a:pt x="149211" y="1557250"/>
                  </a:cubicBezTo>
                  <a:cubicBezTo>
                    <a:pt x="153687" y="1566203"/>
                    <a:pt x="161147" y="1575156"/>
                    <a:pt x="168608" y="1581124"/>
                  </a:cubicBezTo>
                  <a:cubicBezTo>
                    <a:pt x="185021" y="1593061"/>
                    <a:pt x="201434" y="1590077"/>
                    <a:pt x="216355" y="1575156"/>
                  </a:cubicBezTo>
                  <a:cubicBezTo>
                    <a:pt x="229784" y="1585600"/>
                    <a:pt x="241721" y="1584108"/>
                    <a:pt x="252166" y="1572171"/>
                  </a:cubicBezTo>
                  <a:cubicBezTo>
                    <a:pt x="259626" y="1563219"/>
                    <a:pt x="259626" y="1552774"/>
                    <a:pt x="247690" y="1542329"/>
                  </a:cubicBezTo>
                  <a:cubicBezTo>
                    <a:pt x="237245" y="1531885"/>
                    <a:pt x="225308" y="1524424"/>
                    <a:pt x="211879" y="1513979"/>
                  </a:cubicBezTo>
                  <a:close/>
                  <a:moveTo>
                    <a:pt x="559540" y="1537853"/>
                  </a:moveTo>
                  <a:cubicBezTo>
                    <a:pt x="555063" y="1543821"/>
                    <a:pt x="550587" y="1548298"/>
                    <a:pt x="544619" y="1555758"/>
                  </a:cubicBezTo>
                  <a:cubicBezTo>
                    <a:pt x="571476" y="1557250"/>
                    <a:pt x="575953" y="1575156"/>
                    <a:pt x="575953" y="1599029"/>
                  </a:cubicBezTo>
                  <a:cubicBezTo>
                    <a:pt x="587890" y="1590077"/>
                    <a:pt x="593858" y="1582616"/>
                    <a:pt x="601319" y="1575156"/>
                  </a:cubicBezTo>
                  <a:cubicBezTo>
                    <a:pt x="590874" y="1557250"/>
                    <a:pt x="577445" y="1546806"/>
                    <a:pt x="559540" y="1537853"/>
                  </a:cubicBezTo>
                  <a:close/>
                  <a:moveTo>
                    <a:pt x="2108345" y="1657221"/>
                  </a:moveTo>
                  <a:cubicBezTo>
                    <a:pt x="2087456" y="1667666"/>
                    <a:pt x="2087456" y="1667666"/>
                    <a:pt x="2100885" y="1679603"/>
                  </a:cubicBezTo>
                  <a:cubicBezTo>
                    <a:pt x="2102377" y="1676619"/>
                    <a:pt x="2105361" y="1673635"/>
                    <a:pt x="2106853" y="1669158"/>
                  </a:cubicBezTo>
                  <a:cubicBezTo>
                    <a:pt x="2108345" y="1666174"/>
                    <a:pt x="2108345" y="1663190"/>
                    <a:pt x="2108345" y="1657221"/>
                  </a:cubicBezTo>
                  <a:close/>
                  <a:moveTo>
                    <a:pt x="1377213" y="1597537"/>
                  </a:moveTo>
                  <a:cubicBezTo>
                    <a:pt x="1369753" y="1596045"/>
                    <a:pt x="1360800" y="1594553"/>
                    <a:pt x="1359308" y="1604998"/>
                  </a:cubicBezTo>
                  <a:cubicBezTo>
                    <a:pt x="1357816" y="1609474"/>
                    <a:pt x="1363785" y="1615442"/>
                    <a:pt x="1368261" y="1621411"/>
                  </a:cubicBezTo>
                  <a:cubicBezTo>
                    <a:pt x="1372737" y="1627379"/>
                    <a:pt x="1377213" y="1630363"/>
                    <a:pt x="1381690" y="1636332"/>
                  </a:cubicBezTo>
                  <a:cubicBezTo>
                    <a:pt x="1380198" y="1637824"/>
                    <a:pt x="1378706" y="1639316"/>
                    <a:pt x="1378706" y="1640808"/>
                  </a:cubicBezTo>
                  <a:cubicBezTo>
                    <a:pt x="1368261" y="1634840"/>
                    <a:pt x="1359308" y="1628871"/>
                    <a:pt x="1348863" y="1625887"/>
                  </a:cubicBezTo>
                  <a:cubicBezTo>
                    <a:pt x="1336927" y="1621411"/>
                    <a:pt x="1329466" y="1627379"/>
                    <a:pt x="1330958" y="1639316"/>
                  </a:cubicBezTo>
                  <a:cubicBezTo>
                    <a:pt x="1332450" y="1649761"/>
                    <a:pt x="1335435" y="1658714"/>
                    <a:pt x="1338419" y="1667666"/>
                  </a:cubicBezTo>
                  <a:cubicBezTo>
                    <a:pt x="1341403" y="1684079"/>
                    <a:pt x="1350356" y="1694524"/>
                    <a:pt x="1369753" y="1693032"/>
                  </a:cubicBezTo>
                  <a:cubicBezTo>
                    <a:pt x="1372737" y="1690048"/>
                    <a:pt x="1374229" y="1688556"/>
                    <a:pt x="1375721" y="1685571"/>
                  </a:cubicBezTo>
                  <a:cubicBezTo>
                    <a:pt x="1384674" y="1667666"/>
                    <a:pt x="1392135" y="1648269"/>
                    <a:pt x="1414516" y="1642300"/>
                  </a:cubicBezTo>
                  <a:cubicBezTo>
                    <a:pt x="1417500" y="1640808"/>
                    <a:pt x="1420485" y="1637824"/>
                    <a:pt x="1423469" y="1633348"/>
                  </a:cubicBezTo>
                  <a:cubicBezTo>
                    <a:pt x="1432421" y="1619919"/>
                    <a:pt x="1426453" y="1606490"/>
                    <a:pt x="1411532" y="1603506"/>
                  </a:cubicBezTo>
                  <a:cubicBezTo>
                    <a:pt x="1399595" y="1600521"/>
                    <a:pt x="1389150" y="1599029"/>
                    <a:pt x="1377213" y="1597537"/>
                  </a:cubicBezTo>
                  <a:close/>
                  <a:moveTo>
                    <a:pt x="726655" y="1542329"/>
                  </a:moveTo>
                  <a:cubicBezTo>
                    <a:pt x="720687" y="1548298"/>
                    <a:pt x="717703" y="1551282"/>
                    <a:pt x="716211" y="1554266"/>
                  </a:cubicBezTo>
                  <a:cubicBezTo>
                    <a:pt x="711734" y="1567695"/>
                    <a:pt x="705766" y="1582616"/>
                    <a:pt x="702782" y="1597537"/>
                  </a:cubicBezTo>
                  <a:cubicBezTo>
                    <a:pt x="695321" y="1630363"/>
                    <a:pt x="686369" y="1661698"/>
                    <a:pt x="680400" y="1694524"/>
                  </a:cubicBezTo>
                  <a:cubicBezTo>
                    <a:pt x="666971" y="1755700"/>
                    <a:pt x="655034" y="1816877"/>
                    <a:pt x="656527" y="1879545"/>
                  </a:cubicBezTo>
                  <a:cubicBezTo>
                    <a:pt x="658019" y="1907895"/>
                    <a:pt x="661003" y="1937737"/>
                    <a:pt x="665479" y="1966087"/>
                  </a:cubicBezTo>
                  <a:cubicBezTo>
                    <a:pt x="675924" y="2031740"/>
                    <a:pt x="684876" y="2097393"/>
                    <a:pt x="696813" y="2163045"/>
                  </a:cubicBezTo>
                  <a:cubicBezTo>
                    <a:pt x="705766" y="2209300"/>
                    <a:pt x="720687" y="2254064"/>
                    <a:pt x="732624" y="2300319"/>
                  </a:cubicBezTo>
                  <a:cubicBezTo>
                    <a:pt x="752021" y="2371940"/>
                    <a:pt x="790816" y="2434608"/>
                    <a:pt x="825134" y="2498769"/>
                  </a:cubicBezTo>
                  <a:cubicBezTo>
                    <a:pt x="844532" y="2534579"/>
                    <a:pt x="872882" y="2564422"/>
                    <a:pt x="899740" y="2595756"/>
                  </a:cubicBezTo>
                  <a:cubicBezTo>
                    <a:pt x="913169" y="2610677"/>
                    <a:pt x="926598" y="2621122"/>
                    <a:pt x="945995" y="2630074"/>
                  </a:cubicBezTo>
                  <a:cubicBezTo>
                    <a:pt x="963900" y="2639027"/>
                    <a:pt x="983298" y="2647980"/>
                    <a:pt x="993742" y="2664393"/>
                  </a:cubicBezTo>
                  <a:cubicBezTo>
                    <a:pt x="1011648" y="2689758"/>
                    <a:pt x="1022092" y="2719600"/>
                    <a:pt x="1026569" y="2752427"/>
                  </a:cubicBezTo>
                  <a:cubicBezTo>
                    <a:pt x="1031045" y="2785253"/>
                    <a:pt x="1028061" y="2816587"/>
                    <a:pt x="1022092" y="2850906"/>
                  </a:cubicBezTo>
                  <a:cubicBezTo>
                    <a:pt x="1071332" y="2876272"/>
                    <a:pt x="1119079" y="2904622"/>
                    <a:pt x="1180256" y="2882240"/>
                  </a:cubicBezTo>
                  <a:cubicBezTo>
                    <a:pt x="1168319" y="2862843"/>
                    <a:pt x="1157874" y="2844937"/>
                    <a:pt x="1150413" y="2831508"/>
                  </a:cubicBezTo>
                  <a:cubicBezTo>
                    <a:pt x="1128032" y="2825540"/>
                    <a:pt x="1108634" y="2824048"/>
                    <a:pt x="1090729" y="2816587"/>
                  </a:cubicBezTo>
                  <a:cubicBezTo>
                    <a:pt x="1069840" y="2807635"/>
                    <a:pt x="1054919" y="2791222"/>
                    <a:pt x="1050442" y="2768840"/>
                  </a:cubicBezTo>
                  <a:cubicBezTo>
                    <a:pt x="1044474" y="2743474"/>
                    <a:pt x="1048950" y="2716616"/>
                    <a:pt x="1063871" y="2697219"/>
                  </a:cubicBezTo>
                  <a:cubicBezTo>
                    <a:pt x="1081777" y="2676330"/>
                    <a:pt x="1075808" y="2658424"/>
                    <a:pt x="1066856" y="2639027"/>
                  </a:cubicBezTo>
                  <a:cubicBezTo>
                    <a:pt x="1063871" y="2633059"/>
                    <a:pt x="1062379" y="2624106"/>
                    <a:pt x="1059395" y="2618137"/>
                  </a:cubicBezTo>
                  <a:cubicBezTo>
                    <a:pt x="1054919" y="2609185"/>
                    <a:pt x="1051935" y="2598740"/>
                    <a:pt x="1044474" y="2592772"/>
                  </a:cubicBezTo>
                  <a:cubicBezTo>
                    <a:pt x="1016124" y="2568898"/>
                    <a:pt x="992250" y="2542040"/>
                    <a:pt x="971361" y="2512198"/>
                  </a:cubicBezTo>
                  <a:cubicBezTo>
                    <a:pt x="945995" y="2476387"/>
                    <a:pt x="917645" y="2443561"/>
                    <a:pt x="899740" y="2404766"/>
                  </a:cubicBezTo>
                  <a:cubicBezTo>
                    <a:pt x="875866" y="2354035"/>
                    <a:pt x="841548" y="2307779"/>
                    <a:pt x="823642" y="2252572"/>
                  </a:cubicBezTo>
                  <a:cubicBezTo>
                    <a:pt x="810213" y="2213777"/>
                    <a:pt x="792308" y="2174982"/>
                    <a:pt x="784848" y="2134695"/>
                  </a:cubicBezTo>
                  <a:cubicBezTo>
                    <a:pt x="777387" y="2095900"/>
                    <a:pt x="766942" y="2058598"/>
                    <a:pt x="759482" y="2019803"/>
                  </a:cubicBezTo>
                  <a:cubicBezTo>
                    <a:pt x="756498" y="2006374"/>
                    <a:pt x="756498" y="1992945"/>
                    <a:pt x="753513" y="1981008"/>
                  </a:cubicBezTo>
                  <a:cubicBezTo>
                    <a:pt x="746053" y="1952658"/>
                    <a:pt x="747545" y="1924308"/>
                    <a:pt x="749037" y="1895958"/>
                  </a:cubicBezTo>
                  <a:cubicBezTo>
                    <a:pt x="750529" y="1881037"/>
                    <a:pt x="752021" y="1866116"/>
                    <a:pt x="753513" y="1851195"/>
                  </a:cubicBezTo>
                  <a:cubicBezTo>
                    <a:pt x="757990" y="1819861"/>
                    <a:pt x="760974" y="1790019"/>
                    <a:pt x="766942" y="1760177"/>
                  </a:cubicBezTo>
                  <a:cubicBezTo>
                    <a:pt x="774403" y="1722874"/>
                    <a:pt x="786340" y="1685571"/>
                    <a:pt x="795292" y="1648269"/>
                  </a:cubicBezTo>
                  <a:cubicBezTo>
                    <a:pt x="796784" y="1643792"/>
                    <a:pt x="796784" y="1636332"/>
                    <a:pt x="793800" y="1631856"/>
                  </a:cubicBezTo>
                  <a:cubicBezTo>
                    <a:pt x="787832" y="1624395"/>
                    <a:pt x="778879" y="1616935"/>
                    <a:pt x="769927" y="1607982"/>
                  </a:cubicBezTo>
                  <a:cubicBezTo>
                    <a:pt x="766942" y="1616935"/>
                    <a:pt x="763958" y="1622903"/>
                    <a:pt x="762466" y="1627379"/>
                  </a:cubicBezTo>
                  <a:cubicBezTo>
                    <a:pt x="735608" y="1710937"/>
                    <a:pt x="719195" y="1795987"/>
                    <a:pt x="716211" y="1884021"/>
                  </a:cubicBezTo>
                  <a:cubicBezTo>
                    <a:pt x="714719" y="1918340"/>
                    <a:pt x="714719" y="1952658"/>
                    <a:pt x="719195" y="1986977"/>
                  </a:cubicBezTo>
                  <a:cubicBezTo>
                    <a:pt x="723671" y="2024279"/>
                    <a:pt x="734116" y="2061582"/>
                    <a:pt x="743069" y="2098885"/>
                  </a:cubicBezTo>
                  <a:cubicBezTo>
                    <a:pt x="753513" y="2145140"/>
                    <a:pt x="762466" y="2189903"/>
                    <a:pt x="775895" y="2234666"/>
                  </a:cubicBezTo>
                  <a:cubicBezTo>
                    <a:pt x="786340" y="2270477"/>
                    <a:pt x="799769" y="2303303"/>
                    <a:pt x="814690" y="2337622"/>
                  </a:cubicBezTo>
                  <a:cubicBezTo>
                    <a:pt x="825134" y="2362987"/>
                    <a:pt x="841548" y="2385369"/>
                    <a:pt x="851992" y="2410735"/>
                  </a:cubicBezTo>
                  <a:cubicBezTo>
                    <a:pt x="884819" y="2489816"/>
                    <a:pt x="938534" y="2552485"/>
                    <a:pt x="996727" y="2613661"/>
                  </a:cubicBezTo>
                  <a:cubicBezTo>
                    <a:pt x="1014632" y="2631566"/>
                    <a:pt x="1034029" y="2649472"/>
                    <a:pt x="1053427" y="2665885"/>
                  </a:cubicBezTo>
                  <a:cubicBezTo>
                    <a:pt x="1060887" y="2670361"/>
                    <a:pt x="1066856" y="2677822"/>
                    <a:pt x="1053427" y="2689758"/>
                  </a:cubicBezTo>
                  <a:cubicBezTo>
                    <a:pt x="1011648" y="2646487"/>
                    <a:pt x="972853" y="2604708"/>
                    <a:pt x="931074" y="2562929"/>
                  </a:cubicBezTo>
                  <a:cubicBezTo>
                    <a:pt x="914661" y="2546516"/>
                    <a:pt x="899740" y="2528611"/>
                    <a:pt x="889295" y="2507722"/>
                  </a:cubicBezTo>
                  <a:cubicBezTo>
                    <a:pt x="871390" y="2474895"/>
                    <a:pt x="854977" y="2440577"/>
                    <a:pt x="835579" y="2409243"/>
                  </a:cubicBezTo>
                  <a:cubicBezTo>
                    <a:pt x="808721" y="2365972"/>
                    <a:pt x="790816" y="2319716"/>
                    <a:pt x="775895" y="2271969"/>
                  </a:cubicBezTo>
                  <a:cubicBezTo>
                    <a:pt x="756498" y="2210793"/>
                    <a:pt x="741577" y="2149616"/>
                    <a:pt x="725163" y="2088440"/>
                  </a:cubicBezTo>
                  <a:cubicBezTo>
                    <a:pt x="711734" y="2036216"/>
                    <a:pt x="702782" y="1983993"/>
                    <a:pt x="704274" y="1930277"/>
                  </a:cubicBezTo>
                  <a:cubicBezTo>
                    <a:pt x="704274" y="1889990"/>
                    <a:pt x="708750" y="1849703"/>
                    <a:pt x="713226" y="1810908"/>
                  </a:cubicBezTo>
                  <a:cubicBezTo>
                    <a:pt x="720687" y="1746748"/>
                    <a:pt x="732624" y="1684079"/>
                    <a:pt x="752021" y="1622903"/>
                  </a:cubicBezTo>
                  <a:cubicBezTo>
                    <a:pt x="763958" y="1587092"/>
                    <a:pt x="740084" y="1570679"/>
                    <a:pt x="726655" y="1542329"/>
                  </a:cubicBezTo>
                  <a:close/>
                  <a:moveTo>
                    <a:pt x="2336637" y="1670650"/>
                  </a:moveTo>
                  <a:cubicBezTo>
                    <a:pt x="2320224" y="1676619"/>
                    <a:pt x="2306795" y="1682587"/>
                    <a:pt x="2290382" y="1690048"/>
                  </a:cubicBezTo>
                  <a:cubicBezTo>
                    <a:pt x="2293366" y="1704969"/>
                    <a:pt x="2302319" y="1712429"/>
                    <a:pt x="2314256" y="1716906"/>
                  </a:cubicBezTo>
                  <a:cubicBezTo>
                    <a:pt x="2332161" y="1724366"/>
                    <a:pt x="2347082" y="1710937"/>
                    <a:pt x="2345590" y="1693032"/>
                  </a:cubicBezTo>
                  <a:cubicBezTo>
                    <a:pt x="2344098" y="1685571"/>
                    <a:pt x="2339622" y="1678111"/>
                    <a:pt x="2336637" y="1670650"/>
                  </a:cubicBezTo>
                  <a:close/>
                  <a:moveTo>
                    <a:pt x="625192" y="1524424"/>
                  </a:moveTo>
                  <a:cubicBezTo>
                    <a:pt x="611763" y="1525916"/>
                    <a:pt x="596842" y="1527408"/>
                    <a:pt x="580429" y="1528900"/>
                  </a:cubicBezTo>
                  <a:cubicBezTo>
                    <a:pt x="586398" y="1534869"/>
                    <a:pt x="592366" y="1539345"/>
                    <a:pt x="598334" y="1545313"/>
                  </a:cubicBezTo>
                  <a:cubicBezTo>
                    <a:pt x="619224" y="1563219"/>
                    <a:pt x="620716" y="1575156"/>
                    <a:pt x="601319" y="1594553"/>
                  </a:cubicBezTo>
                  <a:cubicBezTo>
                    <a:pt x="598334" y="1597537"/>
                    <a:pt x="595350" y="1600521"/>
                    <a:pt x="592366" y="1603506"/>
                  </a:cubicBezTo>
                  <a:cubicBezTo>
                    <a:pt x="574461" y="1610966"/>
                    <a:pt x="572969" y="1625887"/>
                    <a:pt x="577445" y="1642300"/>
                  </a:cubicBezTo>
                  <a:cubicBezTo>
                    <a:pt x="583413" y="1663190"/>
                    <a:pt x="575953" y="1679603"/>
                    <a:pt x="559540" y="1693032"/>
                  </a:cubicBezTo>
                  <a:cubicBezTo>
                    <a:pt x="550587" y="1699000"/>
                    <a:pt x="544619" y="1703477"/>
                    <a:pt x="543126" y="1706461"/>
                  </a:cubicBezTo>
                  <a:cubicBezTo>
                    <a:pt x="538650" y="1734811"/>
                    <a:pt x="534174" y="1760177"/>
                    <a:pt x="529698" y="1787034"/>
                  </a:cubicBezTo>
                  <a:cubicBezTo>
                    <a:pt x="528205" y="1801956"/>
                    <a:pt x="523729" y="1816877"/>
                    <a:pt x="525221" y="1831798"/>
                  </a:cubicBezTo>
                  <a:cubicBezTo>
                    <a:pt x="528205" y="1873577"/>
                    <a:pt x="519253" y="1912371"/>
                    <a:pt x="517761" y="1954150"/>
                  </a:cubicBezTo>
                  <a:cubicBezTo>
                    <a:pt x="516269" y="1995929"/>
                    <a:pt x="516269" y="2036216"/>
                    <a:pt x="528205" y="2075011"/>
                  </a:cubicBezTo>
                  <a:cubicBezTo>
                    <a:pt x="541634" y="2125743"/>
                    <a:pt x="555063" y="2176474"/>
                    <a:pt x="568492" y="2225714"/>
                  </a:cubicBezTo>
                  <a:cubicBezTo>
                    <a:pt x="580429" y="2268985"/>
                    <a:pt x="595350" y="2313748"/>
                    <a:pt x="610271" y="2355527"/>
                  </a:cubicBezTo>
                  <a:cubicBezTo>
                    <a:pt x="620716" y="2383877"/>
                    <a:pt x="632653" y="2413719"/>
                    <a:pt x="643098" y="2442069"/>
                  </a:cubicBezTo>
                  <a:cubicBezTo>
                    <a:pt x="655034" y="2471911"/>
                    <a:pt x="665479" y="2503245"/>
                    <a:pt x="677416" y="2533087"/>
                  </a:cubicBezTo>
                  <a:cubicBezTo>
                    <a:pt x="695321" y="2577850"/>
                    <a:pt x="726655" y="2612169"/>
                    <a:pt x="756498" y="2647980"/>
                  </a:cubicBezTo>
                  <a:cubicBezTo>
                    <a:pt x="762466" y="2655440"/>
                    <a:pt x="769927" y="2659916"/>
                    <a:pt x="775895" y="2664393"/>
                  </a:cubicBezTo>
                  <a:cubicBezTo>
                    <a:pt x="793800" y="2652456"/>
                    <a:pt x="810213" y="2642011"/>
                    <a:pt x="826626" y="2631566"/>
                  </a:cubicBezTo>
                  <a:cubicBezTo>
                    <a:pt x="825134" y="2627090"/>
                    <a:pt x="823642" y="2624106"/>
                    <a:pt x="822150" y="2621122"/>
                  </a:cubicBezTo>
                  <a:cubicBezTo>
                    <a:pt x="799769" y="2588295"/>
                    <a:pt x="775895" y="2556961"/>
                    <a:pt x="755005" y="2524135"/>
                  </a:cubicBezTo>
                  <a:cubicBezTo>
                    <a:pt x="737100" y="2495785"/>
                    <a:pt x="719195" y="2467435"/>
                    <a:pt x="707258" y="2436100"/>
                  </a:cubicBezTo>
                  <a:cubicBezTo>
                    <a:pt x="684876" y="2380893"/>
                    <a:pt x="666971" y="2325685"/>
                    <a:pt x="649066" y="2268985"/>
                  </a:cubicBezTo>
                  <a:cubicBezTo>
                    <a:pt x="623700" y="2197364"/>
                    <a:pt x="607287" y="2124250"/>
                    <a:pt x="602811" y="2046661"/>
                  </a:cubicBezTo>
                  <a:cubicBezTo>
                    <a:pt x="599826" y="1991453"/>
                    <a:pt x="589382" y="1936245"/>
                    <a:pt x="593858" y="1879545"/>
                  </a:cubicBezTo>
                  <a:cubicBezTo>
                    <a:pt x="601319" y="1791511"/>
                    <a:pt x="607287" y="1703477"/>
                    <a:pt x="619224" y="1615442"/>
                  </a:cubicBezTo>
                  <a:cubicBezTo>
                    <a:pt x="623700" y="1585600"/>
                    <a:pt x="635637" y="1554266"/>
                    <a:pt x="625192" y="1524424"/>
                  </a:cubicBezTo>
                  <a:close/>
                  <a:moveTo>
                    <a:pt x="1648777" y="1606490"/>
                  </a:moveTo>
                  <a:cubicBezTo>
                    <a:pt x="1627887" y="1615442"/>
                    <a:pt x="1609982" y="1622903"/>
                    <a:pt x="1592077" y="1630363"/>
                  </a:cubicBezTo>
                  <a:cubicBezTo>
                    <a:pt x="1584616" y="1633348"/>
                    <a:pt x="1578648" y="1636332"/>
                    <a:pt x="1572679" y="1642300"/>
                  </a:cubicBezTo>
                  <a:cubicBezTo>
                    <a:pt x="1551790" y="1658714"/>
                    <a:pt x="1551790" y="1666174"/>
                    <a:pt x="1572679" y="1685571"/>
                  </a:cubicBezTo>
                  <a:cubicBezTo>
                    <a:pt x="1580140" y="1682587"/>
                    <a:pt x="1586108" y="1678111"/>
                    <a:pt x="1593569" y="1675127"/>
                  </a:cubicBezTo>
                  <a:cubicBezTo>
                    <a:pt x="1602521" y="1637824"/>
                    <a:pt x="1605506" y="1634840"/>
                    <a:pt x="1654745" y="1628871"/>
                  </a:cubicBezTo>
                  <a:cubicBezTo>
                    <a:pt x="1653253" y="1619919"/>
                    <a:pt x="1650269" y="1613950"/>
                    <a:pt x="1648777" y="1606490"/>
                  </a:cubicBezTo>
                  <a:close/>
                  <a:moveTo>
                    <a:pt x="1326482" y="1576648"/>
                  </a:moveTo>
                  <a:cubicBezTo>
                    <a:pt x="1314545" y="1575156"/>
                    <a:pt x="1299624" y="1585600"/>
                    <a:pt x="1298132" y="1596045"/>
                  </a:cubicBezTo>
                  <a:cubicBezTo>
                    <a:pt x="1298132" y="1602013"/>
                    <a:pt x="1307085" y="1607982"/>
                    <a:pt x="1322006" y="1610966"/>
                  </a:cubicBezTo>
                  <a:cubicBezTo>
                    <a:pt x="1333942" y="1612458"/>
                    <a:pt x="1339911" y="1607982"/>
                    <a:pt x="1341403" y="1597537"/>
                  </a:cubicBezTo>
                  <a:cubicBezTo>
                    <a:pt x="1342895" y="1585600"/>
                    <a:pt x="1336927" y="1578140"/>
                    <a:pt x="1326482" y="1576648"/>
                  </a:cubicBezTo>
                  <a:close/>
                  <a:moveTo>
                    <a:pt x="2905130" y="1703477"/>
                  </a:moveTo>
                  <a:cubicBezTo>
                    <a:pt x="2815603" y="1700493"/>
                    <a:pt x="2729061" y="1716906"/>
                    <a:pt x="2641027" y="1724366"/>
                  </a:cubicBezTo>
                  <a:cubicBezTo>
                    <a:pt x="2602232" y="1727350"/>
                    <a:pt x="2563438" y="1731827"/>
                    <a:pt x="2524643" y="1736303"/>
                  </a:cubicBezTo>
                  <a:cubicBezTo>
                    <a:pt x="2499277" y="1739287"/>
                    <a:pt x="2472419" y="1742271"/>
                    <a:pt x="2447053" y="1746748"/>
                  </a:cubicBezTo>
                  <a:cubicBezTo>
                    <a:pt x="2397814" y="1755700"/>
                    <a:pt x="2347082" y="1755700"/>
                    <a:pt x="2297843" y="1746748"/>
                  </a:cubicBezTo>
                  <a:cubicBezTo>
                    <a:pt x="2287398" y="1745256"/>
                    <a:pt x="2276953" y="1740779"/>
                    <a:pt x="2266508" y="1740779"/>
                  </a:cubicBezTo>
                  <a:cubicBezTo>
                    <a:pt x="2251587" y="1742271"/>
                    <a:pt x="2238159" y="1746748"/>
                    <a:pt x="2223237" y="1749732"/>
                  </a:cubicBezTo>
                  <a:cubicBezTo>
                    <a:pt x="2212793" y="1761669"/>
                    <a:pt x="2203840" y="1773606"/>
                    <a:pt x="2193395" y="1787034"/>
                  </a:cubicBezTo>
                  <a:cubicBezTo>
                    <a:pt x="2212793" y="1793003"/>
                    <a:pt x="2230698" y="1798971"/>
                    <a:pt x="2247111" y="1804940"/>
                  </a:cubicBezTo>
                  <a:cubicBezTo>
                    <a:pt x="2275461" y="1813892"/>
                    <a:pt x="2303811" y="1818369"/>
                    <a:pt x="2333653" y="1812400"/>
                  </a:cubicBezTo>
                  <a:cubicBezTo>
                    <a:pt x="2350066" y="1809416"/>
                    <a:pt x="2366479" y="1807924"/>
                    <a:pt x="2382893" y="1804940"/>
                  </a:cubicBezTo>
                  <a:cubicBezTo>
                    <a:pt x="2414227" y="1800464"/>
                    <a:pt x="2445561" y="1797479"/>
                    <a:pt x="2476895" y="1793003"/>
                  </a:cubicBezTo>
                  <a:cubicBezTo>
                    <a:pt x="2514198" y="1787034"/>
                    <a:pt x="2551501" y="1778082"/>
                    <a:pt x="2590295" y="1772113"/>
                  </a:cubicBezTo>
                  <a:cubicBezTo>
                    <a:pt x="2645503" y="1763161"/>
                    <a:pt x="2700711" y="1755700"/>
                    <a:pt x="2755919" y="1746748"/>
                  </a:cubicBezTo>
                  <a:cubicBezTo>
                    <a:pt x="2796206" y="1740779"/>
                    <a:pt x="2837985" y="1739287"/>
                    <a:pt x="2878272" y="1745256"/>
                  </a:cubicBezTo>
                  <a:cubicBezTo>
                    <a:pt x="2914082" y="1749732"/>
                    <a:pt x="2949893" y="1754208"/>
                    <a:pt x="2984211" y="1758685"/>
                  </a:cubicBezTo>
                  <a:cubicBezTo>
                    <a:pt x="3003609" y="1761669"/>
                    <a:pt x="3024498" y="1764653"/>
                    <a:pt x="3045387" y="1767637"/>
                  </a:cubicBezTo>
                  <a:cubicBezTo>
                    <a:pt x="3045387" y="1766145"/>
                    <a:pt x="3046880" y="1766145"/>
                    <a:pt x="3046880" y="1764653"/>
                  </a:cubicBezTo>
                  <a:cubicBezTo>
                    <a:pt x="3037927" y="1758685"/>
                    <a:pt x="3030466" y="1751224"/>
                    <a:pt x="3021514" y="1746748"/>
                  </a:cubicBezTo>
                  <a:cubicBezTo>
                    <a:pt x="2985703" y="1724366"/>
                    <a:pt x="2948401" y="1706461"/>
                    <a:pt x="2905130" y="1703477"/>
                  </a:cubicBezTo>
                  <a:close/>
                  <a:moveTo>
                    <a:pt x="931074" y="1536361"/>
                  </a:moveTo>
                  <a:cubicBezTo>
                    <a:pt x="920629" y="1557250"/>
                    <a:pt x="911677" y="1572171"/>
                    <a:pt x="905708" y="1588585"/>
                  </a:cubicBezTo>
                  <a:cubicBezTo>
                    <a:pt x="890787" y="1624395"/>
                    <a:pt x="878850" y="1660205"/>
                    <a:pt x="863929" y="1694524"/>
                  </a:cubicBezTo>
                  <a:cubicBezTo>
                    <a:pt x="841548" y="1742271"/>
                    <a:pt x="837071" y="1793003"/>
                    <a:pt x="834087" y="1843735"/>
                  </a:cubicBezTo>
                  <a:cubicBezTo>
                    <a:pt x="831103" y="1885514"/>
                    <a:pt x="840055" y="1927293"/>
                    <a:pt x="849008" y="1969072"/>
                  </a:cubicBezTo>
                  <a:cubicBezTo>
                    <a:pt x="860945" y="2016819"/>
                    <a:pt x="863929" y="2067550"/>
                    <a:pt x="875866" y="2116790"/>
                  </a:cubicBezTo>
                  <a:cubicBezTo>
                    <a:pt x="892279" y="2188411"/>
                    <a:pt x="922121" y="2255556"/>
                    <a:pt x="953455" y="2322701"/>
                  </a:cubicBezTo>
                  <a:cubicBezTo>
                    <a:pt x="960916" y="2337622"/>
                    <a:pt x="974345" y="2352543"/>
                    <a:pt x="984790" y="2368956"/>
                  </a:cubicBezTo>
                  <a:cubicBezTo>
                    <a:pt x="986282" y="2367464"/>
                    <a:pt x="989266" y="2367464"/>
                    <a:pt x="990758" y="2365972"/>
                  </a:cubicBezTo>
                  <a:cubicBezTo>
                    <a:pt x="990758" y="2362987"/>
                    <a:pt x="990758" y="2360003"/>
                    <a:pt x="990758" y="2357019"/>
                  </a:cubicBezTo>
                  <a:cubicBezTo>
                    <a:pt x="981805" y="2312256"/>
                    <a:pt x="974345" y="2268985"/>
                    <a:pt x="978821" y="2222730"/>
                  </a:cubicBezTo>
                  <a:cubicBezTo>
                    <a:pt x="978821" y="2218253"/>
                    <a:pt x="977329" y="2213777"/>
                    <a:pt x="975837" y="2210793"/>
                  </a:cubicBezTo>
                  <a:cubicBezTo>
                    <a:pt x="968377" y="2192887"/>
                    <a:pt x="959424" y="2174982"/>
                    <a:pt x="953455" y="2155585"/>
                  </a:cubicBezTo>
                  <a:cubicBezTo>
                    <a:pt x="940027" y="2115298"/>
                    <a:pt x="920629" y="2076503"/>
                    <a:pt x="919137" y="2033232"/>
                  </a:cubicBezTo>
                  <a:cubicBezTo>
                    <a:pt x="919137" y="2021295"/>
                    <a:pt x="916153" y="2007866"/>
                    <a:pt x="913169" y="1995929"/>
                  </a:cubicBezTo>
                  <a:cubicBezTo>
                    <a:pt x="899740" y="1937737"/>
                    <a:pt x="895263" y="1878053"/>
                    <a:pt x="905708" y="1819861"/>
                  </a:cubicBezTo>
                  <a:cubicBezTo>
                    <a:pt x="919137" y="1740779"/>
                    <a:pt x="931074" y="1660205"/>
                    <a:pt x="962408" y="1584108"/>
                  </a:cubicBezTo>
                  <a:cubicBezTo>
                    <a:pt x="965392" y="1578140"/>
                    <a:pt x="965392" y="1569187"/>
                    <a:pt x="960916" y="1566203"/>
                  </a:cubicBezTo>
                  <a:cubicBezTo>
                    <a:pt x="953455" y="1555758"/>
                    <a:pt x="943011" y="1548298"/>
                    <a:pt x="931074" y="1536361"/>
                  </a:cubicBezTo>
                  <a:close/>
                  <a:moveTo>
                    <a:pt x="1713310" y="1599402"/>
                  </a:moveTo>
                  <a:cubicBezTo>
                    <a:pt x="1707342" y="1600521"/>
                    <a:pt x="1701001" y="1605744"/>
                    <a:pt x="1692048" y="1615442"/>
                  </a:cubicBezTo>
                  <a:cubicBezTo>
                    <a:pt x="1712937" y="1624395"/>
                    <a:pt x="1730843" y="1633348"/>
                    <a:pt x="1736811" y="1655729"/>
                  </a:cubicBezTo>
                  <a:cubicBezTo>
                    <a:pt x="1738303" y="1658714"/>
                    <a:pt x="1742779" y="1661698"/>
                    <a:pt x="1745764" y="1661698"/>
                  </a:cubicBezTo>
                  <a:cubicBezTo>
                    <a:pt x="1756208" y="1664682"/>
                    <a:pt x="1766653" y="1667666"/>
                    <a:pt x="1781574" y="1672142"/>
                  </a:cubicBezTo>
                  <a:cubicBezTo>
                    <a:pt x="1784558" y="1667666"/>
                    <a:pt x="1789035" y="1661698"/>
                    <a:pt x="1792019" y="1657221"/>
                  </a:cubicBezTo>
                  <a:cubicBezTo>
                    <a:pt x="1771129" y="1639316"/>
                    <a:pt x="1751732" y="1622903"/>
                    <a:pt x="1732335" y="1607982"/>
                  </a:cubicBezTo>
                  <a:cubicBezTo>
                    <a:pt x="1724874" y="1601268"/>
                    <a:pt x="1719279" y="1598283"/>
                    <a:pt x="1713310" y="1599402"/>
                  </a:cubicBezTo>
                  <a:close/>
                  <a:moveTo>
                    <a:pt x="1196669" y="1552774"/>
                  </a:moveTo>
                  <a:cubicBezTo>
                    <a:pt x="1166827" y="1549790"/>
                    <a:pt x="1147429" y="1561727"/>
                    <a:pt x="1153398" y="1582616"/>
                  </a:cubicBezTo>
                  <a:cubicBezTo>
                    <a:pt x="1160858" y="1610966"/>
                    <a:pt x="1169811" y="1640808"/>
                    <a:pt x="1192192" y="1663190"/>
                  </a:cubicBezTo>
                  <a:cubicBezTo>
                    <a:pt x="1199653" y="1670650"/>
                    <a:pt x="1208606" y="1673635"/>
                    <a:pt x="1216066" y="1672142"/>
                  </a:cubicBezTo>
                  <a:cubicBezTo>
                    <a:pt x="1216066" y="1652745"/>
                    <a:pt x="1216066" y="1636332"/>
                    <a:pt x="1216066" y="1618427"/>
                  </a:cubicBezTo>
                  <a:cubicBezTo>
                    <a:pt x="1184732" y="1603506"/>
                    <a:pt x="1184732" y="1579632"/>
                    <a:pt x="1196669" y="1552774"/>
                  </a:cubicBezTo>
                  <a:close/>
                  <a:moveTo>
                    <a:pt x="2182951" y="1631856"/>
                  </a:moveTo>
                  <a:cubicBezTo>
                    <a:pt x="2179966" y="1648269"/>
                    <a:pt x="2176982" y="1664682"/>
                    <a:pt x="2175490" y="1684079"/>
                  </a:cubicBezTo>
                  <a:cubicBezTo>
                    <a:pt x="2203840" y="1684079"/>
                    <a:pt x="2220253" y="1670650"/>
                    <a:pt x="2218761" y="1652745"/>
                  </a:cubicBezTo>
                  <a:cubicBezTo>
                    <a:pt x="2218761" y="1637824"/>
                    <a:pt x="2205332" y="1628871"/>
                    <a:pt x="2182951" y="1631856"/>
                  </a:cubicBezTo>
                  <a:close/>
                  <a:moveTo>
                    <a:pt x="2489765" y="1649388"/>
                  </a:moveTo>
                  <a:cubicBezTo>
                    <a:pt x="2481745" y="1650134"/>
                    <a:pt x="2473165" y="1653491"/>
                    <a:pt x="2463466" y="1660205"/>
                  </a:cubicBezTo>
                  <a:cubicBezTo>
                    <a:pt x="2484356" y="1660205"/>
                    <a:pt x="2497785" y="1660205"/>
                    <a:pt x="2512706" y="1660205"/>
                  </a:cubicBezTo>
                  <a:cubicBezTo>
                    <a:pt x="2512706" y="1658714"/>
                    <a:pt x="2512706" y="1655729"/>
                    <a:pt x="2512706" y="1654237"/>
                  </a:cubicBezTo>
                  <a:cubicBezTo>
                    <a:pt x="2505245" y="1650507"/>
                    <a:pt x="2497785" y="1648642"/>
                    <a:pt x="2489765" y="1649388"/>
                  </a:cubicBezTo>
                  <a:close/>
                  <a:moveTo>
                    <a:pt x="2397814" y="1640808"/>
                  </a:moveTo>
                  <a:cubicBezTo>
                    <a:pt x="2384385" y="1646777"/>
                    <a:pt x="2370956" y="1654237"/>
                    <a:pt x="2354543" y="1663190"/>
                  </a:cubicBezTo>
                  <a:cubicBezTo>
                    <a:pt x="2375432" y="1685571"/>
                    <a:pt x="2394830" y="1684079"/>
                    <a:pt x="2415719" y="1679603"/>
                  </a:cubicBezTo>
                  <a:cubicBezTo>
                    <a:pt x="2417211" y="1670650"/>
                    <a:pt x="2420195" y="1664682"/>
                    <a:pt x="2420195" y="1657221"/>
                  </a:cubicBezTo>
                  <a:cubicBezTo>
                    <a:pt x="2420195" y="1645284"/>
                    <a:pt x="2409751" y="1636332"/>
                    <a:pt x="2397814" y="1640808"/>
                  </a:cubicBezTo>
                  <a:close/>
                  <a:moveTo>
                    <a:pt x="737100" y="1500550"/>
                  </a:moveTo>
                  <a:cubicBezTo>
                    <a:pt x="722179" y="1503535"/>
                    <a:pt x="708750" y="1506519"/>
                    <a:pt x="687861" y="1508011"/>
                  </a:cubicBezTo>
                  <a:cubicBezTo>
                    <a:pt x="681892" y="1518456"/>
                    <a:pt x="671448" y="1527408"/>
                    <a:pt x="653542" y="1524424"/>
                  </a:cubicBezTo>
                  <a:cubicBezTo>
                    <a:pt x="646082" y="1522932"/>
                    <a:pt x="640113" y="1525916"/>
                    <a:pt x="640113" y="1534869"/>
                  </a:cubicBezTo>
                  <a:cubicBezTo>
                    <a:pt x="640113" y="1543821"/>
                    <a:pt x="647574" y="1543821"/>
                    <a:pt x="653542" y="1545313"/>
                  </a:cubicBezTo>
                  <a:cubicBezTo>
                    <a:pt x="681892" y="1548298"/>
                    <a:pt x="707258" y="1536361"/>
                    <a:pt x="731132" y="1522932"/>
                  </a:cubicBezTo>
                  <a:cubicBezTo>
                    <a:pt x="740084" y="1518456"/>
                    <a:pt x="743069" y="1509503"/>
                    <a:pt x="737100" y="1500550"/>
                  </a:cubicBezTo>
                  <a:close/>
                  <a:moveTo>
                    <a:pt x="893888" y="1510879"/>
                  </a:moveTo>
                  <a:cubicBezTo>
                    <a:pt x="883607" y="1508571"/>
                    <a:pt x="881089" y="1513606"/>
                    <a:pt x="874374" y="1530392"/>
                  </a:cubicBezTo>
                  <a:cubicBezTo>
                    <a:pt x="865421" y="1549790"/>
                    <a:pt x="862437" y="1609474"/>
                    <a:pt x="866913" y="1642300"/>
                  </a:cubicBezTo>
                  <a:cubicBezTo>
                    <a:pt x="886311" y="1600521"/>
                    <a:pt x="902724" y="1563219"/>
                    <a:pt x="922121" y="1522932"/>
                  </a:cubicBezTo>
                  <a:cubicBezTo>
                    <a:pt x="922121" y="1521440"/>
                    <a:pt x="920629" y="1519948"/>
                    <a:pt x="919137" y="1519948"/>
                  </a:cubicBezTo>
                  <a:cubicBezTo>
                    <a:pt x="916153" y="1518456"/>
                    <a:pt x="911677" y="1516963"/>
                    <a:pt x="907200" y="1515471"/>
                  </a:cubicBezTo>
                  <a:cubicBezTo>
                    <a:pt x="901605" y="1513233"/>
                    <a:pt x="897315" y="1511648"/>
                    <a:pt x="893888" y="1510879"/>
                  </a:cubicBezTo>
                  <a:close/>
                  <a:moveTo>
                    <a:pt x="1465248" y="1549790"/>
                  </a:moveTo>
                  <a:cubicBezTo>
                    <a:pt x="1454803" y="1569187"/>
                    <a:pt x="1447343" y="1585600"/>
                    <a:pt x="1436898" y="1604998"/>
                  </a:cubicBezTo>
                  <a:cubicBezTo>
                    <a:pt x="1447343" y="1624395"/>
                    <a:pt x="1432421" y="1643792"/>
                    <a:pt x="1418992" y="1663190"/>
                  </a:cubicBezTo>
                  <a:cubicBezTo>
                    <a:pt x="1424961" y="1663190"/>
                    <a:pt x="1432421" y="1664682"/>
                    <a:pt x="1435406" y="1661698"/>
                  </a:cubicBezTo>
                  <a:cubicBezTo>
                    <a:pt x="1441374" y="1655729"/>
                    <a:pt x="1444358" y="1648269"/>
                    <a:pt x="1447343" y="1640808"/>
                  </a:cubicBezTo>
                  <a:cubicBezTo>
                    <a:pt x="1454803" y="1625887"/>
                    <a:pt x="1459279" y="1609474"/>
                    <a:pt x="1469724" y="1596045"/>
                  </a:cubicBezTo>
                  <a:cubicBezTo>
                    <a:pt x="1480169" y="1582616"/>
                    <a:pt x="1472708" y="1570679"/>
                    <a:pt x="1475692" y="1558742"/>
                  </a:cubicBezTo>
                  <a:cubicBezTo>
                    <a:pt x="1477185" y="1552774"/>
                    <a:pt x="1468232" y="1548298"/>
                    <a:pt x="1465248" y="1549790"/>
                  </a:cubicBezTo>
                  <a:close/>
                  <a:moveTo>
                    <a:pt x="2162061" y="1606490"/>
                  </a:moveTo>
                  <a:cubicBezTo>
                    <a:pt x="2148632" y="1621411"/>
                    <a:pt x="2130727" y="1633348"/>
                    <a:pt x="2127743" y="1646777"/>
                  </a:cubicBezTo>
                  <a:cubicBezTo>
                    <a:pt x="2121774" y="1667666"/>
                    <a:pt x="2118790" y="1688556"/>
                    <a:pt x="2103869" y="1706461"/>
                  </a:cubicBezTo>
                  <a:cubicBezTo>
                    <a:pt x="2117298" y="1710937"/>
                    <a:pt x="2129235" y="1715414"/>
                    <a:pt x="2139679" y="1719890"/>
                  </a:cubicBezTo>
                  <a:cubicBezTo>
                    <a:pt x="2157585" y="1693032"/>
                    <a:pt x="2168030" y="1646777"/>
                    <a:pt x="2162061" y="1606490"/>
                  </a:cubicBezTo>
                  <a:close/>
                  <a:moveTo>
                    <a:pt x="160588" y="1443104"/>
                  </a:moveTo>
                  <a:cubicBezTo>
                    <a:pt x="150703" y="1444223"/>
                    <a:pt x="141004" y="1449073"/>
                    <a:pt x="131305" y="1455787"/>
                  </a:cubicBezTo>
                  <a:cubicBezTo>
                    <a:pt x="108924" y="1472200"/>
                    <a:pt x="108924" y="1497566"/>
                    <a:pt x="131305" y="1512487"/>
                  </a:cubicBezTo>
                  <a:cubicBezTo>
                    <a:pt x="146226" y="1522932"/>
                    <a:pt x="164132" y="1528900"/>
                    <a:pt x="180545" y="1536361"/>
                  </a:cubicBezTo>
                  <a:cubicBezTo>
                    <a:pt x="189497" y="1539345"/>
                    <a:pt x="196958" y="1534869"/>
                    <a:pt x="195466" y="1525916"/>
                  </a:cubicBezTo>
                  <a:cubicBezTo>
                    <a:pt x="195466" y="1500550"/>
                    <a:pt x="192482" y="1476677"/>
                    <a:pt x="190990" y="1452803"/>
                  </a:cubicBezTo>
                  <a:cubicBezTo>
                    <a:pt x="180545" y="1444597"/>
                    <a:pt x="170473" y="1441985"/>
                    <a:pt x="160588" y="1443104"/>
                  </a:cubicBezTo>
                  <a:close/>
                  <a:moveTo>
                    <a:pt x="477660" y="1452617"/>
                  </a:moveTo>
                  <a:cubicBezTo>
                    <a:pt x="473371" y="1453549"/>
                    <a:pt x="470013" y="1458026"/>
                    <a:pt x="467029" y="1466232"/>
                  </a:cubicBezTo>
                  <a:cubicBezTo>
                    <a:pt x="464045" y="1475184"/>
                    <a:pt x="462553" y="1485629"/>
                    <a:pt x="459569" y="1494582"/>
                  </a:cubicBezTo>
                  <a:cubicBezTo>
                    <a:pt x="456584" y="1502042"/>
                    <a:pt x="456584" y="1508011"/>
                    <a:pt x="464045" y="1513979"/>
                  </a:cubicBezTo>
                  <a:cubicBezTo>
                    <a:pt x="471505" y="1519948"/>
                    <a:pt x="477474" y="1522932"/>
                    <a:pt x="486426" y="1516963"/>
                  </a:cubicBezTo>
                  <a:cubicBezTo>
                    <a:pt x="490903" y="1513979"/>
                    <a:pt x="495379" y="1513979"/>
                    <a:pt x="501348" y="1513979"/>
                  </a:cubicBezTo>
                  <a:cubicBezTo>
                    <a:pt x="493887" y="1525916"/>
                    <a:pt x="483442" y="1533377"/>
                    <a:pt x="489411" y="1548298"/>
                  </a:cubicBezTo>
                  <a:cubicBezTo>
                    <a:pt x="502840" y="1554266"/>
                    <a:pt x="514776" y="1554266"/>
                    <a:pt x="528205" y="1549790"/>
                  </a:cubicBezTo>
                  <a:cubicBezTo>
                    <a:pt x="540142" y="1545313"/>
                    <a:pt x="550587" y="1536361"/>
                    <a:pt x="550587" y="1522932"/>
                  </a:cubicBezTo>
                  <a:cubicBezTo>
                    <a:pt x="550587" y="1510995"/>
                    <a:pt x="544619" y="1502042"/>
                    <a:pt x="532682" y="1494582"/>
                  </a:cubicBezTo>
                  <a:cubicBezTo>
                    <a:pt x="523729" y="1490106"/>
                    <a:pt x="516269" y="1484137"/>
                    <a:pt x="508808" y="1476677"/>
                  </a:cubicBezTo>
                  <a:cubicBezTo>
                    <a:pt x="502840" y="1472200"/>
                    <a:pt x="499855" y="1464740"/>
                    <a:pt x="493887" y="1460263"/>
                  </a:cubicBezTo>
                  <a:cubicBezTo>
                    <a:pt x="487173" y="1454295"/>
                    <a:pt x="481950" y="1451684"/>
                    <a:pt x="477660" y="1452617"/>
                  </a:cubicBezTo>
                  <a:close/>
                  <a:moveTo>
                    <a:pt x="1266798" y="1516963"/>
                  </a:moveTo>
                  <a:cubicBezTo>
                    <a:pt x="1229495" y="1521440"/>
                    <a:pt x="1216066" y="1548298"/>
                    <a:pt x="1204129" y="1575156"/>
                  </a:cubicBezTo>
                  <a:cubicBezTo>
                    <a:pt x="1201145" y="1579632"/>
                    <a:pt x="1204129" y="1590077"/>
                    <a:pt x="1208606" y="1596045"/>
                  </a:cubicBezTo>
                  <a:cubicBezTo>
                    <a:pt x="1220542" y="1610966"/>
                    <a:pt x="1263813" y="1606490"/>
                    <a:pt x="1274258" y="1591569"/>
                  </a:cubicBezTo>
                  <a:cubicBezTo>
                    <a:pt x="1281719" y="1579632"/>
                    <a:pt x="1290671" y="1569187"/>
                    <a:pt x="1299624" y="1557250"/>
                  </a:cubicBezTo>
                  <a:cubicBezTo>
                    <a:pt x="1289179" y="1543821"/>
                    <a:pt x="1277242" y="1530392"/>
                    <a:pt x="1266798" y="1516963"/>
                  </a:cubicBezTo>
                  <a:close/>
                  <a:moveTo>
                    <a:pt x="214863" y="1430421"/>
                  </a:moveTo>
                  <a:cubicBezTo>
                    <a:pt x="211879" y="1433405"/>
                    <a:pt x="207403" y="1437882"/>
                    <a:pt x="207403" y="1440866"/>
                  </a:cubicBezTo>
                  <a:cubicBezTo>
                    <a:pt x="205911" y="1451311"/>
                    <a:pt x="207403" y="1461756"/>
                    <a:pt x="207403" y="1473692"/>
                  </a:cubicBezTo>
                  <a:cubicBezTo>
                    <a:pt x="207403" y="1497566"/>
                    <a:pt x="214863" y="1509503"/>
                    <a:pt x="238737" y="1516963"/>
                  </a:cubicBezTo>
                  <a:cubicBezTo>
                    <a:pt x="255150" y="1521440"/>
                    <a:pt x="270071" y="1515471"/>
                    <a:pt x="283500" y="1497566"/>
                  </a:cubicBezTo>
                  <a:cubicBezTo>
                    <a:pt x="295437" y="1481153"/>
                    <a:pt x="292453" y="1464740"/>
                    <a:pt x="274547" y="1455787"/>
                  </a:cubicBezTo>
                  <a:cubicBezTo>
                    <a:pt x="259626" y="1448327"/>
                    <a:pt x="243213" y="1440866"/>
                    <a:pt x="226800" y="1434898"/>
                  </a:cubicBezTo>
                  <a:cubicBezTo>
                    <a:pt x="222324" y="1431913"/>
                    <a:pt x="219340" y="1431913"/>
                    <a:pt x="214863" y="1430421"/>
                  </a:cubicBezTo>
                  <a:close/>
                  <a:moveTo>
                    <a:pt x="550587" y="1451311"/>
                  </a:moveTo>
                  <a:cubicBezTo>
                    <a:pt x="544619" y="1454295"/>
                    <a:pt x="535666" y="1457279"/>
                    <a:pt x="528205" y="1461756"/>
                  </a:cubicBezTo>
                  <a:cubicBezTo>
                    <a:pt x="520745" y="1466232"/>
                    <a:pt x="520745" y="1472200"/>
                    <a:pt x="525221" y="1478169"/>
                  </a:cubicBezTo>
                  <a:cubicBezTo>
                    <a:pt x="528205" y="1482645"/>
                    <a:pt x="534174" y="1485629"/>
                    <a:pt x="538650" y="1488613"/>
                  </a:cubicBezTo>
                  <a:cubicBezTo>
                    <a:pt x="553571" y="1497566"/>
                    <a:pt x="569984" y="1506519"/>
                    <a:pt x="584905" y="1515471"/>
                  </a:cubicBezTo>
                  <a:cubicBezTo>
                    <a:pt x="598334" y="1522932"/>
                    <a:pt x="602811" y="1522932"/>
                    <a:pt x="614748" y="1509503"/>
                  </a:cubicBezTo>
                  <a:cubicBezTo>
                    <a:pt x="604303" y="1496074"/>
                    <a:pt x="595350" y="1484137"/>
                    <a:pt x="584905" y="1470708"/>
                  </a:cubicBezTo>
                  <a:cubicBezTo>
                    <a:pt x="583413" y="1467724"/>
                    <a:pt x="580429" y="1466232"/>
                    <a:pt x="577445" y="1464740"/>
                  </a:cubicBezTo>
                  <a:cubicBezTo>
                    <a:pt x="568492" y="1460263"/>
                    <a:pt x="561032" y="1455787"/>
                    <a:pt x="550587" y="1451311"/>
                  </a:cubicBezTo>
                  <a:close/>
                  <a:moveTo>
                    <a:pt x="432711" y="1440866"/>
                  </a:moveTo>
                  <a:cubicBezTo>
                    <a:pt x="398392" y="1446834"/>
                    <a:pt x="367058" y="1479661"/>
                    <a:pt x="362582" y="1512487"/>
                  </a:cubicBezTo>
                  <a:cubicBezTo>
                    <a:pt x="361090" y="1528900"/>
                    <a:pt x="362582" y="1533377"/>
                    <a:pt x="378995" y="1540837"/>
                  </a:cubicBezTo>
                  <a:cubicBezTo>
                    <a:pt x="386455" y="1545313"/>
                    <a:pt x="395408" y="1548298"/>
                    <a:pt x="402869" y="1551282"/>
                  </a:cubicBezTo>
                  <a:cubicBezTo>
                    <a:pt x="413313" y="1534869"/>
                    <a:pt x="413313" y="1534869"/>
                    <a:pt x="407345" y="1524424"/>
                  </a:cubicBezTo>
                  <a:cubicBezTo>
                    <a:pt x="401376" y="1515471"/>
                    <a:pt x="396900" y="1505027"/>
                    <a:pt x="390932" y="1496074"/>
                  </a:cubicBezTo>
                  <a:cubicBezTo>
                    <a:pt x="392424" y="1494582"/>
                    <a:pt x="393916" y="1493090"/>
                    <a:pt x="396900" y="1493090"/>
                  </a:cubicBezTo>
                  <a:cubicBezTo>
                    <a:pt x="405853" y="1502042"/>
                    <a:pt x="413313" y="1512487"/>
                    <a:pt x="422266" y="1522932"/>
                  </a:cubicBezTo>
                  <a:cubicBezTo>
                    <a:pt x="443155" y="1505027"/>
                    <a:pt x="446140" y="1466232"/>
                    <a:pt x="432711" y="1440866"/>
                  </a:cubicBezTo>
                  <a:close/>
                  <a:moveTo>
                    <a:pt x="981805" y="1485629"/>
                  </a:moveTo>
                  <a:cubicBezTo>
                    <a:pt x="971361" y="1484137"/>
                    <a:pt x="963900" y="1484137"/>
                    <a:pt x="953455" y="1484137"/>
                  </a:cubicBezTo>
                  <a:cubicBezTo>
                    <a:pt x="960916" y="1494582"/>
                    <a:pt x="965392" y="1502042"/>
                    <a:pt x="974345" y="1513979"/>
                  </a:cubicBezTo>
                  <a:cubicBezTo>
                    <a:pt x="977329" y="1500550"/>
                    <a:pt x="978821" y="1494582"/>
                    <a:pt x="981805" y="1485629"/>
                  </a:cubicBezTo>
                  <a:close/>
                  <a:moveTo>
                    <a:pt x="364074" y="1431913"/>
                  </a:moveTo>
                  <a:cubicBezTo>
                    <a:pt x="361090" y="1440866"/>
                    <a:pt x="359597" y="1448327"/>
                    <a:pt x="356613" y="1454295"/>
                  </a:cubicBezTo>
                  <a:cubicBezTo>
                    <a:pt x="346169" y="1482645"/>
                    <a:pt x="338708" y="1510995"/>
                    <a:pt x="311850" y="1530392"/>
                  </a:cubicBezTo>
                  <a:cubicBezTo>
                    <a:pt x="296929" y="1542329"/>
                    <a:pt x="289469" y="1566203"/>
                    <a:pt x="296929" y="1584108"/>
                  </a:cubicBezTo>
                  <a:cubicBezTo>
                    <a:pt x="298421" y="1587092"/>
                    <a:pt x="302897" y="1591569"/>
                    <a:pt x="305882" y="1591569"/>
                  </a:cubicBezTo>
                  <a:cubicBezTo>
                    <a:pt x="308866" y="1591569"/>
                    <a:pt x="311850" y="1587092"/>
                    <a:pt x="314834" y="1584108"/>
                  </a:cubicBezTo>
                  <a:cubicBezTo>
                    <a:pt x="316326" y="1581124"/>
                    <a:pt x="316326" y="1578140"/>
                    <a:pt x="316326" y="1575156"/>
                  </a:cubicBezTo>
                  <a:cubicBezTo>
                    <a:pt x="316326" y="1561727"/>
                    <a:pt x="323787" y="1554266"/>
                    <a:pt x="335724" y="1549790"/>
                  </a:cubicBezTo>
                  <a:cubicBezTo>
                    <a:pt x="341692" y="1548298"/>
                    <a:pt x="346169" y="1546806"/>
                    <a:pt x="352137" y="1545313"/>
                  </a:cubicBezTo>
                  <a:cubicBezTo>
                    <a:pt x="343184" y="1505027"/>
                    <a:pt x="355121" y="1472200"/>
                    <a:pt x="387947" y="1443850"/>
                  </a:cubicBezTo>
                  <a:cubicBezTo>
                    <a:pt x="378995" y="1437882"/>
                    <a:pt x="373026" y="1436390"/>
                    <a:pt x="364074" y="1431913"/>
                  </a:cubicBezTo>
                  <a:close/>
                  <a:moveTo>
                    <a:pt x="2496293" y="1602013"/>
                  </a:moveTo>
                  <a:cubicBezTo>
                    <a:pt x="2496293" y="1610966"/>
                    <a:pt x="2494801" y="1618427"/>
                    <a:pt x="2494801" y="1625887"/>
                  </a:cubicBezTo>
                  <a:cubicBezTo>
                    <a:pt x="2494801" y="1628871"/>
                    <a:pt x="2497785" y="1634840"/>
                    <a:pt x="2500769" y="1636332"/>
                  </a:cubicBezTo>
                  <a:cubicBezTo>
                    <a:pt x="2523151" y="1643792"/>
                    <a:pt x="2544040" y="1652745"/>
                    <a:pt x="2567914" y="1655729"/>
                  </a:cubicBezTo>
                  <a:cubicBezTo>
                    <a:pt x="2590295" y="1658714"/>
                    <a:pt x="2612677" y="1655729"/>
                    <a:pt x="2635058" y="1655729"/>
                  </a:cubicBezTo>
                  <a:cubicBezTo>
                    <a:pt x="2639535" y="1655729"/>
                    <a:pt x="2644011" y="1654237"/>
                    <a:pt x="2648488" y="1652745"/>
                  </a:cubicBezTo>
                  <a:cubicBezTo>
                    <a:pt x="2648488" y="1651253"/>
                    <a:pt x="2648488" y="1649761"/>
                    <a:pt x="2648488" y="1646777"/>
                  </a:cubicBezTo>
                  <a:cubicBezTo>
                    <a:pt x="2599248" y="1628871"/>
                    <a:pt x="2550008" y="1613950"/>
                    <a:pt x="2496293" y="1602013"/>
                  </a:cubicBezTo>
                  <a:close/>
                  <a:moveTo>
                    <a:pt x="335724" y="1424453"/>
                  </a:moveTo>
                  <a:cubicBezTo>
                    <a:pt x="329755" y="1421469"/>
                    <a:pt x="319311" y="1424453"/>
                    <a:pt x="313342" y="1428929"/>
                  </a:cubicBezTo>
                  <a:cubicBezTo>
                    <a:pt x="305882" y="1434898"/>
                    <a:pt x="298421" y="1442358"/>
                    <a:pt x="287976" y="1452803"/>
                  </a:cubicBezTo>
                  <a:cubicBezTo>
                    <a:pt x="314834" y="1478169"/>
                    <a:pt x="293945" y="1499058"/>
                    <a:pt x="279024" y="1524424"/>
                  </a:cubicBezTo>
                  <a:cubicBezTo>
                    <a:pt x="293945" y="1521440"/>
                    <a:pt x="304390" y="1522932"/>
                    <a:pt x="310358" y="1516963"/>
                  </a:cubicBezTo>
                  <a:cubicBezTo>
                    <a:pt x="332740" y="1499058"/>
                    <a:pt x="344676" y="1475184"/>
                    <a:pt x="346169" y="1445342"/>
                  </a:cubicBezTo>
                  <a:cubicBezTo>
                    <a:pt x="346169" y="1437882"/>
                    <a:pt x="341692" y="1427437"/>
                    <a:pt x="335724" y="1424453"/>
                  </a:cubicBezTo>
                  <a:close/>
                  <a:moveTo>
                    <a:pt x="869898" y="1463248"/>
                  </a:moveTo>
                  <a:cubicBezTo>
                    <a:pt x="871390" y="1470708"/>
                    <a:pt x="871390" y="1479661"/>
                    <a:pt x="874374" y="1481153"/>
                  </a:cubicBezTo>
                  <a:cubicBezTo>
                    <a:pt x="889295" y="1491598"/>
                    <a:pt x="904216" y="1506519"/>
                    <a:pt x="925106" y="1503535"/>
                  </a:cubicBezTo>
                  <a:cubicBezTo>
                    <a:pt x="919137" y="1481153"/>
                    <a:pt x="919137" y="1479661"/>
                    <a:pt x="869898" y="1463248"/>
                  </a:cubicBezTo>
                  <a:close/>
                  <a:moveTo>
                    <a:pt x="2285906" y="1576648"/>
                  </a:moveTo>
                  <a:cubicBezTo>
                    <a:pt x="2273969" y="1578140"/>
                    <a:pt x="2269493" y="1581124"/>
                    <a:pt x="2269493" y="1591569"/>
                  </a:cubicBezTo>
                  <a:cubicBezTo>
                    <a:pt x="2270985" y="1599029"/>
                    <a:pt x="2270985" y="1607982"/>
                    <a:pt x="2269493" y="1615442"/>
                  </a:cubicBezTo>
                  <a:cubicBezTo>
                    <a:pt x="2260540" y="1606490"/>
                    <a:pt x="2251587" y="1596045"/>
                    <a:pt x="2242635" y="1585600"/>
                  </a:cubicBezTo>
                  <a:cubicBezTo>
                    <a:pt x="2233682" y="1597537"/>
                    <a:pt x="2227714" y="1606490"/>
                    <a:pt x="2220253" y="1615442"/>
                  </a:cubicBezTo>
                  <a:cubicBezTo>
                    <a:pt x="2242635" y="1621411"/>
                    <a:pt x="2250095" y="1621411"/>
                    <a:pt x="2269493" y="1615442"/>
                  </a:cubicBezTo>
                  <a:cubicBezTo>
                    <a:pt x="2279938" y="1618427"/>
                    <a:pt x="2290382" y="1616935"/>
                    <a:pt x="2300827" y="1607982"/>
                  </a:cubicBezTo>
                  <a:cubicBezTo>
                    <a:pt x="2294859" y="1596045"/>
                    <a:pt x="2290382" y="1585600"/>
                    <a:pt x="2285906" y="1576648"/>
                  </a:cubicBezTo>
                  <a:close/>
                  <a:moveTo>
                    <a:pt x="2461974" y="1590077"/>
                  </a:moveTo>
                  <a:cubicBezTo>
                    <a:pt x="2448545" y="1600521"/>
                    <a:pt x="2436609" y="1610966"/>
                    <a:pt x="2420195" y="1625887"/>
                  </a:cubicBezTo>
                  <a:cubicBezTo>
                    <a:pt x="2435116" y="1631856"/>
                    <a:pt x="2444069" y="1637824"/>
                    <a:pt x="2454514" y="1640808"/>
                  </a:cubicBezTo>
                  <a:cubicBezTo>
                    <a:pt x="2463466" y="1642300"/>
                    <a:pt x="2475403" y="1643792"/>
                    <a:pt x="2478387" y="1633348"/>
                  </a:cubicBezTo>
                  <a:cubicBezTo>
                    <a:pt x="2481372" y="1624395"/>
                    <a:pt x="2479879" y="1612458"/>
                    <a:pt x="2476895" y="1602013"/>
                  </a:cubicBezTo>
                  <a:cubicBezTo>
                    <a:pt x="2475403" y="1597537"/>
                    <a:pt x="2467943" y="1594553"/>
                    <a:pt x="2461974" y="1590077"/>
                  </a:cubicBezTo>
                  <a:close/>
                  <a:moveTo>
                    <a:pt x="2212793" y="1567695"/>
                  </a:moveTo>
                  <a:cubicBezTo>
                    <a:pt x="2194887" y="1569187"/>
                    <a:pt x="2187427" y="1581124"/>
                    <a:pt x="2181458" y="1593061"/>
                  </a:cubicBezTo>
                  <a:cubicBezTo>
                    <a:pt x="2179966" y="1597537"/>
                    <a:pt x="2181458" y="1604998"/>
                    <a:pt x="2184443" y="1607982"/>
                  </a:cubicBezTo>
                  <a:cubicBezTo>
                    <a:pt x="2187427" y="1610966"/>
                    <a:pt x="2194887" y="1609474"/>
                    <a:pt x="2200856" y="1607982"/>
                  </a:cubicBezTo>
                  <a:cubicBezTo>
                    <a:pt x="2206824" y="1604998"/>
                    <a:pt x="2211301" y="1600521"/>
                    <a:pt x="2217269" y="1596045"/>
                  </a:cubicBezTo>
                  <a:cubicBezTo>
                    <a:pt x="2212793" y="1590077"/>
                    <a:pt x="2208316" y="1584108"/>
                    <a:pt x="2203840" y="1578140"/>
                  </a:cubicBezTo>
                  <a:cubicBezTo>
                    <a:pt x="2208316" y="1575156"/>
                    <a:pt x="2211301" y="1572171"/>
                    <a:pt x="2212793" y="1567695"/>
                  </a:cubicBezTo>
                  <a:close/>
                  <a:moveTo>
                    <a:pt x="2112822" y="1558742"/>
                  </a:moveTo>
                  <a:cubicBezTo>
                    <a:pt x="2087456" y="1560234"/>
                    <a:pt x="2087456" y="1560234"/>
                    <a:pt x="2090440" y="1579632"/>
                  </a:cubicBezTo>
                  <a:cubicBezTo>
                    <a:pt x="2097900" y="1573664"/>
                    <a:pt x="2103869" y="1569187"/>
                    <a:pt x="2112822" y="1558742"/>
                  </a:cubicBezTo>
                  <a:close/>
                  <a:moveTo>
                    <a:pt x="849195" y="1446835"/>
                  </a:moveTo>
                  <a:cubicBezTo>
                    <a:pt x="845651" y="1446089"/>
                    <a:pt x="841548" y="1446835"/>
                    <a:pt x="837071" y="1451311"/>
                  </a:cubicBezTo>
                  <a:cubicBezTo>
                    <a:pt x="844532" y="1469216"/>
                    <a:pt x="854977" y="1488613"/>
                    <a:pt x="865421" y="1506519"/>
                  </a:cubicBezTo>
                  <a:cubicBezTo>
                    <a:pt x="866913" y="1506519"/>
                    <a:pt x="868405" y="1506519"/>
                    <a:pt x="869898" y="1506519"/>
                  </a:cubicBezTo>
                  <a:cubicBezTo>
                    <a:pt x="865421" y="1488613"/>
                    <a:pt x="862437" y="1470708"/>
                    <a:pt x="857961" y="1451311"/>
                  </a:cubicBezTo>
                  <a:cubicBezTo>
                    <a:pt x="855723" y="1449819"/>
                    <a:pt x="852738" y="1447581"/>
                    <a:pt x="849195" y="1446835"/>
                  </a:cubicBezTo>
                  <a:close/>
                  <a:moveTo>
                    <a:pt x="640114" y="1427251"/>
                  </a:moveTo>
                  <a:cubicBezTo>
                    <a:pt x="632280" y="1427064"/>
                    <a:pt x="624447" y="1428183"/>
                    <a:pt x="620716" y="1430421"/>
                  </a:cubicBezTo>
                  <a:cubicBezTo>
                    <a:pt x="611763" y="1436390"/>
                    <a:pt x="596842" y="1463248"/>
                    <a:pt x="599826" y="1470708"/>
                  </a:cubicBezTo>
                  <a:cubicBezTo>
                    <a:pt x="599826" y="1472200"/>
                    <a:pt x="601319" y="1473692"/>
                    <a:pt x="602811" y="1475184"/>
                  </a:cubicBezTo>
                  <a:cubicBezTo>
                    <a:pt x="620716" y="1487121"/>
                    <a:pt x="638621" y="1500550"/>
                    <a:pt x="659511" y="1509503"/>
                  </a:cubicBezTo>
                  <a:cubicBezTo>
                    <a:pt x="669955" y="1513979"/>
                    <a:pt x="677416" y="1506519"/>
                    <a:pt x="678908" y="1493090"/>
                  </a:cubicBezTo>
                  <a:cubicBezTo>
                    <a:pt x="674432" y="1475184"/>
                    <a:pt x="668463" y="1454295"/>
                    <a:pt x="662495" y="1434898"/>
                  </a:cubicBezTo>
                  <a:cubicBezTo>
                    <a:pt x="662495" y="1433405"/>
                    <a:pt x="661003" y="1431913"/>
                    <a:pt x="659511" y="1431913"/>
                  </a:cubicBezTo>
                  <a:cubicBezTo>
                    <a:pt x="655781" y="1428929"/>
                    <a:pt x="647947" y="1427437"/>
                    <a:pt x="640114" y="1427251"/>
                  </a:cubicBezTo>
                  <a:close/>
                  <a:moveTo>
                    <a:pt x="2534901" y="1580378"/>
                  </a:moveTo>
                  <a:cubicBezTo>
                    <a:pt x="2529866" y="1581497"/>
                    <a:pt x="2525389" y="1584855"/>
                    <a:pt x="2521659" y="1591569"/>
                  </a:cubicBezTo>
                  <a:cubicBezTo>
                    <a:pt x="2524643" y="1594553"/>
                    <a:pt x="2527627" y="1597537"/>
                    <a:pt x="2532103" y="1599029"/>
                  </a:cubicBezTo>
                  <a:cubicBezTo>
                    <a:pt x="2579851" y="1615442"/>
                    <a:pt x="2627598" y="1630363"/>
                    <a:pt x="2675345" y="1645284"/>
                  </a:cubicBezTo>
                  <a:cubicBezTo>
                    <a:pt x="2690267" y="1649761"/>
                    <a:pt x="2705188" y="1651253"/>
                    <a:pt x="2724585" y="1637824"/>
                  </a:cubicBezTo>
                  <a:cubicBezTo>
                    <a:pt x="2705188" y="1630363"/>
                    <a:pt x="2688774" y="1622903"/>
                    <a:pt x="2672361" y="1618427"/>
                  </a:cubicBezTo>
                  <a:cubicBezTo>
                    <a:pt x="2632074" y="1604998"/>
                    <a:pt x="2591787" y="1593061"/>
                    <a:pt x="2551501" y="1582616"/>
                  </a:cubicBezTo>
                  <a:cubicBezTo>
                    <a:pt x="2545533" y="1580378"/>
                    <a:pt x="2539937" y="1579259"/>
                    <a:pt x="2534901" y="1580378"/>
                  </a:cubicBezTo>
                  <a:close/>
                  <a:moveTo>
                    <a:pt x="132797" y="1384166"/>
                  </a:moveTo>
                  <a:cubicBezTo>
                    <a:pt x="129813" y="1399087"/>
                    <a:pt x="128321" y="1414008"/>
                    <a:pt x="125337" y="1431913"/>
                  </a:cubicBezTo>
                  <a:cubicBezTo>
                    <a:pt x="137274" y="1427437"/>
                    <a:pt x="149211" y="1425945"/>
                    <a:pt x="152195" y="1421469"/>
                  </a:cubicBezTo>
                  <a:cubicBezTo>
                    <a:pt x="155179" y="1412516"/>
                    <a:pt x="153687" y="1402071"/>
                    <a:pt x="155179" y="1387150"/>
                  </a:cubicBezTo>
                  <a:cubicBezTo>
                    <a:pt x="147718" y="1385658"/>
                    <a:pt x="140258" y="1385658"/>
                    <a:pt x="132797" y="1384166"/>
                  </a:cubicBezTo>
                  <a:close/>
                  <a:moveTo>
                    <a:pt x="522237" y="1415500"/>
                  </a:moveTo>
                  <a:cubicBezTo>
                    <a:pt x="528205" y="1421469"/>
                    <a:pt x="534174" y="1427437"/>
                    <a:pt x="540142" y="1433405"/>
                  </a:cubicBezTo>
                  <a:cubicBezTo>
                    <a:pt x="544619" y="1418484"/>
                    <a:pt x="537158" y="1414008"/>
                    <a:pt x="522237" y="1415500"/>
                  </a:cubicBezTo>
                  <a:close/>
                  <a:moveTo>
                    <a:pt x="1294029" y="1477609"/>
                  </a:moveTo>
                  <a:cubicBezTo>
                    <a:pt x="1287687" y="1480034"/>
                    <a:pt x="1282464" y="1485630"/>
                    <a:pt x="1277242" y="1494582"/>
                  </a:cubicBezTo>
                  <a:cubicBezTo>
                    <a:pt x="1287687" y="1512487"/>
                    <a:pt x="1299624" y="1530392"/>
                    <a:pt x="1311561" y="1548298"/>
                  </a:cubicBezTo>
                  <a:cubicBezTo>
                    <a:pt x="1313053" y="1548298"/>
                    <a:pt x="1316037" y="1546806"/>
                    <a:pt x="1317529" y="1546806"/>
                  </a:cubicBezTo>
                  <a:cubicBezTo>
                    <a:pt x="1317529" y="1527408"/>
                    <a:pt x="1317529" y="1509503"/>
                    <a:pt x="1317529" y="1490106"/>
                  </a:cubicBezTo>
                  <a:cubicBezTo>
                    <a:pt x="1319021" y="1490106"/>
                    <a:pt x="1320514" y="1490106"/>
                    <a:pt x="1323498" y="1490106"/>
                  </a:cubicBezTo>
                  <a:cubicBezTo>
                    <a:pt x="1326482" y="1500550"/>
                    <a:pt x="1327974" y="1512487"/>
                    <a:pt x="1332450" y="1528900"/>
                  </a:cubicBezTo>
                  <a:cubicBezTo>
                    <a:pt x="1342895" y="1513979"/>
                    <a:pt x="1350356" y="1503535"/>
                    <a:pt x="1357816" y="1494582"/>
                  </a:cubicBezTo>
                  <a:cubicBezTo>
                    <a:pt x="1342895" y="1488613"/>
                    <a:pt x="1330958" y="1484137"/>
                    <a:pt x="1317529" y="1479661"/>
                  </a:cubicBezTo>
                  <a:cubicBezTo>
                    <a:pt x="1307831" y="1475931"/>
                    <a:pt x="1300370" y="1475185"/>
                    <a:pt x="1294029" y="1477609"/>
                  </a:cubicBezTo>
                  <a:close/>
                  <a:moveTo>
                    <a:pt x="183529" y="1384166"/>
                  </a:moveTo>
                  <a:cubicBezTo>
                    <a:pt x="173084" y="1384166"/>
                    <a:pt x="168608" y="1390135"/>
                    <a:pt x="167116" y="1403563"/>
                  </a:cubicBezTo>
                  <a:cubicBezTo>
                    <a:pt x="165624" y="1424453"/>
                    <a:pt x="171592" y="1434898"/>
                    <a:pt x="183529" y="1434898"/>
                  </a:cubicBezTo>
                  <a:cubicBezTo>
                    <a:pt x="195466" y="1434898"/>
                    <a:pt x="210387" y="1422961"/>
                    <a:pt x="210387" y="1411024"/>
                  </a:cubicBezTo>
                  <a:cubicBezTo>
                    <a:pt x="211879" y="1397595"/>
                    <a:pt x="196958" y="1384166"/>
                    <a:pt x="183529" y="1384166"/>
                  </a:cubicBezTo>
                  <a:close/>
                  <a:moveTo>
                    <a:pt x="1394746" y="1482645"/>
                  </a:moveTo>
                  <a:cubicBezTo>
                    <a:pt x="1390269" y="1482645"/>
                    <a:pt x="1385420" y="1485630"/>
                    <a:pt x="1380198" y="1491598"/>
                  </a:cubicBezTo>
                  <a:cubicBezTo>
                    <a:pt x="1365277" y="1509503"/>
                    <a:pt x="1350356" y="1527408"/>
                    <a:pt x="1336927" y="1546806"/>
                  </a:cubicBezTo>
                  <a:cubicBezTo>
                    <a:pt x="1335435" y="1548298"/>
                    <a:pt x="1336927" y="1552774"/>
                    <a:pt x="1338419" y="1555758"/>
                  </a:cubicBezTo>
                  <a:cubicBezTo>
                    <a:pt x="1357816" y="1552774"/>
                    <a:pt x="1366769" y="1533377"/>
                    <a:pt x="1387658" y="1528900"/>
                  </a:cubicBezTo>
                  <a:cubicBezTo>
                    <a:pt x="1381690" y="1546806"/>
                    <a:pt x="1365277" y="1551282"/>
                    <a:pt x="1354832" y="1563219"/>
                  </a:cubicBezTo>
                  <a:cubicBezTo>
                    <a:pt x="1363785" y="1585600"/>
                    <a:pt x="1363785" y="1584108"/>
                    <a:pt x="1384674" y="1584108"/>
                  </a:cubicBezTo>
                  <a:cubicBezTo>
                    <a:pt x="1396611" y="1582616"/>
                    <a:pt x="1407056" y="1585600"/>
                    <a:pt x="1418992" y="1587092"/>
                  </a:cubicBezTo>
                  <a:cubicBezTo>
                    <a:pt x="1432421" y="1590077"/>
                    <a:pt x="1451819" y="1572171"/>
                    <a:pt x="1445850" y="1560234"/>
                  </a:cubicBezTo>
                  <a:cubicBezTo>
                    <a:pt x="1433914" y="1536361"/>
                    <a:pt x="1420485" y="1513979"/>
                    <a:pt x="1407056" y="1491598"/>
                  </a:cubicBezTo>
                  <a:cubicBezTo>
                    <a:pt x="1403325" y="1485630"/>
                    <a:pt x="1399222" y="1482645"/>
                    <a:pt x="1394746" y="1482645"/>
                  </a:cubicBezTo>
                  <a:close/>
                  <a:moveTo>
                    <a:pt x="2329177" y="1551282"/>
                  </a:moveTo>
                  <a:cubicBezTo>
                    <a:pt x="2320224" y="1557250"/>
                    <a:pt x="2311272" y="1563219"/>
                    <a:pt x="2302319" y="1569187"/>
                  </a:cubicBezTo>
                  <a:cubicBezTo>
                    <a:pt x="2308287" y="1582616"/>
                    <a:pt x="2314256" y="1594553"/>
                    <a:pt x="2320224" y="1606490"/>
                  </a:cubicBezTo>
                  <a:cubicBezTo>
                    <a:pt x="2333653" y="1599029"/>
                    <a:pt x="2344098" y="1593061"/>
                    <a:pt x="2354543" y="1585600"/>
                  </a:cubicBezTo>
                  <a:cubicBezTo>
                    <a:pt x="2348574" y="1572171"/>
                    <a:pt x="2344098" y="1558742"/>
                    <a:pt x="2329177" y="1551282"/>
                  </a:cubicBezTo>
                  <a:close/>
                  <a:moveTo>
                    <a:pt x="425250" y="1394611"/>
                  </a:moveTo>
                  <a:cubicBezTo>
                    <a:pt x="417790" y="1402071"/>
                    <a:pt x="404361" y="1406548"/>
                    <a:pt x="408837" y="1424453"/>
                  </a:cubicBezTo>
                  <a:cubicBezTo>
                    <a:pt x="423758" y="1428929"/>
                    <a:pt x="446140" y="1418484"/>
                    <a:pt x="450616" y="1446834"/>
                  </a:cubicBezTo>
                  <a:cubicBezTo>
                    <a:pt x="475982" y="1433405"/>
                    <a:pt x="478966" y="1433405"/>
                    <a:pt x="499855" y="1448327"/>
                  </a:cubicBezTo>
                  <a:cubicBezTo>
                    <a:pt x="511792" y="1457279"/>
                    <a:pt x="519253" y="1452803"/>
                    <a:pt x="526713" y="1445342"/>
                  </a:cubicBezTo>
                  <a:cubicBezTo>
                    <a:pt x="519253" y="1422961"/>
                    <a:pt x="502840" y="1412516"/>
                    <a:pt x="481950" y="1406548"/>
                  </a:cubicBezTo>
                  <a:cubicBezTo>
                    <a:pt x="464045" y="1402071"/>
                    <a:pt x="444647" y="1397595"/>
                    <a:pt x="425250" y="1394611"/>
                  </a:cubicBezTo>
                  <a:close/>
                  <a:moveTo>
                    <a:pt x="1095206" y="1448327"/>
                  </a:moveTo>
                  <a:cubicBezTo>
                    <a:pt x="1048950" y="1499058"/>
                    <a:pt x="1034029" y="1503535"/>
                    <a:pt x="996727" y="1473692"/>
                  </a:cubicBezTo>
                  <a:cubicBezTo>
                    <a:pt x="992250" y="1487121"/>
                    <a:pt x="989266" y="1499058"/>
                    <a:pt x="984790" y="1508011"/>
                  </a:cubicBezTo>
                  <a:cubicBezTo>
                    <a:pt x="980313" y="1516963"/>
                    <a:pt x="981805" y="1525916"/>
                    <a:pt x="989266" y="1533377"/>
                  </a:cubicBezTo>
                  <a:cubicBezTo>
                    <a:pt x="1004187" y="1548298"/>
                    <a:pt x="1019108" y="1561727"/>
                    <a:pt x="1035521" y="1575156"/>
                  </a:cubicBezTo>
                  <a:cubicBezTo>
                    <a:pt x="1051935" y="1588585"/>
                    <a:pt x="1069840" y="1602013"/>
                    <a:pt x="1087745" y="1613950"/>
                  </a:cubicBezTo>
                  <a:cubicBezTo>
                    <a:pt x="1111619" y="1630363"/>
                    <a:pt x="1136985" y="1642300"/>
                    <a:pt x="1163842" y="1652745"/>
                  </a:cubicBezTo>
                  <a:cubicBezTo>
                    <a:pt x="1159366" y="1636332"/>
                    <a:pt x="1153398" y="1619919"/>
                    <a:pt x="1147429" y="1604998"/>
                  </a:cubicBezTo>
                  <a:cubicBezTo>
                    <a:pt x="1136985" y="1576648"/>
                    <a:pt x="1141461" y="1558742"/>
                    <a:pt x="1165335" y="1537853"/>
                  </a:cubicBezTo>
                  <a:cubicBezTo>
                    <a:pt x="1132508" y="1515471"/>
                    <a:pt x="1111619" y="1484137"/>
                    <a:pt x="1095206" y="1448327"/>
                  </a:cubicBezTo>
                  <a:close/>
                  <a:moveTo>
                    <a:pt x="1972564" y="1515471"/>
                  </a:moveTo>
                  <a:cubicBezTo>
                    <a:pt x="1966595" y="1528900"/>
                    <a:pt x="1962119" y="1537853"/>
                    <a:pt x="1957643" y="1546806"/>
                  </a:cubicBezTo>
                  <a:cubicBezTo>
                    <a:pt x="1974056" y="1558742"/>
                    <a:pt x="1988977" y="1567695"/>
                    <a:pt x="2003898" y="1576648"/>
                  </a:cubicBezTo>
                  <a:cubicBezTo>
                    <a:pt x="2023295" y="1588585"/>
                    <a:pt x="2042693" y="1588585"/>
                    <a:pt x="2065074" y="1582616"/>
                  </a:cubicBezTo>
                  <a:cubicBezTo>
                    <a:pt x="2075519" y="1579632"/>
                    <a:pt x="2078503" y="1573664"/>
                    <a:pt x="2074027" y="1561727"/>
                  </a:cubicBezTo>
                  <a:cubicBezTo>
                    <a:pt x="2053137" y="1569187"/>
                    <a:pt x="2041201" y="1557250"/>
                    <a:pt x="2029264" y="1542329"/>
                  </a:cubicBezTo>
                  <a:cubicBezTo>
                    <a:pt x="1999422" y="1558742"/>
                    <a:pt x="1990469" y="1530392"/>
                    <a:pt x="1972564" y="1515471"/>
                  </a:cubicBezTo>
                  <a:close/>
                  <a:moveTo>
                    <a:pt x="759809" y="1414311"/>
                  </a:moveTo>
                  <a:cubicBezTo>
                    <a:pt x="755286" y="1413915"/>
                    <a:pt x="749410" y="1414008"/>
                    <a:pt x="741577" y="1414008"/>
                  </a:cubicBezTo>
                  <a:cubicBezTo>
                    <a:pt x="732624" y="1414008"/>
                    <a:pt x="725163" y="1412516"/>
                    <a:pt x="716211" y="1411024"/>
                  </a:cubicBezTo>
                  <a:cubicBezTo>
                    <a:pt x="711734" y="1411024"/>
                    <a:pt x="705766" y="1412516"/>
                    <a:pt x="698305" y="1414008"/>
                  </a:cubicBezTo>
                  <a:cubicBezTo>
                    <a:pt x="710242" y="1425945"/>
                    <a:pt x="719195" y="1434898"/>
                    <a:pt x="729640" y="1445342"/>
                  </a:cubicBezTo>
                  <a:cubicBezTo>
                    <a:pt x="728148" y="1446834"/>
                    <a:pt x="726655" y="1448327"/>
                    <a:pt x="726655" y="1451311"/>
                  </a:cubicBezTo>
                  <a:cubicBezTo>
                    <a:pt x="711734" y="1443850"/>
                    <a:pt x="698305" y="1436390"/>
                    <a:pt x="681892" y="1428929"/>
                  </a:cubicBezTo>
                  <a:cubicBezTo>
                    <a:pt x="674432" y="1454295"/>
                    <a:pt x="686369" y="1470708"/>
                    <a:pt x="695321" y="1487121"/>
                  </a:cubicBezTo>
                  <a:cubicBezTo>
                    <a:pt x="701290" y="1499058"/>
                    <a:pt x="716211" y="1499058"/>
                    <a:pt x="725163" y="1488613"/>
                  </a:cubicBezTo>
                  <a:cubicBezTo>
                    <a:pt x="740084" y="1469216"/>
                    <a:pt x="756498" y="1454295"/>
                    <a:pt x="780371" y="1446834"/>
                  </a:cubicBezTo>
                  <a:cubicBezTo>
                    <a:pt x="774776" y="1421096"/>
                    <a:pt x="773377" y="1415500"/>
                    <a:pt x="759809" y="1414311"/>
                  </a:cubicBezTo>
                  <a:close/>
                  <a:moveTo>
                    <a:pt x="1947198" y="1497380"/>
                  </a:moveTo>
                  <a:cubicBezTo>
                    <a:pt x="1940110" y="1496820"/>
                    <a:pt x="1930039" y="1497566"/>
                    <a:pt x="1912879" y="1499058"/>
                  </a:cubicBezTo>
                  <a:cubicBezTo>
                    <a:pt x="1903927" y="1566203"/>
                    <a:pt x="1893482" y="1660205"/>
                    <a:pt x="1868116" y="1706461"/>
                  </a:cubicBezTo>
                  <a:cubicBezTo>
                    <a:pt x="1918848" y="1697508"/>
                    <a:pt x="2041201" y="1633348"/>
                    <a:pt x="2062090" y="1600521"/>
                  </a:cubicBezTo>
                  <a:cubicBezTo>
                    <a:pt x="2060598" y="1599029"/>
                    <a:pt x="2059106" y="1597537"/>
                    <a:pt x="2059106" y="1597537"/>
                  </a:cubicBezTo>
                  <a:cubicBezTo>
                    <a:pt x="2024787" y="1600521"/>
                    <a:pt x="1994945" y="1593061"/>
                    <a:pt x="1969579" y="1567695"/>
                  </a:cubicBezTo>
                  <a:cubicBezTo>
                    <a:pt x="1968087" y="1566203"/>
                    <a:pt x="1963611" y="1564711"/>
                    <a:pt x="1960627" y="1563219"/>
                  </a:cubicBezTo>
                  <a:cubicBezTo>
                    <a:pt x="1944214" y="1555758"/>
                    <a:pt x="1941229" y="1546806"/>
                    <a:pt x="1948690" y="1531885"/>
                  </a:cubicBezTo>
                  <a:cubicBezTo>
                    <a:pt x="1953166" y="1521440"/>
                    <a:pt x="1959135" y="1512487"/>
                    <a:pt x="1963611" y="1503535"/>
                  </a:cubicBezTo>
                  <a:cubicBezTo>
                    <a:pt x="1958389" y="1499805"/>
                    <a:pt x="1954285" y="1497939"/>
                    <a:pt x="1947198" y="1497380"/>
                  </a:cubicBezTo>
                  <a:close/>
                  <a:moveTo>
                    <a:pt x="2539564" y="1540837"/>
                  </a:moveTo>
                  <a:cubicBezTo>
                    <a:pt x="2533595" y="1558742"/>
                    <a:pt x="2544040" y="1566203"/>
                    <a:pt x="2555977" y="1570679"/>
                  </a:cubicBezTo>
                  <a:cubicBezTo>
                    <a:pt x="2587311" y="1581124"/>
                    <a:pt x="2618645" y="1591569"/>
                    <a:pt x="2651472" y="1602013"/>
                  </a:cubicBezTo>
                  <a:cubicBezTo>
                    <a:pt x="2672361" y="1609474"/>
                    <a:pt x="2691759" y="1615442"/>
                    <a:pt x="2712648" y="1622903"/>
                  </a:cubicBezTo>
                  <a:cubicBezTo>
                    <a:pt x="2733538" y="1630363"/>
                    <a:pt x="2755919" y="1645284"/>
                    <a:pt x="2785761" y="1630363"/>
                  </a:cubicBezTo>
                  <a:cubicBezTo>
                    <a:pt x="2703695" y="1594553"/>
                    <a:pt x="2623122" y="1563219"/>
                    <a:pt x="2539564" y="1540837"/>
                  </a:cubicBezTo>
                  <a:close/>
                  <a:moveTo>
                    <a:pt x="1353340" y="1442358"/>
                  </a:moveTo>
                  <a:cubicBezTo>
                    <a:pt x="1326482" y="1445342"/>
                    <a:pt x="1302608" y="1449819"/>
                    <a:pt x="1280227" y="1452803"/>
                  </a:cubicBezTo>
                  <a:cubicBezTo>
                    <a:pt x="1251877" y="1455787"/>
                    <a:pt x="1229495" y="1469216"/>
                    <a:pt x="1208606" y="1484137"/>
                  </a:cubicBezTo>
                  <a:cubicBezTo>
                    <a:pt x="1201145" y="1490106"/>
                    <a:pt x="1198161" y="1496074"/>
                    <a:pt x="1204129" y="1505027"/>
                  </a:cubicBezTo>
                  <a:cubicBezTo>
                    <a:pt x="1208606" y="1513979"/>
                    <a:pt x="1214574" y="1518456"/>
                    <a:pt x="1225019" y="1513979"/>
                  </a:cubicBezTo>
                  <a:cubicBezTo>
                    <a:pt x="1242924" y="1508011"/>
                    <a:pt x="1260829" y="1502042"/>
                    <a:pt x="1266798" y="1479661"/>
                  </a:cubicBezTo>
                  <a:cubicBezTo>
                    <a:pt x="1269782" y="1464740"/>
                    <a:pt x="1281719" y="1457279"/>
                    <a:pt x="1296640" y="1458771"/>
                  </a:cubicBezTo>
                  <a:cubicBezTo>
                    <a:pt x="1310069" y="1460263"/>
                    <a:pt x="1324990" y="1461756"/>
                    <a:pt x="1339911" y="1463248"/>
                  </a:cubicBezTo>
                  <a:cubicBezTo>
                    <a:pt x="1342895" y="1458771"/>
                    <a:pt x="1347371" y="1451311"/>
                    <a:pt x="1353340" y="1442358"/>
                  </a:cubicBezTo>
                  <a:close/>
                  <a:moveTo>
                    <a:pt x="1402579" y="1443850"/>
                  </a:moveTo>
                  <a:cubicBezTo>
                    <a:pt x="1390642" y="1443850"/>
                    <a:pt x="1380198" y="1443850"/>
                    <a:pt x="1369753" y="1443850"/>
                  </a:cubicBezTo>
                  <a:cubicBezTo>
                    <a:pt x="1356324" y="1469216"/>
                    <a:pt x="1356324" y="1469216"/>
                    <a:pt x="1366769" y="1481153"/>
                  </a:cubicBezTo>
                  <a:cubicBezTo>
                    <a:pt x="1369753" y="1479661"/>
                    <a:pt x="1371245" y="1478169"/>
                    <a:pt x="1374229" y="1475184"/>
                  </a:cubicBezTo>
                  <a:cubicBezTo>
                    <a:pt x="1399595" y="1458771"/>
                    <a:pt x="1407056" y="1460263"/>
                    <a:pt x="1421977" y="1484137"/>
                  </a:cubicBezTo>
                  <a:cubicBezTo>
                    <a:pt x="1426453" y="1490106"/>
                    <a:pt x="1430929" y="1497566"/>
                    <a:pt x="1435406" y="1503535"/>
                  </a:cubicBezTo>
                  <a:cubicBezTo>
                    <a:pt x="1451819" y="1497566"/>
                    <a:pt x="1454803" y="1487121"/>
                    <a:pt x="1456295" y="1475184"/>
                  </a:cubicBezTo>
                  <a:cubicBezTo>
                    <a:pt x="1457787" y="1463248"/>
                    <a:pt x="1445850" y="1464740"/>
                    <a:pt x="1438390" y="1461756"/>
                  </a:cubicBezTo>
                  <a:cubicBezTo>
                    <a:pt x="1433914" y="1458771"/>
                    <a:pt x="1429437" y="1454295"/>
                    <a:pt x="1424961" y="1451311"/>
                  </a:cubicBezTo>
                  <a:cubicBezTo>
                    <a:pt x="1417500" y="1448327"/>
                    <a:pt x="1410040" y="1443850"/>
                    <a:pt x="1402579" y="1443850"/>
                  </a:cubicBezTo>
                  <a:close/>
                  <a:moveTo>
                    <a:pt x="2357527" y="1519948"/>
                  </a:moveTo>
                  <a:cubicBezTo>
                    <a:pt x="2351558" y="1525916"/>
                    <a:pt x="2347082" y="1531885"/>
                    <a:pt x="2341114" y="1539345"/>
                  </a:cubicBezTo>
                  <a:cubicBezTo>
                    <a:pt x="2351558" y="1551282"/>
                    <a:pt x="2360511" y="1561727"/>
                    <a:pt x="2370956" y="1575156"/>
                  </a:cubicBezTo>
                  <a:cubicBezTo>
                    <a:pt x="2382893" y="1564711"/>
                    <a:pt x="2391845" y="1555758"/>
                    <a:pt x="2402290" y="1548298"/>
                  </a:cubicBezTo>
                  <a:cubicBezTo>
                    <a:pt x="2394830" y="1522932"/>
                    <a:pt x="2373940" y="1525916"/>
                    <a:pt x="2357527" y="1519948"/>
                  </a:cubicBezTo>
                  <a:close/>
                  <a:moveTo>
                    <a:pt x="792308" y="1390135"/>
                  </a:moveTo>
                  <a:cubicBezTo>
                    <a:pt x="787832" y="1400579"/>
                    <a:pt x="784848" y="1403563"/>
                    <a:pt x="784848" y="1408040"/>
                  </a:cubicBezTo>
                  <a:cubicBezTo>
                    <a:pt x="786340" y="1415500"/>
                    <a:pt x="787832" y="1422961"/>
                    <a:pt x="790816" y="1428929"/>
                  </a:cubicBezTo>
                  <a:cubicBezTo>
                    <a:pt x="796784" y="1442358"/>
                    <a:pt x="792308" y="1452803"/>
                    <a:pt x="780371" y="1461756"/>
                  </a:cubicBezTo>
                  <a:cubicBezTo>
                    <a:pt x="775895" y="1463248"/>
                    <a:pt x="774403" y="1466232"/>
                    <a:pt x="766942" y="1470708"/>
                  </a:cubicBezTo>
                  <a:cubicBezTo>
                    <a:pt x="777387" y="1478169"/>
                    <a:pt x="784848" y="1484137"/>
                    <a:pt x="793800" y="1487121"/>
                  </a:cubicBezTo>
                  <a:cubicBezTo>
                    <a:pt x="798277" y="1488613"/>
                    <a:pt x="807229" y="1487121"/>
                    <a:pt x="808721" y="1484137"/>
                  </a:cubicBezTo>
                  <a:cubicBezTo>
                    <a:pt x="811705" y="1475184"/>
                    <a:pt x="817674" y="1461756"/>
                    <a:pt x="813198" y="1455787"/>
                  </a:cubicBezTo>
                  <a:cubicBezTo>
                    <a:pt x="799769" y="1437882"/>
                    <a:pt x="796784" y="1416992"/>
                    <a:pt x="792308" y="1390135"/>
                  </a:cubicBezTo>
                  <a:close/>
                  <a:moveTo>
                    <a:pt x="2498903" y="1528154"/>
                  </a:moveTo>
                  <a:cubicBezTo>
                    <a:pt x="2494054" y="1528900"/>
                    <a:pt x="2489578" y="1532631"/>
                    <a:pt x="2485848" y="1539345"/>
                  </a:cubicBezTo>
                  <a:cubicBezTo>
                    <a:pt x="2482864" y="1548298"/>
                    <a:pt x="2479880" y="1557250"/>
                    <a:pt x="2473911" y="1570679"/>
                  </a:cubicBezTo>
                  <a:cubicBezTo>
                    <a:pt x="2484356" y="1573664"/>
                    <a:pt x="2491816" y="1575156"/>
                    <a:pt x="2497785" y="1576648"/>
                  </a:cubicBezTo>
                  <a:cubicBezTo>
                    <a:pt x="2508229" y="1576648"/>
                    <a:pt x="2518674" y="1575156"/>
                    <a:pt x="2521659" y="1564711"/>
                  </a:cubicBezTo>
                  <a:cubicBezTo>
                    <a:pt x="2524643" y="1554266"/>
                    <a:pt x="2521659" y="1543821"/>
                    <a:pt x="2514198" y="1534869"/>
                  </a:cubicBezTo>
                  <a:cubicBezTo>
                    <a:pt x="2508975" y="1529647"/>
                    <a:pt x="2503753" y="1527408"/>
                    <a:pt x="2498903" y="1528154"/>
                  </a:cubicBezTo>
                  <a:close/>
                  <a:moveTo>
                    <a:pt x="665479" y="1372229"/>
                  </a:moveTo>
                  <a:cubicBezTo>
                    <a:pt x="650558" y="1373721"/>
                    <a:pt x="638621" y="1379690"/>
                    <a:pt x="631161" y="1396103"/>
                  </a:cubicBezTo>
                  <a:cubicBezTo>
                    <a:pt x="649066" y="1419977"/>
                    <a:pt x="658019" y="1422961"/>
                    <a:pt x="678908" y="1412516"/>
                  </a:cubicBezTo>
                  <a:cubicBezTo>
                    <a:pt x="689353" y="1406548"/>
                    <a:pt x="690845" y="1397595"/>
                    <a:pt x="687861" y="1387150"/>
                  </a:cubicBezTo>
                  <a:cubicBezTo>
                    <a:pt x="684876" y="1376706"/>
                    <a:pt x="677416" y="1370737"/>
                    <a:pt x="665479" y="1372229"/>
                  </a:cubicBezTo>
                  <a:close/>
                  <a:moveTo>
                    <a:pt x="2071043" y="1485629"/>
                  </a:moveTo>
                  <a:cubicBezTo>
                    <a:pt x="2060598" y="1487121"/>
                    <a:pt x="2056122" y="1493090"/>
                    <a:pt x="2054629" y="1502042"/>
                  </a:cubicBezTo>
                  <a:cubicBezTo>
                    <a:pt x="2053137" y="1512487"/>
                    <a:pt x="2048661" y="1525916"/>
                    <a:pt x="2045677" y="1543821"/>
                  </a:cubicBezTo>
                  <a:cubicBezTo>
                    <a:pt x="2053137" y="1546806"/>
                    <a:pt x="2060598" y="1551282"/>
                    <a:pt x="2066566" y="1551282"/>
                  </a:cubicBezTo>
                  <a:cubicBezTo>
                    <a:pt x="2082979" y="1549790"/>
                    <a:pt x="2100885" y="1546806"/>
                    <a:pt x="2117298" y="1545313"/>
                  </a:cubicBezTo>
                  <a:cubicBezTo>
                    <a:pt x="2130727" y="1543821"/>
                    <a:pt x="2135203" y="1536361"/>
                    <a:pt x="2130727" y="1522932"/>
                  </a:cubicBezTo>
                  <a:cubicBezTo>
                    <a:pt x="2123266" y="1502042"/>
                    <a:pt x="2093424" y="1482645"/>
                    <a:pt x="2071043" y="1485629"/>
                  </a:cubicBezTo>
                  <a:close/>
                  <a:moveTo>
                    <a:pt x="575953" y="1361784"/>
                  </a:moveTo>
                  <a:cubicBezTo>
                    <a:pt x="572969" y="1360292"/>
                    <a:pt x="565508" y="1361784"/>
                    <a:pt x="562524" y="1364769"/>
                  </a:cubicBezTo>
                  <a:cubicBezTo>
                    <a:pt x="553571" y="1373721"/>
                    <a:pt x="546111" y="1384166"/>
                    <a:pt x="550587" y="1397595"/>
                  </a:cubicBezTo>
                  <a:cubicBezTo>
                    <a:pt x="555063" y="1414008"/>
                    <a:pt x="562524" y="1428929"/>
                    <a:pt x="568492" y="1443850"/>
                  </a:cubicBezTo>
                  <a:cubicBezTo>
                    <a:pt x="572969" y="1454295"/>
                    <a:pt x="581921" y="1454295"/>
                    <a:pt x="589382" y="1446834"/>
                  </a:cubicBezTo>
                  <a:cubicBezTo>
                    <a:pt x="599826" y="1436390"/>
                    <a:pt x="607287" y="1424453"/>
                    <a:pt x="616240" y="1412516"/>
                  </a:cubicBezTo>
                  <a:cubicBezTo>
                    <a:pt x="614748" y="1411024"/>
                    <a:pt x="613255" y="1409532"/>
                    <a:pt x="613255" y="1409532"/>
                  </a:cubicBezTo>
                  <a:cubicBezTo>
                    <a:pt x="607287" y="1412516"/>
                    <a:pt x="601319" y="1415500"/>
                    <a:pt x="596842" y="1418484"/>
                  </a:cubicBezTo>
                  <a:cubicBezTo>
                    <a:pt x="595350" y="1416992"/>
                    <a:pt x="595350" y="1415500"/>
                    <a:pt x="593858" y="1414008"/>
                  </a:cubicBezTo>
                  <a:cubicBezTo>
                    <a:pt x="602811" y="1405056"/>
                    <a:pt x="610271" y="1397595"/>
                    <a:pt x="617732" y="1390135"/>
                  </a:cubicBezTo>
                  <a:cubicBezTo>
                    <a:pt x="608779" y="1369245"/>
                    <a:pt x="592366" y="1366261"/>
                    <a:pt x="575953" y="1361784"/>
                  </a:cubicBezTo>
                  <a:close/>
                  <a:moveTo>
                    <a:pt x="144734" y="1325974"/>
                  </a:moveTo>
                  <a:cubicBezTo>
                    <a:pt x="141750" y="1339403"/>
                    <a:pt x="140258" y="1352832"/>
                    <a:pt x="137274" y="1367753"/>
                  </a:cubicBezTo>
                  <a:cubicBezTo>
                    <a:pt x="146226" y="1370737"/>
                    <a:pt x="153687" y="1372229"/>
                    <a:pt x="164132" y="1375213"/>
                  </a:cubicBezTo>
                  <a:cubicBezTo>
                    <a:pt x="161147" y="1342387"/>
                    <a:pt x="158163" y="1333434"/>
                    <a:pt x="144734" y="1325974"/>
                  </a:cubicBezTo>
                  <a:close/>
                  <a:moveTo>
                    <a:pt x="279210" y="1336606"/>
                  </a:moveTo>
                  <a:cubicBezTo>
                    <a:pt x="274921" y="1337165"/>
                    <a:pt x="270817" y="1338657"/>
                    <a:pt x="268579" y="1340895"/>
                  </a:cubicBezTo>
                  <a:cubicBezTo>
                    <a:pt x="255150" y="1351340"/>
                    <a:pt x="241721" y="1363277"/>
                    <a:pt x="229784" y="1375213"/>
                  </a:cubicBezTo>
                  <a:cubicBezTo>
                    <a:pt x="226800" y="1378198"/>
                    <a:pt x="223816" y="1384166"/>
                    <a:pt x="220832" y="1390135"/>
                  </a:cubicBezTo>
                  <a:cubicBezTo>
                    <a:pt x="238737" y="1399087"/>
                    <a:pt x="256642" y="1378198"/>
                    <a:pt x="274547" y="1394611"/>
                  </a:cubicBezTo>
                  <a:cubicBezTo>
                    <a:pt x="255150" y="1399087"/>
                    <a:pt x="238737" y="1403563"/>
                    <a:pt x="220832" y="1409532"/>
                  </a:cubicBezTo>
                  <a:cubicBezTo>
                    <a:pt x="232769" y="1424453"/>
                    <a:pt x="246197" y="1431913"/>
                    <a:pt x="261118" y="1434898"/>
                  </a:cubicBezTo>
                  <a:cubicBezTo>
                    <a:pt x="287976" y="1440866"/>
                    <a:pt x="305882" y="1422961"/>
                    <a:pt x="302897" y="1397595"/>
                  </a:cubicBezTo>
                  <a:cubicBezTo>
                    <a:pt x="301405" y="1384166"/>
                    <a:pt x="299913" y="1369245"/>
                    <a:pt x="298421" y="1355816"/>
                  </a:cubicBezTo>
                  <a:cubicBezTo>
                    <a:pt x="296929" y="1349848"/>
                    <a:pt x="295437" y="1339403"/>
                    <a:pt x="290961" y="1337911"/>
                  </a:cubicBezTo>
                  <a:cubicBezTo>
                    <a:pt x="287976" y="1336419"/>
                    <a:pt x="283500" y="1336046"/>
                    <a:pt x="279210" y="1336606"/>
                  </a:cubicBezTo>
                  <a:close/>
                  <a:moveTo>
                    <a:pt x="2450411" y="1513420"/>
                  </a:moveTo>
                  <a:cubicBezTo>
                    <a:pt x="2444442" y="1514726"/>
                    <a:pt x="2440339" y="1520694"/>
                    <a:pt x="2435116" y="1531885"/>
                  </a:cubicBezTo>
                  <a:cubicBezTo>
                    <a:pt x="2427656" y="1548298"/>
                    <a:pt x="2418703" y="1560234"/>
                    <a:pt x="2403782" y="1569187"/>
                  </a:cubicBezTo>
                  <a:cubicBezTo>
                    <a:pt x="2394830" y="1575156"/>
                    <a:pt x="2388861" y="1582616"/>
                    <a:pt x="2379909" y="1587092"/>
                  </a:cubicBezTo>
                  <a:cubicBezTo>
                    <a:pt x="2348574" y="1610966"/>
                    <a:pt x="2315748" y="1630363"/>
                    <a:pt x="2275461" y="1628871"/>
                  </a:cubicBezTo>
                  <a:cubicBezTo>
                    <a:pt x="2262032" y="1628871"/>
                    <a:pt x="2248603" y="1633348"/>
                    <a:pt x="2236666" y="1634840"/>
                  </a:cubicBezTo>
                  <a:cubicBezTo>
                    <a:pt x="2235174" y="1639316"/>
                    <a:pt x="2235174" y="1639316"/>
                    <a:pt x="2235174" y="1640808"/>
                  </a:cubicBezTo>
                  <a:cubicBezTo>
                    <a:pt x="2233682" y="1649761"/>
                    <a:pt x="2233682" y="1658714"/>
                    <a:pt x="2232190" y="1669158"/>
                  </a:cubicBezTo>
                  <a:cubicBezTo>
                    <a:pt x="2260540" y="1678111"/>
                    <a:pt x="2287398" y="1675127"/>
                    <a:pt x="2314256" y="1664682"/>
                  </a:cubicBezTo>
                  <a:cubicBezTo>
                    <a:pt x="2350066" y="1651253"/>
                    <a:pt x="2385877" y="1633348"/>
                    <a:pt x="2417211" y="1609474"/>
                  </a:cubicBezTo>
                  <a:cubicBezTo>
                    <a:pt x="2447053" y="1587092"/>
                    <a:pt x="2464959" y="1557250"/>
                    <a:pt x="2476895" y="1522932"/>
                  </a:cubicBezTo>
                  <a:cubicBezTo>
                    <a:pt x="2464213" y="1515472"/>
                    <a:pt x="2456380" y="1512114"/>
                    <a:pt x="2450411" y="1513420"/>
                  </a:cubicBezTo>
                  <a:close/>
                  <a:moveTo>
                    <a:pt x="1753784" y="1453176"/>
                  </a:moveTo>
                  <a:cubicBezTo>
                    <a:pt x="1739422" y="1452430"/>
                    <a:pt x="1724874" y="1454295"/>
                    <a:pt x="1709953" y="1458771"/>
                  </a:cubicBezTo>
                  <a:cubicBezTo>
                    <a:pt x="1727858" y="1479661"/>
                    <a:pt x="1765161" y="1491598"/>
                    <a:pt x="1787543" y="1484137"/>
                  </a:cubicBezTo>
                  <a:cubicBezTo>
                    <a:pt x="1799479" y="1479661"/>
                    <a:pt x="1799479" y="1472200"/>
                    <a:pt x="1796495" y="1463248"/>
                  </a:cubicBezTo>
                  <a:cubicBezTo>
                    <a:pt x="1782320" y="1457280"/>
                    <a:pt x="1768145" y="1453922"/>
                    <a:pt x="1753784" y="1453176"/>
                  </a:cubicBezTo>
                  <a:close/>
                  <a:moveTo>
                    <a:pt x="1229495" y="1409532"/>
                  </a:moveTo>
                  <a:cubicBezTo>
                    <a:pt x="1232479" y="1421469"/>
                    <a:pt x="1233971" y="1431913"/>
                    <a:pt x="1236956" y="1446834"/>
                  </a:cubicBezTo>
                  <a:cubicBezTo>
                    <a:pt x="1248892" y="1440866"/>
                    <a:pt x="1257845" y="1437882"/>
                    <a:pt x="1253369" y="1425945"/>
                  </a:cubicBezTo>
                  <a:cubicBezTo>
                    <a:pt x="1250385" y="1414008"/>
                    <a:pt x="1245908" y="1406548"/>
                    <a:pt x="1229495" y="1409532"/>
                  </a:cubicBezTo>
                  <a:close/>
                  <a:moveTo>
                    <a:pt x="2382893" y="1494582"/>
                  </a:moveTo>
                  <a:cubicBezTo>
                    <a:pt x="2378416" y="1493090"/>
                    <a:pt x="2373940" y="1499058"/>
                    <a:pt x="2367972" y="1502042"/>
                  </a:cubicBezTo>
                  <a:cubicBezTo>
                    <a:pt x="2370956" y="1506519"/>
                    <a:pt x="2372448" y="1512487"/>
                    <a:pt x="2375432" y="1515471"/>
                  </a:cubicBezTo>
                  <a:cubicBezTo>
                    <a:pt x="2387369" y="1522932"/>
                    <a:pt x="2400798" y="1527408"/>
                    <a:pt x="2414227" y="1534869"/>
                  </a:cubicBezTo>
                  <a:cubicBezTo>
                    <a:pt x="2420195" y="1524424"/>
                    <a:pt x="2424671" y="1516963"/>
                    <a:pt x="2430640" y="1508011"/>
                  </a:cubicBezTo>
                  <a:cubicBezTo>
                    <a:pt x="2412735" y="1503535"/>
                    <a:pt x="2399306" y="1497566"/>
                    <a:pt x="2382893" y="1494582"/>
                  </a:cubicBezTo>
                  <a:close/>
                  <a:moveTo>
                    <a:pt x="2324701" y="1481153"/>
                  </a:moveTo>
                  <a:cubicBezTo>
                    <a:pt x="2321716" y="1484137"/>
                    <a:pt x="2318732" y="1485629"/>
                    <a:pt x="2318732" y="1487121"/>
                  </a:cubicBezTo>
                  <a:cubicBezTo>
                    <a:pt x="2297843" y="1519948"/>
                    <a:pt x="2272477" y="1542329"/>
                    <a:pt x="2229206" y="1539345"/>
                  </a:cubicBezTo>
                  <a:cubicBezTo>
                    <a:pt x="2226222" y="1539345"/>
                    <a:pt x="2221745" y="1545313"/>
                    <a:pt x="2217269" y="1548298"/>
                  </a:cubicBezTo>
                  <a:cubicBezTo>
                    <a:pt x="2226222" y="1555758"/>
                    <a:pt x="2232190" y="1561727"/>
                    <a:pt x="2239650" y="1566203"/>
                  </a:cubicBezTo>
                  <a:cubicBezTo>
                    <a:pt x="2245619" y="1569187"/>
                    <a:pt x="2253080" y="1570679"/>
                    <a:pt x="2257556" y="1569187"/>
                  </a:cubicBezTo>
                  <a:cubicBezTo>
                    <a:pt x="2302319" y="1557250"/>
                    <a:pt x="2338130" y="1533377"/>
                    <a:pt x="2360511" y="1487121"/>
                  </a:cubicBezTo>
                  <a:cubicBezTo>
                    <a:pt x="2345590" y="1484137"/>
                    <a:pt x="2335145" y="1482645"/>
                    <a:pt x="2324701" y="1481153"/>
                  </a:cubicBezTo>
                  <a:close/>
                  <a:moveTo>
                    <a:pt x="981805" y="1370737"/>
                  </a:moveTo>
                  <a:cubicBezTo>
                    <a:pt x="968377" y="1378198"/>
                    <a:pt x="951963" y="1381182"/>
                    <a:pt x="945995" y="1390135"/>
                  </a:cubicBezTo>
                  <a:cubicBezTo>
                    <a:pt x="934058" y="1409532"/>
                    <a:pt x="931074" y="1433405"/>
                    <a:pt x="940027" y="1454295"/>
                  </a:cubicBezTo>
                  <a:cubicBezTo>
                    <a:pt x="945995" y="1470708"/>
                    <a:pt x="966884" y="1476677"/>
                    <a:pt x="978821" y="1463248"/>
                  </a:cubicBezTo>
                  <a:cubicBezTo>
                    <a:pt x="990758" y="1448327"/>
                    <a:pt x="1002695" y="1445342"/>
                    <a:pt x="1022092" y="1448327"/>
                  </a:cubicBezTo>
                  <a:cubicBezTo>
                    <a:pt x="1041490" y="1451311"/>
                    <a:pt x="1053427" y="1442358"/>
                    <a:pt x="1057903" y="1425945"/>
                  </a:cubicBezTo>
                  <a:cubicBezTo>
                    <a:pt x="1060887" y="1414008"/>
                    <a:pt x="1045966" y="1396103"/>
                    <a:pt x="1031045" y="1391627"/>
                  </a:cubicBezTo>
                  <a:cubicBezTo>
                    <a:pt x="1020600" y="1388642"/>
                    <a:pt x="1011648" y="1387150"/>
                    <a:pt x="998219" y="1382674"/>
                  </a:cubicBezTo>
                  <a:cubicBezTo>
                    <a:pt x="998219" y="1391627"/>
                    <a:pt x="999711" y="1397595"/>
                    <a:pt x="999711" y="1403563"/>
                  </a:cubicBezTo>
                  <a:cubicBezTo>
                    <a:pt x="999711" y="1409532"/>
                    <a:pt x="1005679" y="1416992"/>
                    <a:pt x="993742" y="1425945"/>
                  </a:cubicBezTo>
                  <a:cubicBezTo>
                    <a:pt x="990758" y="1408040"/>
                    <a:pt x="986282" y="1391627"/>
                    <a:pt x="981805" y="1370737"/>
                  </a:cubicBezTo>
                  <a:close/>
                  <a:moveTo>
                    <a:pt x="1345879" y="1397595"/>
                  </a:moveTo>
                  <a:cubicBezTo>
                    <a:pt x="1341403" y="1400579"/>
                    <a:pt x="1336927" y="1402071"/>
                    <a:pt x="1333942" y="1406548"/>
                  </a:cubicBezTo>
                  <a:cubicBezTo>
                    <a:pt x="1324990" y="1415500"/>
                    <a:pt x="1316037" y="1419977"/>
                    <a:pt x="1304100" y="1415500"/>
                  </a:cubicBezTo>
                  <a:cubicBezTo>
                    <a:pt x="1289179" y="1406548"/>
                    <a:pt x="1278735" y="1414008"/>
                    <a:pt x="1265306" y="1419977"/>
                  </a:cubicBezTo>
                  <a:cubicBezTo>
                    <a:pt x="1268290" y="1428929"/>
                    <a:pt x="1268290" y="1440866"/>
                    <a:pt x="1280227" y="1439374"/>
                  </a:cubicBezTo>
                  <a:cubicBezTo>
                    <a:pt x="1302608" y="1436390"/>
                    <a:pt x="1323498" y="1431913"/>
                    <a:pt x="1345879" y="1428929"/>
                  </a:cubicBezTo>
                  <a:cubicBezTo>
                    <a:pt x="1347371" y="1416992"/>
                    <a:pt x="1348863" y="1408040"/>
                    <a:pt x="1350356" y="1400579"/>
                  </a:cubicBezTo>
                  <a:cubicBezTo>
                    <a:pt x="1348863" y="1399087"/>
                    <a:pt x="1347371" y="1399087"/>
                    <a:pt x="1345879" y="1397595"/>
                  </a:cubicBezTo>
                  <a:close/>
                  <a:moveTo>
                    <a:pt x="913169" y="1358800"/>
                  </a:moveTo>
                  <a:cubicBezTo>
                    <a:pt x="893771" y="1361784"/>
                    <a:pt x="875866" y="1366261"/>
                    <a:pt x="859453" y="1378198"/>
                  </a:cubicBezTo>
                  <a:cubicBezTo>
                    <a:pt x="847516" y="1387150"/>
                    <a:pt x="841548" y="1399087"/>
                    <a:pt x="846024" y="1412516"/>
                  </a:cubicBezTo>
                  <a:cubicBezTo>
                    <a:pt x="850500" y="1424453"/>
                    <a:pt x="854977" y="1437882"/>
                    <a:pt x="872882" y="1437882"/>
                  </a:cubicBezTo>
                  <a:cubicBezTo>
                    <a:pt x="877358" y="1437882"/>
                    <a:pt x="883327" y="1442358"/>
                    <a:pt x="886311" y="1446834"/>
                  </a:cubicBezTo>
                  <a:cubicBezTo>
                    <a:pt x="892279" y="1452803"/>
                    <a:pt x="896756" y="1460263"/>
                    <a:pt x="907200" y="1457279"/>
                  </a:cubicBezTo>
                  <a:cubicBezTo>
                    <a:pt x="917645" y="1454295"/>
                    <a:pt x="922121" y="1445342"/>
                    <a:pt x="922121" y="1433405"/>
                  </a:cubicBezTo>
                  <a:cubicBezTo>
                    <a:pt x="923613" y="1418484"/>
                    <a:pt x="926598" y="1403563"/>
                    <a:pt x="929582" y="1390135"/>
                  </a:cubicBezTo>
                  <a:cubicBezTo>
                    <a:pt x="931074" y="1382674"/>
                    <a:pt x="934058" y="1375213"/>
                    <a:pt x="925106" y="1369245"/>
                  </a:cubicBezTo>
                  <a:cubicBezTo>
                    <a:pt x="920629" y="1375213"/>
                    <a:pt x="916153" y="1379690"/>
                    <a:pt x="911677" y="1385658"/>
                  </a:cubicBezTo>
                  <a:cubicBezTo>
                    <a:pt x="907200" y="1391627"/>
                    <a:pt x="901232" y="1397595"/>
                    <a:pt x="893771" y="1408040"/>
                  </a:cubicBezTo>
                  <a:cubicBezTo>
                    <a:pt x="887803" y="1382674"/>
                    <a:pt x="910184" y="1375213"/>
                    <a:pt x="913169" y="1358800"/>
                  </a:cubicBezTo>
                  <a:close/>
                  <a:moveTo>
                    <a:pt x="1956150" y="1439374"/>
                  </a:moveTo>
                  <a:cubicBezTo>
                    <a:pt x="1944214" y="1442358"/>
                    <a:pt x="1932277" y="1446834"/>
                    <a:pt x="1926308" y="1463248"/>
                  </a:cubicBezTo>
                  <a:cubicBezTo>
                    <a:pt x="1933769" y="1469216"/>
                    <a:pt x="1939737" y="1476677"/>
                    <a:pt x="1948690" y="1481153"/>
                  </a:cubicBezTo>
                  <a:cubicBezTo>
                    <a:pt x="1974056" y="1494582"/>
                    <a:pt x="1977040" y="1496074"/>
                    <a:pt x="1994945" y="1519948"/>
                  </a:cubicBezTo>
                  <a:cubicBezTo>
                    <a:pt x="1996437" y="1522932"/>
                    <a:pt x="1997929" y="1525916"/>
                    <a:pt x="2000914" y="1527408"/>
                  </a:cubicBezTo>
                  <a:cubicBezTo>
                    <a:pt x="2003898" y="1528900"/>
                    <a:pt x="2008374" y="1531885"/>
                    <a:pt x="2011358" y="1531885"/>
                  </a:cubicBezTo>
                  <a:cubicBezTo>
                    <a:pt x="2032248" y="1530392"/>
                    <a:pt x="2050153" y="1505027"/>
                    <a:pt x="2042693" y="1484137"/>
                  </a:cubicBezTo>
                  <a:cubicBezTo>
                    <a:pt x="2035232" y="1463248"/>
                    <a:pt x="2027771" y="1460263"/>
                    <a:pt x="2006882" y="1469216"/>
                  </a:cubicBezTo>
                  <a:cubicBezTo>
                    <a:pt x="1997929" y="1473692"/>
                    <a:pt x="1990469" y="1482645"/>
                    <a:pt x="1972564" y="1479661"/>
                  </a:cubicBezTo>
                  <a:cubicBezTo>
                    <a:pt x="1987485" y="1470708"/>
                    <a:pt x="1997929" y="1463248"/>
                    <a:pt x="2008374" y="1455787"/>
                  </a:cubicBezTo>
                  <a:cubicBezTo>
                    <a:pt x="2008374" y="1454295"/>
                    <a:pt x="2009866" y="1451311"/>
                    <a:pt x="2009866" y="1449819"/>
                  </a:cubicBezTo>
                  <a:cubicBezTo>
                    <a:pt x="1991961" y="1449819"/>
                    <a:pt x="1975548" y="1434898"/>
                    <a:pt x="1956150" y="1439374"/>
                  </a:cubicBezTo>
                  <a:close/>
                  <a:moveTo>
                    <a:pt x="2156093" y="1452803"/>
                  </a:moveTo>
                  <a:cubicBezTo>
                    <a:pt x="2132219" y="1458771"/>
                    <a:pt x="2111330" y="1446834"/>
                    <a:pt x="2093424" y="1463248"/>
                  </a:cubicBezTo>
                  <a:cubicBezTo>
                    <a:pt x="2106853" y="1478169"/>
                    <a:pt x="2120282" y="1490106"/>
                    <a:pt x="2142664" y="1497566"/>
                  </a:cubicBezTo>
                  <a:cubicBezTo>
                    <a:pt x="2145648" y="1484137"/>
                    <a:pt x="2150124" y="1470708"/>
                    <a:pt x="2156093" y="1452803"/>
                  </a:cubicBezTo>
                  <a:close/>
                  <a:moveTo>
                    <a:pt x="2064702" y="1441799"/>
                  </a:moveTo>
                  <a:cubicBezTo>
                    <a:pt x="2058360" y="1440866"/>
                    <a:pt x="2050154" y="1442358"/>
                    <a:pt x="2041201" y="1446834"/>
                  </a:cubicBezTo>
                  <a:cubicBezTo>
                    <a:pt x="2048661" y="1467724"/>
                    <a:pt x="2057614" y="1476677"/>
                    <a:pt x="2068058" y="1472200"/>
                  </a:cubicBezTo>
                  <a:cubicBezTo>
                    <a:pt x="2077011" y="1469216"/>
                    <a:pt x="2079995" y="1460263"/>
                    <a:pt x="2077011" y="1451311"/>
                  </a:cubicBezTo>
                  <a:cubicBezTo>
                    <a:pt x="2075519" y="1446089"/>
                    <a:pt x="2071043" y="1442731"/>
                    <a:pt x="2064702" y="1441799"/>
                  </a:cubicBezTo>
                  <a:close/>
                  <a:moveTo>
                    <a:pt x="789324" y="1331942"/>
                  </a:moveTo>
                  <a:cubicBezTo>
                    <a:pt x="787832" y="1331942"/>
                    <a:pt x="784848" y="1333434"/>
                    <a:pt x="783356" y="1333434"/>
                  </a:cubicBezTo>
                  <a:cubicBezTo>
                    <a:pt x="786340" y="1339403"/>
                    <a:pt x="787832" y="1345371"/>
                    <a:pt x="790816" y="1352832"/>
                  </a:cubicBezTo>
                  <a:cubicBezTo>
                    <a:pt x="792308" y="1352832"/>
                    <a:pt x="793800" y="1351340"/>
                    <a:pt x="796784" y="1351340"/>
                  </a:cubicBezTo>
                  <a:cubicBezTo>
                    <a:pt x="793800" y="1345371"/>
                    <a:pt x="790816" y="1337911"/>
                    <a:pt x="789324" y="1331942"/>
                  </a:cubicBezTo>
                  <a:close/>
                  <a:moveTo>
                    <a:pt x="1101174" y="1355816"/>
                  </a:moveTo>
                  <a:cubicBezTo>
                    <a:pt x="1099682" y="1381182"/>
                    <a:pt x="1078792" y="1385658"/>
                    <a:pt x="1057903" y="1394611"/>
                  </a:cubicBezTo>
                  <a:cubicBezTo>
                    <a:pt x="1075808" y="1414008"/>
                    <a:pt x="1069840" y="1430421"/>
                    <a:pt x="1059395" y="1446834"/>
                  </a:cubicBezTo>
                  <a:cubicBezTo>
                    <a:pt x="1047458" y="1464740"/>
                    <a:pt x="1026569" y="1455787"/>
                    <a:pt x="1010156" y="1461756"/>
                  </a:cubicBezTo>
                  <a:cubicBezTo>
                    <a:pt x="1022092" y="1488613"/>
                    <a:pt x="1042982" y="1491598"/>
                    <a:pt x="1062379" y="1469216"/>
                  </a:cubicBezTo>
                  <a:cubicBezTo>
                    <a:pt x="1080284" y="1449819"/>
                    <a:pt x="1098190" y="1428929"/>
                    <a:pt x="1114603" y="1409532"/>
                  </a:cubicBezTo>
                  <a:cubicBezTo>
                    <a:pt x="1122063" y="1400579"/>
                    <a:pt x="1126540" y="1390135"/>
                    <a:pt x="1132508" y="1381182"/>
                  </a:cubicBezTo>
                  <a:cubicBezTo>
                    <a:pt x="1132508" y="1378198"/>
                    <a:pt x="1134000" y="1376706"/>
                    <a:pt x="1134000" y="1375213"/>
                  </a:cubicBezTo>
                  <a:cubicBezTo>
                    <a:pt x="1113111" y="1384166"/>
                    <a:pt x="1113111" y="1363277"/>
                    <a:pt x="1101174" y="1355816"/>
                  </a:cubicBezTo>
                  <a:close/>
                  <a:moveTo>
                    <a:pt x="185581" y="1272445"/>
                  </a:moveTo>
                  <a:cubicBezTo>
                    <a:pt x="180172" y="1271139"/>
                    <a:pt x="174576" y="1271512"/>
                    <a:pt x="168608" y="1275242"/>
                  </a:cubicBezTo>
                  <a:cubicBezTo>
                    <a:pt x="156671" y="1282703"/>
                    <a:pt x="153687" y="1296132"/>
                    <a:pt x="158163" y="1308069"/>
                  </a:cubicBezTo>
                  <a:cubicBezTo>
                    <a:pt x="164132" y="1327466"/>
                    <a:pt x="171592" y="1346863"/>
                    <a:pt x="177561" y="1367753"/>
                  </a:cubicBezTo>
                  <a:cubicBezTo>
                    <a:pt x="202926" y="1354324"/>
                    <a:pt x="192482" y="1328958"/>
                    <a:pt x="207403" y="1311053"/>
                  </a:cubicBezTo>
                  <a:cubicBezTo>
                    <a:pt x="214863" y="1331942"/>
                    <a:pt x="201434" y="1346863"/>
                    <a:pt x="204418" y="1367753"/>
                  </a:cubicBezTo>
                  <a:cubicBezTo>
                    <a:pt x="222324" y="1361784"/>
                    <a:pt x="234261" y="1349848"/>
                    <a:pt x="244705" y="1337911"/>
                  </a:cubicBezTo>
                  <a:cubicBezTo>
                    <a:pt x="249182" y="1331942"/>
                    <a:pt x="252166" y="1322990"/>
                    <a:pt x="253658" y="1315529"/>
                  </a:cubicBezTo>
                  <a:cubicBezTo>
                    <a:pt x="255150" y="1308069"/>
                    <a:pt x="250674" y="1302100"/>
                    <a:pt x="241721" y="1299116"/>
                  </a:cubicBezTo>
                  <a:cubicBezTo>
                    <a:pt x="228292" y="1294640"/>
                    <a:pt x="214863" y="1288671"/>
                    <a:pt x="201434" y="1279719"/>
                  </a:cubicBezTo>
                  <a:cubicBezTo>
                    <a:pt x="196212" y="1276735"/>
                    <a:pt x="190990" y="1273750"/>
                    <a:pt x="185581" y="1272445"/>
                  </a:cubicBezTo>
                  <a:close/>
                  <a:moveTo>
                    <a:pt x="828119" y="1309561"/>
                  </a:moveTo>
                  <a:cubicBezTo>
                    <a:pt x="804245" y="1321498"/>
                    <a:pt x="802753" y="1321498"/>
                    <a:pt x="804245" y="1345371"/>
                  </a:cubicBezTo>
                  <a:cubicBezTo>
                    <a:pt x="805737" y="1364769"/>
                    <a:pt x="804245" y="1382674"/>
                    <a:pt x="804245" y="1402071"/>
                  </a:cubicBezTo>
                  <a:cubicBezTo>
                    <a:pt x="804245" y="1409532"/>
                    <a:pt x="804245" y="1416992"/>
                    <a:pt x="807229" y="1424453"/>
                  </a:cubicBezTo>
                  <a:cubicBezTo>
                    <a:pt x="810213" y="1431913"/>
                    <a:pt x="814690" y="1436390"/>
                    <a:pt x="825134" y="1434898"/>
                  </a:cubicBezTo>
                  <a:cubicBezTo>
                    <a:pt x="834087" y="1433405"/>
                    <a:pt x="834087" y="1427437"/>
                    <a:pt x="834087" y="1419977"/>
                  </a:cubicBezTo>
                  <a:cubicBezTo>
                    <a:pt x="835579" y="1400579"/>
                    <a:pt x="838563" y="1382674"/>
                    <a:pt x="840055" y="1361784"/>
                  </a:cubicBezTo>
                  <a:cubicBezTo>
                    <a:pt x="823642" y="1348356"/>
                    <a:pt x="822150" y="1346863"/>
                    <a:pt x="828119" y="1309561"/>
                  </a:cubicBezTo>
                  <a:close/>
                  <a:moveTo>
                    <a:pt x="741577" y="1300608"/>
                  </a:moveTo>
                  <a:cubicBezTo>
                    <a:pt x="731132" y="1296132"/>
                    <a:pt x="723671" y="1306577"/>
                    <a:pt x="717703" y="1315529"/>
                  </a:cubicBezTo>
                  <a:cubicBezTo>
                    <a:pt x="708750" y="1327466"/>
                    <a:pt x="699798" y="1337911"/>
                    <a:pt x="690845" y="1348356"/>
                  </a:cubicBezTo>
                  <a:cubicBezTo>
                    <a:pt x="689353" y="1349848"/>
                    <a:pt x="690845" y="1351340"/>
                    <a:pt x="689353" y="1354324"/>
                  </a:cubicBezTo>
                  <a:cubicBezTo>
                    <a:pt x="693829" y="1357308"/>
                    <a:pt x="698305" y="1361784"/>
                    <a:pt x="704274" y="1366261"/>
                  </a:cubicBezTo>
                  <a:cubicBezTo>
                    <a:pt x="711734" y="1358800"/>
                    <a:pt x="719195" y="1352832"/>
                    <a:pt x="728148" y="1343879"/>
                  </a:cubicBezTo>
                  <a:cubicBezTo>
                    <a:pt x="731132" y="1363277"/>
                    <a:pt x="714719" y="1366261"/>
                    <a:pt x="711734" y="1378198"/>
                  </a:cubicBezTo>
                  <a:cubicBezTo>
                    <a:pt x="746053" y="1396103"/>
                    <a:pt x="765450" y="1396103"/>
                    <a:pt x="783356" y="1376706"/>
                  </a:cubicBezTo>
                  <a:cubicBezTo>
                    <a:pt x="777387" y="1358800"/>
                    <a:pt x="771419" y="1339403"/>
                    <a:pt x="763958" y="1322990"/>
                  </a:cubicBezTo>
                  <a:cubicBezTo>
                    <a:pt x="759482" y="1314037"/>
                    <a:pt x="750529" y="1305084"/>
                    <a:pt x="741577" y="1300608"/>
                  </a:cubicBezTo>
                  <a:close/>
                  <a:moveTo>
                    <a:pt x="2200856" y="1416992"/>
                  </a:moveTo>
                  <a:cubicBezTo>
                    <a:pt x="2190411" y="1425945"/>
                    <a:pt x="2179966" y="1436390"/>
                    <a:pt x="2171014" y="1446834"/>
                  </a:cubicBezTo>
                  <a:cubicBezTo>
                    <a:pt x="2168030" y="1451311"/>
                    <a:pt x="2166537" y="1457279"/>
                    <a:pt x="2165045" y="1463248"/>
                  </a:cubicBezTo>
                  <a:cubicBezTo>
                    <a:pt x="2160569" y="1478169"/>
                    <a:pt x="2160569" y="1494582"/>
                    <a:pt x="2147140" y="1505027"/>
                  </a:cubicBezTo>
                  <a:cubicBezTo>
                    <a:pt x="2142664" y="1508011"/>
                    <a:pt x="2145648" y="1515471"/>
                    <a:pt x="2145648" y="1524424"/>
                  </a:cubicBezTo>
                  <a:cubicBezTo>
                    <a:pt x="2169522" y="1500550"/>
                    <a:pt x="2202348" y="1434898"/>
                    <a:pt x="2200856" y="1416992"/>
                  </a:cubicBezTo>
                  <a:close/>
                  <a:moveTo>
                    <a:pt x="964273" y="1313291"/>
                  </a:moveTo>
                  <a:cubicBezTo>
                    <a:pt x="960543" y="1312918"/>
                    <a:pt x="956439" y="1313291"/>
                    <a:pt x="953455" y="1314037"/>
                  </a:cubicBezTo>
                  <a:cubicBezTo>
                    <a:pt x="944503" y="1317021"/>
                    <a:pt x="938534" y="1321498"/>
                    <a:pt x="929582" y="1324482"/>
                  </a:cubicBezTo>
                  <a:cubicBezTo>
                    <a:pt x="929582" y="1331942"/>
                    <a:pt x="931074" y="1337911"/>
                    <a:pt x="931074" y="1342387"/>
                  </a:cubicBezTo>
                  <a:cubicBezTo>
                    <a:pt x="931074" y="1352832"/>
                    <a:pt x="938534" y="1358800"/>
                    <a:pt x="947487" y="1361784"/>
                  </a:cubicBezTo>
                  <a:cubicBezTo>
                    <a:pt x="957932" y="1364769"/>
                    <a:pt x="963900" y="1358800"/>
                    <a:pt x="968377" y="1348356"/>
                  </a:cubicBezTo>
                  <a:cubicBezTo>
                    <a:pt x="969869" y="1345371"/>
                    <a:pt x="974345" y="1342387"/>
                    <a:pt x="975837" y="1337911"/>
                  </a:cubicBezTo>
                  <a:cubicBezTo>
                    <a:pt x="975837" y="1330450"/>
                    <a:pt x="977329" y="1321498"/>
                    <a:pt x="972853" y="1317021"/>
                  </a:cubicBezTo>
                  <a:cubicBezTo>
                    <a:pt x="971361" y="1314783"/>
                    <a:pt x="968004" y="1313664"/>
                    <a:pt x="964273" y="1313291"/>
                  </a:cubicBezTo>
                  <a:close/>
                  <a:moveTo>
                    <a:pt x="276785" y="1256778"/>
                  </a:moveTo>
                  <a:cubicBezTo>
                    <a:pt x="272309" y="1254353"/>
                    <a:pt x="267087" y="1253607"/>
                    <a:pt x="261118" y="1255845"/>
                  </a:cubicBezTo>
                  <a:cubicBezTo>
                    <a:pt x="249182" y="1260321"/>
                    <a:pt x="243213" y="1270766"/>
                    <a:pt x="243213" y="1276734"/>
                  </a:cubicBezTo>
                  <a:cubicBezTo>
                    <a:pt x="255150" y="1293148"/>
                    <a:pt x="264103" y="1305084"/>
                    <a:pt x="276040" y="1320005"/>
                  </a:cubicBezTo>
                  <a:cubicBezTo>
                    <a:pt x="313342" y="1320005"/>
                    <a:pt x="311850" y="1351340"/>
                    <a:pt x="311850" y="1384166"/>
                  </a:cubicBezTo>
                  <a:cubicBezTo>
                    <a:pt x="331247" y="1369245"/>
                    <a:pt x="338708" y="1354324"/>
                    <a:pt x="331247" y="1339403"/>
                  </a:cubicBezTo>
                  <a:cubicBezTo>
                    <a:pt x="317818" y="1314037"/>
                    <a:pt x="302897" y="1291655"/>
                    <a:pt x="287976" y="1267782"/>
                  </a:cubicBezTo>
                  <a:cubicBezTo>
                    <a:pt x="284992" y="1263306"/>
                    <a:pt x="281262" y="1259202"/>
                    <a:pt x="276785" y="1256778"/>
                  </a:cubicBezTo>
                  <a:close/>
                  <a:moveTo>
                    <a:pt x="1635348" y="1348356"/>
                  </a:moveTo>
                  <a:cubicBezTo>
                    <a:pt x="1636840" y="1361784"/>
                    <a:pt x="1639824" y="1373721"/>
                    <a:pt x="1639824" y="1385658"/>
                  </a:cubicBezTo>
                  <a:cubicBezTo>
                    <a:pt x="1641316" y="1397595"/>
                    <a:pt x="1642808" y="1408040"/>
                    <a:pt x="1654745" y="1412516"/>
                  </a:cubicBezTo>
                  <a:cubicBezTo>
                    <a:pt x="1668174" y="1416992"/>
                    <a:pt x="1672650" y="1403563"/>
                    <a:pt x="1678619" y="1396103"/>
                  </a:cubicBezTo>
                  <a:cubicBezTo>
                    <a:pt x="1675635" y="1384166"/>
                    <a:pt x="1671158" y="1372229"/>
                    <a:pt x="1668174" y="1361784"/>
                  </a:cubicBezTo>
                  <a:cubicBezTo>
                    <a:pt x="1659221" y="1357308"/>
                    <a:pt x="1648777" y="1352832"/>
                    <a:pt x="1635348" y="1348356"/>
                  </a:cubicBezTo>
                  <a:close/>
                  <a:moveTo>
                    <a:pt x="1799479" y="1360292"/>
                  </a:moveTo>
                  <a:cubicBezTo>
                    <a:pt x="1787543" y="1370737"/>
                    <a:pt x="1808432" y="1387150"/>
                    <a:pt x="1789035" y="1397595"/>
                  </a:cubicBezTo>
                  <a:cubicBezTo>
                    <a:pt x="1784558" y="1388642"/>
                    <a:pt x="1781574" y="1379690"/>
                    <a:pt x="1778590" y="1367753"/>
                  </a:cubicBezTo>
                  <a:cubicBezTo>
                    <a:pt x="1762177" y="1375213"/>
                    <a:pt x="1757701" y="1381182"/>
                    <a:pt x="1760685" y="1396103"/>
                  </a:cubicBezTo>
                  <a:cubicBezTo>
                    <a:pt x="1762177" y="1406548"/>
                    <a:pt x="1763669" y="1415500"/>
                    <a:pt x="1763669" y="1424453"/>
                  </a:cubicBezTo>
                  <a:cubicBezTo>
                    <a:pt x="1765161" y="1437882"/>
                    <a:pt x="1769637" y="1443850"/>
                    <a:pt x="1783066" y="1445342"/>
                  </a:cubicBezTo>
                  <a:cubicBezTo>
                    <a:pt x="1793511" y="1446834"/>
                    <a:pt x="1799479" y="1440866"/>
                    <a:pt x="1806940" y="1433405"/>
                  </a:cubicBezTo>
                  <a:cubicBezTo>
                    <a:pt x="1814400" y="1425945"/>
                    <a:pt x="1820369" y="1416992"/>
                    <a:pt x="1833798" y="1421469"/>
                  </a:cubicBezTo>
                  <a:cubicBezTo>
                    <a:pt x="1842750" y="1424453"/>
                    <a:pt x="1853195" y="1421469"/>
                    <a:pt x="1856179" y="1411024"/>
                  </a:cubicBezTo>
                  <a:cubicBezTo>
                    <a:pt x="1859164" y="1400579"/>
                    <a:pt x="1854687" y="1390135"/>
                    <a:pt x="1845735" y="1385658"/>
                  </a:cubicBezTo>
                  <a:cubicBezTo>
                    <a:pt x="1830814" y="1376706"/>
                    <a:pt x="1814400" y="1369245"/>
                    <a:pt x="1799479" y="1360292"/>
                  </a:cubicBezTo>
                  <a:close/>
                  <a:moveTo>
                    <a:pt x="196795" y="1225281"/>
                  </a:moveTo>
                  <a:cubicBezTo>
                    <a:pt x="192389" y="1224325"/>
                    <a:pt x="186513" y="1224138"/>
                    <a:pt x="179053" y="1224511"/>
                  </a:cubicBezTo>
                  <a:cubicBezTo>
                    <a:pt x="174576" y="1234956"/>
                    <a:pt x="171592" y="1243908"/>
                    <a:pt x="165624" y="1257337"/>
                  </a:cubicBezTo>
                  <a:cubicBezTo>
                    <a:pt x="174576" y="1257337"/>
                    <a:pt x="179053" y="1257337"/>
                    <a:pt x="183529" y="1257337"/>
                  </a:cubicBezTo>
                  <a:cubicBezTo>
                    <a:pt x="189497" y="1257337"/>
                    <a:pt x="195466" y="1258829"/>
                    <a:pt x="199942" y="1260321"/>
                  </a:cubicBezTo>
                  <a:cubicBezTo>
                    <a:pt x="210014" y="1237940"/>
                    <a:pt x="210014" y="1228148"/>
                    <a:pt x="196795" y="1225281"/>
                  </a:cubicBezTo>
                  <a:close/>
                  <a:moveTo>
                    <a:pt x="1732335" y="1348356"/>
                  </a:moveTo>
                  <a:cubicBezTo>
                    <a:pt x="1715922" y="1346863"/>
                    <a:pt x="1702492" y="1351340"/>
                    <a:pt x="1692048" y="1364769"/>
                  </a:cubicBezTo>
                  <a:cubicBezTo>
                    <a:pt x="1690556" y="1367753"/>
                    <a:pt x="1687571" y="1372229"/>
                    <a:pt x="1687571" y="1375213"/>
                  </a:cubicBezTo>
                  <a:cubicBezTo>
                    <a:pt x="1693540" y="1393119"/>
                    <a:pt x="1692048" y="1414008"/>
                    <a:pt x="1703985" y="1431913"/>
                  </a:cubicBezTo>
                  <a:cubicBezTo>
                    <a:pt x="1709953" y="1442358"/>
                    <a:pt x="1717413" y="1442358"/>
                    <a:pt x="1727858" y="1442358"/>
                  </a:cubicBezTo>
                  <a:cubicBezTo>
                    <a:pt x="1738303" y="1442358"/>
                    <a:pt x="1747256" y="1437882"/>
                    <a:pt x="1747256" y="1427437"/>
                  </a:cubicBezTo>
                  <a:cubicBezTo>
                    <a:pt x="1747256" y="1408040"/>
                    <a:pt x="1745764" y="1387150"/>
                    <a:pt x="1745764" y="1366261"/>
                  </a:cubicBezTo>
                  <a:cubicBezTo>
                    <a:pt x="1742779" y="1358800"/>
                    <a:pt x="1742779" y="1348356"/>
                    <a:pt x="1732335" y="1348356"/>
                  </a:cubicBezTo>
                  <a:close/>
                  <a:moveTo>
                    <a:pt x="1336927" y="1315529"/>
                  </a:moveTo>
                  <a:cubicBezTo>
                    <a:pt x="1332450" y="1339403"/>
                    <a:pt x="1365277" y="1336419"/>
                    <a:pt x="1362292" y="1358800"/>
                  </a:cubicBezTo>
                  <a:cubicBezTo>
                    <a:pt x="1348863" y="1351340"/>
                    <a:pt x="1338419" y="1345371"/>
                    <a:pt x="1324990" y="1337911"/>
                  </a:cubicBezTo>
                  <a:cubicBezTo>
                    <a:pt x="1322006" y="1348356"/>
                    <a:pt x="1319021" y="1357308"/>
                    <a:pt x="1316037" y="1364769"/>
                  </a:cubicBezTo>
                  <a:cubicBezTo>
                    <a:pt x="1314545" y="1364769"/>
                    <a:pt x="1313053" y="1364769"/>
                    <a:pt x="1311561" y="1363277"/>
                  </a:cubicBezTo>
                  <a:cubicBezTo>
                    <a:pt x="1311561" y="1352832"/>
                    <a:pt x="1311561" y="1343879"/>
                    <a:pt x="1311561" y="1330450"/>
                  </a:cubicBezTo>
                  <a:cubicBezTo>
                    <a:pt x="1299624" y="1328958"/>
                    <a:pt x="1293656" y="1333434"/>
                    <a:pt x="1293656" y="1343879"/>
                  </a:cubicBezTo>
                  <a:cubicBezTo>
                    <a:pt x="1293656" y="1358800"/>
                    <a:pt x="1293656" y="1373721"/>
                    <a:pt x="1296640" y="1388642"/>
                  </a:cubicBezTo>
                  <a:cubicBezTo>
                    <a:pt x="1301116" y="1408040"/>
                    <a:pt x="1314545" y="1412516"/>
                    <a:pt x="1326482" y="1397595"/>
                  </a:cubicBezTo>
                  <a:cubicBezTo>
                    <a:pt x="1338419" y="1384166"/>
                    <a:pt x="1351848" y="1376706"/>
                    <a:pt x="1369753" y="1378198"/>
                  </a:cubicBezTo>
                  <a:cubicBezTo>
                    <a:pt x="1372737" y="1378198"/>
                    <a:pt x="1375721" y="1376706"/>
                    <a:pt x="1380198" y="1375213"/>
                  </a:cubicBezTo>
                  <a:cubicBezTo>
                    <a:pt x="1398103" y="1369245"/>
                    <a:pt x="1401087" y="1357308"/>
                    <a:pt x="1386166" y="1346863"/>
                  </a:cubicBezTo>
                  <a:cubicBezTo>
                    <a:pt x="1371245" y="1334927"/>
                    <a:pt x="1353340" y="1325974"/>
                    <a:pt x="1336927" y="1315529"/>
                  </a:cubicBezTo>
                  <a:close/>
                  <a:moveTo>
                    <a:pt x="574461" y="1252861"/>
                  </a:moveTo>
                  <a:cubicBezTo>
                    <a:pt x="537158" y="1287179"/>
                    <a:pt x="523729" y="1328958"/>
                    <a:pt x="513284" y="1373721"/>
                  </a:cubicBezTo>
                  <a:cubicBezTo>
                    <a:pt x="510300" y="1388642"/>
                    <a:pt x="517761" y="1397595"/>
                    <a:pt x="538650" y="1403563"/>
                  </a:cubicBezTo>
                  <a:cubicBezTo>
                    <a:pt x="540142" y="1378198"/>
                    <a:pt x="547603" y="1357308"/>
                    <a:pt x="568492" y="1342387"/>
                  </a:cubicBezTo>
                  <a:cubicBezTo>
                    <a:pt x="567000" y="1337911"/>
                    <a:pt x="565508" y="1333434"/>
                    <a:pt x="565508" y="1328958"/>
                  </a:cubicBezTo>
                  <a:cubicBezTo>
                    <a:pt x="564016" y="1311053"/>
                    <a:pt x="561032" y="1293148"/>
                    <a:pt x="583413" y="1285687"/>
                  </a:cubicBezTo>
                  <a:cubicBezTo>
                    <a:pt x="590874" y="1282703"/>
                    <a:pt x="590874" y="1275242"/>
                    <a:pt x="587890" y="1269274"/>
                  </a:cubicBezTo>
                  <a:cubicBezTo>
                    <a:pt x="584905" y="1263306"/>
                    <a:pt x="578937" y="1258829"/>
                    <a:pt x="574461" y="1252861"/>
                  </a:cubicBezTo>
                  <a:close/>
                  <a:moveTo>
                    <a:pt x="1240896" y="1305831"/>
                  </a:moveTo>
                  <a:cubicBezTo>
                    <a:pt x="1218864" y="1304432"/>
                    <a:pt x="1197042" y="1318141"/>
                    <a:pt x="1193685" y="1339403"/>
                  </a:cubicBezTo>
                  <a:cubicBezTo>
                    <a:pt x="1195177" y="1340895"/>
                    <a:pt x="1196669" y="1342387"/>
                    <a:pt x="1199653" y="1343879"/>
                  </a:cubicBezTo>
                  <a:cubicBezTo>
                    <a:pt x="1217558" y="1351340"/>
                    <a:pt x="1233971" y="1360292"/>
                    <a:pt x="1235463" y="1384166"/>
                  </a:cubicBezTo>
                  <a:cubicBezTo>
                    <a:pt x="1235463" y="1388642"/>
                    <a:pt x="1241432" y="1393119"/>
                    <a:pt x="1247400" y="1394611"/>
                  </a:cubicBezTo>
                  <a:cubicBezTo>
                    <a:pt x="1256353" y="1397595"/>
                    <a:pt x="1266798" y="1399087"/>
                    <a:pt x="1277242" y="1400579"/>
                  </a:cubicBezTo>
                  <a:cubicBezTo>
                    <a:pt x="1286195" y="1384166"/>
                    <a:pt x="1284703" y="1343879"/>
                    <a:pt x="1275750" y="1328958"/>
                  </a:cubicBezTo>
                  <a:cubicBezTo>
                    <a:pt x="1257845" y="1327466"/>
                    <a:pt x="1254861" y="1352832"/>
                    <a:pt x="1232479" y="1352832"/>
                  </a:cubicBezTo>
                  <a:cubicBezTo>
                    <a:pt x="1242924" y="1337911"/>
                    <a:pt x="1251877" y="1324482"/>
                    <a:pt x="1262321" y="1312545"/>
                  </a:cubicBezTo>
                  <a:cubicBezTo>
                    <a:pt x="1255607" y="1308442"/>
                    <a:pt x="1248240" y="1306297"/>
                    <a:pt x="1240896" y="1305831"/>
                  </a:cubicBezTo>
                  <a:close/>
                  <a:moveTo>
                    <a:pt x="658019" y="1257337"/>
                  </a:moveTo>
                  <a:cubicBezTo>
                    <a:pt x="644590" y="1263306"/>
                    <a:pt x="631161" y="1269274"/>
                    <a:pt x="617732" y="1276734"/>
                  </a:cubicBezTo>
                  <a:cubicBezTo>
                    <a:pt x="605795" y="1282703"/>
                    <a:pt x="596842" y="1293148"/>
                    <a:pt x="586398" y="1300608"/>
                  </a:cubicBezTo>
                  <a:cubicBezTo>
                    <a:pt x="574461" y="1308069"/>
                    <a:pt x="572969" y="1314037"/>
                    <a:pt x="577445" y="1327466"/>
                  </a:cubicBezTo>
                  <a:cubicBezTo>
                    <a:pt x="583413" y="1345371"/>
                    <a:pt x="596842" y="1352832"/>
                    <a:pt x="614748" y="1354324"/>
                  </a:cubicBezTo>
                  <a:cubicBezTo>
                    <a:pt x="616240" y="1343879"/>
                    <a:pt x="598334" y="1339403"/>
                    <a:pt x="608779" y="1322990"/>
                  </a:cubicBezTo>
                  <a:cubicBezTo>
                    <a:pt x="619224" y="1336419"/>
                    <a:pt x="626684" y="1349848"/>
                    <a:pt x="635637" y="1361784"/>
                  </a:cubicBezTo>
                  <a:cubicBezTo>
                    <a:pt x="646082" y="1349848"/>
                    <a:pt x="646082" y="1349848"/>
                    <a:pt x="644590" y="1337911"/>
                  </a:cubicBezTo>
                  <a:cubicBezTo>
                    <a:pt x="641605" y="1322990"/>
                    <a:pt x="638621" y="1308069"/>
                    <a:pt x="655034" y="1291655"/>
                  </a:cubicBezTo>
                  <a:cubicBezTo>
                    <a:pt x="658019" y="1312545"/>
                    <a:pt x="650558" y="1331942"/>
                    <a:pt x="662495" y="1346863"/>
                  </a:cubicBezTo>
                  <a:cubicBezTo>
                    <a:pt x="699798" y="1317021"/>
                    <a:pt x="698305" y="1291655"/>
                    <a:pt x="658019" y="1257337"/>
                  </a:cubicBezTo>
                  <a:close/>
                  <a:moveTo>
                    <a:pt x="1426453" y="1315529"/>
                  </a:moveTo>
                  <a:cubicBezTo>
                    <a:pt x="1414516" y="1325974"/>
                    <a:pt x="1408548" y="1331942"/>
                    <a:pt x="1401087" y="1339403"/>
                  </a:cubicBezTo>
                  <a:cubicBezTo>
                    <a:pt x="1408548" y="1357308"/>
                    <a:pt x="1408548" y="1373721"/>
                    <a:pt x="1390642" y="1387150"/>
                  </a:cubicBezTo>
                  <a:cubicBezTo>
                    <a:pt x="1398103" y="1391627"/>
                    <a:pt x="1402579" y="1396103"/>
                    <a:pt x="1407056" y="1399087"/>
                  </a:cubicBezTo>
                  <a:cubicBezTo>
                    <a:pt x="1417500" y="1403563"/>
                    <a:pt x="1430929" y="1396103"/>
                    <a:pt x="1430929" y="1385658"/>
                  </a:cubicBezTo>
                  <a:cubicBezTo>
                    <a:pt x="1430929" y="1364769"/>
                    <a:pt x="1427945" y="1342387"/>
                    <a:pt x="1426453" y="1315529"/>
                  </a:cubicBezTo>
                  <a:close/>
                  <a:moveTo>
                    <a:pt x="2117485" y="1368686"/>
                  </a:moveTo>
                  <a:cubicBezTo>
                    <a:pt x="2111703" y="1369991"/>
                    <a:pt x="2106854" y="1374468"/>
                    <a:pt x="2102377" y="1382674"/>
                  </a:cubicBezTo>
                  <a:cubicBezTo>
                    <a:pt x="2096408" y="1390135"/>
                    <a:pt x="2093424" y="1400579"/>
                    <a:pt x="2087456" y="1412516"/>
                  </a:cubicBezTo>
                  <a:cubicBezTo>
                    <a:pt x="2106853" y="1416992"/>
                    <a:pt x="2115806" y="1393119"/>
                    <a:pt x="2139679" y="1396103"/>
                  </a:cubicBezTo>
                  <a:cubicBezTo>
                    <a:pt x="2120282" y="1411024"/>
                    <a:pt x="2105361" y="1421469"/>
                    <a:pt x="2088948" y="1434898"/>
                  </a:cubicBezTo>
                  <a:cubicBezTo>
                    <a:pt x="2123266" y="1449819"/>
                    <a:pt x="2159077" y="1445342"/>
                    <a:pt x="2179966" y="1422961"/>
                  </a:cubicBezTo>
                  <a:cubicBezTo>
                    <a:pt x="2172506" y="1400579"/>
                    <a:pt x="2159077" y="1384166"/>
                    <a:pt x="2138187" y="1373721"/>
                  </a:cubicBezTo>
                  <a:cubicBezTo>
                    <a:pt x="2129981" y="1369245"/>
                    <a:pt x="2123266" y="1367380"/>
                    <a:pt x="2117485" y="1368686"/>
                  </a:cubicBezTo>
                  <a:close/>
                  <a:moveTo>
                    <a:pt x="1908403" y="1351340"/>
                  </a:moveTo>
                  <a:cubicBezTo>
                    <a:pt x="1905419" y="1349848"/>
                    <a:pt x="1899451" y="1354324"/>
                    <a:pt x="1894974" y="1357308"/>
                  </a:cubicBezTo>
                  <a:cubicBezTo>
                    <a:pt x="1887514" y="1364769"/>
                    <a:pt x="1878561" y="1373721"/>
                    <a:pt x="1868116" y="1387150"/>
                  </a:cubicBezTo>
                  <a:cubicBezTo>
                    <a:pt x="1868116" y="1388642"/>
                    <a:pt x="1868116" y="1393119"/>
                    <a:pt x="1869608" y="1397595"/>
                  </a:cubicBezTo>
                  <a:cubicBezTo>
                    <a:pt x="1872593" y="1418484"/>
                    <a:pt x="1869608" y="1424453"/>
                    <a:pt x="1845735" y="1436390"/>
                  </a:cubicBezTo>
                  <a:cubicBezTo>
                    <a:pt x="1842750" y="1437882"/>
                    <a:pt x="1839766" y="1442358"/>
                    <a:pt x="1836782" y="1446834"/>
                  </a:cubicBezTo>
                  <a:cubicBezTo>
                    <a:pt x="1841258" y="1449819"/>
                    <a:pt x="1844242" y="1454295"/>
                    <a:pt x="1848719" y="1455787"/>
                  </a:cubicBezTo>
                  <a:cubicBezTo>
                    <a:pt x="1851703" y="1457279"/>
                    <a:pt x="1857672" y="1454295"/>
                    <a:pt x="1859164" y="1451311"/>
                  </a:cubicBezTo>
                  <a:cubicBezTo>
                    <a:pt x="1878561" y="1427437"/>
                    <a:pt x="1896466" y="1402071"/>
                    <a:pt x="1914372" y="1378198"/>
                  </a:cubicBezTo>
                  <a:cubicBezTo>
                    <a:pt x="1917356" y="1375213"/>
                    <a:pt x="1918848" y="1367753"/>
                    <a:pt x="1917356" y="1364769"/>
                  </a:cubicBezTo>
                  <a:cubicBezTo>
                    <a:pt x="1915864" y="1360292"/>
                    <a:pt x="1912879" y="1352832"/>
                    <a:pt x="1908403" y="1351340"/>
                  </a:cubicBezTo>
                  <a:close/>
                  <a:moveTo>
                    <a:pt x="816182" y="1260321"/>
                  </a:moveTo>
                  <a:cubicBezTo>
                    <a:pt x="811705" y="1273750"/>
                    <a:pt x="810213" y="1282703"/>
                    <a:pt x="805737" y="1294640"/>
                  </a:cubicBezTo>
                  <a:cubicBezTo>
                    <a:pt x="819166" y="1293148"/>
                    <a:pt x="828119" y="1291655"/>
                    <a:pt x="843040" y="1287179"/>
                  </a:cubicBezTo>
                  <a:cubicBezTo>
                    <a:pt x="832595" y="1276734"/>
                    <a:pt x="825134" y="1269274"/>
                    <a:pt x="816182" y="1260321"/>
                  </a:cubicBezTo>
                  <a:close/>
                  <a:moveTo>
                    <a:pt x="1171303" y="1275242"/>
                  </a:moveTo>
                  <a:cubicBezTo>
                    <a:pt x="1160858" y="1276734"/>
                    <a:pt x="1150413" y="1276734"/>
                    <a:pt x="1139969" y="1278227"/>
                  </a:cubicBezTo>
                  <a:cubicBezTo>
                    <a:pt x="1142953" y="1302100"/>
                    <a:pt x="1153398" y="1327466"/>
                    <a:pt x="1166827" y="1343879"/>
                  </a:cubicBezTo>
                  <a:cubicBezTo>
                    <a:pt x="1174287" y="1352832"/>
                    <a:pt x="1180256" y="1363277"/>
                    <a:pt x="1186224" y="1372229"/>
                  </a:cubicBezTo>
                  <a:cubicBezTo>
                    <a:pt x="1195177" y="1388642"/>
                    <a:pt x="1199653" y="1388642"/>
                    <a:pt x="1211590" y="1367753"/>
                  </a:cubicBezTo>
                  <a:cubicBezTo>
                    <a:pt x="1175779" y="1340895"/>
                    <a:pt x="1175779" y="1340895"/>
                    <a:pt x="1186224" y="1311053"/>
                  </a:cubicBezTo>
                  <a:cubicBezTo>
                    <a:pt x="1181748" y="1299116"/>
                    <a:pt x="1177271" y="1288671"/>
                    <a:pt x="1171303" y="1275242"/>
                  </a:cubicBezTo>
                  <a:close/>
                  <a:moveTo>
                    <a:pt x="682079" y="1233090"/>
                  </a:moveTo>
                  <a:cubicBezTo>
                    <a:pt x="673313" y="1233090"/>
                    <a:pt x="663987" y="1234956"/>
                    <a:pt x="653542" y="1239432"/>
                  </a:cubicBezTo>
                  <a:cubicBezTo>
                    <a:pt x="686369" y="1251369"/>
                    <a:pt x="693829" y="1281211"/>
                    <a:pt x="707258" y="1303592"/>
                  </a:cubicBezTo>
                  <a:cubicBezTo>
                    <a:pt x="735608" y="1276734"/>
                    <a:pt x="740084" y="1276734"/>
                    <a:pt x="778879" y="1312545"/>
                  </a:cubicBezTo>
                  <a:cubicBezTo>
                    <a:pt x="787832" y="1300608"/>
                    <a:pt x="793800" y="1290163"/>
                    <a:pt x="801261" y="1279719"/>
                  </a:cubicBezTo>
                  <a:cubicBezTo>
                    <a:pt x="772911" y="1266290"/>
                    <a:pt x="747545" y="1255845"/>
                    <a:pt x="722179" y="1245400"/>
                  </a:cubicBezTo>
                  <a:cubicBezTo>
                    <a:pt x="717703" y="1242416"/>
                    <a:pt x="711734" y="1239432"/>
                    <a:pt x="707258" y="1237940"/>
                  </a:cubicBezTo>
                  <a:cubicBezTo>
                    <a:pt x="699051" y="1234956"/>
                    <a:pt x="690845" y="1233090"/>
                    <a:pt x="682079" y="1233090"/>
                  </a:cubicBezTo>
                  <a:close/>
                  <a:moveTo>
                    <a:pt x="1771689" y="1320379"/>
                  </a:moveTo>
                  <a:cubicBezTo>
                    <a:pt x="1767399" y="1318141"/>
                    <a:pt x="1762923" y="1317768"/>
                    <a:pt x="1757701" y="1321498"/>
                  </a:cubicBezTo>
                  <a:cubicBezTo>
                    <a:pt x="1753224" y="1324482"/>
                    <a:pt x="1754716" y="1336419"/>
                    <a:pt x="1751732" y="1345371"/>
                  </a:cubicBezTo>
                  <a:cubicBezTo>
                    <a:pt x="1760685" y="1349848"/>
                    <a:pt x="1765161" y="1351340"/>
                    <a:pt x="1772622" y="1355816"/>
                  </a:cubicBezTo>
                  <a:cubicBezTo>
                    <a:pt x="1777098" y="1346863"/>
                    <a:pt x="1781574" y="1339403"/>
                    <a:pt x="1784558" y="1330450"/>
                  </a:cubicBezTo>
                  <a:cubicBezTo>
                    <a:pt x="1780082" y="1326720"/>
                    <a:pt x="1775979" y="1322617"/>
                    <a:pt x="1771689" y="1320379"/>
                  </a:cubicBezTo>
                  <a:close/>
                  <a:moveTo>
                    <a:pt x="883700" y="1245587"/>
                  </a:moveTo>
                  <a:cubicBezTo>
                    <a:pt x="878850" y="1243535"/>
                    <a:pt x="873628" y="1243162"/>
                    <a:pt x="868405" y="1245400"/>
                  </a:cubicBezTo>
                  <a:cubicBezTo>
                    <a:pt x="857961" y="1249877"/>
                    <a:pt x="856469" y="1258829"/>
                    <a:pt x="854977" y="1269274"/>
                  </a:cubicBezTo>
                  <a:cubicBezTo>
                    <a:pt x="853484" y="1282703"/>
                    <a:pt x="849008" y="1296132"/>
                    <a:pt x="846024" y="1309561"/>
                  </a:cubicBezTo>
                  <a:cubicBezTo>
                    <a:pt x="844532" y="1315529"/>
                    <a:pt x="843040" y="1322990"/>
                    <a:pt x="841548" y="1328958"/>
                  </a:cubicBezTo>
                  <a:cubicBezTo>
                    <a:pt x="838563" y="1340895"/>
                    <a:pt x="844532" y="1348356"/>
                    <a:pt x="854977" y="1346863"/>
                  </a:cubicBezTo>
                  <a:cubicBezTo>
                    <a:pt x="871390" y="1346863"/>
                    <a:pt x="886311" y="1343879"/>
                    <a:pt x="901232" y="1340895"/>
                  </a:cubicBezTo>
                  <a:cubicBezTo>
                    <a:pt x="905708" y="1339403"/>
                    <a:pt x="910184" y="1333434"/>
                    <a:pt x="913169" y="1328958"/>
                  </a:cubicBezTo>
                  <a:cubicBezTo>
                    <a:pt x="896756" y="1309561"/>
                    <a:pt x="874374" y="1325974"/>
                    <a:pt x="856469" y="1312545"/>
                  </a:cubicBezTo>
                  <a:cubicBezTo>
                    <a:pt x="863929" y="1309561"/>
                    <a:pt x="868405" y="1306577"/>
                    <a:pt x="874374" y="1306577"/>
                  </a:cubicBezTo>
                  <a:cubicBezTo>
                    <a:pt x="886311" y="1306577"/>
                    <a:pt x="898248" y="1308069"/>
                    <a:pt x="908692" y="1311053"/>
                  </a:cubicBezTo>
                  <a:cubicBezTo>
                    <a:pt x="920629" y="1314037"/>
                    <a:pt x="922121" y="1308069"/>
                    <a:pt x="925106" y="1303592"/>
                  </a:cubicBezTo>
                  <a:cubicBezTo>
                    <a:pt x="916153" y="1290163"/>
                    <a:pt x="910184" y="1279719"/>
                    <a:pt x="904216" y="1269274"/>
                  </a:cubicBezTo>
                  <a:cubicBezTo>
                    <a:pt x="901232" y="1264798"/>
                    <a:pt x="899740" y="1260321"/>
                    <a:pt x="896756" y="1255845"/>
                  </a:cubicBezTo>
                  <a:cubicBezTo>
                    <a:pt x="893026" y="1251369"/>
                    <a:pt x="888549" y="1247638"/>
                    <a:pt x="883700" y="1245587"/>
                  </a:cubicBezTo>
                  <a:close/>
                  <a:moveTo>
                    <a:pt x="1072824" y="1258829"/>
                  </a:moveTo>
                  <a:cubicBezTo>
                    <a:pt x="1062379" y="1257337"/>
                    <a:pt x="1054919" y="1261813"/>
                    <a:pt x="1048950" y="1269274"/>
                  </a:cubicBezTo>
                  <a:cubicBezTo>
                    <a:pt x="1031045" y="1285687"/>
                    <a:pt x="1014632" y="1302100"/>
                    <a:pt x="998219" y="1318513"/>
                  </a:cubicBezTo>
                  <a:cubicBezTo>
                    <a:pt x="1008663" y="1317021"/>
                    <a:pt x="1019108" y="1314037"/>
                    <a:pt x="1031045" y="1312545"/>
                  </a:cubicBezTo>
                  <a:cubicBezTo>
                    <a:pt x="1035521" y="1312545"/>
                    <a:pt x="1041490" y="1314037"/>
                    <a:pt x="1044474" y="1315529"/>
                  </a:cubicBezTo>
                  <a:cubicBezTo>
                    <a:pt x="1045966" y="1317021"/>
                    <a:pt x="1047458" y="1321498"/>
                    <a:pt x="1047458" y="1324482"/>
                  </a:cubicBezTo>
                  <a:cubicBezTo>
                    <a:pt x="1047458" y="1325974"/>
                    <a:pt x="1042982" y="1328958"/>
                    <a:pt x="1042982" y="1328958"/>
                  </a:cubicBezTo>
                  <a:cubicBezTo>
                    <a:pt x="1025077" y="1318513"/>
                    <a:pt x="1010156" y="1339403"/>
                    <a:pt x="995234" y="1331942"/>
                  </a:cubicBezTo>
                  <a:cubicBezTo>
                    <a:pt x="989266" y="1342387"/>
                    <a:pt x="990758" y="1349848"/>
                    <a:pt x="999711" y="1354324"/>
                  </a:cubicBezTo>
                  <a:cubicBezTo>
                    <a:pt x="1014632" y="1363277"/>
                    <a:pt x="1029553" y="1372229"/>
                    <a:pt x="1045966" y="1378198"/>
                  </a:cubicBezTo>
                  <a:cubicBezTo>
                    <a:pt x="1068348" y="1385658"/>
                    <a:pt x="1089237" y="1367753"/>
                    <a:pt x="1086253" y="1343879"/>
                  </a:cubicBezTo>
                  <a:cubicBezTo>
                    <a:pt x="1084761" y="1324482"/>
                    <a:pt x="1084761" y="1306577"/>
                    <a:pt x="1090729" y="1287179"/>
                  </a:cubicBezTo>
                  <a:cubicBezTo>
                    <a:pt x="1096698" y="1270766"/>
                    <a:pt x="1089237" y="1261813"/>
                    <a:pt x="1072824" y="1258829"/>
                  </a:cubicBezTo>
                  <a:close/>
                  <a:moveTo>
                    <a:pt x="2063582" y="1339403"/>
                  </a:moveTo>
                  <a:cubicBezTo>
                    <a:pt x="2059106" y="1342387"/>
                    <a:pt x="2056122" y="1345371"/>
                    <a:pt x="2051645" y="1346863"/>
                  </a:cubicBezTo>
                  <a:cubicBezTo>
                    <a:pt x="2047169" y="1348356"/>
                    <a:pt x="2041201" y="1348356"/>
                    <a:pt x="2036724" y="1348356"/>
                  </a:cubicBezTo>
                  <a:cubicBezTo>
                    <a:pt x="2026280" y="1384166"/>
                    <a:pt x="2024787" y="1384166"/>
                    <a:pt x="1994945" y="1379690"/>
                  </a:cubicBezTo>
                  <a:cubicBezTo>
                    <a:pt x="1993453" y="1379690"/>
                    <a:pt x="1993453" y="1379690"/>
                    <a:pt x="1991961" y="1379690"/>
                  </a:cubicBezTo>
                  <a:cubicBezTo>
                    <a:pt x="1983008" y="1378198"/>
                    <a:pt x="1975548" y="1379690"/>
                    <a:pt x="1971071" y="1388642"/>
                  </a:cubicBezTo>
                  <a:cubicBezTo>
                    <a:pt x="1966595" y="1399087"/>
                    <a:pt x="1966595" y="1409532"/>
                    <a:pt x="1974056" y="1418484"/>
                  </a:cubicBezTo>
                  <a:cubicBezTo>
                    <a:pt x="1985992" y="1430421"/>
                    <a:pt x="2000914" y="1436390"/>
                    <a:pt x="2015835" y="1437882"/>
                  </a:cubicBezTo>
                  <a:cubicBezTo>
                    <a:pt x="2024787" y="1439374"/>
                    <a:pt x="2030756" y="1428929"/>
                    <a:pt x="2027771" y="1421469"/>
                  </a:cubicBezTo>
                  <a:cubicBezTo>
                    <a:pt x="2024787" y="1416992"/>
                    <a:pt x="2020311" y="1412516"/>
                    <a:pt x="2017327" y="1408040"/>
                  </a:cubicBezTo>
                  <a:cubicBezTo>
                    <a:pt x="2015835" y="1406548"/>
                    <a:pt x="2017327" y="1403563"/>
                    <a:pt x="2017327" y="1400579"/>
                  </a:cubicBezTo>
                  <a:cubicBezTo>
                    <a:pt x="2023295" y="1402071"/>
                    <a:pt x="2026280" y="1405056"/>
                    <a:pt x="2032248" y="1409532"/>
                  </a:cubicBezTo>
                  <a:cubicBezTo>
                    <a:pt x="2033740" y="1393119"/>
                    <a:pt x="2030756" y="1375213"/>
                    <a:pt x="2047169" y="1364769"/>
                  </a:cubicBezTo>
                  <a:cubicBezTo>
                    <a:pt x="2039708" y="1415500"/>
                    <a:pt x="2041201" y="1419977"/>
                    <a:pt x="2068058" y="1416992"/>
                  </a:cubicBezTo>
                  <a:cubicBezTo>
                    <a:pt x="2072535" y="1405056"/>
                    <a:pt x="2077011" y="1391627"/>
                    <a:pt x="2079995" y="1379690"/>
                  </a:cubicBezTo>
                  <a:cubicBezTo>
                    <a:pt x="2085964" y="1355816"/>
                    <a:pt x="2085964" y="1354324"/>
                    <a:pt x="2063582" y="1339403"/>
                  </a:cubicBezTo>
                  <a:close/>
                  <a:moveTo>
                    <a:pt x="1985620" y="1328212"/>
                  </a:moveTo>
                  <a:cubicBezTo>
                    <a:pt x="1978532" y="1327093"/>
                    <a:pt x="1971071" y="1329705"/>
                    <a:pt x="1963611" y="1336419"/>
                  </a:cubicBezTo>
                  <a:cubicBezTo>
                    <a:pt x="1957643" y="1342387"/>
                    <a:pt x="1951674" y="1349848"/>
                    <a:pt x="1947198" y="1357308"/>
                  </a:cubicBezTo>
                  <a:cubicBezTo>
                    <a:pt x="1938245" y="1373721"/>
                    <a:pt x="1929293" y="1391627"/>
                    <a:pt x="1920340" y="1408040"/>
                  </a:cubicBezTo>
                  <a:cubicBezTo>
                    <a:pt x="1911387" y="1425945"/>
                    <a:pt x="1906911" y="1445342"/>
                    <a:pt x="1908403" y="1466232"/>
                  </a:cubicBezTo>
                  <a:cubicBezTo>
                    <a:pt x="1908403" y="1473692"/>
                    <a:pt x="1911387" y="1479661"/>
                    <a:pt x="1921832" y="1482645"/>
                  </a:cubicBezTo>
                  <a:cubicBezTo>
                    <a:pt x="1914372" y="1451311"/>
                    <a:pt x="1917356" y="1445342"/>
                    <a:pt x="1944214" y="1428929"/>
                  </a:cubicBezTo>
                  <a:cubicBezTo>
                    <a:pt x="1950182" y="1425945"/>
                    <a:pt x="1956150" y="1422961"/>
                    <a:pt x="1959135" y="1419977"/>
                  </a:cubicBezTo>
                  <a:cubicBezTo>
                    <a:pt x="1959135" y="1409532"/>
                    <a:pt x="1959135" y="1400579"/>
                    <a:pt x="1959135" y="1393119"/>
                  </a:cubicBezTo>
                  <a:cubicBezTo>
                    <a:pt x="1960627" y="1372229"/>
                    <a:pt x="1969579" y="1363277"/>
                    <a:pt x="1990469" y="1363277"/>
                  </a:cubicBezTo>
                  <a:cubicBezTo>
                    <a:pt x="1997929" y="1364769"/>
                    <a:pt x="2005390" y="1364769"/>
                    <a:pt x="2018819" y="1364769"/>
                  </a:cubicBezTo>
                  <a:cubicBezTo>
                    <a:pt x="2012850" y="1354324"/>
                    <a:pt x="2009866" y="1348356"/>
                    <a:pt x="2005390" y="1342387"/>
                  </a:cubicBezTo>
                  <a:cubicBezTo>
                    <a:pt x="1999422" y="1334181"/>
                    <a:pt x="1992707" y="1329331"/>
                    <a:pt x="1985620" y="1328212"/>
                  </a:cubicBezTo>
                  <a:close/>
                  <a:moveTo>
                    <a:pt x="1293656" y="1270766"/>
                  </a:moveTo>
                  <a:cubicBezTo>
                    <a:pt x="1283211" y="1270766"/>
                    <a:pt x="1272766" y="1285687"/>
                    <a:pt x="1272766" y="1300608"/>
                  </a:cubicBezTo>
                  <a:cubicBezTo>
                    <a:pt x="1272766" y="1311053"/>
                    <a:pt x="1280227" y="1317021"/>
                    <a:pt x="1292164" y="1317021"/>
                  </a:cubicBezTo>
                  <a:cubicBezTo>
                    <a:pt x="1307085" y="1317021"/>
                    <a:pt x="1320514" y="1308069"/>
                    <a:pt x="1320514" y="1299116"/>
                  </a:cubicBezTo>
                  <a:cubicBezTo>
                    <a:pt x="1320514" y="1287179"/>
                    <a:pt x="1304100" y="1270766"/>
                    <a:pt x="1293656" y="1270766"/>
                  </a:cubicBezTo>
                  <a:close/>
                  <a:moveTo>
                    <a:pt x="546111" y="1193177"/>
                  </a:moveTo>
                  <a:cubicBezTo>
                    <a:pt x="525221" y="1220034"/>
                    <a:pt x="508808" y="1223019"/>
                    <a:pt x="484934" y="1205113"/>
                  </a:cubicBezTo>
                  <a:cubicBezTo>
                    <a:pt x="477474" y="1199145"/>
                    <a:pt x="470013" y="1191684"/>
                    <a:pt x="461061" y="1202129"/>
                  </a:cubicBezTo>
                  <a:cubicBezTo>
                    <a:pt x="452108" y="1212574"/>
                    <a:pt x="455092" y="1223019"/>
                    <a:pt x="467029" y="1230479"/>
                  </a:cubicBezTo>
                  <a:cubicBezTo>
                    <a:pt x="472997" y="1233463"/>
                    <a:pt x="478966" y="1237940"/>
                    <a:pt x="484934" y="1237940"/>
                  </a:cubicBezTo>
                  <a:cubicBezTo>
                    <a:pt x="496871" y="1239432"/>
                    <a:pt x="510300" y="1239432"/>
                    <a:pt x="520745" y="1237940"/>
                  </a:cubicBezTo>
                  <a:cubicBezTo>
                    <a:pt x="538650" y="1234956"/>
                    <a:pt x="555063" y="1230479"/>
                    <a:pt x="571476" y="1224511"/>
                  </a:cubicBezTo>
                  <a:cubicBezTo>
                    <a:pt x="574461" y="1223019"/>
                    <a:pt x="578937" y="1217050"/>
                    <a:pt x="578937" y="1212574"/>
                  </a:cubicBezTo>
                  <a:cubicBezTo>
                    <a:pt x="578937" y="1209590"/>
                    <a:pt x="574461" y="1205113"/>
                    <a:pt x="569984" y="1203621"/>
                  </a:cubicBezTo>
                  <a:cubicBezTo>
                    <a:pt x="565508" y="1200637"/>
                    <a:pt x="556555" y="1196161"/>
                    <a:pt x="546111" y="1193177"/>
                  </a:cubicBezTo>
                  <a:close/>
                  <a:moveTo>
                    <a:pt x="2050153" y="1300608"/>
                  </a:moveTo>
                  <a:cubicBezTo>
                    <a:pt x="2047169" y="1300608"/>
                    <a:pt x="2041201" y="1306577"/>
                    <a:pt x="2041201" y="1309561"/>
                  </a:cubicBezTo>
                  <a:cubicBezTo>
                    <a:pt x="2038216" y="1320005"/>
                    <a:pt x="2045677" y="1324482"/>
                    <a:pt x="2054629" y="1324482"/>
                  </a:cubicBezTo>
                  <a:cubicBezTo>
                    <a:pt x="2075519" y="1322990"/>
                    <a:pt x="2088948" y="1333434"/>
                    <a:pt x="2096408" y="1352832"/>
                  </a:cubicBezTo>
                  <a:cubicBezTo>
                    <a:pt x="2097900" y="1354324"/>
                    <a:pt x="2099393" y="1355816"/>
                    <a:pt x="2102377" y="1357308"/>
                  </a:cubicBezTo>
                  <a:cubicBezTo>
                    <a:pt x="2126251" y="1336419"/>
                    <a:pt x="2144156" y="1358800"/>
                    <a:pt x="2165045" y="1369245"/>
                  </a:cubicBezTo>
                  <a:cubicBezTo>
                    <a:pt x="2178474" y="1345371"/>
                    <a:pt x="2176982" y="1342387"/>
                    <a:pt x="2154601" y="1334927"/>
                  </a:cubicBezTo>
                  <a:cubicBezTo>
                    <a:pt x="2127743" y="1325974"/>
                    <a:pt x="2102377" y="1314037"/>
                    <a:pt x="2077011" y="1303592"/>
                  </a:cubicBezTo>
                  <a:cubicBezTo>
                    <a:pt x="2068058" y="1300608"/>
                    <a:pt x="2059106" y="1300608"/>
                    <a:pt x="2050153" y="1300608"/>
                  </a:cubicBezTo>
                  <a:close/>
                  <a:moveTo>
                    <a:pt x="1020227" y="1215745"/>
                  </a:moveTo>
                  <a:cubicBezTo>
                    <a:pt x="1016124" y="1215185"/>
                    <a:pt x="1011648" y="1216304"/>
                    <a:pt x="1007171" y="1218542"/>
                  </a:cubicBezTo>
                  <a:cubicBezTo>
                    <a:pt x="989266" y="1226003"/>
                    <a:pt x="969869" y="1226003"/>
                    <a:pt x="950471" y="1221527"/>
                  </a:cubicBezTo>
                  <a:cubicBezTo>
                    <a:pt x="940027" y="1220034"/>
                    <a:pt x="931074" y="1215558"/>
                    <a:pt x="922121" y="1214066"/>
                  </a:cubicBezTo>
                  <a:cubicBezTo>
                    <a:pt x="905708" y="1211082"/>
                    <a:pt x="898248" y="1220034"/>
                    <a:pt x="902724" y="1236448"/>
                  </a:cubicBezTo>
                  <a:cubicBezTo>
                    <a:pt x="904216" y="1240924"/>
                    <a:pt x="905708" y="1243908"/>
                    <a:pt x="907200" y="1248384"/>
                  </a:cubicBezTo>
                  <a:cubicBezTo>
                    <a:pt x="917645" y="1263306"/>
                    <a:pt x="926598" y="1278227"/>
                    <a:pt x="937042" y="1293148"/>
                  </a:cubicBezTo>
                  <a:cubicBezTo>
                    <a:pt x="962408" y="1294640"/>
                    <a:pt x="966884" y="1290163"/>
                    <a:pt x="962408" y="1267782"/>
                  </a:cubicBezTo>
                  <a:cubicBezTo>
                    <a:pt x="960916" y="1258829"/>
                    <a:pt x="956440" y="1251369"/>
                    <a:pt x="966884" y="1242416"/>
                  </a:cubicBezTo>
                  <a:cubicBezTo>
                    <a:pt x="971361" y="1251369"/>
                    <a:pt x="974345" y="1260321"/>
                    <a:pt x="977329" y="1267782"/>
                  </a:cubicBezTo>
                  <a:cubicBezTo>
                    <a:pt x="989266" y="1269274"/>
                    <a:pt x="990758" y="1251369"/>
                    <a:pt x="1005679" y="1255845"/>
                  </a:cubicBezTo>
                  <a:cubicBezTo>
                    <a:pt x="996727" y="1267782"/>
                    <a:pt x="986282" y="1279719"/>
                    <a:pt x="977329" y="1293148"/>
                  </a:cubicBezTo>
                  <a:cubicBezTo>
                    <a:pt x="978821" y="1296132"/>
                    <a:pt x="980313" y="1297624"/>
                    <a:pt x="981805" y="1299116"/>
                  </a:cubicBezTo>
                  <a:cubicBezTo>
                    <a:pt x="987774" y="1297624"/>
                    <a:pt x="995234" y="1297624"/>
                    <a:pt x="998219" y="1293148"/>
                  </a:cubicBezTo>
                  <a:cubicBezTo>
                    <a:pt x="1011648" y="1279719"/>
                    <a:pt x="1023584" y="1266290"/>
                    <a:pt x="1034029" y="1252861"/>
                  </a:cubicBezTo>
                  <a:cubicBezTo>
                    <a:pt x="1042982" y="1242416"/>
                    <a:pt x="1038506" y="1231971"/>
                    <a:pt x="1031045" y="1223019"/>
                  </a:cubicBezTo>
                  <a:cubicBezTo>
                    <a:pt x="1028061" y="1218543"/>
                    <a:pt x="1024331" y="1216304"/>
                    <a:pt x="1020227" y="1215745"/>
                  </a:cubicBezTo>
                  <a:close/>
                  <a:moveTo>
                    <a:pt x="1227816" y="1218542"/>
                  </a:moveTo>
                  <a:cubicBezTo>
                    <a:pt x="1223899" y="1220034"/>
                    <a:pt x="1221288" y="1224511"/>
                    <a:pt x="1220542" y="1231971"/>
                  </a:cubicBezTo>
                  <a:cubicBezTo>
                    <a:pt x="1219050" y="1245400"/>
                    <a:pt x="1216066" y="1257337"/>
                    <a:pt x="1202637" y="1261813"/>
                  </a:cubicBezTo>
                  <a:cubicBezTo>
                    <a:pt x="1192192" y="1266290"/>
                    <a:pt x="1184732" y="1273750"/>
                    <a:pt x="1187716" y="1284195"/>
                  </a:cubicBezTo>
                  <a:cubicBezTo>
                    <a:pt x="1190700" y="1297624"/>
                    <a:pt x="1202637" y="1294640"/>
                    <a:pt x="1213082" y="1294640"/>
                  </a:cubicBezTo>
                  <a:cubicBezTo>
                    <a:pt x="1214574" y="1294640"/>
                    <a:pt x="1214574" y="1294640"/>
                    <a:pt x="1216066" y="1294640"/>
                  </a:cubicBezTo>
                  <a:cubicBezTo>
                    <a:pt x="1220542" y="1294640"/>
                    <a:pt x="1226511" y="1294640"/>
                    <a:pt x="1230987" y="1294640"/>
                  </a:cubicBezTo>
                  <a:cubicBezTo>
                    <a:pt x="1253369" y="1293148"/>
                    <a:pt x="1263813" y="1276734"/>
                    <a:pt x="1269782" y="1258829"/>
                  </a:cubicBezTo>
                  <a:cubicBezTo>
                    <a:pt x="1274258" y="1242416"/>
                    <a:pt x="1259337" y="1237940"/>
                    <a:pt x="1250385" y="1230479"/>
                  </a:cubicBezTo>
                  <a:cubicBezTo>
                    <a:pt x="1247400" y="1227495"/>
                    <a:pt x="1245908" y="1226003"/>
                    <a:pt x="1242924" y="1223019"/>
                  </a:cubicBezTo>
                  <a:cubicBezTo>
                    <a:pt x="1236956" y="1218543"/>
                    <a:pt x="1231733" y="1217050"/>
                    <a:pt x="1227816" y="1218542"/>
                  </a:cubicBezTo>
                  <a:close/>
                  <a:moveTo>
                    <a:pt x="1363785" y="1228987"/>
                  </a:moveTo>
                  <a:cubicBezTo>
                    <a:pt x="1351848" y="1242416"/>
                    <a:pt x="1330958" y="1242416"/>
                    <a:pt x="1332450" y="1264798"/>
                  </a:cubicBezTo>
                  <a:cubicBezTo>
                    <a:pt x="1347371" y="1270766"/>
                    <a:pt x="1356324" y="1251369"/>
                    <a:pt x="1371245" y="1258829"/>
                  </a:cubicBezTo>
                  <a:cubicBezTo>
                    <a:pt x="1365277" y="1276734"/>
                    <a:pt x="1339911" y="1270766"/>
                    <a:pt x="1338419" y="1294640"/>
                  </a:cubicBezTo>
                  <a:cubicBezTo>
                    <a:pt x="1351848" y="1303592"/>
                    <a:pt x="1366769" y="1314037"/>
                    <a:pt x="1383182" y="1322990"/>
                  </a:cubicBezTo>
                  <a:cubicBezTo>
                    <a:pt x="1393627" y="1328958"/>
                    <a:pt x="1404071" y="1322990"/>
                    <a:pt x="1413024" y="1311053"/>
                  </a:cubicBezTo>
                  <a:cubicBezTo>
                    <a:pt x="1420485" y="1300608"/>
                    <a:pt x="1417500" y="1291655"/>
                    <a:pt x="1411532" y="1284195"/>
                  </a:cubicBezTo>
                  <a:cubicBezTo>
                    <a:pt x="1407056" y="1278227"/>
                    <a:pt x="1399595" y="1275242"/>
                    <a:pt x="1390642" y="1269274"/>
                  </a:cubicBezTo>
                  <a:cubicBezTo>
                    <a:pt x="1390642" y="1263306"/>
                    <a:pt x="1390642" y="1257337"/>
                    <a:pt x="1392135" y="1249877"/>
                  </a:cubicBezTo>
                  <a:cubicBezTo>
                    <a:pt x="1383182" y="1243908"/>
                    <a:pt x="1372737" y="1236448"/>
                    <a:pt x="1363785" y="1228987"/>
                  </a:cubicBezTo>
                  <a:close/>
                  <a:moveTo>
                    <a:pt x="1724501" y="1257524"/>
                  </a:moveTo>
                  <a:cubicBezTo>
                    <a:pt x="1719652" y="1257710"/>
                    <a:pt x="1715175" y="1261068"/>
                    <a:pt x="1711445" y="1267782"/>
                  </a:cubicBezTo>
                  <a:cubicBezTo>
                    <a:pt x="1703985" y="1284195"/>
                    <a:pt x="1693540" y="1291655"/>
                    <a:pt x="1675635" y="1291655"/>
                  </a:cubicBezTo>
                  <a:cubicBezTo>
                    <a:pt x="1672650" y="1291655"/>
                    <a:pt x="1671158" y="1293148"/>
                    <a:pt x="1668174" y="1293148"/>
                  </a:cubicBezTo>
                  <a:cubicBezTo>
                    <a:pt x="1656237" y="1297624"/>
                    <a:pt x="1648777" y="1312545"/>
                    <a:pt x="1650269" y="1325974"/>
                  </a:cubicBezTo>
                  <a:cubicBezTo>
                    <a:pt x="1651761" y="1340895"/>
                    <a:pt x="1656237" y="1343879"/>
                    <a:pt x="1674143" y="1345371"/>
                  </a:cubicBezTo>
                  <a:cubicBezTo>
                    <a:pt x="1695032" y="1348356"/>
                    <a:pt x="1709953" y="1334927"/>
                    <a:pt x="1727858" y="1328958"/>
                  </a:cubicBezTo>
                  <a:cubicBezTo>
                    <a:pt x="1735319" y="1325974"/>
                    <a:pt x="1733827" y="1317021"/>
                    <a:pt x="1726366" y="1311053"/>
                  </a:cubicBezTo>
                  <a:cubicBezTo>
                    <a:pt x="1718906" y="1312545"/>
                    <a:pt x="1712937" y="1312545"/>
                    <a:pt x="1705477" y="1314037"/>
                  </a:cubicBezTo>
                  <a:cubicBezTo>
                    <a:pt x="1718906" y="1294640"/>
                    <a:pt x="1744271" y="1315529"/>
                    <a:pt x="1757701" y="1294640"/>
                  </a:cubicBezTo>
                  <a:cubicBezTo>
                    <a:pt x="1754716" y="1288671"/>
                    <a:pt x="1750240" y="1282703"/>
                    <a:pt x="1747256" y="1276734"/>
                  </a:cubicBezTo>
                  <a:cubicBezTo>
                    <a:pt x="1745764" y="1273750"/>
                    <a:pt x="1742779" y="1270766"/>
                    <a:pt x="1739795" y="1266290"/>
                  </a:cubicBezTo>
                  <a:cubicBezTo>
                    <a:pt x="1734573" y="1260322"/>
                    <a:pt x="1729351" y="1257337"/>
                    <a:pt x="1724501" y="1257524"/>
                  </a:cubicBezTo>
                  <a:close/>
                  <a:moveTo>
                    <a:pt x="1859164" y="1263306"/>
                  </a:moveTo>
                  <a:cubicBezTo>
                    <a:pt x="1854687" y="1270766"/>
                    <a:pt x="1851703" y="1278227"/>
                    <a:pt x="1847227" y="1282703"/>
                  </a:cubicBezTo>
                  <a:cubicBezTo>
                    <a:pt x="1841258" y="1287179"/>
                    <a:pt x="1832306" y="1288671"/>
                    <a:pt x="1826337" y="1293148"/>
                  </a:cubicBezTo>
                  <a:cubicBezTo>
                    <a:pt x="1817385" y="1299116"/>
                    <a:pt x="1809924" y="1308069"/>
                    <a:pt x="1800971" y="1317021"/>
                  </a:cubicBezTo>
                  <a:cubicBezTo>
                    <a:pt x="1818877" y="1333434"/>
                    <a:pt x="1844242" y="1318513"/>
                    <a:pt x="1859164" y="1342387"/>
                  </a:cubicBezTo>
                  <a:cubicBezTo>
                    <a:pt x="1838274" y="1339403"/>
                    <a:pt x="1821861" y="1339403"/>
                    <a:pt x="1803956" y="1337911"/>
                  </a:cubicBezTo>
                  <a:cubicBezTo>
                    <a:pt x="1803956" y="1340895"/>
                    <a:pt x="1802464" y="1342387"/>
                    <a:pt x="1802464" y="1343879"/>
                  </a:cubicBezTo>
                  <a:cubicBezTo>
                    <a:pt x="1815893" y="1357308"/>
                    <a:pt x="1833798" y="1364769"/>
                    <a:pt x="1853195" y="1367753"/>
                  </a:cubicBezTo>
                  <a:cubicBezTo>
                    <a:pt x="1874085" y="1372229"/>
                    <a:pt x="1886021" y="1355816"/>
                    <a:pt x="1877069" y="1336419"/>
                  </a:cubicBezTo>
                  <a:cubicBezTo>
                    <a:pt x="1871100" y="1324482"/>
                    <a:pt x="1868116" y="1312545"/>
                    <a:pt x="1872593" y="1297624"/>
                  </a:cubicBezTo>
                  <a:cubicBezTo>
                    <a:pt x="1875577" y="1284195"/>
                    <a:pt x="1875577" y="1270766"/>
                    <a:pt x="1859164" y="1263306"/>
                  </a:cubicBezTo>
                  <a:close/>
                  <a:moveTo>
                    <a:pt x="999711" y="1184224"/>
                  </a:moveTo>
                  <a:cubicBezTo>
                    <a:pt x="998219" y="1184224"/>
                    <a:pt x="993742" y="1191684"/>
                    <a:pt x="993742" y="1196161"/>
                  </a:cubicBezTo>
                  <a:cubicBezTo>
                    <a:pt x="993742" y="1197653"/>
                    <a:pt x="998219" y="1202129"/>
                    <a:pt x="1002695" y="1202129"/>
                  </a:cubicBezTo>
                  <a:cubicBezTo>
                    <a:pt x="1005679" y="1203621"/>
                    <a:pt x="1008663" y="1202129"/>
                    <a:pt x="1013140" y="1200637"/>
                  </a:cubicBezTo>
                  <a:cubicBezTo>
                    <a:pt x="1034029" y="1199145"/>
                    <a:pt x="1042982" y="1205113"/>
                    <a:pt x="1047458" y="1224511"/>
                  </a:cubicBezTo>
                  <a:cubicBezTo>
                    <a:pt x="1048950" y="1228987"/>
                    <a:pt x="1050442" y="1233463"/>
                    <a:pt x="1050442" y="1237940"/>
                  </a:cubicBezTo>
                  <a:cubicBezTo>
                    <a:pt x="1096698" y="1240924"/>
                    <a:pt x="1113111" y="1260321"/>
                    <a:pt x="1104158" y="1297624"/>
                  </a:cubicBezTo>
                  <a:cubicBezTo>
                    <a:pt x="1105650" y="1297624"/>
                    <a:pt x="1107142" y="1299116"/>
                    <a:pt x="1108634" y="1299116"/>
                  </a:cubicBezTo>
                  <a:cubicBezTo>
                    <a:pt x="1111619" y="1288671"/>
                    <a:pt x="1113111" y="1278227"/>
                    <a:pt x="1114603" y="1266290"/>
                  </a:cubicBezTo>
                  <a:cubicBezTo>
                    <a:pt x="1119079" y="1239432"/>
                    <a:pt x="1116095" y="1230479"/>
                    <a:pt x="1090729" y="1215558"/>
                  </a:cubicBezTo>
                  <a:cubicBezTo>
                    <a:pt x="1074316" y="1206605"/>
                    <a:pt x="1059395" y="1194669"/>
                    <a:pt x="1042982" y="1188700"/>
                  </a:cubicBezTo>
                  <a:cubicBezTo>
                    <a:pt x="1029553" y="1184224"/>
                    <a:pt x="1014632" y="1184224"/>
                    <a:pt x="999711" y="1184224"/>
                  </a:cubicBezTo>
                  <a:close/>
                  <a:moveTo>
                    <a:pt x="916899" y="1175108"/>
                  </a:moveTo>
                  <a:cubicBezTo>
                    <a:pt x="912049" y="1175831"/>
                    <a:pt x="906827" y="1177883"/>
                    <a:pt x="901232" y="1181240"/>
                  </a:cubicBezTo>
                  <a:cubicBezTo>
                    <a:pt x="898248" y="1182732"/>
                    <a:pt x="895263" y="1184224"/>
                    <a:pt x="893771" y="1187208"/>
                  </a:cubicBezTo>
                  <a:cubicBezTo>
                    <a:pt x="877358" y="1202129"/>
                    <a:pt x="857961" y="1209590"/>
                    <a:pt x="835579" y="1214066"/>
                  </a:cubicBezTo>
                  <a:cubicBezTo>
                    <a:pt x="817674" y="1217050"/>
                    <a:pt x="811705" y="1233463"/>
                    <a:pt x="822150" y="1248384"/>
                  </a:cubicBezTo>
                  <a:cubicBezTo>
                    <a:pt x="825134" y="1252861"/>
                    <a:pt x="831103" y="1257337"/>
                    <a:pt x="837071" y="1261813"/>
                  </a:cubicBezTo>
                  <a:cubicBezTo>
                    <a:pt x="844532" y="1251369"/>
                    <a:pt x="849008" y="1240924"/>
                    <a:pt x="857961" y="1234956"/>
                  </a:cubicBezTo>
                  <a:cubicBezTo>
                    <a:pt x="866913" y="1230479"/>
                    <a:pt x="877358" y="1230479"/>
                    <a:pt x="889295" y="1228987"/>
                  </a:cubicBezTo>
                  <a:cubicBezTo>
                    <a:pt x="890787" y="1227495"/>
                    <a:pt x="890787" y="1224511"/>
                    <a:pt x="892279" y="1223019"/>
                  </a:cubicBezTo>
                  <a:cubicBezTo>
                    <a:pt x="898248" y="1200637"/>
                    <a:pt x="905708" y="1196161"/>
                    <a:pt x="928090" y="1200637"/>
                  </a:cubicBezTo>
                  <a:cubicBezTo>
                    <a:pt x="932566" y="1200637"/>
                    <a:pt x="940027" y="1202129"/>
                    <a:pt x="950471" y="1205113"/>
                  </a:cubicBezTo>
                  <a:cubicBezTo>
                    <a:pt x="942638" y="1182732"/>
                    <a:pt x="931447" y="1172940"/>
                    <a:pt x="916899" y="1175108"/>
                  </a:cubicBezTo>
                  <a:close/>
                  <a:moveTo>
                    <a:pt x="1322006" y="1179748"/>
                  </a:moveTo>
                  <a:cubicBezTo>
                    <a:pt x="1305592" y="1178255"/>
                    <a:pt x="1289179" y="1178255"/>
                    <a:pt x="1272766" y="1176763"/>
                  </a:cubicBezTo>
                  <a:cubicBezTo>
                    <a:pt x="1263813" y="1175271"/>
                    <a:pt x="1256353" y="1176763"/>
                    <a:pt x="1254861" y="1185716"/>
                  </a:cubicBezTo>
                  <a:cubicBezTo>
                    <a:pt x="1253369" y="1193177"/>
                    <a:pt x="1251877" y="1203621"/>
                    <a:pt x="1256353" y="1208098"/>
                  </a:cubicBezTo>
                  <a:cubicBezTo>
                    <a:pt x="1263813" y="1220034"/>
                    <a:pt x="1274258" y="1228987"/>
                    <a:pt x="1284703" y="1240924"/>
                  </a:cubicBezTo>
                  <a:cubicBezTo>
                    <a:pt x="1292164" y="1227495"/>
                    <a:pt x="1283211" y="1212574"/>
                    <a:pt x="1299624" y="1200637"/>
                  </a:cubicBezTo>
                  <a:cubicBezTo>
                    <a:pt x="1299624" y="1215558"/>
                    <a:pt x="1298132" y="1226003"/>
                    <a:pt x="1299624" y="1236448"/>
                  </a:cubicBezTo>
                  <a:cubicBezTo>
                    <a:pt x="1299624" y="1240924"/>
                    <a:pt x="1302608" y="1248384"/>
                    <a:pt x="1307085" y="1249877"/>
                  </a:cubicBezTo>
                  <a:cubicBezTo>
                    <a:pt x="1311561" y="1251369"/>
                    <a:pt x="1319021" y="1248384"/>
                    <a:pt x="1322006" y="1245400"/>
                  </a:cubicBezTo>
                  <a:cubicBezTo>
                    <a:pt x="1329466" y="1234956"/>
                    <a:pt x="1338419" y="1224511"/>
                    <a:pt x="1342895" y="1212574"/>
                  </a:cubicBezTo>
                  <a:cubicBezTo>
                    <a:pt x="1350356" y="1194669"/>
                    <a:pt x="1339911" y="1181240"/>
                    <a:pt x="1322006" y="1179748"/>
                  </a:cubicBezTo>
                  <a:close/>
                  <a:moveTo>
                    <a:pt x="509368" y="1107567"/>
                  </a:moveTo>
                  <a:cubicBezTo>
                    <a:pt x="505824" y="1107380"/>
                    <a:pt x="502094" y="1109619"/>
                    <a:pt x="499855" y="1115587"/>
                  </a:cubicBezTo>
                  <a:cubicBezTo>
                    <a:pt x="492395" y="1118571"/>
                    <a:pt x="483442" y="1118571"/>
                    <a:pt x="475982" y="1123048"/>
                  </a:cubicBezTo>
                  <a:cubicBezTo>
                    <a:pt x="461061" y="1129016"/>
                    <a:pt x="452108" y="1146921"/>
                    <a:pt x="459569" y="1157366"/>
                  </a:cubicBezTo>
                  <a:cubicBezTo>
                    <a:pt x="470013" y="1172287"/>
                    <a:pt x="483442" y="1188700"/>
                    <a:pt x="498363" y="1199145"/>
                  </a:cubicBezTo>
                  <a:cubicBezTo>
                    <a:pt x="513284" y="1211082"/>
                    <a:pt x="534174" y="1199145"/>
                    <a:pt x="532682" y="1179748"/>
                  </a:cubicBezTo>
                  <a:cubicBezTo>
                    <a:pt x="529698" y="1157366"/>
                    <a:pt x="525221" y="1134984"/>
                    <a:pt x="517761" y="1114095"/>
                  </a:cubicBezTo>
                  <a:cubicBezTo>
                    <a:pt x="516269" y="1110365"/>
                    <a:pt x="512911" y="1107753"/>
                    <a:pt x="509368" y="1107567"/>
                  </a:cubicBezTo>
                  <a:close/>
                  <a:moveTo>
                    <a:pt x="1759939" y="1206792"/>
                  </a:moveTo>
                  <a:cubicBezTo>
                    <a:pt x="1754343" y="1208844"/>
                    <a:pt x="1750240" y="1214812"/>
                    <a:pt x="1747256" y="1224511"/>
                  </a:cubicBezTo>
                  <a:cubicBezTo>
                    <a:pt x="1742779" y="1237940"/>
                    <a:pt x="1759192" y="1273750"/>
                    <a:pt x="1774114" y="1285687"/>
                  </a:cubicBezTo>
                  <a:cubicBezTo>
                    <a:pt x="1786050" y="1270766"/>
                    <a:pt x="1783066" y="1248384"/>
                    <a:pt x="1799479" y="1234956"/>
                  </a:cubicBezTo>
                  <a:cubicBezTo>
                    <a:pt x="1797987" y="1260321"/>
                    <a:pt x="1793511" y="1282703"/>
                    <a:pt x="1780082" y="1303592"/>
                  </a:cubicBezTo>
                  <a:cubicBezTo>
                    <a:pt x="1787543" y="1312545"/>
                    <a:pt x="1792019" y="1306577"/>
                    <a:pt x="1796495" y="1302100"/>
                  </a:cubicBezTo>
                  <a:cubicBezTo>
                    <a:pt x="1806940" y="1293148"/>
                    <a:pt x="1817385" y="1282703"/>
                    <a:pt x="1827829" y="1272258"/>
                  </a:cubicBezTo>
                  <a:cubicBezTo>
                    <a:pt x="1838274" y="1263306"/>
                    <a:pt x="1848719" y="1252861"/>
                    <a:pt x="1842750" y="1237940"/>
                  </a:cubicBezTo>
                  <a:cubicBezTo>
                    <a:pt x="1836782" y="1224511"/>
                    <a:pt x="1823353" y="1223019"/>
                    <a:pt x="1811416" y="1223019"/>
                  </a:cubicBezTo>
                  <a:cubicBezTo>
                    <a:pt x="1799479" y="1223019"/>
                    <a:pt x="1790527" y="1220034"/>
                    <a:pt x="1781574" y="1212574"/>
                  </a:cubicBezTo>
                  <a:cubicBezTo>
                    <a:pt x="1772622" y="1206606"/>
                    <a:pt x="1765534" y="1204740"/>
                    <a:pt x="1759939" y="1206792"/>
                  </a:cubicBezTo>
                  <a:close/>
                  <a:moveTo>
                    <a:pt x="556462" y="1108500"/>
                  </a:moveTo>
                  <a:cubicBezTo>
                    <a:pt x="549655" y="1108220"/>
                    <a:pt x="542753" y="1108873"/>
                    <a:pt x="535666" y="1111111"/>
                  </a:cubicBezTo>
                  <a:cubicBezTo>
                    <a:pt x="538650" y="1130508"/>
                    <a:pt x="541634" y="1143937"/>
                    <a:pt x="544619" y="1158858"/>
                  </a:cubicBezTo>
                  <a:cubicBezTo>
                    <a:pt x="546111" y="1170795"/>
                    <a:pt x="553571" y="1179748"/>
                    <a:pt x="564016" y="1182732"/>
                  </a:cubicBezTo>
                  <a:cubicBezTo>
                    <a:pt x="569984" y="1184224"/>
                    <a:pt x="577445" y="1175271"/>
                    <a:pt x="584905" y="1170795"/>
                  </a:cubicBezTo>
                  <a:cubicBezTo>
                    <a:pt x="589382" y="1167811"/>
                    <a:pt x="593858" y="1161842"/>
                    <a:pt x="599826" y="1158858"/>
                  </a:cubicBezTo>
                  <a:cubicBezTo>
                    <a:pt x="619224" y="1149905"/>
                    <a:pt x="622208" y="1142445"/>
                    <a:pt x="617732" y="1118571"/>
                  </a:cubicBezTo>
                  <a:cubicBezTo>
                    <a:pt x="596470" y="1118571"/>
                    <a:pt x="576886" y="1109339"/>
                    <a:pt x="556462" y="1108500"/>
                  </a:cubicBezTo>
                  <a:close/>
                  <a:moveTo>
                    <a:pt x="399884" y="1085745"/>
                  </a:moveTo>
                  <a:cubicBezTo>
                    <a:pt x="383471" y="1094698"/>
                    <a:pt x="389440" y="1106634"/>
                    <a:pt x="393916" y="1114095"/>
                  </a:cubicBezTo>
                  <a:cubicBezTo>
                    <a:pt x="401376" y="1127524"/>
                    <a:pt x="404361" y="1139461"/>
                    <a:pt x="404361" y="1154382"/>
                  </a:cubicBezTo>
                  <a:cubicBezTo>
                    <a:pt x="404361" y="1167811"/>
                    <a:pt x="408837" y="1178255"/>
                    <a:pt x="420774" y="1187208"/>
                  </a:cubicBezTo>
                  <a:cubicBezTo>
                    <a:pt x="428234" y="1191684"/>
                    <a:pt x="435695" y="1194669"/>
                    <a:pt x="443155" y="1187208"/>
                  </a:cubicBezTo>
                  <a:cubicBezTo>
                    <a:pt x="449124" y="1181240"/>
                    <a:pt x="455092" y="1175271"/>
                    <a:pt x="452108" y="1166319"/>
                  </a:cubicBezTo>
                  <a:cubicBezTo>
                    <a:pt x="449124" y="1158858"/>
                    <a:pt x="446140" y="1151398"/>
                    <a:pt x="443155" y="1142445"/>
                  </a:cubicBezTo>
                  <a:cubicBezTo>
                    <a:pt x="408837" y="1139461"/>
                    <a:pt x="405853" y="1112603"/>
                    <a:pt x="399884" y="1085745"/>
                  </a:cubicBezTo>
                  <a:close/>
                  <a:moveTo>
                    <a:pt x="655034" y="1088729"/>
                  </a:moveTo>
                  <a:cubicBezTo>
                    <a:pt x="649066" y="1099174"/>
                    <a:pt x="638621" y="1108127"/>
                    <a:pt x="635637" y="1120063"/>
                  </a:cubicBezTo>
                  <a:cubicBezTo>
                    <a:pt x="631161" y="1139461"/>
                    <a:pt x="628177" y="1155874"/>
                    <a:pt x="613255" y="1167811"/>
                  </a:cubicBezTo>
                  <a:cubicBezTo>
                    <a:pt x="623700" y="1179748"/>
                    <a:pt x="628177" y="1175271"/>
                    <a:pt x="632653" y="1167811"/>
                  </a:cubicBezTo>
                  <a:cubicBezTo>
                    <a:pt x="641605" y="1152890"/>
                    <a:pt x="652050" y="1139461"/>
                    <a:pt x="661003" y="1124540"/>
                  </a:cubicBezTo>
                  <a:cubicBezTo>
                    <a:pt x="663987" y="1118571"/>
                    <a:pt x="668463" y="1112603"/>
                    <a:pt x="669955" y="1106634"/>
                  </a:cubicBezTo>
                  <a:cubicBezTo>
                    <a:pt x="671448" y="1097682"/>
                    <a:pt x="668463" y="1090221"/>
                    <a:pt x="655034" y="1088729"/>
                  </a:cubicBezTo>
                  <a:close/>
                  <a:moveTo>
                    <a:pt x="1854687" y="1181240"/>
                  </a:moveTo>
                  <a:cubicBezTo>
                    <a:pt x="1845735" y="1188700"/>
                    <a:pt x="1838274" y="1194669"/>
                    <a:pt x="1829321" y="1202129"/>
                  </a:cubicBezTo>
                  <a:cubicBezTo>
                    <a:pt x="1841258" y="1214066"/>
                    <a:pt x="1853195" y="1221527"/>
                    <a:pt x="1856179" y="1231971"/>
                  </a:cubicBezTo>
                  <a:cubicBezTo>
                    <a:pt x="1859164" y="1240924"/>
                    <a:pt x="1863640" y="1245400"/>
                    <a:pt x="1871100" y="1249877"/>
                  </a:cubicBezTo>
                  <a:cubicBezTo>
                    <a:pt x="1887514" y="1261813"/>
                    <a:pt x="1893482" y="1276734"/>
                    <a:pt x="1886021" y="1296132"/>
                  </a:cubicBezTo>
                  <a:cubicBezTo>
                    <a:pt x="1884529" y="1299116"/>
                    <a:pt x="1886021" y="1302100"/>
                    <a:pt x="1884529" y="1305084"/>
                  </a:cubicBezTo>
                  <a:cubicBezTo>
                    <a:pt x="1911387" y="1309561"/>
                    <a:pt x="1930785" y="1291655"/>
                    <a:pt x="1920340" y="1267782"/>
                  </a:cubicBezTo>
                  <a:cubicBezTo>
                    <a:pt x="1911387" y="1246892"/>
                    <a:pt x="1897958" y="1228987"/>
                    <a:pt x="1884529" y="1211082"/>
                  </a:cubicBezTo>
                  <a:cubicBezTo>
                    <a:pt x="1880053" y="1200637"/>
                    <a:pt x="1868116" y="1193177"/>
                    <a:pt x="1854687" y="1181240"/>
                  </a:cubicBezTo>
                  <a:close/>
                  <a:moveTo>
                    <a:pt x="1356324" y="1137969"/>
                  </a:moveTo>
                  <a:cubicBezTo>
                    <a:pt x="1344387" y="1140953"/>
                    <a:pt x="1335435" y="1146921"/>
                    <a:pt x="1333942" y="1161842"/>
                  </a:cubicBezTo>
                  <a:cubicBezTo>
                    <a:pt x="1353340" y="1170795"/>
                    <a:pt x="1362292" y="1188700"/>
                    <a:pt x="1362292" y="1209590"/>
                  </a:cubicBezTo>
                  <a:cubicBezTo>
                    <a:pt x="1380198" y="1218542"/>
                    <a:pt x="1396611" y="1230479"/>
                    <a:pt x="1407056" y="1248384"/>
                  </a:cubicBezTo>
                  <a:cubicBezTo>
                    <a:pt x="1410040" y="1252861"/>
                    <a:pt x="1416008" y="1257337"/>
                    <a:pt x="1420485" y="1257337"/>
                  </a:cubicBezTo>
                  <a:cubicBezTo>
                    <a:pt x="1423469" y="1257337"/>
                    <a:pt x="1432421" y="1251369"/>
                    <a:pt x="1432421" y="1248384"/>
                  </a:cubicBezTo>
                  <a:cubicBezTo>
                    <a:pt x="1427945" y="1228987"/>
                    <a:pt x="1429437" y="1206605"/>
                    <a:pt x="1416008" y="1188700"/>
                  </a:cubicBezTo>
                  <a:cubicBezTo>
                    <a:pt x="1404071" y="1175271"/>
                    <a:pt x="1393627" y="1161842"/>
                    <a:pt x="1381690" y="1149905"/>
                  </a:cubicBezTo>
                  <a:cubicBezTo>
                    <a:pt x="1375721" y="1142445"/>
                    <a:pt x="1368261" y="1134984"/>
                    <a:pt x="1356324" y="1137969"/>
                  </a:cubicBezTo>
                  <a:close/>
                  <a:moveTo>
                    <a:pt x="1762247" y="1167648"/>
                  </a:moveTo>
                  <a:cubicBezTo>
                    <a:pt x="1758353" y="1168650"/>
                    <a:pt x="1754343" y="1171168"/>
                    <a:pt x="1750240" y="1175271"/>
                  </a:cubicBezTo>
                  <a:cubicBezTo>
                    <a:pt x="1732335" y="1191684"/>
                    <a:pt x="1709953" y="1200637"/>
                    <a:pt x="1686079" y="1208098"/>
                  </a:cubicBezTo>
                  <a:cubicBezTo>
                    <a:pt x="1668174" y="1214066"/>
                    <a:pt x="1662206" y="1223019"/>
                    <a:pt x="1663698" y="1240924"/>
                  </a:cubicBezTo>
                  <a:cubicBezTo>
                    <a:pt x="1665190" y="1258829"/>
                    <a:pt x="1668174" y="1264798"/>
                    <a:pt x="1689064" y="1269274"/>
                  </a:cubicBezTo>
                  <a:cubicBezTo>
                    <a:pt x="1702492" y="1255845"/>
                    <a:pt x="1717413" y="1243908"/>
                    <a:pt x="1732335" y="1228987"/>
                  </a:cubicBezTo>
                  <a:cubicBezTo>
                    <a:pt x="1736811" y="1193177"/>
                    <a:pt x="1754716" y="1182732"/>
                    <a:pt x="1793511" y="1197653"/>
                  </a:cubicBezTo>
                  <a:cubicBezTo>
                    <a:pt x="1784558" y="1175272"/>
                    <a:pt x="1773927" y="1164640"/>
                    <a:pt x="1762247" y="1167648"/>
                  </a:cubicBezTo>
                  <a:close/>
                  <a:moveTo>
                    <a:pt x="1257472" y="1121369"/>
                  </a:moveTo>
                  <a:cubicBezTo>
                    <a:pt x="1252623" y="1121182"/>
                    <a:pt x="1247401" y="1123794"/>
                    <a:pt x="1241432" y="1129016"/>
                  </a:cubicBezTo>
                  <a:cubicBezTo>
                    <a:pt x="1238448" y="1132000"/>
                    <a:pt x="1233971" y="1136477"/>
                    <a:pt x="1230987" y="1139461"/>
                  </a:cubicBezTo>
                  <a:cubicBezTo>
                    <a:pt x="1213082" y="1160350"/>
                    <a:pt x="1202637" y="1188700"/>
                    <a:pt x="1174287" y="1197653"/>
                  </a:cubicBezTo>
                  <a:cubicBezTo>
                    <a:pt x="1177271" y="1217050"/>
                    <a:pt x="1190700" y="1224511"/>
                    <a:pt x="1207113" y="1230479"/>
                  </a:cubicBezTo>
                  <a:cubicBezTo>
                    <a:pt x="1208606" y="1211082"/>
                    <a:pt x="1219050" y="1199145"/>
                    <a:pt x="1235463" y="1199145"/>
                  </a:cubicBezTo>
                  <a:cubicBezTo>
                    <a:pt x="1241432" y="1187208"/>
                    <a:pt x="1245908" y="1173779"/>
                    <a:pt x="1253369" y="1167811"/>
                  </a:cubicBezTo>
                  <a:cubicBezTo>
                    <a:pt x="1260829" y="1161842"/>
                    <a:pt x="1274258" y="1161842"/>
                    <a:pt x="1287687" y="1157366"/>
                  </a:cubicBezTo>
                  <a:cubicBezTo>
                    <a:pt x="1281719" y="1146921"/>
                    <a:pt x="1277242" y="1137969"/>
                    <a:pt x="1271274" y="1130508"/>
                  </a:cubicBezTo>
                  <a:cubicBezTo>
                    <a:pt x="1266798" y="1124540"/>
                    <a:pt x="1262322" y="1121555"/>
                    <a:pt x="1257472" y="1121369"/>
                  </a:cubicBezTo>
                  <a:close/>
                  <a:moveTo>
                    <a:pt x="1792019" y="1155874"/>
                  </a:moveTo>
                  <a:cubicBezTo>
                    <a:pt x="1799479" y="1172287"/>
                    <a:pt x="1806940" y="1187208"/>
                    <a:pt x="1814400" y="1203621"/>
                  </a:cubicBezTo>
                  <a:cubicBezTo>
                    <a:pt x="1821861" y="1179748"/>
                    <a:pt x="1812908" y="1161842"/>
                    <a:pt x="1792019" y="1155874"/>
                  </a:cubicBezTo>
                  <a:close/>
                  <a:moveTo>
                    <a:pt x="528205" y="1048442"/>
                  </a:moveTo>
                  <a:cubicBezTo>
                    <a:pt x="520745" y="1051426"/>
                    <a:pt x="517761" y="1052919"/>
                    <a:pt x="514776" y="1054411"/>
                  </a:cubicBezTo>
                  <a:cubicBezTo>
                    <a:pt x="499855" y="1063363"/>
                    <a:pt x="496871" y="1073808"/>
                    <a:pt x="504332" y="1087237"/>
                  </a:cubicBezTo>
                  <a:cubicBezTo>
                    <a:pt x="510300" y="1097682"/>
                    <a:pt x="525221" y="1102158"/>
                    <a:pt x="537158" y="1097682"/>
                  </a:cubicBezTo>
                  <a:cubicBezTo>
                    <a:pt x="546111" y="1094698"/>
                    <a:pt x="550587" y="1084253"/>
                    <a:pt x="546111" y="1075300"/>
                  </a:cubicBezTo>
                  <a:cubicBezTo>
                    <a:pt x="541634" y="1066348"/>
                    <a:pt x="534174" y="1057395"/>
                    <a:pt x="528205" y="1048442"/>
                  </a:cubicBezTo>
                  <a:close/>
                  <a:moveTo>
                    <a:pt x="452108" y="1020092"/>
                  </a:moveTo>
                  <a:cubicBezTo>
                    <a:pt x="435695" y="1014124"/>
                    <a:pt x="425250" y="1018600"/>
                    <a:pt x="419282" y="1035013"/>
                  </a:cubicBezTo>
                  <a:cubicBezTo>
                    <a:pt x="416297" y="1048442"/>
                    <a:pt x="413313" y="1061871"/>
                    <a:pt x="410329" y="1076792"/>
                  </a:cubicBezTo>
                  <a:cubicBezTo>
                    <a:pt x="413313" y="1090221"/>
                    <a:pt x="414805" y="1103650"/>
                    <a:pt x="419282" y="1115587"/>
                  </a:cubicBezTo>
                  <a:cubicBezTo>
                    <a:pt x="422266" y="1126032"/>
                    <a:pt x="432711" y="1133492"/>
                    <a:pt x="443155" y="1127524"/>
                  </a:cubicBezTo>
                  <a:cubicBezTo>
                    <a:pt x="458076" y="1120063"/>
                    <a:pt x="472997" y="1112603"/>
                    <a:pt x="484934" y="1100666"/>
                  </a:cubicBezTo>
                  <a:cubicBezTo>
                    <a:pt x="489411" y="1096190"/>
                    <a:pt x="489411" y="1081269"/>
                    <a:pt x="486426" y="1072316"/>
                  </a:cubicBezTo>
                  <a:cubicBezTo>
                    <a:pt x="483442" y="1060379"/>
                    <a:pt x="502840" y="1048442"/>
                    <a:pt x="489411" y="1037997"/>
                  </a:cubicBezTo>
                  <a:cubicBezTo>
                    <a:pt x="480458" y="1030537"/>
                    <a:pt x="467029" y="1027553"/>
                    <a:pt x="456584" y="1023076"/>
                  </a:cubicBezTo>
                  <a:cubicBezTo>
                    <a:pt x="455092" y="1023076"/>
                    <a:pt x="453600" y="1021584"/>
                    <a:pt x="452108" y="1020092"/>
                  </a:cubicBezTo>
                  <a:close/>
                  <a:moveTo>
                    <a:pt x="617732" y="1024569"/>
                  </a:moveTo>
                  <a:cubicBezTo>
                    <a:pt x="567000" y="1045458"/>
                    <a:pt x="558047" y="1055903"/>
                    <a:pt x="567000" y="1093205"/>
                  </a:cubicBezTo>
                  <a:cubicBezTo>
                    <a:pt x="589382" y="1096190"/>
                    <a:pt x="613255" y="1111111"/>
                    <a:pt x="637129" y="1096190"/>
                  </a:cubicBezTo>
                  <a:cubicBezTo>
                    <a:pt x="634145" y="1069332"/>
                    <a:pt x="640113" y="1043966"/>
                    <a:pt x="617732" y="1024569"/>
                  </a:cubicBezTo>
                  <a:close/>
                  <a:moveTo>
                    <a:pt x="2041201" y="1132000"/>
                  </a:moveTo>
                  <a:cubicBezTo>
                    <a:pt x="2027771" y="1132000"/>
                    <a:pt x="2011358" y="1129016"/>
                    <a:pt x="2002406" y="1134984"/>
                  </a:cubicBezTo>
                  <a:cubicBezTo>
                    <a:pt x="1985992" y="1148413"/>
                    <a:pt x="1974056" y="1148413"/>
                    <a:pt x="1960627" y="1134984"/>
                  </a:cubicBezTo>
                  <a:cubicBezTo>
                    <a:pt x="1972564" y="1161842"/>
                    <a:pt x="2006882" y="1176763"/>
                    <a:pt x="2029264" y="1166319"/>
                  </a:cubicBezTo>
                  <a:cubicBezTo>
                    <a:pt x="2038216" y="1161842"/>
                    <a:pt x="2047169" y="1154382"/>
                    <a:pt x="2047169" y="1143937"/>
                  </a:cubicBezTo>
                  <a:cubicBezTo>
                    <a:pt x="2047169" y="1140953"/>
                    <a:pt x="2042693" y="1133492"/>
                    <a:pt x="2041201" y="1132000"/>
                  </a:cubicBezTo>
                  <a:close/>
                  <a:moveTo>
                    <a:pt x="889295" y="1023076"/>
                  </a:moveTo>
                  <a:cubicBezTo>
                    <a:pt x="878850" y="1024569"/>
                    <a:pt x="871390" y="1030537"/>
                    <a:pt x="869898" y="1042474"/>
                  </a:cubicBezTo>
                  <a:cubicBezTo>
                    <a:pt x="868405" y="1052919"/>
                    <a:pt x="875866" y="1055903"/>
                    <a:pt x="883327" y="1061871"/>
                  </a:cubicBezTo>
                  <a:cubicBezTo>
                    <a:pt x="895263" y="1070824"/>
                    <a:pt x="908692" y="1081269"/>
                    <a:pt x="920629" y="1091713"/>
                  </a:cubicBezTo>
                  <a:cubicBezTo>
                    <a:pt x="937042" y="1106634"/>
                    <a:pt x="954948" y="1117079"/>
                    <a:pt x="977329" y="1121556"/>
                  </a:cubicBezTo>
                  <a:cubicBezTo>
                    <a:pt x="984790" y="1123048"/>
                    <a:pt x="989266" y="1121556"/>
                    <a:pt x="992250" y="1109619"/>
                  </a:cubicBezTo>
                  <a:cubicBezTo>
                    <a:pt x="960916" y="1109619"/>
                    <a:pt x="937042" y="1099174"/>
                    <a:pt x="940027" y="1063363"/>
                  </a:cubicBezTo>
                  <a:cubicBezTo>
                    <a:pt x="905708" y="1063363"/>
                    <a:pt x="901232" y="1058887"/>
                    <a:pt x="889295" y="1023076"/>
                  </a:cubicBezTo>
                  <a:close/>
                  <a:moveTo>
                    <a:pt x="2157585" y="1108127"/>
                  </a:moveTo>
                  <a:cubicBezTo>
                    <a:pt x="2144156" y="1126032"/>
                    <a:pt x="2130727" y="1137969"/>
                    <a:pt x="2111330" y="1139461"/>
                  </a:cubicBezTo>
                  <a:cubicBezTo>
                    <a:pt x="2091932" y="1142445"/>
                    <a:pt x="2077011" y="1136477"/>
                    <a:pt x="2062090" y="1117079"/>
                  </a:cubicBezTo>
                  <a:cubicBezTo>
                    <a:pt x="2060598" y="1129016"/>
                    <a:pt x="2059106" y="1136477"/>
                    <a:pt x="2057614" y="1143937"/>
                  </a:cubicBezTo>
                  <a:cubicBezTo>
                    <a:pt x="2054629" y="1160350"/>
                    <a:pt x="2041201" y="1178255"/>
                    <a:pt x="2026280" y="1179748"/>
                  </a:cubicBezTo>
                  <a:cubicBezTo>
                    <a:pt x="2005390" y="1182732"/>
                    <a:pt x="1983008" y="1182732"/>
                    <a:pt x="1965103" y="1167811"/>
                  </a:cubicBezTo>
                  <a:cubicBezTo>
                    <a:pt x="1948690" y="1154382"/>
                    <a:pt x="1932277" y="1137969"/>
                    <a:pt x="1915864" y="1123048"/>
                  </a:cubicBezTo>
                  <a:cubicBezTo>
                    <a:pt x="1912879" y="1120063"/>
                    <a:pt x="1911387" y="1117079"/>
                    <a:pt x="1909895" y="1114095"/>
                  </a:cubicBezTo>
                  <a:cubicBezTo>
                    <a:pt x="1903927" y="1093205"/>
                    <a:pt x="1889006" y="1090221"/>
                    <a:pt x="1868116" y="1093205"/>
                  </a:cubicBezTo>
                  <a:cubicBezTo>
                    <a:pt x="1872593" y="1105142"/>
                    <a:pt x="1877069" y="1115587"/>
                    <a:pt x="1880053" y="1127524"/>
                  </a:cubicBezTo>
                  <a:cubicBezTo>
                    <a:pt x="1884529" y="1143937"/>
                    <a:pt x="1893482" y="1158858"/>
                    <a:pt x="1886021" y="1178255"/>
                  </a:cubicBezTo>
                  <a:cubicBezTo>
                    <a:pt x="1884529" y="1184224"/>
                    <a:pt x="1889006" y="1194669"/>
                    <a:pt x="1893482" y="1200637"/>
                  </a:cubicBezTo>
                  <a:cubicBezTo>
                    <a:pt x="1903927" y="1217050"/>
                    <a:pt x="1917356" y="1233463"/>
                    <a:pt x="1926308" y="1249877"/>
                  </a:cubicBezTo>
                  <a:cubicBezTo>
                    <a:pt x="1945706" y="1281211"/>
                    <a:pt x="1932277" y="1311053"/>
                    <a:pt x="1896466" y="1320005"/>
                  </a:cubicBezTo>
                  <a:cubicBezTo>
                    <a:pt x="1893482" y="1321498"/>
                    <a:pt x="1890498" y="1322990"/>
                    <a:pt x="1886021" y="1325974"/>
                  </a:cubicBezTo>
                  <a:cubicBezTo>
                    <a:pt x="1903927" y="1333434"/>
                    <a:pt x="1918848" y="1340895"/>
                    <a:pt x="1936753" y="1348356"/>
                  </a:cubicBezTo>
                  <a:cubicBezTo>
                    <a:pt x="1938245" y="1345371"/>
                    <a:pt x="1942722" y="1339403"/>
                    <a:pt x="1945706" y="1334927"/>
                  </a:cubicBezTo>
                  <a:cubicBezTo>
                    <a:pt x="1965103" y="1309561"/>
                    <a:pt x="1988977" y="1309561"/>
                    <a:pt x="2009866" y="1333434"/>
                  </a:cubicBezTo>
                  <a:cubicBezTo>
                    <a:pt x="2014343" y="1334927"/>
                    <a:pt x="2017327" y="1339403"/>
                    <a:pt x="2020311" y="1342387"/>
                  </a:cubicBezTo>
                  <a:cubicBezTo>
                    <a:pt x="2021803" y="1342387"/>
                    <a:pt x="2024787" y="1340895"/>
                    <a:pt x="2026280" y="1340895"/>
                  </a:cubicBezTo>
                  <a:cubicBezTo>
                    <a:pt x="2026280" y="1328958"/>
                    <a:pt x="2027771" y="1318513"/>
                    <a:pt x="2027771" y="1308069"/>
                  </a:cubicBezTo>
                  <a:cubicBezTo>
                    <a:pt x="2029264" y="1287179"/>
                    <a:pt x="2036724" y="1281211"/>
                    <a:pt x="2057614" y="1284195"/>
                  </a:cubicBezTo>
                  <a:cubicBezTo>
                    <a:pt x="2065074" y="1285687"/>
                    <a:pt x="2074027" y="1287179"/>
                    <a:pt x="2082979" y="1288671"/>
                  </a:cubicBezTo>
                  <a:cubicBezTo>
                    <a:pt x="2100885" y="1231971"/>
                    <a:pt x="2144156" y="1194669"/>
                    <a:pt x="2190411" y="1160350"/>
                  </a:cubicBezTo>
                  <a:cubicBezTo>
                    <a:pt x="2179966" y="1142445"/>
                    <a:pt x="2169522" y="1127524"/>
                    <a:pt x="2157585" y="1108127"/>
                  </a:cubicBezTo>
                  <a:close/>
                  <a:moveTo>
                    <a:pt x="1938245" y="1090221"/>
                  </a:moveTo>
                  <a:cubicBezTo>
                    <a:pt x="1929293" y="1091713"/>
                    <a:pt x="1924816" y="1093205"/>
                    <a:pt x="1917356" y="1094698"/>
                  </a:cubicBezTo>
                  <a:cubicBezTo>
                    <a:pt x="1921832" y="1103650"/>
                    <a:pt x="1924816" y="1108127"/>
                    <a:pt x="1927800" y="1114095"/>
                  </a:cubicBezTo>
                  <a:cubicBezTo>
                    <a:pt x="1930785" y="1114095"/>
                    <a:pt x="1932277" y="1114095"/>
                    <a:pt x="1935261" y="1114095"/>
                  </a:cubicBezTo>
                  <a:cubicBezTo>
                    <a:pt x="1936753" y="1106634"/>
                    <a:pt x="1936753" y="1100666"/>
                    <a:pt x="1938245" y="1090221"/>
                  </a:cubicBezTo>
                  <a:close/>
                  <a:moveTo>
                    <a:pt x="1024890" y="1012446"/>
                  </a:moveTo>
                  <a:cubicBezTo>
                    <a:pt x="1019481" y="1012259"/>
                    <a:pt x="1013885" y="1014124"/>
                    <a:pt x="1008663" y="1017108"/>
                  </a:cubicBezTo>
                  <a:cubicBezTo>
                    <a:pt x="1001203" y="1032029"/>
                    <a:pt x="1017616" y="1048442"/>
                    <a:pt x="1001203" y="1064855"/>
                  </a:cubicBezTo>
                  <a:cubicBezTo>
                    <a:pt x="998219" y="1046950"/>
                    <a:pt x="993742" y="1032029"/>
                    <a:pt x="990758" y="1011140"/>
                  </a:cubicBezTo>
                  <a:cubicBezTo>
                    <a:pt x="972853" y="1032029"/>
                    <a:pt x="954948" y="1045458"/>
                    <a:pt x="950471" y="1069332"/>
                  </a:cubicBezTo>
                  <a:cubicBezTo>
                    <a:pt x="948979" y="1081269"/>
                    <a:pt x="953455" y="1088729"/>
                    <a:pt x="962408" y="1093205"/>
                  </a:cubicBezTo>
                  <a:cubicBezTo>
                    <a:pt x="971361" y="1097682"/>
                    <a:pt x="978821" y="1102158"/>
                    <a:pt x="986282" y="1090221"/>
                  </a:cubicBezTo>
                  <a:cubicBezTo>
                    <a:pt x="987774" y="1087237"/>
                    <a:pt x="992250" y="1085745"/>
                    <a:pt x="996727" y="1085745"/>
                  </a:cubicBezTo>
                  <a:cubicBezTo>
                    <a:pt x="1013140" y="1082761"/>
                    <a:pt x="1031045" y="1079777"/>
                    <a:pt x="1047458" y="1075300"/>
                  </a:cubicBezTo>
                  <a:cubicBezTo>
                    <a:pt x="1051935" y="1073808"/>
                    <a:pt x="1059395" y="1067840"/>
                    <a:pt x="1060887" y="1063363"/>
                  </a:cubicBezTo>
                  <a:cubicBezTo>
                    <a:pt x="1063871" y="1045458"/>
                    <a:pt x="1051935" y="1032029"/>
                    <a:pt x="1039998" y="1020092"/>
                  </a:cubicBezTo>
                  <a:cubicBezTo>
                    <a:pt x="1035522" y="1014870"/>
                    <a:pt x="1030299" y="1012632"/>
                    <a:pt x="1024890" y="1012446"/>
                  </a:cubicBezTo>
                  <a:close/>
                  <a:moveTo>
                    <a:pt x="1136985" y="1018600"/>
                  </a:moveTo>
                  <a:cubicBezTo>
                    <a:pt x="1119079" y="1043966"/>
                    <a:pt x="1096698" y="1045458"/>
                    <a:pt x="1074316" y="1046950"/>
                  </a:cubicBezTo>
                  <a:cubicBezTo>
                    <a:pt x="1065363" y="1078284"/>
                    <a:pt x="1065363" y="1078284"/>
                    <a:pt x="1034029" y="1097682"/>
                  </a:cubicBezTo>
                  <a:cubicBezTo>
                    <a:pt x="1047458" y="1117079"/>
                    <a:pt x="1051935" y="1118571"/>
                    <a:pt x="1065363" y="1106634"/>
                  </a:cubicBezTo>
                  <a:cubicBezTo>
                    <a:pt x="1087745" y="1088729"/>
                    <a:pt x="1108634" y="1067840"/>
                    <a:pt x="1129524" y="1048442"/>
                  </a:cubicBezTo>
                  <a:cubicBezTo>
                    <a:pt x="1132508" y="1045458"/>
                    <a:pt x="1135492" y="1040982"/>
                    <a:pt x="1138477" y="1036505"/>
                  </a:cubicBezTo>
                  <a:cubicBezTo>
                    <a:pt x="1139969" y="1033521"/>
                    <a:pt x="1138477" y="1029045"/>
                    <a:pt x="1136985" y="1018600"/>
                  </a:cubicBezTo>
                  <a:close/>
                  <a:moveTo>
                    <a:pt x="1991961" y="1079777"/>
                  </a:moveTo>
                  <a:cubicBezTo>
                    <a:pt x="1981516" y="1081269"/>
                    <a:pt x="1971071" y="1081269"/>
                    <a:pt x="1963611" y="1085745"/>
                  </a:cubicBezTo>
                  <a:cubicBezTo>
                    <a:pt x="1956150" y="1090221"/>
                    <a:pt x="1951674" y="1097682"/>
                    <a:pt x="1948690" y="1106634"/>
                  </a:cubicBezTo>
                  <a:cubicBezTo>
                    <a:pt x="1947198" y="1109619"/>
                    <a:pt x="1954658" y="1117079"/>
                    <a:pt x="1959135" y="1120063"/>
                  </a:cubicBezTo>
                  <a:cubicBezTo>
                    <a:pt x="1966595" y="1124540"/>
                    <a:pt x="1974056" y="1129016"/>
                    <a:pt x="1983008" y="1133492"/>
                  </a:cubicBezTo>
                  <a:cubicBezTo>
                    <a:pt x="1997929" y="1117079"/>
                    <a:pt x="1991961" y="1099174"/>
                    <a:pt x="1991961" y="1079777"/>
                  </a:cubicBezTo>
                  <a:close/>
                  <a:moveTo>
                    <a:pt x="577445" y="960408"/>
                  </a:moveTo>
                  <a:cubicBezTo>
                    <a:pt x="553571" y="963392"/>
                    <a:pt x="526713" y="958916"/>
                    <a:pt x="505824" y="976821"/>
                  </a:cubicBezTo>
                  <a:cubicBezTo>
                    <a:pt x="487919" y="966376"/>
                    <a:pt x="483442" y="966376"/>
                    <a:pt x="475982" y="978313"/>
                  </a:cubicBezTo>
                  <a:cubicBezTo>
                    <a:pt x="464045" y="997711"/>
                    <a:pt x="465537" y="1006663"/>
                    <a:pt x="480458" y="1015616"/>
                  </a:cubicBezTo>
                  <a:cubicBezTo>
                    <a:pt x="492395" y="1023076"/>
                    <a:pt x="505824" y="1029045"/>
                    <a:pt x="520745" y="1035013"/>
                  </a:cubicBezTo>
                  <a:cubicBezTo>
                    <a:pt x="523729" y="1018600"/>
                    <a:pt x="520745" y="1003679"/>
                    <a:pt x="535666" y="993234"/>
                  </a:cubicBezTo>
                  <a:cubicBezTo>
                    <a:pt x="537158" y="1000695"/>
                    <a:pt x="538650" y="1008155"/>
                    <a:pt x="540142" y="1015616"/>
                  </a:cubicBezTo>
                  <a:cubicBezTo>
                    <a:pt x="546111" y="1011140"/>
                    <a:pt x="552079" y="1006663"/>
                    <a:pt x="558047" y="1002187"/>
                  </a:cubicBezTo>
                  <a:cubicBezTo>
                    <a:pt x="559540" y="1003679"/>
                    <a:pt x="561032" y="1003679"/>
                    <a:pt x="561032" y="1005171"/>
                  </a:cubicBezTo>
                  <a:cubicBezTo>
                    <a:pt x="556555" y="1015616"/>
                    <a:pt x="552079" y="1027553"/>
                    <a:pt x="546111" y="1037997"/>
                  </a:cubicBezTo>
                  <a:cubicBezTo>
                    <a:pt x="549095" y="1039490"/>
                    <a:pt x="552079" y="1040982"/>
                    <a:pt x="553571" y="1043966"/>
                  </a:cubicBezTo>
                  <a:cubicBezTo>
                    <a:pt x="569984" y="1026061"/>
                    <a:pt x="589382" y="1011140"/>
                    <a:pt x="595350" y="985774"/>
                  </a:cubicBezTo>
                  <a:cubicBezTo>
                    <a:pt x="598334" y="969361"/>
                    <a:pt x="592366" y="958916"/>
                    <a:pt x="577445" y="960408"/>
                  </a:cubicBezTo>
                  <a:close/>
                  <a:moveTo>
                    <a:pt x="470760" y="928515"/>
                  </a:moveTo>
                  <a:cubicBezTo>
                    <a:pt x="459942" y="925717"/>
                    <a:pt x="448378" y="928328"/>
                    <a:pt x="437187" y="936534"/>
                  </a:cubicBezTo>
                  <a:cubicBezTo>
                    <a:pt x="426742" y="943995"/>
                    <a:pt x="416297" y="949963"/>
                    <a:pt x="407345" y="957424"/>
                  </a:cubicBezTo>
                  <a:cubicBezTo>
                    <a:pt x="401376" y="961900"/>
                    <a:pt x="393916" y="967869"/>
                    <a:pt x="389440" y="973837"/>
                  </a:cubicBezTo>
                  <a:cubicBezTo>
                    <a:pt x="376011" y="991742"/>
                    <a:pt x="368550" y="1014124"/>
                    <a:pt x="398392" y="1026061"/>
                  </a:cubicBezTo>
                  <a:cubicBezTo>
                    <a:pt x="401376" y="1027553"/>
                    <a:pt x="404361" y="1030537"/>
                    <a:pt x="410329" y="1033521"/>
                  </a:cubicBezTo>
                  <a:cubicBezTo>
                    <a:pt x="417790" y="1008155"/>
                    <a:pt x="435695" y="1000695"/>
                    <a:pt x="456584" y="1005171"/>
                  </a:cubicBezTo>
                  <a:cubicBezTo>
                    <a:pt x="465537" y="982790"/>
                    <a:pt x="462553" y="952948"/>
                    <a:pt x="499855" y="952948"/>
                  </a:cubicBezTo>
                  <a:cubicBezTo>
                    <a:pt x="491649" y="939519"/>
                    <a:pt x="481577" y="931312"/>
                    <a:pt x="470760" y="928515"/>
                  </a:cubicBezTo>
                  <a:close/>
                  <a:moveTo>
                    <a:pt x="2123266" y="1060379"/>
                  </a:moveTo>
                  <a:cubicBezTo>
                    <a:pt x="2117298" y="1085745"/>
                    <a:pt x="2109837" y="1102158"/>
                    <a:pt x="2085964" y="1106634"/>
                  </a:cubicBezTo>
                  <a:cubicBezTo>
                    <a:pt x="2078503" y="1108127"/>
                    <a:pt x="2079995" y="1118571"/>
                    <a:pt x="2087456" y="1124540"/>
                  </a:cubicBezTo>
                  <a:cubicBezTo>
                    <a:pt x="2103869" y="1133492"/>
                    <a:pt x="2118790" y="1127524"/>
                    <a:pt x="2132219" y="1120063"/>
                  </a:cubicBezTo>
                  <a:cubicBezTo>
                    <a:pt x="2150124" y="1109619"/>
                    <a:pt x="2151616" y="1096190"/>
                    <a:pt x="2138187" y="1079777"/>
                  </a:cubicBezTo>
                  <a:cubicBezTo>
                    <a:pt x="2135203" y="1073808"/>
                    <a:pt x="2132219" y="1069332"/>
                    <a:pt x="2123266" y="1060379"/>
                  </a:cubicBezTo>
                  <a:close/>
                  <a:moveTo>
                    <a:pt x="565508" y="932058"/>
                  </a:moveTo>
                  <a:cubicBezTo>
                    <a:pt x="559540" y="932058"/>
                    <a:pt x="553571" y="933550"/>
                    <a:pt x="555063" y="945487"/>
                  </a:cubicBezTo>
                  <a:cubicBezTo>
                    <a:pt x="565508" y="946979"/>
                    <a:pt x="575953" y="946979"/>
                    <a:pt x="586398" y="948471"/>
                  </a:cubicBezTo>
                  <a:cubicBezTo>
                    <a:pt x="607287" y="952948"/>
                    <a:pt x="611763" y="957424"/>
                    <a:pt x="610271" y="978313"/>
                  </a:cubicBezTo>
                  <a:cubicBezTo>
                    <a:pt x="610271" y="987266"/>
                    <a:pt x="608779" y="996219"/>
                    <a:pt x="607287" y="1006663"/>
                  </a:cubicBezTo>
                  <a:cubicBezTo>
                    <a:pt x="631161" y="1002187"/>
                    <a:pt x="637129" y="1020092"/>
                    <a:pt x="643098" y="1036505"/>
                  </a:cubicBezTo>
                  <a:cubicBezTo>
                    <a:pt x="656527" y="1033521"/>
                    <a:pt x="661003" y="1027553"/>
                    <a:pt x="658019" y="1017108"/>
                  </a:cubicBezTo>
                  <a:cubicBezTo>
                    <a:pt x="653542" y="1000695"/>
                    <a:pt x="647574" y="984282"/>
                    <a:pt x="640113" y="967869"/>
                  </a:cubicBezTo>
                  <a:cubicBezTo>
                    <a:pt x="634145" y="955932"/>
                    <a:pt x="628177" y="939519"/>
                    <a:pt x="610271" y="936534"/>
                  </a:cubicBezTo>
                  <a:cubicBezTo>
                    <a:pt x="595350" y="935042"/>
                    <a:pt x="580429" y="933550"/>
                    <a:pt x="565508" y="932058"/>
                  </a:cubicBezTo>
                  <a:close/>
                  <a:moveTo>
                    <a:pt x="2091373" y="1044712"/>
                  </a:moveTo>
                  <a:cubicBezTo>
                    <a:pt x="2085218" y="1043220"/>
                    <a:pt x="2078504" y="1043966"/>
                    <a:pt x="2072535" y="1046950"/>
                  </a:cubicBezTo>
                  <a:cubicBezTo>
                    <a:pt x="2057614" y="1054411"/>
                    <a:pt x="2042693" y="1061871"/>
                    <a:pt x="2027771" y="1067840"/>
                  </a:cubicBezTo>
                  <a:cubicBezTo>
                    <a:pt x="2011358" y="1075300"/>
                    <a:pt x="2006882" y="1081269"/>
                    <a:pt x="2008374" y="1099174"/>
                  </a:cubicBezTo>
                  <a:cubicBezTo>
                    <a:pt x="2006882" y="1103650"/>
                    <a:pt x="2008374" y="1109619"/>
                    <a:pt x="2009866" y="1117079"/>
                  </a:cubicBezTo>
                  <a:cubicBezTo>
                    <a:pt x="2027771" y="1126032"/>
                    <a:pt x="2044185" y="1120063"/>
                    <a:pt x="2059106" y="1112603"/>
                  </a:cubicBezTo>
                  <a:cubicBezTo>
                    <a:pt x="2071043" y="1106634"/>
                    <a:pt x="2082979" y="1099174"/>
                    <a:pt x="2096408" y="1093205"/>
                  </a:cubicBezTo>
                  <a:cubicBezTo>
                    <a:pt x="2109837" y="1085745"/>
                    <a:pt x="2114314" y="1069332"/>
                    <a:pt x="2106853" y="1055903"/>
                  </a:cubicBezTo>
                  <a:cubicBezTo>
                    <a:pt x="2103123" y="1049935"/>
                    <a:pt x="2097528" y="1046204"/>
                    <a:pt x="2091373" y="1044712"/>
                  </a:cubicBezTo>
                  <a:close/>
                  <a:moveTo>
                    <a:pt x="928276" y="949217"/>
                  </a:moveTo>
                  <a:cubicBezTo>
                    <a:pt x="918018" y="949963"/>
                    <a:pt x="907200" y="955186"/>
                    <a:pt x="895263" y="964884"/>
                  </a:cubicBezTo>
                  <a:cubicBezTo>
                    <a:pt x="896756" y="969361"/>
                    <a:pt x="896756" y="973837"/>
                    <a:pt x="898248" y="978313"/>
                  </a:cubicBezTo>
                  <a:cubicBezTo>
                    <a:pt x="902724" y="996219"/>
                    <a:pt x="911677" y="1012632"/>
                    <a:pt x="907200" y="1032029"/>
                  </a:cubicBezTo>
                  <a:cubicBezTo>
                    <a:pt x="904216" y="1042474"/>
                    <a:pt x="911677" y="1048442"/>
                    <a:pt x="922121" y="1051426"/>
                  </a:cubicBezTo>
                  <a:cubicBezTo>
                    <a:pt x="951963" y="1035013"/>
                    <a:pt x="963900" y="1024569"/>
                    <a:pt x="974345" y="1000695"/>
                  </a:cubicBezTo>
                  <a:cubicBezTo>
                    <a:pt x="969869" y="991742"/>
                    <a:pt x="965392" y="982790"/>
                    <a:pt x="960916" y="972345"/>
                  </a:cubicBezTo>
                  <a:cubicBezTo>
                    <a:pt x="948979" y="973837"/>
                    <a:pt x="937042" y="975329"/>
                    <a:pt x="925106" y="978313"/>
                  </a:cubicBezTo>
                  <a:cubicBezTo>
                    <a:pt x="917645" y="979805"/>
                    <a:pt x="913169" y="979805"/>
                    <a:pt x="911677" y="972345"/>
                  </a:cubicBezTo>
                  <a:cubicBezTo>
                    <a:pt x="911677" y="969361"/>
                    <a:pt x="917645" y="964884"/>
                    <a:pt x="920629" y="963392"/>
                  </a:cubicBezTo>
                  <a:cubicBezTo>
                    <a:pt x="932566" y="961900"/>
                    <a:pt x="944503" y="961900"/>
                    <a:pt x="957932" y="960408"/>
                  </a:cubicBezTo>
                  <a:cubicBezTo>
                    <a:pt x="948233" y="952202"/>
                    <a:pt x="938534" y="948471"/>
                    <a:pt x="928276" y="949217"/>
                  </a:cubicBezTo>
                  <a:close/>
                  <a:moveTo>
                    <a:pt x="1025077" y="949963"/>
                  </a:moveTo>
                  <a:cubicBezTo>
                    <a:pt x="1014632" y="949963"/>
                    <a:pt x="1005679" y="949963"/>
                    <a:pt x="996727" y="949963"/>
                  </a:cubicBezTo>
                  <a:cubicBezTo>
                    <a:pt x="977329" y="969361"/>
                    <a:pt x="975837" y="972345"/>
                    <a:pt x="984790" y="982790"/>
                  </a:cubicBezTo>
                  <a:cubicBezTo>
                    <a:pt x="999711" y="999203"/>
                    <a:pt x="1008663" y="1002187"/>
                    <a:pt x="1022092" y="994727"/>
                  </a:cubicBezTo>
                  <a:cubicBezTo>
                    <a:pt x="1035521" y="985774"/>
                    <a:pt x="1037013" y="973837"/>
                    <a:pt x="1025077" y="949963"/>
                  </a:cubicBezTo>
                  <a:close/>
                  <a:moveTo>
                    <a:pt x="2148632" y="1011140"/>
                  </a:moveTo>
                  <a:cubicBezTo>
                    <a:pt x="2212793" y="1090221"/>
                    <a:pt x="2253080" y="1178255"/>
                    <a:pt x="2276953" y="1273750"/>
                  </a:cubicBezTo>
                  <a:cubicBezTo>
                    <a:pt x="2370956" y="1234956"/>
                    <a:pt x="2466451" y="1236448"/>
                    <a:pt x="2564930" y="1248384"/>
                  </a:cubicBezTo>
                  <a:cubicBezTo>
                    <a:pt x="2442577" y="1142445"/>
                    <a:pt x="2308287" y="1055903"/>
                    <a:pt x="2148632" y="1011140"/>
                  </a:cubicBezTo>
                  <a:close/>
                  <a:moveTo>
                    <a:pt x="520745" y="873866"/>
                  </a:moveTo>
                  <a:cubicBezTo>
                    <a:pt x="519253" y="890279"/>
                    <a:pt x="523729" y="899232"/>
                    <a:pt x="535666" y="903708"/>
                  </a:cubicBezTo>
                  <a:cubicBezTo>
                    <a:pt x="544619" y="906692"/>
                    <a:pt x="553571" y="909676"/>
                    <a:pt x="561032" y="914153"/>
                  </a:cubicBezTo>
                  <a:cubicBezTo>
                    <a:pt x="578937" y="926090"/>
                    <a:pt x="596842" y="924597"/>
                    <a:pt x="613255" y="911169"/>
                  </a:cubicBezTo>
                  <a:cubicBezTo>
                    <a:pt x="610271" y="891771"/>
                    <a:pt x="608779" y="890279"/>
                    <a:pt x="586398" y="881326"/>
                  </a:cubicBezTo>
                  <a:cubicBezTo>
                    <a:pt x="565508" y="900724"/>
                    <a:pt x="561032" y="900724"/>
                    <a:pt x="538650" y="885803"/>
                  </a:cubicBezTo>
                  <a:cubicBezTo>
                    <a:pt x="534174" y="882819"/>
                    <a:pt x="528205" y="879834"/>
                    <a:pt x="520745" y="873866"/>
                  </a:cubicBezTo>
                  <a:close/>
                  <a:moveTo>
                    <a:pt x="1599537" y="957424"/>
                  </a:moveTo>
                  <a:cubicBezTo>
                    <a:pt x="1577156" y="952948"/>
                    <a:pt x="1557758" y="963392"/>
                    <a:pt x="1551790" y="987266"/>
                  </a:cubicBezTo>
                  <a:cubicBezTo>
                    <a:pt x="1548806" y="1002187"/>
                    <a:pt x="1545821" y="1017108"/>
                    <a:pt x="1544329" y="1032029"/>
                  </a:cubicBezTo>
                  <a:cubicBezTo>
                    <a:pt x="1542837" y="1061871"/>
                    <a:pt x="1544329" y="1063363"/>
                    <a:pt x="1572679" y="1072316"/>
                  </a:cubicBezTo>
                  <a:cubicBezTo>
                    <a:pt x="1593569" y="1078284"/>
                    <a:pt x="1612966" y="1085745"/>
                    <a:pt x="1635348" y="1093205"/>
                  </a:cubicBezTo>
                  <a:cubicBezTo>
                    <a:pt x="1618935" y="1118571"/>
                    <a:pt x="1602521" y="1140953"/>
                    <a:pt x="1587600" y="1164826"/>
                  </a:cubicBezTo>
                  <a:cubicBezTo>
                    <a:pt x="1599537" y="1208098"/>
                    <a:pt x="1593569" y="1249877"/>
                    <a:pt x="1556266" y="1279719"/>
                  </a:cubicBezTo>
                  <a:cubicBezTo>
                    <a:pt x="1526424" y="1299116"/>
                    <a:pt x="1489122" y="1308069"/>
                    <a:pt x="1448834" y="1284195"/>
                  </a:cubicBezTo>
                  <a:cubicBezTo>
                    <a:pt x="1435406" y="1315529"/>
                    <a:pt x="1435406" y="1343879"/>
                    <a:pt x="1448834" y="1373721"/>
                  </a:cubicBezTo>
                  <a:cubicBezTo>
                    <a:pt x="1478677" y="1375213"/>
                    <a:pt x="1502550" y="1388642"/>
                    <a:pt x="1523440" y="1406548"/>
                  </a:cubicBezTo>
                  <a:cubicBezTo>
                    <a:pt x="1547314" y="1427437"/>
                    <a:pt x="1574171" y="1446834"/>
                    <a:pt x="1599537" y="1467724"/>
                  </a:cubicBezTo>
                  <a:cubicBezTo>
                    <a:pt x="1612966" y="1478169"/>
                    <a:pt x="1624903" y="1488613"/>
                    <a:pt x="1636840" y="1500550"/>
                  </a:cubicBezTo>
                  <a:cubicBezTo>
                    <a:pt x="1641316" y="1505027"/>
                    <a:pt x="1642808" y="1510995"/>
                    <a:pt x="1647285" y="1516963"/>
                  </a:cubicBezTo>
                  <a:cubicBezTo>
                    <a:pt x="1638332" y="1522932"/>
                    <a:pt x="1630872" y="1528900"/>
                    <a:pt x="1621919" y="1531885"/>
                  </a:cubicBezTo>
                  <a:cubicBezTo>
                    <a:pt x="1592077" y="1546806"/>
                    <a:pt x="1563727" y="1567695"/>
                    <a:pt x="1529408" y="1573664"/>
                  </a:cubicBezTo>
                  <a:cubicBezTo>
                    <a:pt x="1493598" y="1578140"/>
                    <a:pt x="1475692" y="1603506"/>
                    <a:pt x="1462264" y="1633348"/>
                  </a:cubicBezTo>
                  <a:cubicBezTo>
                    <a:pt x="1460771" y="1639316"/>
                    <a:pt x="1457787" y="1643792"/>
                    <a:pt x="1456295" y="1649761"/>
                  </a:cubicBezTo>
                  <a:cubicBezTo>
                    <a:pt x="1444358" y="1678111"/>
                    <a:pt x="1442866" y="1679603"/>
                    <a:pt x="1411532" y="1673635"/>
                  </a:cubicBezTo>
                  <a:cubicBezTo>
                    <a:pt x="1396611" y="1670650"/>
                    <a:pt x="1392135" y="1675127"/>
                    <a:pt x="1395119" y="1690048"/>
                  </a:cubicBezTo>
                  <a:cubicBezTo>
                    <a:pt x="1396611" y="1694524"/>
                    <a:pt x="1398103" y="1697508"/>
                    <a:pt x="1398103" y="1701984"/>
                  </a:cubicBezTo>
                  <a:cubicBezTo>
                    <a:pt x="1401087" y="1716906"/>
                    <a:pt x="1392135" y="1728842"/>
                    <a:pt x="1377213" y="1731827"/>
                  </a:cubicBezTo>
                  <a:cubicBezTo>
                    <a:pt x="1374229" y="1733319"/>
                    <a:pt x="1369753" y="1734811"/>
                    <a:pt x="1366769" y="1734811"/>
                  </a:cubicBezTo>
                  <a:cubicBezTo>
                    <a:pt x="1410040" y="1749732"/>
                    <a:pt x="1451819" y="1760177"/>
                    <a:pt x="1495090" y="1764653"/>
                  </a:cubicBezTo>
                  <a:cubicBezTo>
                    <a:pt x="1512995" y="1716906"/>
                    <a:pt x="1512995" y="1716906"/>
                    <a:pt x="1563727" y="1718398"/>
                  </a:cubicBezTo>
                  <a:cubicBezTo>
                    <a:pt x="1566711" y="1701984"/>
                    <a:pt x="1566711" y="1701984"/>
                    <a:pt x="1556266" y="1682587"/>
                  </a:cubicBezTo>
                  <a:cubicBezTo>
                    <a:pt x="1542837" y="1658714"/>
                    <a:pt x="1544329" y="1643792"/>
                    <a:pt x="1568203" y="1630363"/>
                  </a:cubicBezTo>
                  <a:cubicBezTo>
                    <a:pt x="1592077" y="1616935"/>
                    <a:pt x="1617442" y="1606490"/>
                    <a:pt x="1642808" y="1594553"/>
                  </a:cubicBezTo>
                  <a:cubicBezTo>
                    <a:pt x="1653253" y="1590077"/>
                    <a:pt x="1660714" y="1593061"/>
                    <a:pt x="1663698" y="1604998"/>
                  </a:cubicBezTo>
                  <a:cubicBezTo>
                    <a:pt x="1665190" y="1612458"/>
                    <a:pt x="1663698" y="1621411"/>
                    <a:pt x="1675635" y="1625887"/>
                  </a:cubicBezTo>
                  <a:cubicBezTo>
                    <a:pt x="1678619" y="1618427"/>
                    <a:pt x="1681603" y="1612458"/>
                    <a:pt x="1686079" y="1604998"/>
                  </a:cubicBezTo>
                  <a:cubicBezTo>
                    <a:pt x="1699508" y="1582616"/>
                    <a:pt x="1717413" y="1579632"/>
                    <a:pt x="1738303" y="1596045"/>
                  </a:cubicBezTo>
                  <a:cubicBezTo>
                    <a:pt x="1744271" y="1600521"/>
                    <a:pt x="1750240" y="1604998"/>
                    <a:pt x="1754716" y="1609474"/>
                  </a:cubicBezTo>
                  <a:cubicBezTo>
                    <a:pt x="1765161" y="1597537"/>
                    <a:pt x="1775606" y="1584108"/>
                    <a:pt x="1786050" y="1573664"/>
                  </a:cubicBezTo>
                  <a:cubicBezTo>
                    <a:pt x="1811416" y="1546806"/>
                    <a:pt x="1841258" y="1528900"/>
                    <a:pt x="1875577" y="1513979"/>
                  </a:cubicBezTo>
                  <a:cubicBezTo>
                    <a:pt x="1886021" y="1509503"/>
                    <a:pt x="1893482" y="1500550"/>
                    <a:pt x="1900943" y="1496074"/>
                  </a:cubicBezTo>
                  <a:cubicBezTo>
                    <a:pt x="1897958" y="1473692"/>
                    <a:pt x="1894974" y="1454295"/>
                    <a:pt x="1891990" y="1433405"/>
                  </a:cubicBezTo>
                  <a:cubicBezTo>
                    <a:pt x="1887514" y="1437882"/>
                    <a:pt x="1886021" y="1439374"/>
                    <a:pt x="1883037" y="1442358"/>
                  </a:cubicBezTo>
                  <a:cubicBezTo>
                    <a:pt x="1853195" y="1476677"/>
                    <a:pt x="1850211" y="1476677"/>
                    <a:pt x="1817385" y="1449819"/>
                  </a:cubicBezTo>
                  <a:cubicBezTo>
                    <a:pt x="1815893" y="1449819"/>
                    <a:pt x="1815893" y="1449819"/>
                    <a:pt x="1815893" y="1451311"/>
                  </a:cubicBezTo>
                  <a:cubicBezTo>
                    <a:pt x="1812908" y="1460263"/>
                    <a:pt x="1809924" y="1470708"/>
                    <a:pt x="1806940" y="1479661"/>
                  </a:cubicBezTo>
                  <a:cubicBezTo>
                    <a:pt x="1800971" y="1499058"/>
                    <a:pt x="1797987" y="1500550"/>
                    <a:pt x="1778590" y="1502042"/>
                  </a:cubicBezTo>
                  <a:cubicBezTo>
                    <a:pt x="1774114" y="1502042"/>
                    <a:pt x="1768145" y="1502042"/>
                    <a:pt x="1763669" y="1502042"/>
                  </a:cubicBezTo>
                  <a:cubicBezTo>
                    <a:pt x="1735319" y="1500550"/>
                    <a:pt x="1712937" y="1487121"/>
                    <a:pt x="1692048" y="1466232"/>
                  </a:cubicBezTo>
                  <a:cubicBezTo>
                    <a:pt x="1678619" y="1452803"/>
                    <a:pt x="1684587" y="1437882"/>
                    <a:pt x="1681603" y="1424453"/>
                  </a:cubicBezTo>
                  <a:lnTo>
                    <a:pt x="1680111" y="1422961"/>
                  </a:lnTo>
                  <a:cubicBezTo>
                    <a:pt x="1678619" y="1422961"/>
                    <a:pt x="1675635" y="1422961"/>
                    <a:pt x="1674143" y="1424453"/>
                  </a:cubicBezTo>
                  <a:cubicBezTo>
                    <a:pt x="1656237" y="1433405"/>
                    <a:pt x="1650269" y="1431913"/>
                    <a:pt x="1638332" y="1416992"/>
                  </a:cubicBezTo>
                  <a:cubicBezTo>
                    <a:pt x="1635348" y="1412516"/>
                    <a:pt x="1632364" y="1408040"/>
                    <a:pt x="1632364" y="1403563"/>
                  </a:cubicBezTo>
                  <a:cubicBezTo>
                    <a:pt x="1630872" y="1369245"/>
                    <a:pt x="1615950" y="1334927"/>
                    <a:pt x="1630872" y="1299116"/>
                  </a:cubicBezTo>
                  <a:cubicBezTo>
                    <a:pt x="1642808" y="1294640"/>
                    <a:pt x="1656237" y="1291655"/>
                    <a:pt x="1660714" y="1278227"/>
                  </a:cubicBezTo>
                  <a:cubicBezTo>
                    <a:pt x="1639824" y="1231971"/>
                    <a:pt x="1647285" y="1214066"/>
                    <a:pt x="1695032" y="1190192"/>
                  </a:cubicBezTo>
                  <a:cubicBezTo>
                    <a:pt x="1701000" y="1164826"/>
                    <a:pt x="1703985" y="1139461"/>
                    <a:pt x="1711445" y="1115587"/>
                  </a:cubicBezTo>
                  <a:cubicBezTo>
                    <a:pt x="1718906" y="1091713"/>
                    <a:pt x="1732335" y="1069332"/>
                    <a:pt x="1742779" y="1043966"/>
                  </a:cubicBezTo>
                  <a:cubicBezTo>
                    <a:pt x="1736811" y="1040982"/>
                    <a:pt x="1732335" y="1037997"/>
                    <a:pt x="1726366" y="1035013"/>
                  </a:cubicBezTo>
                  <a:cubicBezTo>
                    <a:pt x="1693540" y="1017108"/>
                    <a:pt x="1660714" y="999203"/>
                    <a:pt x="1633856" y="972345"/>
                  </a:cubicBezTo>
                  <a:cubicBezTo>
                    <a:pt x="1626395" y="963392"/>
                    <a:pt x="1611474" y="960408"/>
                    <a:pt x="1599537" y="957424"/>
                  </a:cubicBezTo>
                  <a:close/>
                  <a:moveTo>
                    <a:pt x="1107142" y="917137"/>
                  </a:moveTo>
                  <a:cubicBezTo>
                    <a:pt x="1081777" y="920121"/>
                    <a:pt x="1066856" y="936534"/>
                    <a:pt x="1051935" y="952948"/>
                  </a:cubicBezTo>
                  <a:cubicBezTo>
                    <a:pt x="1060887" y="966376"/>
                    <a:pt x="1072824" y="963392"/>
                    <a:pt x="1083269" y="963392"/>
                  </a:cubicBezTo>
                  <a:cubicBezTo>
                    <a:pt x="1092221" y="964884"/>
                    <a:pt x="1096698" y="966376"/>
                    <a:pt x="1095206" y="978313"/>
                  </a:cubicBezTo>
                  <a:cubicBezTo>
                    <a:pt x="1083269" y="976821"/>
                    <a:pt x="1071332" y="975329"/>
                    <a:pt x="1060887" y="975329"/>
                  </a:cubicBezTo>
                  <a:cubicBezTo>
                    <a:pt x="1053427" y="984282"/>
                    <a:pt x="1048950" y="993234"/>
                    <a:pt x="1042982" y="1006663"/>
                  </a:cubicBezTo>
                  <a:cubicBezTo>
                    <a:pt x="1051935" y="1014124"/>
                    <a:pt x="1059395" y="1021584"/>
                    <a:pt x="1066856" y="1027553"/>
                  </a:cubicBezTo>
                  <a:cubicBezTo>
                    <a:pt x="1078792" y="1036505"/>
                    <a:pt x="1098190" y="1035013"/>
                    <a:pt x="1111619" y="1026061"/>
                  </a:cubicBezTo>
                  <a:cubicBezTo>
                    <a:pt x="1123556" y="1018600"/>
                    <a:pt x="1123556" y="1009648"/>
                    <a:pt x="1116095" y="999203"/>
                  </a:cubicBezTo>
                  <a:cubicBezTo>
                    <a:pt x="1114603" y="997711"/>
                    <a:pt x="1116095" y="994727"/>
                    <a:pt x="1116095" y="991742"/>
                  </a:cubicBezTo>
                  <a:cubicBezTo>
                    <a:pt x="1120571" y="975329"/>
                    <a:pt x="1123556" y="960408"/>
                    <a:pt x="1128032" y="943995"/>
                  </a:cubicBezTo>
                  <a:cubicBezTo>
                    <a:pt x="1134000" y="924597"/>
                    <a:pt x="1126540" y="914153"/>
                    <a:pt x="1107142" y="917137"/>
                  </a:cubicBezTo>
                  <a:close/>
                  <a:moveTo>
                    <a:pt x="425250" y="851484"/>
                  </a:moveTo>
                  <a:cubicBezTo>
                    <a:pt x="398392" y="849992"/>
                    <a:pt x="370042" y="851484"/>
                    <a:pt x="341692" y="851484"/>
                  </a:cubicBezTo>
                  <a:cubicBezTo>
                    <a:pt x="302897" y="926090"/>
                    <a:pt x="264103" y="1000695"/>
                    <a:pt x="232769" y="1076792"/>
                  </a:cubicBezTo>
                  <a:cubicBezTo>
                    <a:pt x="235753" y="1081269"/>
                    <a:pt x="235753" y="1082761"/>
                    <a:pt x="237245" y="1084253"/>
                  </a:cubicBezTo>
                  <a:cubicBezTo>
                    <a:pt x="264103" y="1108127"/>
                    <a:pt x="274547" y="1140953"/>
                    <a:pt x="286484" y="1172287"/>
                  </a:cubicBezTo>
                  <a:cubicBezTo>
                    <a:pt x="292453" y="1188700"/>
                    <a:pt x="299913" y="1209590"/>
                    <a:pt x="295437" y="1226003"/>
                  </a:cubicBezTo>
                  <a:cubicBezTo>
                    <a:pt x="287976" y="1255845"/>
                    <a:pt x="305882" y="1273750"/>
                    <a:pt x="317818" y="1296132"/>
                  </a:cubicBezTo>
                  <a:cubicBezTo>
                    <a:pt x="320803" y="1303592"/>
                    <a:pt x="328263" y="1309561"/>
                    <a:pt x="331247" y="1317021"/>
                  </a:cubicBezTo>
                  <a:cubicBezTo>
                    <a:pt x="349153" y="1345371"/>
                    <a:pt x="347661" y="1364769"/>
                    <a:pt x="325279" y="1391627"/>
                  </a:cubicBezTo>
                  <a:cubicBezTo>
                    <a:pt x="322295" y="1396103"/>
                    <a:pt x="319311" y="1402071"/>
                    <a:pt x="314834" y="1408040"/>
                  </a:cubicBezTo>
                  <a:cubicBezTo>
                    <a:pt x="341692" y="1415500"/>
                    <a:pt x="365566" y="1422961"/>
                    <a:pt x="389440" y="1428929"/>
                  </a:cubicBezTo>
                  <a:cubicBezTo>
                    <a:pt x="390932" y="1425945"/>
                    <a:pt x="392424" y="1424453"/>
                    <a:pt x="392424" y="1422961"/>
                  </a:cubicBezTo>
                  <a:cubicBezTo>
                    <a:pt x="396900" y="1390135"/>
                    <a:pt x="422266" y="1373721"/>
                    <a:pt x="453600" y="1388642"/>
                  </a:cubicBezTo>
                  <a:cubicBezTo>
                    <a:pt x="470013" y="1396103"/>
                    <a:pt x="487919" y="1397595"/>
                    <a:pt x="510300" y="1403563"/>
                  </a:cubicBezTo>
                  <a:cubicBezTo>
                    <a:pt x="496871" y="1384166"/>
                    <a:pt x="498363" y="1367753"/>
                    <a:pt x="507316" y="1351340"/>
                  </a:cubicBezTo>
                  <a:cubicBezTo>
                    <a:pt x="510300" y="1346863"/>
                    <a:pt x="510300" y="1342387"/>
                    <a:pt x="511792" y="1336419"/>
                  </a:cubicBezTo>
                  <a:cubicBezTo>
                    <a:pt x="516269" y="1314037"/>
                    <a:pt x="525221" y="1293148"/>
                    <a:pt x="538650" y="1275242"/>
                  </a:cubicBezTo>
                  <a:cubicBezTo>
                    <a:pt x="544619" y="1267782"/>
                    <a:pt x="549095" y="1258829"/>
                    <a:pt x="555063" y="1248384"/>
                  </a:cubicBezTo>
                  <a:cubicBezTo>
                    <a:pt x="546111" y="1249877"/>
                    <a:pt x="541634" y="1249877"/>
                    <a:pt x="537158" y="1249877"/>
                  </a:cubicBezTo>
                  <a:cubicBezTo>
                    <a:pt x="517761" y="1246892"/>
                    <a:pt x="507316" y="1257337"/>
                    <a:pt x="495379" y="1270766"/>
                  </a:cubicBezTo>
                  <a:cubicBezTo>
                    <a:pt x="484934" y="1284195"/>
                    <a:pt x="470013" y="1294640"/>
                    <a:pt x="458076" y="1306577"/>
                  </a:cubicBezTo>
                  <a:cubicBezTo>
                    <a:pt x="452108" y="1312545"/>
                    <a:pt x="443155" y="1315529"/>
                    <a:pt x="437187" y="1320005"/>
                  </a:cubicBezTo>
                  <a:cubicBezTo>
                    <a:pt x="422266" y="1334927"/>
                    <a:pt x="402869" y="1337911"/>
                    <a:pt x="380487" y="1342387"/>
                  </a:cubicBezTo>
                  <a:cubicBezTo>
                    <a:pt x="378995" y="1334927"/>
                    <a:pt x="376011" y="1328958"/>
                    <a:pt x="376011" y="1322990"/>
                  </a:cubicBezTo>
                  <a:cubicBezTo>
                    <a:pt x="374519" y="1303592"/>
                    <a:pt x="374519" y="1282703"/>
                    <a:pt x="374519" y="1263306"/>
                  </a:cubicBezTo>
                  <a:cubicBezTo>
                    <a:pt x="373026" y="1239432"/>
                    <a:pt x="378995" y="1217050"/>
                    <a:pt x="392424" y="1196161"/>
                  </a:cubicBezTo>
                  <a:cubicBezTo>
                    <a:pt x="395408" y="1191684"/>
                    <a:pt x="399884" y="1185716"/>
                    <a:pt x="398392" y="1182732"/>
                  </a:cubicBezTo>
                  <a:cubicBezTo>
                    <a:pt x="390932" y="1161842"/>
                    <a:pt x="399884" y="1139461"/>
                    <a:pt x="387947" y="1120063"/>
                  </a:cubicBezTo>
                  <a:cubicBezTo>
                    <a:pt x="376011" y="1100666"/>
                    <a:pt x="378995" y="1090221"/>
                    <a:pt x="395408" y="1072316"/>
                  </a:cubicBezTo>
                  <a:cubicBezTo>
                    <a:pt x="405853" y="1061871"/>
                    <a:pt x="405853" y="1049934"/>
                    <a:pt x="395408" y="1039490"/>
                  </a:cubicBezTo>
                  <a:cubicBezTo>
                    <a:pt x="390932" y="1035013"/>
                    <a:pt x="386455" y="1032029"/>
                    <a:pt x="381979" y="1029045"/>
                  </a:cubicBezTo>
                  <a:cubicBezTo>
                    <a:pt x="367058" y="1017108"/>
                    <a:pt x="364074" y="1003679"/>
                    <a:pt x="371534" y="987266"/>
                  </a:cubicBezTo>
                  <a:cubicBezTo>
                    <a:pt x="376011" y="978313"/>
                    <a:pt x="380487" y="969361"/>
                    <a:pt x="387947" y="961900"/>
                  </a:cubicBezTo>
                  <a:cubicBezTo>
                    <a:pt x="404361" y="946979"/>
                    <a:pt x="420774" y="933550"/>
                    <a:pt x="438679" y="921613"/>
                  </a:cubicBezTo>
                  <a:cubicBezTo>
                    <a:pt x="461061" y="905200"/>
                    <a:pt x="498363" y="914153"/>
                    <a:pt x="510300" y="939519"/>
                  </a:cubicBezTo>
                  <a:cubicBezTo>
                    <a:pt x="517761" y="954440"/>
                    <a:pt x="525221" y="957424"/>
                    <a:pt x="540142" y="951455"/>
                  </a:cubicBezTo>
                  <a:cubicBezTo>
                    <a:pt x="540142" y="942503"/>
                    <a:pt x="541634" y="933550"/>
                    <a:pt x="544619" y="921613"/>
                  </a:cubicBezTo>
                  <a:cubicBezTo>
                    <a:pt x="516269" y="915645"/>
                    <a:pt x="511792" y="893263"/>
                    <a:pt x="504332" y="870882"/>
                  </a:cubicBezTo>
                  <a:cubicBezTo>
                    <a:pt x="498363" y="872374"/>
                    <a:pt x="495379" y="872374"/>
                    <a:pt x="492395" y="873866"/>
                  </a:cubicBezTo>
                  <a:cubicBezTo>
                    <a:pt x="462553" y="888787"/>
                    <a:pt x="462553" y="888787"/>
                    <a:pt x="443155" y="861929"/>
                  </a:cubicBezTo>
                  <a:cubicBezTo>
                    <a:pt x="438679" y="857453"/>
                    <a:pt x="431219" y="851484"/>
                    <a:pt x="425250" y="851484"/>
                  </a:cubicBezTo>
                  <a:close/>
                  <a:moveTo>
                    <a:pt x="977702" y="855214"/>
                  </a:moveTo>
                  <a:cubicBezTo>
                    <a:pt x="972853" y="853722"/>
                    <a:pt x="966884" y="855215"/>
                    <a:pt x="959424" y="858945"/>
                  </a:cubicBezTo>
                  <a:cubicBezTo>
                    <a:pt x="951963" y="863421"/>
                    <a:pt x="944503" y="869390"/>
                    <a:pt x="937042" y="873866"/>
                  </a:cubicBezTo>
                  <a:cubicBezTo>
                    <a:pt x="928090" y="878342"/>
                    <a:pt x="919137" y="881326"/>
                    <a:pt x="910184" y="885803"/>
                  </a:cubicBezTo>
                  <a:cubicBezTo>
                    <a:pt x="899740" y="890279"/>
                    <a:pt x="893771" y="899232"/>
                    <a:pt x="895263" y="912661"/>
                  </a:cubicBezTo>
                  <a:cubicBezTo>
                    <a:pt x="896756" y="923105"/>
                    <a:pt x="904216" y="924597"/>
                    <a:pt x="913169" y="927582"/>
                  </a:cubicBezTo>
                  <a:cubicBezTo>
                    <a:pt x="929582" y="932058"/>
                    <a:pt x="944503" y="939519"/>
                    <a:pt x="960916" y="943995"/>
                  </a:cubicBezTo>
                  <a:cubicBezTo>
                    <a:pt x="965392" y="945487"/>
                    <a:pt x="974345" y="945487"/>
                    <a:pt x="975837" y="942503"/>
                  </a:cubicBezTo>
                  <a:cubicBezTo>
                    <a:pt x="978821" y="938026"/>
                    <a:pt x="981805" y="930566"/>
                    <a:pt x="980313" y="924597"/>
                  </a:cubicBezTo>
                  <a:cubicBezTo>
                    <a:pt x="977329" y="917137"/>
                    <a:pt x="971361" y="911169"/>
                    <a:pt x="966884" y="903708"/>
                  </a:cubicBezTo>
                  <a:cubicBezTo>
                    <a:pt x="963900" y="899232"/>
                    <a:pt x="962408" y="894755"/>
                    <a:pt x="959424" y="888787"/>
                  </a:cubicBezTo>
                  <a:cubicBezTo>
                    <a:pt x="986282" y="890279"/>
                    <a:pt x="984790" y="918629"/>
                    <a:pt x="1001203" y="930566"/>
                  </a:cubicBezTo>
                  <a:cubicBezTo>
                    <a:pt x="1004187" y="924597"/>
                    <a:pt x="1004187" y="923105"/>
                    <a:pt x="1005679" y="920121"/>
                  </a:cubicBezTo>
                  <a:cubicBezTo>
                    <a:pt x="1011648" y="899232"/>
                    <a:pt x="995234" y="885803"/>
                    <a:pt x="989266" y="869390"/>
                  </a:cubicBezTo>
                  <a:cubicBezTo>
                    <a:pt x="986282" y="861183"/>
                    <a:pt x="982552" y="856707"/>
                    <a:pt x="977702" y="855214"/>
                  </a:cubicBezTo>
                  <a:close/>
                  <a:moveTo>
                    <a:pt x="919137" y="841040"/>
                  </a:moveTo>
                  <a:cubicBezTo>
                    <a:pt x="910184" y="844024"/>
                    <a:pt x="898248" y="845516"/>
                    <a:pt x="892279" y="851484"/>
                  </a:cubicBezTo>
                  <a:cubicBezTo>
                    <a:pt x="877358" y="869390"/>
                    <a:pt x="863929" y="888787"/>
                    <a:pt x="850500" y="908184"/>
                  </a:cubicBezTo>
                  <a:cubicBezTo>
                    <a:pt x="840055" y="921613"/>
                    <a:pt x="838563" y="936534"/>
                    <a:pt x="847516" y="949963"/>
                  </a:cubicBezTo>
                  <a:cubicBezTo>
                    <a:pt x="851992" y="955932"/>
                    <a:pt x="860945" y="961900"/>
                    <a:pt x="868405" y="963392"/>
                  </a:cubicBezTo>
                  <a:cubicBezTo>
                    <a:pt x="872882" y="964884"/>
                    <a:pt x="878850" y="955932"/>
                    <a:pt x="884819" y="951455"/>
                  </a:cubicBezTo>
                  <a:cubicBezTo>
                    <a:pt x="890787" y="949963"/>
                    <a:pt x="892279" y="945487"/>
                    <a:pt x="893771" y="941011"/>
                  </a:cubicBezTo>
                  <a:cubicBezTo>
                    <a:pt x="892279" y="938026"/>
                    <a:pt x="892279" y="936534"/>
                    <a:pt x="892279" y="935042"/>
                  </a:cubicBezTo>
                  <a:cubicBezTo>
                    <a:pt x="871390" y="905200"/>
                    <a:pt x="877358" y="884311"/>
                    <a:pt x="910184" y="870882"/>
                  </a:cubicBezTo>
                  <a:cubicBezTo>
                    <a:pt x="916153" y="867898"/>
                    <a:pt x="920629" y="866405"/>
                    <a:pt x="925106" y="861929"/>
                  </a:cubicBezTo>
                  <a:cubicBezTo>
                    <a:pt x="928090" y="858945"/>
                    <a:pt x="931074" y="852976"/>
                    <a:pt x="929582" y="849992"/>
                  </a:cubicBezTo>
                  <a:cubicBezTo>
                    <a:pt x="928090" y="845516"/>
                    <a:pt x="922121" y="841040"/>
                    <a:pt x="919137" y="841040"/>
                  </a:cubicBezTo>
                  <a:close/>
                  <a:moveTo>
                    <a:pt x="1027128" y="839175"/>
                  </a:moveTo>
                  <a:cubicBezTo>
                    <a:pt x="1023211" y="838056"/>
                    <a:pt x="1019108" y="838056"/>
                    <a:pt x="1014632" y="841040"/>
                  </a:cubicBezTo>
                  <a:cubicBezTo>
                    <a:pt x="1005679" y="848500"/>
                    <a:pt x="1007171" y="857453"/>
                    <a:pt x="1010156" y="866405"/>
                  </a:cubicBezTo>
                  <a:cubicBezTo>
                    <a:pt x="1014632" y="885803"/>
                    <a:pt x="1019108" y="905200"/>
                    <a:pt x="1023584" y="926090"/>
                  </a:cubicBezTo>
                  <a:cubicBezTo>
                    <a:pt x="1042982" y="920121"/>
                    <a:pt x="1038506" y="896247"/>
                    <a:pt x="1051935" y="884311"/>
                  </a:cubicBezTo>
                  <a:cubicBezTo>
                    <a:pt x="1063871" y="902216"/>
                    <a:pt x="1044474" y="915645"/>
                    <a:pt x="1045966" y="933550"/>
                  </a:cubicBezTo>
                  <a:cubicBezTo>
                    <a:pt x="1060887" y="923105"/>
                    <a:pt x="1075808" y="915645"/>
                    <a:pt x="1089237" y="905200"/>
                  </a:cubicBezTo>
                  <a:cubicBezTo>
                    <a:pt x="1105650" y="891771"/>
                    <a:pt x="1101174" y="869390"/>
                    <a:pt x="1081777" y="861929"/>
                  </a:cubicBezTo>
                  <a:cubicBezTo>
                    <a:pt x="1066856" y="855961"/>
                    <a:pt x="1053427" y="849992"/>
                    <a:pt x="1038506" y="844024"/>
                  </a:cubicBezTo>
                  <a:cubicBezTo>
                    <a:pt x="1034776" y="842532"/>
                    <a:pt x="1031045" y="840294"/>
                    <a:pt x="1027128" y="839175"/>
                  </a:cubicBezTo>
                  <a:close/>
                  <a:moveTo>
                    <a:pt x="546111" y="788816"/>
                  </a:moveTo>
                  <a:cubicBezTo>
                    <a:pt x="529698" y="785832"/>
                    <a:pt x="517761" y="790308"/>
                    <a:pt x="507316" y="799261"/>
                  </a:cubicBezTo>
                  <a:cubicBezTo>
                    <a:pt x="487919" y="815674"/>
                    <a:pt x="489411" y="836563"/>
                    <a:pt x="511792" y="848500"/>
                  </a:cubicBezTo>
                  <a:cubicBezTo>
                    <a:pt x="523729" y="855961"/>
                    <a:pt x="532682" y="863421"/>
                    <a:pt x="544619" y="870882"/>
                  </a:cubicBezTo>
                  <a:cubicBezTo>
                    <a:pt x="550587" y="875358"/>
                    <a:pt x="556555" y="878342"/>
                    <a:pt x="567000" y="885803"/>
                  </a:cubicBezTo>
                  <a:cubicBezTo>
                    <a:pt x="578937" y="851484"/>
                    <a:pt x="577445" y="823134"/>
                    <a:pt x="564016" y="791800"/>
                  </a:cubicBezTo>
                  <a:cubicBezTo>
                    <a:pt x="556555" y="797769"/>
                    <a:pt x="552079" y="802245"/>
                    <a:pt x="547603" y="806721"/>
                  </a:cubicBezTo>
                  <a:cubicBezTo>
                    <a:pt x="543126" y="811197"/>
                    <a:pt x="538650" y="814182"/>
                    <a:pt x="534174" y="818658"/>
                  </a:cubicBezTo>
                  <a:cubicBezTo>
                    <a:pt x="532682" y="817166"/>
                    <a:pt x="531190" y="815674"/>
                    <a:pt x="529698" y="814182"/>
                  </a:cubicBezTo>
                  <a:cubicBezTo>
                    <a:pt x="534174" y="806721"/>
                    <a:pt x="540142" y="797769"/>
                    <a:pt x="546111" y="788816"/>
                  </a:cubicBezTo>
                  <a:close/>
                  <a:moveTo>
                    <a:pt x="607660" y="792733"/>
                  </a:moveTo>
                  <a:cubicBezTo>
                    <a:pt x="599826" y="793665"/>
                    <a:pt x="592366" y="797769"/>
                    <a:pt x="584905" y="805229"/>
                  </a:cubicBezTo>
                  <a:cubicBezTo>
                    <a:pt x="584905" y="829103"/>
                    <a:pt x="589382" y="852976"/>
                    <a:pt x="604303" y="878342"/>
                  </a:cubicBezTo>
                  <a:cubicBezTo>
                    <a:pt x="613255" y="872374"/>
                    <a:pt x="620716" y="866405"/>
                    <a:pt x="628177" y="863421"/>
                  </a:cubicBezTo>
                  <a:cubicBezTo>
                    <a:pt x="643098" y="857453"/>
                    <a:pt x="659511" y="854469"/>
                    <a:pt x="674432" y="848500"/>
                  </a:cubicBezTo>
                  <a:cubicBezTo>
                    <a:pt x="680400" y="847008"/>
                    <a:pt x="686369" y="841040"/>
                    <a:pt x="687861" y="836563"/>
                  </a:cubicBezTo>
                  <a:cubicBezTo>
                    <a:pt x="689353" y="833579"/>
                    <a:pt x="683384" y="826119"/>
                    <a:pt x="678908" y="823134"/>
                  </a:cubicBezTo>
                  <a:cubicBezTo>
                    <a:pt x="663987" y="814182"/>
                    <a:pt x="647574" y="808213"/>
                    <a:pt x="632653" y="799261"/>
                  </a:cubicBezTo>
                  <a:cubicBezTo>
                    <a:pt x="623701" y="794039"/>
                    <a:pt x="615494" y="791800"/>
                    <a:pt x="607660" y="792733"/>
                  </a:cubicBezTo>
                  <a:close/>
                  <a:moveTo>
                    <a:pt x="449870" y="776320"/>
                  </a:moveTo>
                  <a:cubicBezTo>
                    <a:pt x="446140" y="776506"/>
                    <a:pt x="442410" y="779118"/>
                    <a:pt x="438679" y="784340"/>
                  </a:cubicBezTo>
                  <a:cubicBezTo>
                    <a:pt x="435695" y="788816"/>
                    <a:pt x="434203" y="794784"/>
                    <a:pt x="432711" y="800753"/>
                  </a:cubicBezTo>
                  <a:cubicBezTo>
                    <a:pt x="431219" y="826119"/>
                    <a:pt x="443155" y="847008"/>
                    <a:pt x="456584" y="867898"/>
                  </a:cubicBezTo>
                  <a:cubicBezTo>
                    <a:pt x="459569" y="870882"/>
                    <a:pt x="467029" y="872374"/>
                    <a:pt x="471505" y="872374"/>
                  </a:cubicBezTo>
                  <a:cubicBezTo>
                    <a:pt x="480458" y="870882"/>
                    <a:pt x="484934" y="864913"/>
                    <a:pt x="492395" y="860437"/>
                  </a:cubicBezTo>
                  <a:cubicBezTo>
                    <a:pt x="487919" y="848500"/>
                    <a:pt x="480458" y="839548"/>
                    <a:pt x="481950" y="832087"/>
                  </a:cubicBezTo>
                  <a:cubicBezTo>
                    <a:pt x="486426" y="809705"/>
                    <a:pt x="471505" y="797769"/>
                    <a:pt x="461061" y="782847"/>
                  </a:cubicBezTo>
                  <a:cubicBezTo>
                    <a:pt x="457331" y="778371"/>
                    <a:pt x="453600" y="776133"/>
                    <a:pt x="449870" y="776320"/>
                  </a:cubicBezTo>
                  <a:close/>
                  <a:moveTo>
                    <a:pt x="729640" y="791800"/>
                  </a:moveTo>
                  <a:cubicBezTo>
                    <a:pt x="720687" y="797769"/>
                    <a:pt x="711734" y="803737"/>
                    <a:pt x="702782" y="809705"/>
                  </a:cubicBezTo>
                  <a:cubicBezTo>
                    <a:pt x="702782" y="812690"/>
                    <a:pt x="701290" y="814182"/>
                    <a:pt x="701290" y="815674"/>
                  </a:cubicBezTo>
                  <a:cubicBezTo>
                    <a:pt x="704274" y="847008"/>
                    <a:pt x="696813" y="855961"/>
                    <a:pt x="666971" y="858945"/>
                  </a:cubicBezTo>
                  <a:cubicBezTo>
                    <a:pt x="659511" y="861929"/>
                    <a:pt x="650558" y="866405"/>
                    <a:pt x="640113" y="869390"/>
                  </a:cubicBezTo>
                  <a:cubicBezTo>
                    <a:pt x="661003" y="891771"/>
                    <a:pt x="661003" y="891771"/>
                    <a:pt x="677416" y="878342"/>
                  </a:cubicBezTo>
                  <a:cubicBezTo>
                    <a:pt x="687861" y="869390"/>
                    <a:pt x="699798" y="863421"/>
                    <a:pt x="708750" y="852976"/>
                  </a:cubicBezTo>
                  <a:cubicBezTo>
                    <a:pt x="719195" y="841040"/>
                    <a:pt x="728148" y="829103"/>
                    <a:pt x="737100" y="815674"/>
                  </a:cubicBezTo>
                  <a:cubicBezTo>
                    <a:pt x="743069" y="806721"/>
                    <a:pt x="740084" y="797769"/>
                    <a:pt x="729640" y="791800"/>
                  </a:cubicBezTo>
                  <a:close/>
                  <a:moveTo>
                    <a:pt x="1123556" y="818658"/>
                  </a:moveTo>
                  <a:cubicBezTo>
                    <a:pt x="1108634" y="814182"/>
                    <a:pt x="1099682" y="826119"/>
                    <a:pt x="1090729" y="836563"/>
                  </a:cubicBezTo>
                  <a:cubicBezTo>
                    <a:pt x="1089237" y="838055"/>
                    <a:pt x="1089237" y="841040"/>
                    <a:pt x="1089237" y="841040"/>
                  </a:cubicBezTo>
                  <a:cubicBezTo>
                    <a:pt x="1096698" y="851484"/>
                    <a:pt x="1105650" y="858945"/>
                    <a:pt x="1108634" y="867898"/>
                  </a:cubicBezTo>
                  <a:cubicBezTo>
                    <a:pt x="1111619" y="878342"/>
                    <a:pt x="1110127" y="890279"/>
                    <a:pt x="1110127" y="900724"/>
                  </a:cubicBezTo>
                  <a:cubicBezTo>
                    <a:pt x="1145937" y="909676"/>
                    <a:pt x="1147429" y="912661"/>
                    <a:pt x="1138477" y="961900"/>
                  </a:cubicBezTo>
                  <a:cubicBezTo>
                    <a:pt x="1147429" y="960408"/>
                    <a:pt x="1151906" y="958916"/>
                    <a:pt x="1157874" y="957424"/>
                  </a:cubicBezTo>
                  <a:cubicBezTo>
                    <a:pt x="1168319" y="954440"/>
                    <a:pt x="1171303" y="943995"/>
                    <a:pt x="1163842" y="938026"/>
                  </a:cubicBezTo>
                  <a:cubicBezTo>
                    <a:pt x="1154890" y="929074"/>
                    <a:pt x="1153398" y="917137"/>
                    <a:pt x="1147429" y="908184"/>
                  </a:cubicBezTo>
                  <a:cubicBezTo>
                    <a:pt x="1136985" y="891771"/>
                    <a:pt x="1132508" y="873866"/>
                    <a:pt x="1135492" y="852976"/>
                  </a:cubicBezTo>
                  <a:cubicBezTo>
                    <a:pt x="1136985" y="839548"/>
                    <a:pt x="1138477" y="823134"/>
                    <a:pt x="1123556" y="818658"/>
                  </a:cubicBezTo>
                  <a:close/>
                  <a:moveTo>
                    <a:pt x="1842750" y="875358"/>
                  </a:moveTo>
                  <a:cubicBezTo>
                    <a:pt x="1833798" y="879834"/>
                    <a:pt x="1826337" y="882819"/>
                    <a:pt x="1818877" y="887295"/>
                  </a:cubicBezTo>
                  <a:cubicBezTo>
                    <a:pt x="1811416" y="890279"/>
                    <a:pt x="1806940" y="896247"/>
                    <a:pt x="1809924" y="905200"/>
                  </a:cubicBezTo>
                  <a:cubicBezTo>
                    <a:pt x="1812908" y="912661"/>
                    <a:pt x="1815893" y="918629"/>
                    <a:pt x="1826337" y="918629"/>
                  </a:cubicBezTo>
                  <a:cubicBezTo>
                    <a:pt x="1838274" y="918629"/>
                    <a:pt x="1850211" y="917137"/>
                    <a:pt x="1854687" y="906692"/>
                  </a:cubicBezTo>
                  <a:cubicBezTo>
                    <a:pt x="1859164" y="894755"/>
                    <a:pt x="1856179" y="884311"/>
                    <a:pt x="1842750" y="875358"/>
                  </a:cubicBezTo>
                  <a:close/>
                  <a:moveTo>
                    <a:pt x="1037013" y="790308"/>
                  </a:moveTo>
                  <a:cubicBezTo>
                    <a:pt x="1020600" y="790308"/>
                    <a:pt x="1005679" y="788816"/>
                    <a:pt x="989266" y="788816"/>
                  </a:cubicBezTo>
                  <a:cubicBezTo>
                    <a:pt x="977329" y="788816"/>
                    <a:pt x="966884" y="788816"/>
                    <a:pt x="953455" y="790308"/>
                  </a:cubicBezTo>
                  <a:cubicBezTo>
                    <a:pt x="954948" y="802245"/>
                    <a:pt x="954948" y="809705"/>
                    <a:pt x="956440" y="817166"/>
                  </a:cubicBezTo>
                  <a:cubicBezTo>
                    <a:pt x="960916" y="841040"/>
                    <a:pt x="983298" y="848500"/>
                    <a:pt x="1001203" y="832087"/>
                  </a:cubicBezTo>
                  <a:cubicBezTo>
                    <a:pt x="1017616" y="817166"/>
                    <a:pt x="1032537" y="818658"/>
                    <a:pt x="1048950" y="827611"/>
                  </a:cubicBezTo>
                  <a:cubicBezTo>
                    <a:pt x="1051935" y="832087"/>
                    <a:pt x="1057903" y="835071"/>
                    <a:pt x="1063871" y="838055"/>
                  </a:cubicBezTo>
                  <a:cubicBezTo>
                    <a:pt x="1075808" y="806721"/>
                    <a:pt x="1065363" y="790308"/>
                    <a:pt x="1037013" y="790308"/>
                  </a:cubicBezTo>
                  <a:close/>
                  <a:moveTo>
                    <a:pt x="568492" y="744053"/>
                  </a:moveTo>
                  <a:cubicBezTo>
                    <a:pt x="553571" y="757482"/>
                    <a:pt x="550587" y="769418"/>
                    <a:pt x="559540" y="778371"/>
                  </a:cubicBezTo>
                  <a:cubicBezTo>
                    <a:pt x="569984" y="790308"/>
                    <a:pt x="584905" y="788816"/>
                    <a:pt x="601319" y="775387"/>
                  </a:cubicBezTo>
                  <a:cubicBezTo>
                    <a:pt x="601319" y="750021"/>
                    <a:pt x="581921" y="751513"/>
                    <a:pt x="568492" y="744053"/>
                  </a:cubicBezTo>
                  <a:close/>
                  <a:moveTo>
                    <a:pt x="760974" y="754497"/>
                  </a:moveTo>
                  <a:cubicBezTo>
                    <a:pt x="749037" y="761958"/>
                    <a:pt x="740084" y="766434"/>
                    <a:pt x="729640" y="772403"/>
                  </a:cubicBezTo>
                  <a:cubicBezTo>
                    <a:pt x="732624" y="775387"/>
                    <a:pt x="734116" y="779863"/>
                    <a:pt x="738592" y="782847"/>
                  </a:cubicBezTo>
                  <a:cubicBezTo>
                    <a:pt x="753513" y="794784"/>
                    <a:pt x="756498" y="800753"/>
                    <a:pt x="749037" y="818658"/>
                  </a:cubicBezTo>
                  <a:cubicBezTo>
                    <a:pt x="741577" y="836563"/>
                    <a:pt x="732624" y="852976"/>
                    <a:pt x="716211" y="864913"/>
                  </a:cubicBezTo>
                  <a:cubicBezTo>
                    <a:pt x="702782" y="875358"/>
                    <a:pt x="689353" y="884311"/>
                    <a:pt x="677416" y="896247"/>
                  </a:cubicBezTo>
                  <a:cubicBezTo>
                    <a:pt x="668463" y="903708"/>
                    <a:pt x="661003" y="905200"/>
                    <a:pt x="650558" y="897740"/>
                  </a:cubicBezTo>
                  <a:cubicBezTo>
                    <a:pt x="644590" y="893263"/>
                    <a:pt x="637129" y="890279"/>
                    <a:pt x="626684" y="885803"/>
                  </a:cubicBezTo>
                  <a:cubicBezTo>
                    <a:pt x="623700" y="903708"/>
                    <a:pt x="623700" y="917137"/>
                    <a:pt x="632653" y="930566"/>
                  </a:cubicBezTo>
                  <a:cubicBezTo>
                    <a:pt x="643098" y="945487"/>
                    <a:pt x="652050" y="961900"/>
                    <a:pt x="658019" y="979805"/>
                  </a:cubicBezTo>
                  <a:cubicBezTo>
                    <a:pt x="662495" y="996219"/>
                    <a:pt x="672940" y="1005171"/>
                    <a:pt x="687861" y="1009648"/>
                  </a:cubicBezTo>
                  <a:cubicBezTo>
                    <a:pt x="705766" y="1015616"/>
                    <a:pt x="723671" y="1020092"/>
                    <a:pt x="740084" y="1027553"/>
                  </a:cubicBezTo>
                  <a:cubicBezTo>
                    <a:pt x="771419" y="1042474"/>
                    <a:pt x="795292" y="1066348"/>
                    <a:pt x="819166" y="1093205"/>
                  </a:cubicBezTo>
                  <a:cubicBezTo>
                    <a:pt x="822150" y="1096190"/>
                    <a:pt x="822150" y="1100666"/>
                    <a:pt x="822150" y="1102158"/>
                  </a:cubicBezTo>
                  <a:cubicBezTo>
                    <a:pt x="805737" y="1114095"/>
                    <a:pt x="790816" y="1126032"/>
                    <a:pt x="777387" y="1136477"/>
                  </a:cubicBezTo>
                  <a:cubicBezTo>
                    <a:pt x="759482" y="1148413"/>
                    <a:pt x="741577" y="1161842"/>
                    <a:pt x="717703" y="1160350"/>
                  </a:cubicBezTo>
                  <a:cubicBezTo>
                    <a:pt x="704274" y="1158858"/>
                    <a:pt x="689353" y="1158858"/>
                    <a:pt x="675924" y="1154382"/>
                  </a:cubicBezTo>
                  <a:cubicBezTo>
                    <a:pt x="661003" y="1149905"/>
                    <a:pt x="655034" y="1157366"/>
                    <a:pt x="647574" y="1167811"/>
                  </a:cubicBezTo>
                  <a:cubicBezTo>
                    <a:pt x="634145" y="1193177"/>
                    <a:pt x="634145" y="1193177"/>
                    <a:pt x="608779" y="1182732"/>
                  </a:cubicBezTo>
                  <a:cubicBezTo>
                    <a:pt x="607287" y="1181240"/>
                    <a:pt x="604303" y="1182732"/>
                    <a:pt x="598334" y="1182732"/>
                  </a:cubicBezTo>
                  <a:cubicBezTo>
                    <a:pt x="595350" y="1203621"/>
                    <a:pt x="592366" y="1223019"/>
                    <a:pt x="587890" y="1248384"/>
                  </a:cubicBezTo>
                  <a:cubicBezTo>
                    <a:pt x="590874" y="1252861"/>
                    <a:pt x="598334" y="1261813"/>
                    <a:pt x="605795" y="1270766"/>
                  </a:cubicBezTo>
                  <a:cubicBezTo>
                    <a:pt x="625192" y="1260321"/>
                    <a:pt x="625192" y="1260321"/>
                    <a:pt x="632653" y="1243908"/>
                  </a:cubicBezTo>
                  <a:cubicBezTo>
                    <a:pt x="637129" y="1231971"/>
                    <a:pt x="646082" y="1224511"/>
                    <a:pt x="658019" y="1223019"/>
                  </a:cubicBezTo>
                  <a:cubicBezTo>
                    <a:pt x="678908" y="1220034"/>
                    <a:pt x="701290" y="1220034"/>
                    <a:pt x="720687" y="1230479"/>
                  </a:cubicBezTo>
                  <a:cubicBezTo>
                    <a:pt x="731132" y="1236448"/>
                    <a:pt x="740084" y="1242416"/>
                    <a:pt x="750529" y="1248384"/>
                  </a:cubicBezTo>
                  <a:cubicBezTo>
                    <a:pt x="769927" y="1257337"/>
                    <a:pt x="789324" y="1263306"/>
                    <a:pt x="811705" y="1260321"/>
                  </a:cubicBezTo>
                  <a:cubicBezTo>
                    <a:pt x="810213" y="1254353"/>
                    <a:pt x="808721" y="1248384"/>
                    <a:pt x="808721" y="1243908"/>
                  </a:cubicBezTo>
                  <a:cubicBezTo>
                    <a:pt x="805737" y="1221527"/>
                    <a:pt x="810213" y="1208098"/>
                    <a:pt x="831103" y="1202129"/>
                  </a:cubicBezTo>
                  <a:cubicBezTo>
                    <a:pt x="854977" y="1196161"/>
                    <a:pt x="875866" y="1184224"/>
                    <a:pt x="895263" y="1169303"/>
                  </a:cubicBezTo>
                  <a:cubicBezTo>
                    <a:pt x="911677" y="1155874"/>
                    <a:pt x="929582" y="1161842"/>
                    <a:pt x="945995" y="1166319"/>
                  </a:cubicBezTo>
                  <a:cubicBezTo>
                    <a:pt x="959424" y="1169303"/>
                    <a:pt x="962408" y="1184224"/>
                    <a:pt x="963900" y="1196161"/>
                  </a:cubicBezTo>
                  <a:cubicBezTo>
                    <a:pt x="963900" y="1197653"/>
                    <a:pt x="963900" y="1197653"/>
                    <a:pt x="963900" y="1199145"/>
                  </a:cubicBezTo>
                  <a:cubicBezTo>
                    <a:pt x="966884" y="1202129"/>
                    <a:pt x="971361" y="1206605"/>
                    <a:pt x="975837" y="1209590"/>
                  </a:cubicBezTo>
                  <a:cubicBezTo>
                    <a:pt x="978821" y="1205113"/>
                    <a:pt x="984790" y="1202129"/>
                    <a:pt x="986282" y="1197653"/>
                  </a:cubicBezTo>
                  <a:cubicBezTo>
                    <a:pt x="990758" y="1187208"/>
                    <a:pt x="992250" y="1175271"/>
                    <a:pt x="995234" y="1164826"/>
                  </a:cubicBezTo>
                  <a:cubicBezTo>
                    <a:pt x="1028061" y="1166319"/>
                    <a:pt x="1057903" y="1172287"/>
                    <a:pt x="1081777" y="1191684"/>
                  </a:cubicBezTo>
                  <a:cubicBezTo>
                    <a:pt x="1084761" y="1193177"/>
                    <a:pt x="1087745" y="1196161"/>
                    <a:pt x="1090729" y="1196161"/>
                  </a:cubicBezTo>
                  <a:cubicBezTo>
                    <a:pt x="1120571" y="1208098"/>
                    <a:pt x="1138477" y="1228987"/>
                    <a:pt x="1135492" y="1261813"/>
                  </a:cubicBezTo>
                  <a:cubicBezTo>
                    <a:pt x="1163842" y="1266290"/>
                    <a:pt x="1189208" y="1263306"/>
                    <a:pt x="1208606" y="1237940"/>
                  </a:cubicBezTo>
                  <a:cubicBezTo>
                    <a:pt x="1205621" y="1237940"/>
                    <a:pt x="1202637" y="1236448"/>
                    <a:pt x="1199653" y="1236448"/>
                  </a:cubicBezTo>
                  <a:cubicBezTo>
                    <a:pt x="1186224" y="1233463"/>
                    <a:pt x="1171303" y="1218542"/>
                    <a:pt x="1169811" y="1203621"/>
                  </a:cubicBezTo>
                  <a:cubicBezTo>
                    <a:pt x="1166827" y="1188700"/>
                    <a:pt x="1178764" y="1184224"/>
                    <a:pt x="1187716" y="1176763"/>
                  </a:cubicBezTo>
                  <a:cubicBezTo>
                    <a:pt x="1196669" y="1170795"/>
                    <a:pt x="1204129" y="1163334"/>
                    <a:pt x="1210098" y="1154382"/>
                  </a:cubicBezTo>
                  <a:cubicBezTo>
                    <a:pt x="1220542" y="1142445"/>
                    <a:pt x="1228003" y="1129016"/>
                    <a:pt x="1239940" y="1117079"/>
                  </a:cubicBezTo>
                  <a:cubicBezTo>
                    <a:pt x="1254861" y="1100666"/>
                    <a:pt x="1274258" y="1103650"/>
                    <a:pt x="1286195" y="1121556"/>
                  </a:cubicBezTo>
                  <a:cubicBezTo>
                    <a:pt x="1290671" y="1129016"/>
                    <a:pt x="1295148" y="1136477"/>
                    <a:pt x="1299624" y="1143937"/>
                  </a:cubicBezTo>
                  <a:cubicBezTo>
                    <a:pt x="1301116" y="1143937"/>
                    <a:pt x="1302608" y="1142445"/>
                    <a:pt x="1304100" y="1142445"/>
                  </a:cubicBezTo>
                  <a:cubicBezTo>
                    <a:pt x="1301116" y="1129016"/>
                    <a:pt x="1296640" y="1115587"/>
                    <a:pt x="1293656" y="1102158"/>
                  </a:cubicBezTo>
                  <a:cubicBezTo>
                    <a:pt x="1290671" y="1088729"/>
                    <a:pt x="1289179" y="1075300"/>
                    <a:pt x="1286195" y="1061871"/>
                  </a:cubicBezTo>
                  <a:cubicBezTo>
                    <a:pt x="1265306" y="1061871"/>
                    <a:pt x="1247400" y="1064855"/>
                    <a:pt x="1225019" y="1078284"/>
                  </a:cubicBezTo>
                  <a:cubicBezTo>
                    <a:pt x="1205621" y="1090221"/>
                    <a:pt x="1186224" y="1093205"/>
                    <a:pt x="1165335" y="1091713"/>
                  </a:cubicBezTo>
                  <a:cubicBezTo>
                    <a:pt x="1150413" y="1090221"/>
                    <a:pt x="1134000" y="1085745"/>
                    <a:pt x="1117587" y="1082761"/>
                  </a:cubicBezTo>
                  <a:cubicBezTo>
                    <a:pt x="1113111" y="1085745"/>
                    <a:pt x="1105650" y="1090221"/>
                    <a:pt x="1101174" y="1094698"/>
                  </a:cubicBezTo>
                  <a:cubicBezTo>
                    <a:pt x="1095206" y="1100666"/>
                    <a:pt x="1089237" y="1106634"/>
                    <a:pt x="1083269" y="1111111"/>
                  </a:cubicBezTo>
                  <a:cubicBezTo>
                    <a:pt x="1065363" y="1124540"/>
                    <a:pt x="1047458" y="1124540"/>
                    <a:pt x="1032537" y="1108127"/>
                  </a:cubicBezTo>
                  <a:cubicBezTo>
                    <a:pt x="1028061" y="1103650"/>
                    <a:pt x="1023584" y="1097682"/>
                    <a:pt x="1020600" y="1094698"/>
                  </a:cubicBezTo>
                  <a:cubicBezTo>
                    <a:pt x="1008663" y="1096190"/>
                    <a:pt x="1008663" y="1103650"/>
                    <a:pt x="1005679" y="1111111"/>
                  </a:cubicBezTo>
                  <a:cubicBezTo>
                    <a:pt x="1001203" y="1129016"/>
                    <a:pt x="995234" y="1132000"/>
                    <a:pt x="977329" y="1129016"/>
                  </a:cubicBezTo>
                  <a:cubicBezTo>
                    <a:pt x="959424" y="1126032"/>
                    <a:pt x="944503" y="1118571"/>
                    <a:pt x="931074" y="1106634"/>
                  </a:cubicBezTo>
                  <a:cubicBezTo>
                    <a:pt x="914661" y="1093205"/>
                    <a:pt x="898248" y="1079777"/>
                    <a:pt x="880342" y="1066348"/>
                  </a:cubicBezTo>
                  <a:cubicBezTo>
                    <a:pt x="857961" y="1049934"/>
                    <a:pt x="856469" y="1030537"/>
                    <a:pt x="877358" y="1012632"/>
                  </a:cubicBezTo>
                  <a:cubicBezTo>
                    <a:pt x="883327" y="1008155"/>
                    <a:pt x="889295" y="1002187"/>
                    <a:pt x="895263" y="997711"/>
                  </a:cubicBezTo>
                  <a:cubicBezTo>
                    <a:pt x="883327" y="969361"/>
                    <a:pt x="881834" y="969361"/>
                    <a:pt x="859453" y="982790"/>
                  </a:cubicBezTo>
                  <a:cubicBezTo>
                    <a:pt x="846024" y="990250"/>
                    <a:pt x="832595" y="997711"/>
                    <a:pt x="819166" y="1003679"/>
                  </a:cubicBezTo>
                  <a:cubicBezTo>
                    <a:pt x="810213" y="1006663"/>
                    <a:pt x="798277" y="1008155"/>
                    <a:pt x="790816" y="1005171"/>
                  </a:cubicBezTo>
                  <a:cubicBezTo>
                    <a:pt x="778879" y="999203"/>
                    <a:pt x="784848" y="985774"/>
                    <a:pt x="783356" y="975329"/>
                  </a:cubicBezTo>
                  <a:cubicBezTo>
                    <a:pt x="783356" y="973837"/>
                    <a:pt x="784848" y="972345"/>
                    <a:pt x="784848" y="970853"/>
                  </a:cubicBezTo>
                  <a:cubicBezTo>
                    <a:pt x="787832" y="951455"/>
                    <a:pt x="789324" y="932058"/>
                    <a:pt x="793800" y="912661"/>
                  </a:cubicBezTo>
                  <a:cubicBezTo>
                    <a:pt x="802753" y="870882"/>
                    <a:pt x="796784" y="823134"/>
                    <a:pt x="828119" y="787324"/>
                  </a:cubicBezTo>
                  <a:cubicBezTo>
                    <a:pt x="769927" y="772403"/>
                    <a:pt x="781863" y="770911"/>
                    <a:pt x="760974" y="754497"/>
                  </a:cubicBezTo>
                  <a:close/>
                  <a:moveTo>
                    <a:pt x="1354832" y="800753"/>
                  </a:moveTo>
                  <a:cubicBezTo>
                    <a:pt x="1330958" y="803737"/>
                    <a:pt x="1308577" y="809705"/>
                    <a:pt x="1286195" y="811197"/>
                  </a:cubicBezTo>
                  <a:cubicBezTo>
                    <a:pt x="1262321" y="814182"/>
                    <a:pt x="1265306" y="815674"/>
                    <a:pt x="1259337" y="836563"/>
                  </a:cubicBezTo>
                  <a:cubicBezTo>
                    <a:pt x="1256353" y="847008"/>
                    <a:pt x="1260829" y="852976"/>
                    <a:pt x="1272766" y="851484"/>
                  </a:cubicBezTo>
                  <a:cubicBezTo>
                    <a:pt x="1292164" y="848500"/>
                    <a:pt x="1313053" y="848500"/>
                    <a:pt x="1330958" y="841040"/>
                  </a:cubicBezTo>
                  <a:cubicBezTo>
                    <a:pt x="1341403" y="836563"/>
                    <a:pt x="1347371" y="818658"/>
                    <a:pt x="1354832" y="806721"/>
                  </a:cubicBezTo>
                  <a:cubicBezTo>
                    <a:pt x="1354832" y="805229"/>
                    <a:pt x="1353340" y="803737"/>
                    <a:pt x="1354832" y="800753"/>
                  </a:cubicBezTo>
                  <a:close/>
                  <a:moveTo>
                    <a:pt x="1899451" y="833579"/>
                  </a:moveTo>
                  <a:cubicBezTo>
                    <a:pt x="1886021" y="833579"/>
                    <a:pt x="1869608" y="851484"/>
                    <a:pt x="1868116" y="864913"/>
                  </a:cubicBezTo>
                  <a:cubicBezTo>
                    <a:pt x="1868116" y="878342"/>
                    <a:pt x="1878561" y="891771"/>
                    <a:pt x="1890498" y="890279"/>
                  </a:cubicBezTo>
                  <a:cubicBezTo>
                    <a:pt x="1905419" y="890279"/>
                    <a:pt x="1923324" y="872374"/>
                    <a:pt x="1923324" y="857453"/>
                  </a:cubicBezTo>
                  <a:cubicBezTo>
                    <a:pt x="1923324" y="847008"/>
                    <a:pt x="1909895" y="833579"/>
                    <a:pt x="1899451" y="833579"/>
                  </a:cubicBezTo>
                  <a:close/>
                  <a:moveTo>
                    <a:pt x="532682" y="685861"/>
                  </a:moveTo>
                  <a:cubicBezTo>
                    <a:pt x="519253" y="694813"/>
                    <a:pt x="510300" y="700782"/>
                    <a:pt x="499855" y="706750"/>
                  </a:cubicBezTo>
                  <a:cubicBezTo>
                    <a:pt x="489411" y="712719"/>
                    <a:pt x="477474" y="718687"/>
                    <a:pt x="467029" y="724655"/>
                  </a:cubicBezTo>
                  <a:cubicBezTo>
                    <a:pt x="458076" y="729132"/>
                    <a:pt x="455092" y="736592"/>
                    <a:pt x="459569" y="747037"/>
                  </a:cubicBezTo>
                  <a:cubicBezTo>
                    <a:pt x="462553" y="751513"/>
                    <a:pt x="465537" y="757482"/>
                    <a:pt x="467029" y="763450"/>
                  </a:cubicBezTo>
                  <a:cubicBezTo>
                    <a:pt x="468521" y="778371"/>
                    <a:pt x="477474" y="787324"/>
                    <a:pt x="487919" y="793292"/>
                  </a:cubicBezTo>
                  <a:cubicBezTo>
                    <a:pt x="504332" y="784340"/>
                    <a:pt x="519253" y="775387"/>
                    <a:pt x="532682" y="767926"/>
                  </a:cubicBezTo>
                  <a:cubicBezTo>
                    <a:pt x="532682" y="766434"/>
                    <a:pt x="531190" y="764942"/>
                    <a:pt x="531190" y="764942"/>
                  </a:cubicBezTo>
                  <a:cubicBezTo>
                    <a:pt x="520745" y="764942"/>
                    <a:pt x="511792" y="763450"/>
                    <a:pt x="498363" y="763450"/>
                  </a:cubicBezTo>
                  <a:cubicBezTo>
                    <a:pt x="510300" y="747037"/>
                    <a:pt x="523729" y="754497"/>
                    <a:pt x="532682" y="750021"/>
                  </a:cubicBezTo>
                  <a:cubicBezTo>
                    <a:pt x="543126" y="742561"/>
                    <a:pt x="553571" y="736592"/>
                    <a:pt x="567000" y="727640"/>
                  </a:cubicBezTo>
                  <a:cubicBezTo>
                    <a:pt x="553571" y="709734"/>
                    <a:pt x="543126" y="697797"/>
                    <a:pt x="532682" y="685861"/>
                  </a:cubicBezTo>
                  <a:close/>
                  <a:moveTo>
                    <a:pt x="1805448" y="787324"/>
                  </a:moveTo>
                  <a:cubicBezTo>
                    <a:pt x="1786050" y="785832"/>
                    <a:pt x="1772622" y="800753"/>
                    <a:pt x="1772622" y="826119"/>
                  </a:cubicBezTo>
                  <a:cubicBezTo>
                    <a:pt x="1771129" y="851484"/>
                    <a:pt x="1790527" y="864913"/>
                    <a:pt x="1806940" y="864913"/>
                  </a:cubicBezTo>
                  <a:cubicBezTo>
                    <a:pt x="1829321" y="864913"/>
                    <a:pt x="1842750" y="849992"/>
                    <a:pt x="1844242" y="827611"/>
                  </a:cubicBezTo>
                  <a:cubicBezTo>
                    <a:pt x="1844242" y="808213"/>
                    <a:pt x="1823353" y="787324"/>
                    <a:pt x="1805448" y="787324"/>
                  </a:cubicBezTo>
                  <a:close/>
                  <a:moveTo>
                    <a:pt x="737100" y="694813"/>
                  </a:moveTo>
                  <a:cubicBezTo>
                    <a:pt x="732624" y="706750"/>
                    <a:pt x="729640" y="720179"/>
                    <a:pt x="725163" y="732116"/>
                  </a:cubicBezTo>
                  <a:cubicBezTo>
                    <a:pt x="725163" y="733608"/>
                    <a:pt x="723671" y="735100"/>
                    <a:pt x="723671" y="736592"/>
                  </a:cubicBezTo>
                  <a:cubicBezTo>
                    <a:pt x="725163" y="742561"/>
                    <a:pt x="726655" y="748529"/>
                    <a:pt x="731132" y="753005"/>
                  </a:cubicBezTo>
                  <a:cubicBezTo>
                    <a:pt x="732624" y="754497"/>
                    <a:pt x="743069" y="751513"/>
                    <a:pt x="746053" y="748529"/>
                  </a:cubicBezTo>
                  <a:cubicBezTo>
                    <a:pt x="759482" y="733608"/>
                    <a:pt x="755005" y="709734"/>
                    <a:pt x="737100" y="694813"/>
                  </a:cubicBezTo>
                  <a:close/>
                  <a:moveTo>
                    <a:pt x="695881" y="690337"/>
                  </a:moveTo>
                  <a:cubicBezTo>
                    <a:pt x="691218" y="691083"/>
                    <a:pt x="687115" y="694068"/>
                    <a:pt x="683384" y="699290"/>
                  </a:cubicBezTo>
                  <a:cubicBezTo>
                    <a:pt x="668463" y="717195"/>
                    <a:pt x="652050" y="733608"/>
                    <a:pt x="631161" y="745545"/>
                  </a:cubicBezTo>
                  <a:cubicBezTo>
                    <a:pt x="622208" y="750021"/>
                    <a:pt x="622208" y="757482"/>
                    <a:pt x="628177" y="764942"/>
                  </a:cubicBezTo>
                  <a:cubicBezTo>
                    <a:pt x="641605" y="763450"/>
                    <a:pt x="653542" y="753005"/>
                    <a:pt x="671448" y="761958"/>
                  </a:cubicBezTo>
                  <a:cubicBezTo>
                    <a:pt x="659511" y="767926"/>
                    <a:pt x="650558" y="772403"/>
                    <a:pt x="638621" y="778371"/>
                  </a:cubicBezTo>
                  <a:cubicBezTo>
                    <a:pt x="655034" y="787324"/>
                    <a:pt x="671448" y="796276"/>
                    <a:pt x="689353" y="806721"/>
                  </a:cubicBezTo>
                  <a:cubicBezTo>
                    <a:pt x="695321" y="802245"/>
                    <a:pt x="704274" y="797769"/>
                    <a:pt x="707258" y="791800"/>
                  </a:cubicBezTo>
                  <a:cubicBezTo>
                    <a:pt x="711734" y="781355"/>
                    <a:pt x="716211" y="767926"/>
                    <a:pt x="713226" y="758974"/>
                  </a:cubicBezTo>
                  <a:cubicBezTo>
                    <a:pt x="710242" y="745545"/>
                    <a:pt x="710242" y="733608"/>
                    <a:pt x="716211" y="720179"/>
                  </a:cubicBezTo>
                  <a:cubicBezTo>
                    <a:pt x="720687" y="711226"/>
                    <a:pt x="722179" y="702274"/>
                    <a:pt x="711734" y="694813"/>
                  </a:cubicBezTo>
                  <a:cubicBezTo>
                    <a:pt x="705766" y="691083"/>
                    <a:pt x="700544" y="689591"/>
                    <a:pt x="695881" y="690337"/>
                  </a:cubicBezTo>
                  <a:close/>
                  <a:moveTo>
                    <a:pt x="1287687" y="738084"/>
                  </a:moveTo>
                  <a:cubicBezTo>
                    <a:pt x="1280227" y="739576"/>
                    <a:pt x="1272766" y="741069"/>
                    <a:pt x="1266798" y="741069"/>
                  </a:cubicBezTo>
                  <a:cubicBezTo>
                    <a:pt x="1242924" y="736592"/>
                    <a:pt x="1230987" y="750021"/>
                    <a:pt x="1222034" y="772403"/>
                  </a:cubicBezTo>
                  <a:cubicBezTo>
                    <a:pt x="1228003" y="779863"/>
                    <a:pt x="1233971" y="791800"/>
                    <a:pt x="1241432" y="794784"/>
                  </a:cubicBezTo>
                  <a:cubicBezTo>
                    <a:pt x="1257845" y="800753"/>
                    <a:pt x="1277242" y="802245"/>
                    <a:pt x="1295148" y="802245"/>
                  </a:cubicBezTo>
                  <a:cubicBezTo>
                    <a:pt x="1302608" y="802245"/>
                    <a:pt x="1313053" y="794784"/>
                    <a:pt x="1314545" y="787324"/>
                  </a:cubicBezTo>
                  <a:cubicBezTo>
                    <a:pt x="1317529" y="781355"/>
                    <a:pt x="1313053" y="769418"/>
                    <a:pt x="1308577" y="761958"/>
                  </a:cubicBezTo>
                  <a:cubicBezTo>
                    <a:pt x="1302608" y="753005"/>
                    <a:pt x="1295148" y="745545"/>
                    <a:pt x="1287687" y="738084"/>
                  </a:cubicBezTo>
                  <a:close/>
                  <a:moveTo>
                    <a:pt x="1360800" y="735100"/>
                  </a:moveTo>
                  <a:cubicBezTo>
                    <a:pt x="1353340" y="741069"/>
                    <a:pt x="1347371" y="745545"/>
                    <a:pt x="1341403" y="751513"/>
                  </a:cubicBezTo>
                  <a:cubicBezTo>
                    <a:pt x="1327974" y="766434"/>
                    <a:pt x="1327974" y="767926"/>
                    <a:pt x="1336927" y="790308"/>
                  </a:cubicBezTo>
                  <a:cubicBezTo>
                    <a:pt x="1344387" y="785832"/>
                    <a:pt x="1350356" y="778371"/>
                    <a:pt x="1356324" y="776879"/>
                  </a:cubicBezTo>
                  <a:cubicBezTo>
                    <a:pt x="1369753" y="776879"/>
                    <a:pt x="1374229" y="769418"/>
                    <a:pt x="1375721" y="758974"/>
                  </a:cubicBezTo>
                  <a:cubicBezTo>
                    <a:pt x="1378706" y="747037"/>
                    <a:pt x="1369753" y="741069"/>
                    <a:pt x="1360800" y="735100"/>
                  </a:cubicBezTo>
                  <a:close/>
                  <a:moveTo>
                    <a:pt x="2415906" y="820710"/>
                  </a:moveTo>
                  <a:cubicBezTo>
                    <a:pt x="2408632" y="822762"/>
                    <a:pt x="2403037" y="830595"/>
                    <a:pt x="2394830" y="845516"/>
                  </a:cubicBezTo>
                  <a:cubicBezTo>
                    <a:pt x="2393337" y="848500"/>
                    <a:pt x="2393337" y="851484"/>
                    <a:pt x="2391845" y="854469"/>
                  </a:cubicBezTo>
                  <a:cubicBezTo>
                    <a:pt x="2394830" y="857453"/>
                    <a:pt x="2396322" y="860437"/>
                    <a:pt x="2399306" y="861929"/>
                  </a:cubicBezTo>
                  <a:cubicBezTo>
                    <a:pt x="2402290" y="864913"/>
                    <a:pt x="2405274" y="867898"/>
                    <a:pt x="2409751" y="869390"/>
                  </a:cubicBezTo>
                  <a:cubicBezTo>
                    <a:pt x="2456006" y="897740"/>
                    <a:pt x="2482864" y="943995"/>
                    <a:pt x="2503753" y="991742"/>
                  </a:cubicBezTo>
                  <a:cubicBezTo>
                    <a:pt x="2508229" y="1000695"/>
                    <a:pt x="2509722" y="1011140"/>
                    <a:pt x="2511214" y="1020092"/>
                  </a:cubicBezTo>
                  <a:cubicBezTo>
                    <a:pt x="2514198" y="1046950"/>
                    <a:pt x="2503753" y="1057395"/>
                    <a:pt x="2476895" y="1057395"/>
                  </a:cubicBezTo>
                  <a:cubicBezTo>
                    <a:pt x="2473911" y="1057395"/>
                    <a:pt x="2470927" y="1057395"/>
                    <a:pt x="2466451" y="1057395"/>
                  </a:cubicBezTo>
                  <a:cubicBezTo>
                    <a:pt x="2447053" y="1054411"/>
                    <a:pt x="2423180" y="1030537"/>
                    <a:pt x="2423180" y="1011140"/>
                  </a:cubicBezTo>
                  <a:cubicBezTo>
                    <a:pt x="2423180" y="990250"/>
                    <a:pt x="2438101" y="982790"/>
                    <a:pt x="2456006" y="978313"/>
                  </a:cubicBezTo>
                  <a:cubicBezTo>
                    <a:pt x="2456006" y="982790"/>
                    <a:pt x="2456006" y="981298"/>
                    <a:pt x="2458990" y="979805"/>
                  </a:cubicBezTo>
                  <a:cubicBezTo>
                    <a:pt x="2441085" y="933550"/>
                    <a:pt x="2406766" y="905200"/>
                    <a:pt x="2369464" y="881326"/>
                  </a:cubicBezTo>
                  <a:cubicBezTo>
                    <a:pt x="2339622" y="902216"/>
                    <a:pt x="2314256" y="924597"/>
                    <a:pt x="2284414" y="941011"/>
                  </a:cubicBezTo>
                  <a:cubicBezTo>
                    <a:pt x="2254572" y="957424"/>
                    <a:pt x="2223237" y="966376"/>
                    <a:pt x="2187427" y="981298"/>
                  </a:cubicBezTo>
                  <a:cubicBezTo>
                    <a:pt x="2385877" y="1060379"/>
                    <a:pt x="2554485" y="1175271"/>
                    <a:pt x="2703695" y="1327466"/>
                  </a:cubicBezTo>
                  <a:cubicBezTo>
                    <a:pt x="2703695" y="1318513"/>
                    <a:pt x="2705188" y="1315529"/>
                    <a:pt x="2703695" y="1312545"/>
                  </a:cubicBezTo>
                  <a:cubicBezTo>
                    <a:pt x="2700711" y="1288671"/>
                    <a:pt x="2694743" y="1264798"/>
                    <a:pt x="2693251" y="1240924"/>
                  </a:cubicBezTo>
                  <a:cubicBezTo>
                    <a:pt x="2684298" y="1164826"/>
                    <a:pt x="2651472" y="1097682"/>
                    <a:pt x="2614169" y="1032029"/>
                  </a:cubicBezTo>
                  <a:cubicBezTo>
                    <a:pt x="2602232" y="1012632"/>
                    <a:pt x="2588803" y="993234"/>
                    <a:pt x="2575374" y="973837"/>
                  </a:cubicBezTo>
                  <a:cubicBezTo>
                    <a:pt x="2566422" y="961900"/>
                    <a:pt x="2557469" y="952948"/>
                    <a:pt x="2550008" y="939519"/>
                  </a:cubicBezTo>
                  <a:cubicBezTo>
                    <a:pt x="2527627" y="902216"/>
                    <a:pt x="2494801" y="873866"/>
                    <a:pt x="2463466" y="842532"/>
                  </a:cubicBezTo>
                  <a:cubicBezTo>
                    <a:pt x="2458990" y="838055"/>
                    <a:pt x="2453022" y="835071"/>
                    <a:pt x="2447053" y="830595"/>
                  </a:cubicBezTo>
                  <a:cubicBezTo>
                    <a:pt x="2432132" y="822389"/>
                    <a:pt x="2423180" y="818658"/>
                    <a:pt x="2415906" y="820710"/>
                  </a:cubicBezTo>
                  <a:close/>
                  <a:moveTo>
                    <a:pt x="1920527" y="774081"/>
                  </a:moveTo>
                  <a:cubicBezTo>
                    <a:pt x="1916983" y="772402"/>
                    <a:pt x="1912880" y="775387"/>
                    <a:pt x="1905419" y="781355"/>
                  </a:cubicBezTo>
                  <a:cubicBezTo>
                    <a:pt x="1914372" y="805229"/>
                    <a:pt x="1915864" y="805229"/>
                    <a:pt x="1932277" y="794784"/>
                  </a:cubicBezTo>
                  <a:cubicBezTo>
                    <a:pt x="1927055" y="782101"/>
                    <a:pt x="1924071" y="775760"/>
                    <a:pt x="1920527" y="774081"/>
                  </a:cubicBezTo>
                  <a:close/>
                  <a:moveTo>
                    <a:pt x="1002695" y="692948"/>
                  </a:moveTo>
                  <a:cubicBezTo>
                    <a:pt x="998592" y="692948"/>
                    <a:pt x="994489" y="694813"/>
                    <a:pt x="990758" y="697797"/>
                  </a:cubicBezTo>
                  <a:cubicBezTo>
                    <a:pt x="980313" y="705258"/>
                    <a:pt x="969869" y="708242"/>
                    <a:pt x="957932" y="706750"/>
                  </a:cubicBezTo>
                  <a:cubicBezTo>
                    <a:pt x="948979" y="705258"/>
                    <a:pt x="944503" y="709734"/>
                    <a:pt x="940027" y="717195"/>
                  </a:cubicBezTo>
                  <a:cubicBezTo>
                    <a:pt x="932566" y="729132"/>
                    <a:pt x="922121" y="739576"/>
                    <a:pt x="910184" y="755990"/>
                  </a:cubicBezTo>
                  <a:cubicBezTo>
                    <a:pt x="914661" y="779863"/>
                    <a:pt x="922121" y="784340"/>
                    <a:pt x="947487" y="776879"/>
                  </a:cubicBezTo>
                  <a:cubicBezTo>
                    <a:pt x="951963" y="775387"/>
                    <a:pt x="957932" y="775387"/>
                    <a:pt x="962408" y="773895"/>
                  </a:cubicBezTo>
                  <a:cubicBezTo>
                    <a:pt x="990758" y="769418"/>
                    <a:pt x="1005679" y="748529"/>
                    <a:pt x="1022092" y="727640"/>
                  </a:cubicBezTo>
                  <a:cubicBezTo>
                    <a:pt x="1029553" y="717195"/>
                    <a:pt x="1022092" y="706750"/>
                    <a:pt x="1014632" y="699290"/>
                  </a:cubicBezTo>
                  <a:cubicBezTo>
                    <a:pt x="1010901" y="694814"/>
                    <a:pt x="1006799" y="692948"/>
                    <a:pt x="1002695" y="692948"/>
                  </a:cubicBezTo>
                  <a:close/>
                  <a:moveTo>
                    <a:pt x="793800" y="667955"/>
                  </a:moveTo>
                  <a:cubicBezTo>
                    <a:pt x="766942" y="684369"/>
                    <a:pt x="759482" y="711226"/>
                    <a:pt x="768434" y="742561"/>
                  </a:cubicBezTo>
                  <a:cubicBezTo>
                    <a:pt x="772911" y="758974"/>
                    <a:pt x="783356" y="770911"/>
                    <a:pt x="801261" y="773895"/>
                  </a:cubicBezTo>
                  <a:cubicBezTo>
                    <a:pt x="819166" y="776879"/>
                    <a:pt x="837071" y="779863"/>
                    <a:pt x="854977" y="782847"/>
                  </a:cubicBezTo>
                  <a:cubicBezTo>
                    <a:pt x="869898" y="784340"/>
                    <a:pt x="875866" y="775387"/>
                    <a:pt x="872882" y="758974"/>
                  </a:cubicBezTo>
                  <a:cubicBezTo>
                    <a:pt x="862437" y="758974"/>
                    <a:pt x="853484" y="760466"/>
                    <a:pt x="843040" y="757482"/>
                  </a:cubicBezTo>
                  <a:cubicBezTo>
                    <a:pt x="820658" y="751513"/>
                    <a:pt x="813198" y="739576"/>
                    <a:pt x="819166" y="721671"/>
                  </a:cubicBezTo>
                  <a:cubicBezTo>
                    <a:pt x="820658" y="715703"/>
                    <a:pt x="820658" y="708242"/>
                    <a:pt x="820658" y="700782"/>
                  </a:cubicBezTo>
                  <a:cubicBezTo>
                    <a:pt x="802753" y="696305"/>
                    <a:pt x="793800" y="685861"/>
                    <a:pt x="793800" y="667955"/>
                  </a:cubicBezTo>
                  <a:close/>
                  <a:moveTo>
                    <a:pt x="2284414" y="784340"/>
                  </a:moveTo>
                  <a:cubicBezTo>
                    <a:pt x="2248603" y="811197"/>
                    <a:pt x="2215777" y="833579"/>
                    <a:pt x="2181458" y="858945"/>
                  </a:cubicBezTo>
                  <a:cubicBezTo>
                    <a:pt x="2212793" y="869390"/>
                    <a:pt x="2239650" y="878342"/>
                    <a:pt x="2269493" y="887295"/>
                  </a:cubicBezTo>
                  <a:cubicBezTo>
                    <a:pt x="2288890" y="855961"/>
                    <a:pt x="2284414" y="823134"/>
                    <a:pt x="2284414" y="784340"/>
                  </a:cubicBezTo>
                  <a:close/>
                  <a:moveTo>
                    <a:pt x="1329466" y="702274"/>
                  </a:moveTo>
                  <a:cubicBezTo>
                    <a:pt x="1311561" y="712719"/>
                    <a:pt x="1311561" y="712719"/>
                    <a:pt x="1311561" y="735100"/>
                  </a:cubicBezTo>
                  <a:cubicBezTo>
                    <a:pt x="1319021" y="738084"/>
                    <a:pt x="1326482" y="742561"/>
                    <a:pt x="1332450" y="745545"/>
                  </a:cubicBezTo>
                  <a:cubicBezTo>
                    <a:pt x="1354832" y="729132"/>
                    <a:pt x="1353340" y="717195"/>
                    <a:pt x="1329466" y="702274"/>
                  </a:cubicBezTo>
                  <a:close/>
                  <a:moveTo>
                    <a:pt x="889295" y="664971"/>
                  </a:moveTo>
                  <a:cubicBezTo>
                    <a:pt x="893771" y="685861"/>
                    <a:pt x="896756" y="703766"/>
                    <a:pt x="899740" y="720179"/>
                  </a:cubicBezTo>
                  <a:cubicBezTo>
                    <a:pt x="898248" y="720179"/>
                    <a:pt x="896756" y="721671"/>
                    <a:pt x="895263" y="721671"/>
                  </a:cubicBezTo>
                  <a:cubicBezTo>
                    <a:pt x="890787" y="712719"/>
                    <a:pt x="886311" y="702274"/>
                    <a:pt x="881834" y="693321"/>
                  </a:cubicBezTo>
                  <a:cubicBezTo>
                    <a:pt x="877358" y="700782"/>
                    <a:pt x="874374" y="706750"/>
                    <a:pt x="869898" y="712719"/>
                  </a:cubicBezTo>
                  <a:cubicBezTo>
                    <a:pt x="868405" y="712719"/>
                    <a:pt x="866913" y="711226"/>
                    <a:pt x="863929" y="711226"/>
                  </a:cubicBezTo>
                  <a:cubicBezTo>
                    <a:pt x="862437" y="703766"/>
                    <a:pt x="862437" y="694813"/>
                    <a:pt x="860945" y="681384"/>
                  </a:cubicBezTo>
                  <a:cubicBezTo>
                    <a:pt x="850500" y="693321"/>
                    <a:pt x="840055" y="702274"/>
                    <a:pt x="834087" y="714211"/>
                  </a:cubicBezTo>
                  <a:cubicBezTo>
                    <a:pt x="831103" y="720179"/>
                    <a:pt x="831103" y="732116"/>
                    <a:pt x="834087" y="736592"/>
                  </a:cubicBezTo>
                  <a:cubicBezTo>
                    <a:pt x="838563" y="742561"/>
                    <a:pt x="851992" y="747037"/>
                    <a:pt x="857961" y="745545"/>
                  </a:cubicBezTo>
                  <a:cubicBezTo>
                    <a:pt x="875866" y="739576"/>
                    <a:pt x="893771" y="736592"/>
                    <a:pt x="911677" y="735100"/>
                  </a:cubicBezTo>
                  <a:cubicBezTo>
                    <a:pt x="928090" y="733608"/>
                    <a:pt x="937042" y="718687"/>
                    <a:pt x="931074" y="706750"/>
                  </a:cubicBezTo>
                  <a:cubicBezTo>
                    <a:pt x="922121" y="690337"/>
                    <a:pt x="913169" y="673924"/>
                    <a:pt x="889295" y="664971"/>
                  </a:cubicBezTo>
                  <a:close/>
                  <a:moveTo>
                    <a:pt x="1855620" y="734541"/>
                  </a:moveTo>
                  <a:cubicBezTo>
                    <a:pt x="1852076" y="735100"/>
                    <a:pt x="1848719" y="737339"/>
                    <a:pt x="1845735" y="741069"/>
                  </a:cubicBezTo>
                  <a:cubicBezTo>
                    <a:pt x="1832306" y="760466"/>
                    <a:pt x="1833798" y="770911"/>
                    <a:pt x="1853195" y="793292"/>
                  </a:cubicBezTo>
                  <a:cubicBezTo>
                    <a:pt x="1859164" y="790308"/>
                    <a:pt x="1866624" y="787324"/>
                    <a:pt x="1872593" y="784340"/>
                  </a:cubicBezTo>
                  <a:cubicBezTo>
                    <a:pt x="1883037" y="779863"/>
                    <a:pt x="1886021" y="770911"/>
                    <a:pt x="1883037" y="761958"/>
                  </a:cubicBezTo>
                  <a:cubicBezTo>
                    <a:pt x="1880053" y="753005"/>
                    <a:pt x="1872593" y="745545"/>
                    <a:pt x="1866624" y="738084"/>
                  </a:cubicBezTo>
                  <a:cubicBezTo>
                    <a:pt x="1862894" y="735100"/>
                    <a:pt x="1859164" y="733981"/>
                    <a:pt x="1855620" y="734541"/>
                  </a:cubicBezTo>
                  <a:close/>
                  <a:moveTo>
                    <a:pt x="577445" y="627668"/>
                  </a:moveTo>
                  <a:cubicBezTo>
                    <a:pt x="561032" y="626176"/>
                    <a:pt x="552079" y="638113"/>
                    <a:pt x="544619" y="650050"/>
                  </a:cubicBezTo>
                  <a:cubicBezTo>
                    <a:pt x="537158" y="660495"/>
                    <a:pt x="544619" y="667955"/>
                    <a:pt x="550587" y="676908"/>
                  </a:cubicBezTo>
                  <a:cubicBezTo>
                    <a:pt x="556555" y="685861"/>
                    <a:pt x="562524" y="694813"/>
                    <a:pt x="568492" y="703766"/>
                  </a:cubicBezTo>
                  <a:cubicBezTo>
                    <a:pt x="572969" y="709734"/>
                    <a:pt x="577445" y="715703"/>
                    <a:pt x="584905" y="724655"/>
                  </a:cubicBezTo>
                  <a:cubicBezTo>
                    <a:pt x="593858" y="705258"/>
                    <a:pt x="581921" y="685861"/>
                    <a:pt x="599826" y="672432"/>
                  </a:cubicBezTo>
                  <a:cubicBezTo>
                    <a:pt x="599826" y="684369"/>
                    <a:pt x="599826" y="697797"/>
                    <a:pt x="599826" y="709734"/>
                  </a:cubicBezTo>
                  <a:cubicBezTo>
                    <a:pt x="601319" y="709734"/>
                    <a:pt x="602811" y="711226"/>
                    <a:pt x="604303" y="711226"/>
                  </a:cubicBezTo>
                  <a:cubicBezTo>
                    <a:pt x="610271" y="702274"/>
                    <a:pt x="616240" y="694813"/>
                    <a:pt x="622208" y="685861"/>
                  </a:cubicBezTo>
                  <a:cubicBezTo>
                    <a:pt x="623700" y="687353"/>
                    <a:pt x="625192" y="687353"/>
                    <a:pt x="626684" y="688845"/>
                  </a:cubicBezTo>
                  <a:cubicBezTo>
                    <a:pt x="622208" y="702274"/>
                    <a:pt x="616240" y="715703"/>
                    <a:pt x="610271" y="735100"/>
                  </a:cubicBezTo>
                  <a:cubicBezTo>
                    <a:pt x="619224" y="730624"/>
                    <a:pt x="623700" y="730624"/>
                    <a:pt x="626684" y="727640"/>
                  </a:cubicBezTo>
                  <a:cubicBezTo>
                    <a:pt x="640113" y="714211"/>
                    <a:pt x="653542" y="700782"/>
                    <a:pt x="666971" y="687353"/>
                  </a:cubicBezTo>
                  <a:cubicBezTo>
                    <a:pt x="681892" y="670940"/>
                    <a:pt x="675924" y="651542"/>
                    <a:pt x="655034" y="645574"/>
                  </a:cubicBezTo>
                  <a:cubicBezTo>
                    <a:pt x="647574" y="642590"/>
                    <a:pt x="638621" y="639605"/>
                    <a:pt x="631161" y="638113"/>
                  </a:cubicBezTo>
                  <a:cubicBezTo>
                    <a:pt x="613255" y="633637"/>
                    <a:pt x="595350" y="630653"/>
                    <a:pt x="577445" y="627668"/>
                  </a:cubicBezTo>
                  <a:close/>
                  <a:moveTo>
                    <a:pt x="1413024" y="681384"/>
                  </a:moveTo>
                  <a:cubicBezTo>
                    <a:pt x="1401087" y="684369"/>
                    <a:pt x="1389150" y="687353"/>
                    <a:pt x="1378706" y="691829"/>
                  </a:cubicBezTo>
                  <a:cubicBezTo>
                    <a:pt x="1353340" y="702274"/>
                    <a:pt x="1351848" y="714211"/>
                    <a:pt x="1372737" y="730624"/>
                  </a:cubicBezTo>
                  <a:cubicBezTo>
                    <a:pt x="1375721" y="733608"/>
                    <a:pt x="1381690" y="735100"/>
                    <a:pt x="1387658" y="739576"/>
                  </a:cubicBezTo>
                  <a:cubicBezTo>
                    <a:pt x="1398103" y="721671"/>
                    <a:pt x="1408548" y="703766"/>
                    <a:pt x="1417500" y="685861"/>
                  </a:cubicBezTo>
                  <a:cubicBezTo>
                    <a:pt x="1416008" y="684369"/>
                    <a:pt x="1414516" y="682876"/>
                    <a:pt x="1413024" y="681384"/>
                  </a:cubicBezTo>
                  <a:close/>
                  <a:moveTo>
                    <a:pt x="1022092" y="627668"/>
                  </a:moveTo>
                  <a:cubicBezTo>
                    <a:pt x="1019108" y="635129"/>
                    <a:pt x="1016124" y="641097"/>
                    <a:pt x="1014632" y="648558"/>
                  </a:cubicBezTo>
                  <a:cubicBezTo>
                    <a:pt x="1010156" y="669447"/>
                    <a:pt x="1019108" y="684369"/>
                    <a:pt x="1041490" y="688845"/>
                  </a:cubicBezTo>
                  <a:cubicBezTo>
                    <a:pt x="1054919" y="691829"/>
                    <a:pt x="1068348" y="681384"/>
                    <a:pt x="1072824" y="663479"/>
                  </a:cubicBezTo>
                  <a:cubicBezTo>
                    <a:pt x="1075808" y="648558"/>
                    <a:pt x="1071332" y="641097"/>
                    <a:pt x="1054919" y="636621"/>
                  </a:cubicBezTo>
                  <a:cubicBezTo>
                    <a:pt x="1045966" y="633637"/>
                    <a:pt x="1035521" y="630653"/>
                    <a:pt x="1022092" y="627668"/>
                  </a:cubicBezTo>
                  <a:close/>
                  <a:moveTo>
                    <a:pt x="1201145" y="641097"/>
                  </a:moveTo>
                  <a:cubicBezTo>
                    <a:pt x="1160858" y="641097"/>
                    <a:pt x="1125048" y="641097"/>
                    <a:pt x="1090729" y="641097"/>
                  </a:cubicBezTo>
                  <a:cubicBezTo>
                    <a:pt x="1084761" y="657511"/>
                    <a:pt x="1080284" y="673924"/>
                    <a:pt x="1072824" y="687353"/>
                  </a:cubicBezTo>
                  <a:cubicBezTo>
                    <a:pt x="1063871" y="703766"/>
                    <a:pt x="1045966" y="699290"/>
                    <a:pt x="1026569" y="696305"/>
                  </a:cubicBezTo>
                  <a:cubicBezTo>
                    <a:pt x="1039998" y="717195"/>
                    <a:pt x="1034029" y="732116"/>
                    <a:pt x="1020600" y="745545"/>
                  </a:cubicBezTo>
                  <a:cubicBezTo>
                    <a:pt x="1013140" y="753005"/>
                    <a:pt x="1007171" y="763450"/>
                    <a:pt x="996727" y="775387"/>
                  </a:cubicBezTo>
                  <a:cubicBezTo>
                    <a:pt x="1013140" y="775387"/>
                    <a:pt x="1023584" y="776879"/>
                    <a:pt x="1035521" y="775387"/>
                  </a:cubicBezTo>
                  <a:cubicBezTo>
                    <a:pt x="1056411" y="773895"/>
                    <a:pt x="1071332" y="779863"/>
                    <a:pt x="1078792" y="800753"/>
                  </a:cubicBezTo>
                  <a:cubicBezTo>
                    <a:pt x="1080284" y="805229"/>
                    <a:pt x="1084761" y="809705"/>
                    <a:pt x="1087745" y="814182"/>
                  </a:cubicBezTo>
                  <a:cubicBezTo>
                    <a:pt x="1092221" y="812690"/>
                    <a:pt x="1093713" y="811197"/>
                    <a:pt x="1096698" y="811197"/>
                  </a:cubicBezTo>
                  <a:cubicBezTo>
                    <a:pt x="1125048" y="794784"/>
                    <a:pt x="1144445" y="805229"/>
                    <a:pt x="1148921" y="838055"/>
                  </a:cubicBezTo>
                  <a:cubicBezTo>
                    <a:pt x="1148921" y="842532"/>
                    <a:pt x="1147429" y="847008"/>
                    <a:pt x="1145937" y="852976"/>
                  </a:cubicBezTo>
                  <a:cubicBezTo>
                    <a:pt x="1141461" y="879834"/>
                    <a:pt x="1150413" y="897740"/>
                    <a:pt x="1174287" y="912661"/>
                  </a:cubicBezTo>
                  <a:cubicBezTo>
                    <a:pt x="1199653" y="929074"/>
                    <a:pt x="1228003" y="941011"/>
                    <a:pt x="1250385" y="963392"/>
                  </a:cubicBezTo>
                  <a:cubicBezTo>
                    <a:pt x="1262321" y="972345"/>
                    <a:pt x="1275750" y="981298"/>
                    <a:pt x="1289179" y="991742"/>
                  </a:cubicBezTo>
                  <a:cubicBezTo>
                    <a:pt x="1301116" y="945487"/>
                    <a:pt x="1311561" y="902216"/>
                    <a:pt x="1323498" y="855961"/>
                  </a:cubicBezTo>
                  <a:cubicBezTo>
                    <a:pt x="1307085" y="857453"/>
                    <a:pt x="1292164" y="858945"/>
                    <a:pt x="1277242" y="860437"/>
                  </a:cubicBezTo>
                  <a:cubicBezTo>
                    <a:pt x="1251877" y="861929"/>
                    <a:pt x="1245908" y="855961"/>
                    <a:pt x="1247400" y="830595"/>
                  </a:cubicBezTo>
                  <a:cubicBezTo>
                    <a:pt x="1248892" y="808213"/>
                    <a:pt x="1248892" y="808213"/>
                    <a:pt x="1226511" y="809705"/>
                  </a:cubicBezTo>
                  <a:cubicBezTo>
                    <a:pt x="1195177" y="812690"/>
                    <a:pt x="1171303" y="791800"/>
                    <a:pt x="1175779" y="760466"/>
                  </a:cubicBezTo>
                  <a:cubicBezTo>
                    <a:pt x="1178764" y="733608"/>
                    <a:pt x="1187716" y="708242"/>
                    <a:pt x="1192192" y="682876"/>
                  </a:cubicBezTo>
                  <a:cubicBezTo>
                    <a:pt x="1195177" y="669447"/>
                    <a:pt x="1198161" y="656018"/>
                    <a:pt x="1201145" y="641097"/>
                  </a:cubicBezTo>
                  <a:close/>
                  <a:moveTo>
                    <a:pt x="987774" y="620208"/>
                  </a:moveTo>
                  <a:cubicBezTo>
                    <a:pt x="971361" y="623192"/>
                    <a:pt x="954948" y="627668"/>
                    <a:pt x="940027" y="633637"/>
                  </a:cubicBezTo>
                  <a:cubicBezTo>
                    <a:pt x="929582" y="638113"/>
                    <a:pt x="920629" y="647066"/>
                    <a:pt x="920629" y="663479"/>
                  </a:cubicBezTo>
                  <a:cubicBezTo>
                    <a:pt x="932566" y="666463"/>
                    <a:pt x="944503" y="670940"/>
                    <a:pt x="957932" y="675416"/>
                  </a:cubicBezTo>
                  <a:cubicBezTo>
                    <a:pt x="950471" y="679892"/>
                    <a:pt x="945995" y="681384"/>
                    <a:pt x="938534" y="685861"/>
                  </a:cubicBezTo>
                  <a:cubicBezTo>
                    <a:pt x="953455" y="699290"/>
                    <a:pt x="968377" y="700782"/>
                    <a:pt x="978821" y="690337"/>
                  </a:cubicBezTo>
                  <a:cubicBezTo>
                    <a:pt x="993742" y="676908"/>
                    <a:pt x="1005679" y="659003"/>
                    <a:pt x="1005679" y="636621"/>
                  </a:cubicBezTo>
                  <a:cubicBezTo>
                    <a:pt x="1005679" y="623192"/>
                    <a:pt x="1001203" y="618716"/>
                    <a:pt x="987774" y="620208"/>
                  </a:cubicBezTo>
                  <a:close/>
                  <a:moveTo>
                    <a:pt x="896756" y="612747"/>
                  </a:moveTo>
                  <a:cubicBezTo>
                    <a:pt x="880342" y="633637"/>
                    <a:pt x="880342" y="635129"/>
                    <a:pt x="899740" y="654526"/>
                  </a:cubicBezTo>
                  <a:cubicBezTo>
                    <a:pt x="910184" y="647066"/>
                    <a:pt x="919137" y="639605"/>
                    <a:pt x="917645" y="627668"/>
                  </a:cubicBezTo>
                  <a:cubicBezTo>
                    <a:pt x="916153" y="615732"/>
                    <a:pt x="905708" y="614240"/>
                    <a:pt x="896756" y="612747"/>
                  </a:cubicBezTo>
                  <a:close/>
                  <a:moveTo>
                    <a:pt x="666971" y="590366"/>
                  </a:moveTo>
                  <a:cubicBezTo>
                    <a:pt x="662495" y="602303"/>
                    <a:pt x="659511" y="612747"/>
                    <a:pt x="655034" y="624684"/>
                  </a:cubicBezTo>
                  <a:cubicBezTo>
                    <a:pt x="680400" y="630653"/>
                    <a:pt x="689353" y="647066"/>
                    <a:pt x="689353" y="667955"/>
                  </a:cubicBezTo>
                  <a:cubicBezTo>
                    <a:pt x="701290" y="673924"/>
                    <a:pt x="711734" y="678400"/>
                    <a:pt x="723671" y="681384"/>
                  </a:cubicBezTo>
                  <a:cubicBezTo>
                    <a:pt x="726655" y="661987"/>
                    <a:pt x="717703" y="647066"/>
                    <a:pt x="708750" y="632145"/>
                  </a:cubicBezTo>
                  <a:cubicBezTo>
                    <a:pt x="698305" y="617224"/>
                    <a:pt x="690845" y="599319"/>
                    <a:pt x="666971" y="590366"/>
                  </a:cubicBezTo>
                  <a:close/>
                  <a:moveTo>
                    <a:pt x="564506" y="580061"/>
                  </a:moveTo>
                  <a:cubicBezTo>
                    <a:pt x="557768" y="581134"/>
                    <a:pt x="550960" y="584025"/>
                    <a:pt x="544619" y="588874"/>
                  </a:cubicBezTo>
                  <a:cubicBezTo>
                    <a:pt x="531190" y="600811"/>
                    <a:pt x="516269" y="611255"/>
                    <a:pt x="501348" y="623192"/>
                  </a:cubicBezTo>
                  <a:cubicBezTo>
                    <a:pt x="492395" y="630653"/>
                    <a:pt x="484934" y="638113"/>
                    <a:pt x="478966" y="647066"/>
                  </a:cubicBezTo>
                  <a:cubicBezTo>
                    <a:pt x="465537" y="669447"/>
                    <a:pt x="467029" y="673924"/>
                    <a:pt x="481950" y="696305"/>
                  </a:cubicBezTo>
                  <a:cubicBezTo>
                    <a:pt x="504332" y="691829"/>
                    <a:pt x="520745" y="679892"/>
                    <a:pt x="526713" y="659003"/>
                  </a:cubicBezTo>
                  <a:cubicBezTo>
                    <a:pt x="532682" y="641097"/>
                    <a:pt x="544619" y="629161"/>
                    <a:pt x="556555" y="617224"/>
                  </a:cubicBezTo>
                  <a:cubicBezTo>
                    <a:pt x="562524" y="611255"/>
                    <a:pt x="569984" y="609763"/>
                    <a:pt x="578937" y="611255"/>
                  </a:cubicBezTo>
                  <a:cubicBezTo>
                    <a:pt x="587890" y="614240"/>
                    <a:pt x="598334" y="614240"/>
                    <a:pt x="608779" y="615732"/>
                  </a:cubicBezTo>
                  <a:cubicBezTo>
                    <a:pt x="604303" y="589993"/>
                    <a:pt x="584719" y="576843"/>
                    <a:pt x="564506" y="580061"/>
                  </a:cubicBezTo>
                  <a:close/>
                  <a:moveTo>
                    <a:pt x="1718906" y="669447"/>
                  </a:moveTo>
                  <a:cubicBezTo>
                    <a:pt x="1632364" y="672432"/>
                    <a:pt x="1483153" y="823134"/>
                    <a:pt x="1484645" y="887295"/>
                  </a:cubicBezTo>
                  <a:cubicBezTo>
                    <a:pt x="1505535" y="860437"/>
                    <a:pt x="1530900" y="845516"/>
                    <a:pt x="1560742" y="842532"/>
                  </a:cubicBezTo>
                  <a:cubicBezTo>
                    <a:pt x="1590585" y="841040"/>
                    <a:pt x="1618935" y="844024"/>
                    <a:pt x="1650269" y="845516"/>
                  </a:cubicBezTo>
                  <a:cubicBezTo>
                    <a:pt x="1650269" y="778371"/>
                    <a:pt x="1680111" y="723163"/>
                    <a:pt x="1718906" y="669447"/>
                  </a:cubicBezTo>
                  <a:close/>
                  <a:moveTo>
                    <a:pt x="1248892" y="630653"/>
                  </a:moveTo>
                  <a:cubicBezTo>
                    <a:pt x="1233971" y="632145"/>
                    <a:pt x="1220542" y="632145"/>
                    <a:pt x="1216066" y="648558"/>
                  </a:cubicBezTo>
                  <a:cubicBezTo>
                    <a:pt x="1210098" y="672432"/>
                    <a:pt x="1202637" y="694813"/>
                    <a:pt x="1196669" y="717195"/>
                  </a:cubicBezTo>
                  <a:cubicBezTo>
                    <a:pt x="1192192" y="732116"/>
                    <a:pt x="1190700" y="748529"/>
                    <a:pt x="1187716" y="763450"/>
                  </a:cubicBezTo>
                  <a:cubicBezTo>
                    <a:pt x="1184732" y="776879"/>
                    <a:pt x="1193685" y="784340"/>
                    <a:pt x="1201145" y="791800"/>
                  </a:cubicBezTo>
                  <a:cubicBezTo>
                    <a:pt x="1207113" y="797769"/>
                    <a:pt x="1213082" y="802245"/>
                    <a:pt x="1223527" y="794784"/>
                  </a:cubicBezTo>
                  <a:cubicBezTo>
                    <a:pt x="1196669" y="766434"/>
                    <a:pt x="1219050" y="747037"/>
                    <a:pt x="1235463" y="726148"/>
                  </a:cubicBezTo>
                  <a:cubicBezTo>
                    <a:pt x="1228003" y="709734"/>
                    <a:pt x="1220542" y="693321"/>
                    <a:pt x="1236956" y="678400"/>
                  </a:cubicBezTo>
                  <a:cubicBezTo>
                    <a:pt x="1250385" y="666463"/>
                    <a:pt x="1251877" y="651542"/>
                    <a:pt x="1248892" y="630653"/>
                  </a:cubicBezTo>
                  <a:close/>
                  <a:moveTo>
                    <a:pt x="817674" y="587382"/>
                  </a:moveTo>
                  <a:cubicBezTo>
                    <a:pt x="807229" y="596334"/>
                    <a:pt x="798277" y="605287"/>
                    <a:pt x="807229" y="617224"/>
                  </a:cubicBezTo>
                  <a:cubicBezTo>
                    <a:pt x="819166" y="633637"/>
                    <a:pt x="819166" y="648558"/>
                    <a:pt x="813198" y="666463"/>
                  </a:cubicBezTo>
                  <a:cubicBezTo>
                    <a:pt x="808721" y="681384"/>
                    <a:pt x="816182" y="687353"/>
                    <a:pt x="831103" y="682876"/>
                  </a:cubicBezTo>
                  <a:cubicBezTo>
                    <a:pt x="850500" y="678400"/>
                    <a:pt x="862437" y="664971"/>
                    <a:pt x="868405" y="645574"/>
                  </a:cubicBezTo>
                  <a:cubicBezTo>
                    <a:pt x="856469" y="639605"/>
                    <a:pt x="835579" y="647066"/>
                    <a:pt x="834087" y="623192"/>
                  </a:cubicBezTo>
                  <a:cubicBezTo>
                    <a:pt x="846024" y="627668"/>
                    <a:pt x="854977" y="630653"/>
                    <a:pt x="866913" y="635129"/>
                  </a:cubicBezTo>
                  <a:cubicBezTo>
                    <a:pt x="866913" y="627668"/>
                    <a:pt x="869898" y="623192"/>
                    <a:pt x="868405" y="620208"/>
                  </a:cubicBezTo>
                  <a:cubicBezTo>
                    <a:pt x="854977" y="603795"/>
                    <a:pt x="837071" y="593350"/>
                    <a:pt x="817674" y="587382"/>
                  </a:cubicBezTo>
                  <a:close/>
                  <a:moveTo>
                    <a:pt x="1277242" y="623192"/>
                  </a:moveTo>
                  <a:cubicBezTo>
                    <a:pt x="1272766" y="633637"/>
                    <a:pt x="1265306" y="641097"/>
                    <a:pt x="1265306" y="647066"/>
                  </a:cubicBezTo>
                  <a:cubicBezTo>
                    <a:pt x="1265306" y="664971"/>
                    <a:pt x="1256353" y="678400"/>
                    <a:pt x="1245908" y="690337"/>
                  </a:cubicBezTo>
                  <a:cubicBezTo>
                    <a:pt x="1238448" y="699290"/>
                    <a:pt x="1238448" y="708242"/>
                    <a:pt x="1245908" y="717195"/>
                  </a:cubicBezTo>
                  <a:cubicBezTo>
                    <a:pt x="1253369" y="726148"/>
                    <a:pt x="1265306" y="727640"/>
                    <a:pt x="1275750" y="726148"/>
                  </a:cubicBezTo>
                  <a:cubicBezTo>
                    <a:pt x="1286195" y="726148"/>
                    <a:pt x="1292164" y="720179"/>
                    <a:pt x="1293656" y="709734"/>
                  </a:cubicBezTo>
                  <a:cubicBezTo>
                    <a:pt x="1289179" y="705258"/>
                    <a:pt x="1284703" y="702274"/>
                    <a:pt x="1280227" y="697797"/>
                  </a:cubicBezTo>
                  <a:cubicBezTo>
                    <a:pt x="1277242" y="694813"/>
                    <a:pt x="1274258" y="688845"/>
                    <a:pt x="1269782" y="684369"/>
                  </a:cubicBezTo>
                  <a:cubicBezTo>
                    <a:pt x="1271274" y="682876"/>
                    <a:pt x="1272766" y="681384"/>
                    <a:pt x="1274258" y="681384"/>
                  </a:cubicBezTo>
                  <a:cubicBezTo>
                    <a:pt x="1280227" y="685861"/>
                    <a:pt x="1284703" y="691829"/>
                    <a:pt x="1292164" y="694813"/>
                  </a:cubicBezTo>
                  <a:cubicBezTo>
                    <a:pt x="1296640" y="696305"/>
                    <a:pt x="1304100" y="696305"/>
                    <a:pt x="1308577" y="693321"/>
                  </a:cubicBezTo>
                  <a:cubicBezTo>
                    <a:pt x="1311561" y="691829"/>
                    <a:pt x="1311561" y="684369"/>
                    <a:pt x="1310069" y="679892"/>
                  </a:cubicBezTo>
                  <a:cubicBezTo>
                    <a:pt x="1305592" y="667955"/>
                    <a:pt x="1301116" y="654526"/>
                    <a:pt x="1295148" y="642590"/>
                  </a:cubicBezTo>
                  <a:cubicBezTo>
                    <a:pt x="1292164" y="636621"/>
                    <a:pt x="1284703" y="630653"/>
                    <a:pt x="1277242" y="623192"/>
                  </a:cubicBezTo>
                  <a:close/>
                  <a:moveTo>
                    <a:pt x="1338606" y="606429"/>
                  </a:moveTo>
                  <a:cubicBezTo>
                    <a:pt x="1332264" y="606779"/>
                    <a:pt x="1326482" y="608271"/>
                    <a:pt x="1322006" y="611255"/>
                  </a:cubicBezTo>
                  <a:cubicBezTo>
                    <a:pt x="1311561" y="617224"/>
                    <a:pt x="1305592" y="626176"/>
                    <a:pt x="1308577" y="638113"/>
                  </a:cubicBezTo>
                  <a:cubicBezTo>
                    <a:pt x="1311561" y="650050"/>
                    <a:pt x="1313053" y="660495"/>
                    <a:pt x="1317529" y="670940"/>
                  </a:cubicBezTo>
                  <a:cubicBezTo>
                    <a:pt x="1319021" y="675416"/>
                    <a:pt x="1324990" y="679892"/>
                    <a:pt x="1332450" y="688845"/>
                  </a:cubicBezTo>
                  <a:cubicBezTo>
                    <a:pt x="1336927" y="676908"/>
                    <a:pt x="1338419" y="670940"/>
                    <a:pt x="1341403" y="663479"/>
                  </a:cubicBezTo>
                  <a:cubicBezTo>
                    <a:pt x="1344387" y="657511"/>
                    <a:pt x="1345879" y="651542"/>
                    <a:pt x="1348863" y="644082"/>
                  </a:cubicBezTo>
                  <a:cubicBezTo>
                    <a:pt x="1350356" y="644082"/>
                    <a:pt x="1351848" y="645574"/>
                    <a:pt x="1353340" y="645574"/>
                  </a:cubicBezTo>
                  <a:cubicBezTo>
                    <a:pt x="1351848" y="660495"/>
                    <a:pt x="1351848" y="675416"/>
                    <a:pt x="1351848" y="685861"/>
                  </a:cubicBezTo>
                  <a:cubicBezTo>
                    <a:pt x="1359308" y="679892"/>
                    <a:pt x="1369753" y="673924"/>
                    <a:pt x="1378706" y="666463"/>
                  </a:cubicBezTo>
                  <a:cubicBezTo>
                    <a:pt x="1384674" y="660495"/>
                    <a:pt x="1389150" y="654526"/>
                    <a:pt x="1393627" y="647066"/>
                  </a:cubicBezTo>
                  <a:cubicBezTo>
                    <a:pt x="1399595" y="638113"/>
                    <a:pt x="1396611" y="630653"/>
                    <a:pt x="1390642" y="624684"/>
                  </a:cubicBezTo>
                  <a:cubicBezTo>
                    <a:pt x="1381690" y="614612"/>
                    <a:pt x="1357630" y="605380"/>
                    <a:pt x="1338606" y="606429"/>
                  </a:cubicBezTo>
                  <a:close/>
                  <a:moveTo>
                    <a:pt x="1424029" y="599692"/>
                  </a:moveTo>
                  <a:cubicBezTo>
                    <a:pt x="1419739" y="598200"/>
                    <a:pt x="1414517" y="598573"/>
                    <a:pt x="1408548" y="600811"/>
                  </a:cubicBezTo>
                  <a:cubicBezTo>
                    <a:pt x="1399595" y="603795"/>
                    <a:pt x="1395119" y="611255"/>
                    <a:pt x="1399595" y="618716"/>
                  </a:cubicBezTo>
                  <a:cubicBezTo>
                    <a:pt x="1411532" y="635129"/>
                    <a:pt x="1405564" y="648558"/>
                    <a:pt x="1396611" y="663479"/>
                  </a:cubicBezTo>
                  <a:cubicBezTo>
                    <a:pt x="1418992" y="672432"/>
                    <a:pt x="1436898" y="670940"/>
                    <a:pt x="1445850" y="647066"/>
                  </a:cubicBezTo>
                  <a:cubicBezTo>
                    <a:pt x="1442866" y="635129"/>
                    <a:pt x="1439882" y="621700"/>
                    <a:pt x="1433914" y="609763"/>
                  </a:cubicBezTo>
                  <a:cubicBezTo>
                    <a:pt x="1431676" y="604541"/>
                    <a:pt x="1428318" y="601184"/>
                    <a:pt x="1424029" y="599692"/>
                  </a:cubicBezTo>
                  <a:close/>
                  <a:moveTo>
                    <a:pt x="859453" y="547095"/>
                  </a:moveTo>
                  <a:cubicBezTo>
                    <a:pt x="851992" y="548587"/>
                    <a:pt x="846024" y="548587"/>
                    <a:pt x="840055" y="551571"/>
                  </a:cubicBezTo>
                  <a:cubicBezTo>
                    <a:pt x="826626" y="557540"/>
                    <a:pt x="823642" y="567984"/>
                    <a:pt x="834087" y="578429"/>
                  </a:cubicBezTo>
                  <a:cubicBezTo>
                    <a:pt x="846024" y="590366"/>
                    <a:pt x="859453" y="600811"/>
                    <a:pt x="877358" y="605287"/>
                  </a:cubicBezTo>
                  <a:cubicBezTo>
                    <a:pt x="880342" y="582905"/>
                    <a:pt x="865421" y="566492"/>
                    <a:pt x="859453" y="547095"/>
                  </a:cubicBezTo>
                  <a:close/>
                  <a:moveTo>
                    <a:pt x="2241143" y="651542"/>
                  </a:moveTo>
                  <a:cubicBezTo>
                    <a:pt x="2211301" y="681384"/>
                    <a:pt x="2185935" y="706750"/>
                    <a:pt x="2157585" y="735100"/>
                  </a:cubicBezTo>
                  <a:cubicBezTo>
                    <a:pt x="2196380" y="755990"/>
                    <a:pt x="2236666" y="760466"/>
                    <a:pt x="2279938" y="769418"/>
                  </a:cubicBezTo>
                  <a:cubicBezTo>
                    <a:pt x="2275461" y="726148"/>
                    <a:pt x="2257556" y="691829"/>
                    <a:pt x="2241143" y="651542"/>
                  </a:cubicBezTo>
                  <a:close/>
                  <a:moveTo>
                    <a:pt x="1380198" y="578429"/>
                  </a:moveTo>
                  <a:cubicBezTo>
                    <a:pt x="1371245" y="582905"/>
                    <a:pt x="1365277" y="584397"/>
                    <a:pt x="1354832" y="587382"/>
                  </a:cubicBezTo>
                  <a:cubicBezTo>
                    <a:pt x="1374229" y="596334"/>
                    <a:pt x="1374229" y="596334"/>
                    <a:pt x="1380198" y="578429"/>
                  </a:cubicBezTo>
                  <a:close/>
                  <a:moveTo>
                    <a:pt x="892279" y="532174"/>
                  </a:moveTo>
                  <a:cubicBezTo>
                    <a:pt x="884819" y="536650"/>
                    <a:pt x="877358" y="541126"/>
                    <a:pt x="871390" y="544111"/>
                  </a:cubicBezTo>
                  <a:cubicBezTo>
                    <a:pt x="877358" y="557540"/>
                    <a:pt x="883327" y="567984"/>
                    <a:pt x="887803" y="579921"/>
                  </a:cubicBezTo>
                  <a:cubicBezTo>
                    <a:pt x="889295" y="591858"/>
                    <a:pt x="896756" y="593350"/>
                    <a:pt x="907200" y="593350"/>
                  </a:cubicBezTo>
                  <a:cubicBezTo>
                    <a:pt x="911677" y="596334"/>
                    <a:pt x="916153" y="600811"/>
                    <a:pt x="919137" y="605287"/>
                  </a:cubicBezTo>
                  <a:cubicBezTo>
                    <a:pt x="937042" y="621700"/>
                    <a:pt x="944503" y="621700"/>
                    <a:pt x="968377" y="605287"/>
                  </a:cubicBezTo>
                  <a:cubicBezTo>
                    <a:pt x="954948" y="594842"/>
                    <a:pt x="941519" y="584397"/>
                    <a:pt x="929582" y="575445"/>
                  </a:cubicBezTo>
                  <a:cubicBezTo>
                    <a:pt x="922121" y="582905"/>
                    <a:pt x="914661" y="588874"/>
                    <a:pt x="907200" y="593350"/>
                  </a:cubicBezTo>
                  <a:cubicBezTo>
                    <a:pt x="913169" y="570969"/>
                    <a:pt x="919137" y="548587"/>
                    <a:pt x="892279" y="532174"/>
                  </a:cubicBezTo>
                  <a:close/>
                  <a:moveTo>
                    <a:pt x="804245" y="515761"/>
                  </a:moveTo>
                  <a:cubicBezTo>
                    <a:pt x="801261" y="521729"/>
                    <a:pt x="798277" y="523221"/>
                    <a:pt x="796784" y="526205"/>
                  </a:cubicBezTo>
                  <a:cubicBezTo>
                    <a:pt x="789324" y="557540"/>
                    <a:pt x="783356" y="587382"/>
                    <a:pt x="777387" y="618716"/>
                  </a:cubicBezTo>
                  <a:cubicBezTo>
                    <a:pt x="772911" y="632145"/>
                    <a:pt x="777387" y="635129"/>
                    <a:pt x="796784" y="632145"/>
                  </a:cubicBezTo>
                  <a:cubicBezTo>
                    <a:pt x="790816" y="618716"/>
                    <a:pt x="783356" y="602303"/>
                    <a:pt x="795292" y="590366"/>
                  </a:cubicBezTo>
                  <a:cubicBezTo>
                    <a:pt x="813198" y="575445"/>
                    <a:pt x="813198" y="554555"/>
                    <a:pt x="823642" y="535158"/>
                  </a:cubicBezTo>
                  <a:cubicBezTo>
                    <a:pt x="816182" y="527697"/>
                    <a:pt x="810213" y="521729"/>
                    <a:pt x="804245" y="515761"/>
                  </a:cubicBezTo>
                  <a:close/>
                  <a:moveTo>
                    <a:pt x="880342" y="500840"/>
                  </a:moveTo>
                  <a:cubicBezTo>
                    <a:pt x="872882" y="500840"/>
                    <a:pt x="863929" y="503824"/>
                    <a:pt x="857961" y="508300"/>
                  </a:cubicBezTo>
                  <a:cubicBezTo>
                    <a:pt x="851992" y="514268"/>
                    <a:pt x="851992" y="521729"/>
                    <a:pt x="860945" y="530682"/>
                  </a:cubicBezTo>
                  <a:cubicBezTo>
                    <a:pt x="868405" y="526205"/>
                    <a:pt x="877358" y="521729"/>
                    <a:pt x="884819" y="515761"/>
                  </a:cubicBezTo>
                  <a:cubicBezTo>
                    <a:pt x="890787" y="511284"/>
                    <a:pt x="887803" y="500840"/>
                    <a:pt x="880342" y="500840"/>
                  </a:cubicBezTo>
                  <a:close/>
                  <a:moveTo>
                    <a:pt x="1793581" y="530239"/>
                  </a:moveTo>
                  <a:cubicBezTo>
                    <a:pt x="1730283" y="526951"/>
                    <a:pt x="1669294" y="538142"/>
                    <a:pt x="1609982" y="569476"/>
                  </a:cubicBezTo>
                  <a:cubicBezTo>
                    <a:pt x="1595061" y="576937"/>
                    <a:pt x="1580140" y="585890"/>
                    <a:pt x="1565219" y="591858"/>
                  </a:cubicBezTo>
                  <a:cubicBezTo>
                    <a:pt x="1498074" y="618716"/>
                    <a:pt x="1450327" y="663479"/>
                    <a:pt x="1417500" y="727640"/>
                  </a:cubicBezTo>
                  <a:cubicBezTo>
                    <a:pt x="1401087" y="758974"/>
                    <a:pt x="1383182" y="790308"/>
                    <a:pt x="1366769" y="821642"/>
                  </a:cubicBezTo>
                  <a:cubicBezTo>
                    <a:pt x="1356324" y="842532"/>
                    <a:pt x="1341403" y="861929"/>
                    <a:pt x="1336927" y="884311"/>
                  </a:cubicBezTo>
                  <a:cubicBezTo>
                    <a:pt x="1327974" y="923105"/>
                    <a:pt x="1308577" y="960408"/>
                    <a:pt x="1313053" y="1000695"/>
                  </a:cubicBezTo>
                  <a:cubicBezTo>
                    <a:pt x="1313053" y="1005171"/>
                    <a:pt x="1311561" y="1008155"/>
                    <a:pt x="1310069" y="1012632"/>
                  </a:cubicBezTo>
                  <a:cubicBezTo>
                    <a:pt x="1298132" y="1058887"/>
                    <a:pt x="1308577" y="1102158"/>
                    <a:pt x="1326482" y="1148413"/>
                  </a:cubicBezTo>
                  <a:cubicBezTo>
                    <a:pt x="1330958" y="1142445"/>
                    <a:pt x="1335435" y="1139461"/>
                    <a:pt x="1338419" y="1136477"/>
                  </a:cubicBezTo>
                  <a:cubicBezTo>
                    <a:pt x="1360800" y="1117079"/>
                    <a:pt x="1375721" y="1118571"/>
                    <a:pt x="1395119" y="1142445"/>
                  </a:cubicBezTo>
                  <a:cubicBezTo>
                    <a:pt x="1398103" y="1146921"/>
                    <a:pt x="1401087" y="1152890"/>
                    <a:pt x="1405564" y="1157366"/>
                  </a:cubicBezTo>
                  <a:cubicBezTo>
                    <a:pt x="1404071" y="1161842"/>
                    <a:pt x="1408548" y="1166319"/>
                    <a:pt x="1416008" y="1173779"/>
                  </a:cubicBezTo>
                  <a:cubicBezTo>
                    <a:pt x="1414516" y="1166319"/>
                    <a:pt x="1414516" y="1163334"/>
                    <a:pt x="1414516" y="1160350"/>
                  </a:cubicBezTo>
                  <a:cubicBezTo>
                    <a:pt x="1405564" y="1105142"/>
                    <a:pt x="1401087" y="1049934"/>
                    <a:pt x="1407056" y="993234"/>
                  </a:cubicBezTo>
                  <a:cubicBezTo>
                    <a:pt x="1411532" y="958916"/>
                    <a:pt x="1414516" y="923105"/>
                    <a:pt x="1424961" y="890279"/>
                  </a:cubicBezTo>
                  <a:cubicBezTo>
                    <a:pt x="1441374" y="836563"/>
                    <a:pt x="1471216" y="788816"/>
                    <a:pt x="1507027" y="745545"/>
                  </a:cubicBezTo>
                  <a:cubicBezTo>
                    <a:pt x="1550298" y="691829"/>
                    <a:pt x="1605506" y="653034"/>
                    <a:pt x="1666682" y="623192"/>
                  </a:cubicBezTo>
                  <a:cubicBezTo>
                    <a:pt x="1675635" y="618716"/>
                    <a:pt x="1683095" y="615732"/>
                    <a:pt x="1693540" y="614240"/>
                  </a:cubicBezTo>
                  <a:cubicBezTo>
                    <a:pt x="1727858" y="609763"/>
                    <a:pt x="1763669" y="605287"/>
                    <a:pt x="1797987" y="603795"/>
                  </a:cubicBezTo>
                  <a:cubicBezTo>
                    <a:pt x="1818877" y="602303"/>
                    <a:pt x="1839766" y="606779"/>
                    <a:pt x="1859164" y="611255"/>
                  </a:cubicBezTo>
                  <a:cubicBezTo>
                    <a:pt x="1899451" y="621700"/>
                    <a:pt x="1935261" y="639605"/>
                    <a:pt x="1972564" y="659003"/>
                  </a:cubicBezTo>
                  <a:cubicBezTo>
                    <a:pt x="1996437" y="672432"/>
                    <a:pt x="2014343" y="691829"/>
                    <a:pt x="2021803" y="717195"/>
                  </a:cubicBezTo>
                  <a:cubicBezTo>
                    <a:pt x="2036724" y="764942"/>
                    <a:pt x="2045677" y="812690"/>
                    <a:pt x="2035232" y="861929"/>
                  </a:cubicBezTo>
                  <a:cubicBezTo>
                    <a:pt x="2018819" y="936534"/>
                    <a:pt x="1969579" y="990250"/>
                    <a:pt x="1894974" y="1008155"/>
                  </a:cubicBezTo>
                  <a:cubicBezTo>
                    <a:pt x="1877069" y="1012632"/>
                    <a:pt x="1859164" y="1011140"/>
                    <a:pt x="1839766" y="1012632"/>
                  </a:cubicBezTo>
                  <a:cubicBezTo>
                    <a:pt x="1777098" y="1017108"/>
                    <a:pt x="1726366" y="987266"/>
                    <a:pt x="1687571" y="945487"/>
                  </a:cubicBezTo>
                  <a:cubicBezTo>
                    <a:pt x="1657729" y="914153"/>
                    <a:pt x="1624903" y="896247"/>
                    <a:pt x="1584616" y="888787"/>
                  </a:cubicBezTo>
                  <a:cubicBezTo>
                    <a:pt x="1551790" y="882819"/>
                    <a:pt x="1501058" y="899232"/>
                    <a:pt x="1483153" y="930566"/>
                  </a:cubicBezTo>
                  <a:cubicBezTo>
                    <a:pt x="1468232" y="958916"/>
                    <a:pt x="1460771" y="988758"/>
                    <a:pt x="1466740" y="1020092"/>
                  </a:cubicBezTo>
                  <a:cubicBezTo>
                    <a:pt x="1471216" y="1040982"/>
                    <a:pt x="1475692" y="1061871"/>
                    <a:pt x="1483153" y="1082761"/>
                  </a:cubicBezTo>
                  <a:cubicBezTo>
                    <a:pt x="1492106" y="1108127"/>
                    <a:pt x="1501058" y="1132000"/>
                    <a:pt x="1504043" y="1160350"/>
                  </a:cubicBezTo>
                  <a:cubicBezTo>
                    <a:pt x="1507027" y="1191684"/>
                    <a:pt x="1483153" y="1215558"/>
                    <a:pt x="1451819" y="1209590"/>
                  </a:cubicBezTo>
                  <a:cubicBezTo>
                    <a:pt x="1447343" y="1208098"/>
                    <a:pt x="1442866" y="1209590"/>
                    <a:pt x="1435406" y="1208098"/>
                  </a:cubicBezTo>
                  <a:cubicBezTo>
                    <a:pt x="1438390" y="1223019"/>
                    <a:pt x="1439882" y="1236448"/>
                    <a:pt x="1444358" y="1249877"/>
                  </a:cubicBezTo>
                  <a:cubicBezTo>
                    <a:pt x="1450327" y="1267782"/>
                    <a:pt x="1463756" y="1281211"/>
                    <a:pt x="1481661" y="1284195"/>
                  </a:cubicBezTo>
                  <a:cubicBezTo>
                    <a:pt x="1517471" y="1290163"/>
                    <a:pt x="1545821" y="1276734"/>
                    <a:pt x="1566711" y="1246892"/>
                  </a:cubicBezTo>
                  <a:cubicBezTo>
                    <a:pt x="1584616" y="1221527"/>
                    <a:pt x="1584616" y="1194669"/>
                    <a:pt x="1568203" y="1167811"/>
                  </a:cubicBezTo>
                  <a:cubicBezTo>
                    <a:pt x="1553282" y="1142445"/>
                    <a:pt x="1539853" y="1114095"/>
                    <a:pt x="1535377" y="1084253"/>
                  </a:cubicBezTo>
                  <a:cubicBezTo>
                    <a:pt x="1529408" y="1045458"/>
                    <a:pt x="1526424" y="1006663"/>
                    <a:pt x="1542837" y="967869"/>
                  </a:cubicBezTo>
                  <a:cubicBezTo>
                    <a:pt x="1548806" y="951455"/>
                    <a:pt x="1559250" y="939519"/>
                    <a:pt x="1577156" y="936534"/>
                  </a:cubicBezTo>
                  <a:cubicBezTo>
                    <a:pt x="1601029" y="932058"/>
                    <a:pt x="1623411" y="936534"/>
                    <a:pt x="1642808" y="952948"/>
                  </a:cubicBezTo>
                  <a:cubicBezTo>
                    <a:pt x="1692048" y="997711"/>
                    <a:pt x="1748748" y="1027553"/>
                    <a:pt x="1811416" y="1046950"/>
                  </a:cubicBezTo>
                  <a:cubicBezTo>
                    <a:pt x="1851703" y="1060379"/>
                    <a:pt x="1894974" y="1063363"/>
                    <a:pt x="1935261" y="1052919"/>
                  </a:cubicBezTo>
                  <a:cubicBezTo>
                    <a:pt x="2008374" y="1033521"/>
                    <a:pt x="2059106" y="985774"/>
                    <a:pt x="2085964" y="914153"/>
                  </a:cubicBezTo>
                  <a:cubicBezTo>
                    <a:pt x="2102377" y="870882"/>
                    <a:pt x="2103869" y="824626"/>
                    <a:pt x="2106853" y="778371"/>
                  </a:cubicBezTo>
                  <a:cubicBezTo>
                    <a:pt x="2106853" y="764942"/>
                    <a:pt x="2105361" y="751513"/>
                    <a:pt x="2100885" y="739576"/>
                  </a:cubicBezTo>
                  <a:cubicBezTo>
                    <a:pt x="2093424" y="717195"/>
                    <a:pt x="2082979" y="694813"/>
                    <a:pt x="2068058" y="675416"/>
                  </a:cubicBezTo>
                  <a:cubicBezTo>
                    <a:pt x="2012850" y="605287"/>
                    <a:pt x="1947198" y="554555"/>
                    <a:pt x="1857672" y="538142"/>
                  </a:cubicBezTo>
                  <a:cubicBezTo>
                    <a:pt x="1836036" y="534039"/>
                    <a:pt x="1814681" y="531334"/>
                    <a:pt x="1793581" y="530239"/>
                  </a:cubicBezTo>
                  <a:close/>
                  <a:moveTo>
                    <a:pt x="1678992" y="509606"/>
                  </a:moveTo>
                  <a:cubicBezTo>
                    <a:pt x="1665563" y="508300"/>
                    <a:pt x="1652507" y="507554"/>
                    <a:pt x="1639824" y="508300"/>
                  </a:cubicBezTo>
                  <a:cubicBezTo>
                    <a:pt x="1587600" y="512776"/>
                    <a:pt x="1535377" y="517253"/>
                    <a:pt x="1486137" y="536650"/>
                  </a:cubicBezTo>
                  <a:cubicBezTo>
                    <a:pt x="1459279" y="547095"/>
                    <a:pt x="1432421" y="556047"/>
                    <a:pt x="1407056" y="566492"/>
                  </a:cubicBezTo>
                  <a:cubicBezTo>
                    <a:pt x="1396611" y="570969"/>
                    <a:pt x="1389150" y="575445"/>
                    <a:pt x="1395119" y="584397"/>
                  </a:cubicBezTo>
                  <a:cubicBezTo>
                    <a:pt x="1413024" y="588874"/>
                    <a:pt x="1429437" y="587382"/>
                    <a:pt x="1438390" y="596334"/>
                  </a:cubicBezTo>
                  <a:cubicBezTo>
                    <a:pt x="1448834" y="603795"/>
                    <a:pt x="1451819" y="620208"/>
                    <a:pt x="1459279" y="633637"/>
                  </a:cubicBezTo>
                  <a:cubicBezTo>
                    <a:pt x="1463756" y="630653"/>
                    <a:pt x="1468232" y="627668"/>
                    <a:pt x="1472708" y="624684"/>
                  </a:cubicBezTo>
                  <a:cubicBezTo>
                    <a:pt x="1496582" y="611255"/>
                    <a:pt x="1518964" y="596334"/>
                    <a:pt x="1542837" y="582905"/>
                  </a:cubicBezTo>
                  <a:cubicBezTo>
                    <a:pt x="1563727" y="570969"/>
                    <a:pt x="1584616" y="562016"/>
                    <a:pt x="1605506" y="551571"/>
                  </a:cubicBezTo>
                  <a:cubicBezTo>
                    <a:pt x="1639824" y="535158"/>
                    <a:pt x="1674143" y="520237"/>
                    <a:pt x="1712937" y="520237"/>
                  </a:cubicBezTo>
                  <a:cubicBezTo>
                    <a:pt x="1714429" y="518745"/>
                    <a:pt x="1715922" y="517253"/>
                    <a:pt x="1720398" y="514268"/>
                  </a:cubicBezTo>
                  <a:cubicBezTo>
                    <a:pt x="1706223" y="512776"/>
                    <a:pt x="1692421" y="510911"/>
                    <a:pt x="1678992" y="509606"/>
                  </a:cubicBezTo>
                  <a:close/>
                  <a:moveTo>
                    <a:pt x="2163553" y="541126"/>
                  </a:moveTo>
                  <a:cubicBezTo>
                    <a:pt x="2129235" y="563508"/>
                    <a:pt x="2133711" y="606779"/>
                    <a:pt x="2112822" y="642590"/>
                  </a:cubicBezTo>
                  <a:cubicBezTo>
                    <a:pt x="2154601" y="636621"/>
                    <a:pt x="2191903" y="632145"/>
                    <a:pt x="2229206" y="627668"/>
                  </a:cubicBezTo>
                  <a:cubicBezTo>
                    <a:pt x="2211301" y="584397"/>
                    <a:pt x="2193395" y="560524"/>
                    <a:pt x="2163553" y="541126"/>
                  </a:cubicBezTo>
                  <a:close/>
                  <a:moveTo>
                    <a:pt x="1180256" y="441155"/>
                  </a:moveTo>
                  <a:cubicBezTo>
                    <a:pt x="1166827" y="473982"/>
                    <a:pt x="1162350" y="567984"/>
                    <a:pt x="1172795" y="596334"/>
                  </a:cubicBezTo>
                  <a:cubicBezTo>
                    <a:pt x="1198161" y="548587"/>
                    <a:pt x="1220542" y="503824"/>
                    <a:pt x="1239940" y="456076"/>
                  </a:cubicBezTo>
                  <a:cubicBezTo>
                    <a:pt x="1217558" y="451600"/>
                    <a:pt x="1199653" y="447124"/>
                    <a:pt x="1180256" y="441155"/>
                  </a:cubicBezTo>
                  <a:close/>
                  <a:moveTo>
                    <a:pt x="699798" y="396392"/>
                  </a:moveTo>
                  <a:cubicBezTo>
                    <a:pt x="655034" y="424742"/>
                    <a:pt x="528205" y="566492"/>
                    <a:pt x="520745" y="599319"/>
                  </a:cubicBezTo>
                  <a:cubicBezTo>
                    <a:pt x="538650" y="576937"/>
                    <a:pt x="555063" y="566492"/>
                    <a:pt x="583413" y="570969"/>
                  </a:cubicBezTo>
                  <a:cubicBezTo>
                    <a:pt x="616240" y="575445"/>
                    <a:pt x="617732" y="599319"/>
                    <a:pt x="626684" y="621700"/>
                  </a:cubicBezTo>
                  <a:cubicBezTo>
                    <a:pt x="638621" y="627668"/>
                    <a:pt x="644590" y="624684"/>
                    <a:pt x="649066" y="612747"/>
                  </a:cubicBezTo>
                  <a:cubicBezTo>
                    <a:pt x="655034" y="597826"/>
                    <a:pt x="662495" y="584397"/>
                    <a:pt x="680400" y="578429"/>
                  </a:cubicBezTo>
                  <a:cubicBezTo>
                    <a:pt x="701290" y="606779"/>
                    <a:pt x="728148" y="630653"/>
                    <a:pt x="735608" y="667955"/>
                  </a:cubicBezTo>
                  <a:cubicBezTo>
                    <a:pt x="737100" y="676908"/>
                    <a:pt x="744561" y="684369"/>
                    <a:pt x="750529" y="693321"/>
                  </a:cubicBezTo>
                  <a:cubicBezTo>
                    <a:pt x="765450" y="678400"/>
                    <a:pt x="774403" y="659003"/>
                    <a:pt x="796784" y="661987"/>
                  </a:cubicBezTo>
                  <a:cubicBezTo>
                    <a:pt x="796784" y="661987"/>
                    <a:pt x="798277" y="656018"/>
                    <a:pt x="799769" y="651542"/>
                  </a:cubicBezTo>
                  <a:cubicBezTo>
                    <a:pt x="786340" y="650050"/>
                    <a:pt x="775895" y="648558"/>
                    <a:pt x="762466" y="645574"/>
                  </a:cubicBezTo>
                  <a:cubicBezTo>
                    <a:pt x="763958" y="626176"/>
                    <a:pt x="765450" y="611255"/>
                    <a:pt x="766942" y="593350"/>
                  </a:cubicBezTo>
                  <a:cubicBezTo>
                    <a:pt x="760974" y="588874"/>
                    <a:pt x="756498" y="585890"/>
                    <a:pt x="752021" y="582905"/>
                  </a:cubicBezTo>
                  <a:cubicBezTo>
                    <a:pt x="723671" y="567984"/>
                    <a:pt x="710242" y="542618"/>
                    <a:pt x="708750" y="512776"/>
                  </a:cubicBezTo>
                  <a:cubicBezTo>
                    <a:pt x="707258" y="485918"/>
                    <a:pt x="708750" y="459061"/>
                    <a:pt x="708750" y="433695"/>
                  </a:cubicBezTo>
                  <a:cubicBezTo>
                    <a:pt x="708750" y="420266"/>
                    <a:pt x="708750" y="408329"/>
                    <a:pt x="699798" y="396392"/>
                  </a:cubicBezTo>
                  <a:close/>
                  <a:moveTo>
                    <a:pt x="1327974" y="439663"/>
                  </a:moveTo>
                  <a:cubicBezTo>
                    <a:pt x="1310069" y="444140"/>
                    <a:pt x="1293656" y="447124"/>
                    <a:pt x="1275750" y="451600"/>
                  </a:cubicBezTo>
                  <a:cubicBezTo>
                    <a:pt x="1275750" y="491887"/>
                    <a:pt x="1296640" y="521729"/>
                    <a:pt x="1301116" y="560524"/>
                  </a:cubicBezTo>
                  <a:cubicBezTo>
                    <a:pt x="1316037" y="535158"/>
                    <a:pt x="1330958" y="462045"/>
                    <a:pt x="1327974" y="439663"/>
                  </a:cubicBezTo>
                  <a:close/>
                  <a:moveTo>
                    <a:pt x="1420485" y="420266"/>
                  </a:moveTo>
                  <a:cubicBezTo>
                    <a:pt x="1399595" y="424742"/>
                    <a:pt x="1381690" y="429218"/>
                    <a:pt x="1360800" y="435187"/>
                  </a:cubicBezTo>
                  <a:cubicBezTo>
                    <a:pt x="1378706" y="460553"/>
                    <a:pt x="1393627" y="482934"/>
                    <a:pt x="1411532" y="508300"/>
                  </a:cubicBezTo>
                  <a:cubicBezTo>
                    <a:pt x="1416008" y="476966"/>
                    <a:pt x="1424961" y="450108"/>
                    <a:pt x="1420485" y="420266"/>
                  </a:cubicBezTo>
                  <a:close/>
                  <a:moveTo>
                    <a:pt x="1229495" y="390424"/>
                  </a:moveTo>
                  <a:cubicBezTo>
                    <a:pt x="1205621" y="390424"/>
                    <a:pt x="1186224" y="396392"/>
                    <a:pt x="1175779" y="417282"/>
                  </a:cubicBezTo>
                  <a:cubicBezTo>
                    <a:pt x="1207113" y="442647"/>
                    <a:pt x="1248892" y="448616"/>
                    <a:pt x="1277242" y="433695"/>
                  </a:cubicBezTo>
                  <a:cubicBezTo>
                    <a:pt x="1259337" y="418774"/>
                    <a:pt x="1230987" y="420266"/>
                    <a:pt x="1229495" y="390424"/>
                  </a:cubicBezTo>
                  <a:close/>
                  <a:moveTo>
                    <a:pt x="1359308" y="397884"/>
                  </a:moveTo>
                  <a:cubicBezTo>
                    <a:pt x="1342895" y="393408"/>
                    <a:pt x="1326482" y="403853"/>
                    <a:pt x="1317529" y="423250"/>
                  </a:cubicBezTo>
                  <a:cubicBezTo>
                    <a:pt x="1322006" y="424742"/>
                    <a:pt x="1323498" y="426234"/>
                    <a:pt x="1326482" y="426234"/>
                  </a:cubicBezTo>
                  <a:cubicBezTo>
                    <a:pt x="1338419" y="424742"/>
                    <a:pt x="1348863" y="423250"/>
                    <a:pt x="1360800" y="420266"/>
                  </a:cubicBezTo>
                  <a:cubicBezTo>
                    <a:pt x="1365277" y="418774"/>
                    <a:pt x="1371245" y="411313"/>
                    <a:pt x="1371245" y="409821"/>
                  </a:cubicBezTo>
                  <a:cubicBezTo>
                    <a:pt x="1369753" y="405345"/>
                    <a:pt x="1363785" y="397884"/>
                    <a:pt x="1359308" y="397884"/>
                  </a:cubicBezTo>
                  <a:close/>
                  <a:moveTo>
                    <a:pt x="2051645" y="451600"/>
                  </a:moveTo>
                  <a:cubicBezTo>
                    <a:pt x="2048661" y="497855"/>
                    <a:pt x="2047169" y="538142"/>
                    <a:pt x="2045677" y="579921"/>
                  </a:cubicBezTo>
                  <a:cubicBezTo>
                    <a:pt x="2081487" y="559032"/>
                    <a:pt x="2112822" y="539634"/>
                    <a:pt x="2145648" y="520237"/>
                  </a:cubicBezTo>
                  <a:cubicBezTo>
                    <a:pt x="2114314" y="494871"/>
                    <a:pt x="2085964" y="472489"/>
                    <a:pt x="2051645" y="451600"/>
                  </a:cubicBezTo>
                  <a:close/>
                  <a:moveTo>
                    <a:pt x="1538361" y="384455"/>
                  </a:moveTo>
                  <a:cubicBezTo>
                    <a:pt x="1510011" y="393408"/>
                    <a:pt x="1483153" y="400868"/>
                    <a:pt x="1456295" y="408329"/>
                  </a:cubicBezTo>
                  <a:cubicBezTo>
                    <a:pt x="1466740" y="433695"/>
                    <a:pt x="1504043" y="466521"/>
                    <a:pt x="1524932" y="469505"/>
                  </a:cubicBezTo>
                  <a:cubicBezTo>
                    <a:pt x="1535377" y="442647"/>
                    <a:pt x="1547314" y="415789"/>
                    <a:pt x="1538361" y="384455"/>
                  </a:cubicBezTo>
                  <a:close/>
                  <a:moveTo>
                    <a:pt x="1139969" y="351629"/>
                  </a:moveTo>
                  <a:cubicBezTo>
                    <a:pt x="1122063" y="382963"/>
                    <a:pt x="1131016" y="396392"/>
                    <a:pt x="1160858" y="408329"/>
                  </a:cubicBezTo>
                  <a:cubicBezTo>
                    <a:pt x="1168319" y="400868"/>
                    <a:pt x="1175779" y="394900"/>
                    <a:pt x="1184732" y="385947"/>
                  </a:cubicBezTo>
                  <a:cubicBezTo>
                    <a:pt x="1168319" y="374011"/>
                    <a:pt x="1153398" y="363566"/>
                    <a:pt x="1139969" y="351629"/>
                  </a:cubicBezTo>
                  <a:close/>
                  <a:moveTo>
                    <a:pt x="1944214" y="405345"/>
                  </a:moveTo>
                  <a:cubicBezTo>
                    <a:pt x="1947198" y="447124"/>
                    <a:pt x="1950182" y="485918"/>
                    <a:pt x="1954658" y="527697"/>
                  </a:cubicBezTo>
                  <a:cubicBezTo>
                    <a:pt x="1988977" y="503824"/>
                    <a:pt x="2020311" y="484426"/>
                    <a:pt x="2029264" y="441155"/>
                  </a:cubicBezTo>
                  <a:cubicBezTo>
                    <a:pt x="2003898" y="426234"/>
                    <a:pt x="1977040" y="412805"/>
                    <a:pt x="1944214" y="405345"/>
                  </a:cubicBezTo>
                  <a:close/>
                  <a:moveTo>
                    <a:pt x="1277242" y="348645"/>
                  </a:moveTo>
                  <a:cubicBezTo>
                    <a:pt x="1271274" y="350137"/>
                    <a:pt x="1265306" y="351629"/>
                    <a:pt x="1259337" y="354613"/>
                  </a:cubicBezTo>
                  <a:cubicBezTo>
                    <a:pt x="1239940" y="362074"/>
                    <a:pt x="1236956" y="369534"/>
                    <a:pt x="1242924" y="388932"/>
                  </a:cubicBezTo>
                  <a:cubicBezTo>
                    <a:pt x="1248892" y="406837"/>
                    <a:pt x="1283211" y="423250"/>
                    <a:pt x="1299624" y="417282"/>
                  </a:cubicBezTo>
                  <a:cubicBezTo>
                    <a:pt x="1307085" y="414297"/>
                    <a:pt x="1311561" y="403853"/>
                    <a:pt x="1307085" y="396392"/>
                  </a:cubicBezTo>
                  <a:cubicBezTo>
                    <a:pt x="1298132" y="381471"/>
                    <a:pt x="1289179" y="366550"/>
                    <a:pt x="1277242" y="348645"/>
                  </a:cubicBezTo>
                  <a:close/>
                  <a:moveTo>
                    <a:pt x="1081777" y="330739"/>
                  </a:moveTo>
                  <a:cubicBezTo>
                    <a:pt x="1054919" y="348645"/>
                    <a:pt x="1031045" y="362074"/>
                    <a:pt x="1011648" y="378487"/>
                  </a:cubicBezTo>
                  <a:cubicBezTo>
                    <a:pt x="990758" y="394900"/>
                    <a:pt x="974345" y="415789"/>
                    <a:pt x="956440" y="435187"/>
                  </a:cubicBezTo>
                  <a:cubicBezTo>
                    <a:pt x="1001203" y="429218"/>
                    <a:pt x="1041490" y="415789"/>
                    <a:pt x="1078792" y="390424"/>
                  </a:cubicBezTo>
                  <a:cubicBezTo>
                    <a:pt x="1095206" y="379979"/>
                    <a:pt x="1095206" y="381471"/>
                    <a:pt x="1105650" y="400868"/>
                  </a:cubicBezTo>
                  <a:cubicBezTo>
                    <a:pt x="1065363" y="450108"/>
                    <a:pt x="1044474" y="509792"/>
                    <a:pt x="1023584" y="567984"/>
                  </a:cubicBezTo>
                  <a:cubicBezTo>
                    <a:pt x="1025077" y="569476"/>
                    <a:pt x="1026569" y="570969"/>
                    <a:pt x="1028061" y="570969"/>
                  </a:cubicBezTo>
                  <a:cubicBezTo>
                    <a:pt x="1071332" y="524713"/>
                    <a:pt x="1116095" y="476966"/>
                    <a:pt x="1160858" y="429218"/>
                  </a:cubicBezTo>
                  <a:cubicBezTo>
                    <a:pt x="1125048" y="402361"/>
                    <a:pt x="1087745" y="381471"/>
                    <a:pt x="1081777" y="330739"/>
                  </a:cubicBezTo>
                  <a:close/>
                  <a:moveTo>
                    <a:pt x="1671158" y="368042"/>
                  </a:moveTo>
                  <a:cubicBezTo>
                    <a:pt x="1638332" y="363566"/>
                    <a:pt x="1593569" y="368042"/>
                    <a:pt x="1571187" y="378487"/>
                  </a:cubicBezTo>
                  <a:cubicBezTo>
                    <a:pt x="1596553" y="399376"/>
                    <a:pt x="1608490" y="430711"/>
                    <a:pt x="1632364" y="453092"/>
                  </a:cubicBezTo>
                  <a:cubicBezTo>
                    <a:pt x="1653253" y="427726"/>
                    <a:pt x="1672650" y="403853"/>
                    <a:pt x="1671158" y="368042"/>
                  </a:cubicBezTo>
                  <a:close/>
                  <a:moveTo>
                    <a:pt x="1405564" y="345661"/>
                  </a:moveTo>
                  <a:cubicBezTo>
                    <a:pt x="1387658" y="356105"/>
                    <a:pt x="1378706" y="376995"/>
                    <a:pt x="1381690" y="391916"/>
                  </a:cubicBezTo>
                  <a:cubicBezTo>
                    <a:pt x="1384674" y="402361"/>
                    <a:pt x="1389150" y="412805"/>
                    <a:pt x="1401087" y="409821"/>
                  </a:cubicBezTo>
                  <a:cubicBezTo>
                    <a:pt x="1421977" y="405345"/>
                    <a:pt x="1442866" y="397884"/>
                    <a:pt x="1463756" y="391916"/>
                  </a:cubicBezTo>
                  <a:cubicBezTo>
                    <a:pt x="1439882" y="379979"/>
                    <a:pt x="1411532" y="378487"/>
                    <a:pt x="1405564" y="345661"/>
                  </a:cubicBezTo>
                  <a:close/>
                  <a:moveTo>
                    <a:pt x="1824845" y="375503"/>
                  </a:moveTo>
                  <a:cubicBezTo>
                    <a:pt x="1824845" y="382963"/>
                    <a:pt x="1823353" y="385947"/>
                    <a:pt x="1823353" y="388932"/>
                  </a:cubicBezTo>
                  <a:cubicBezTo>
                    <a:pt x="1839766" y="421758"/>
                    <a:pt x="1854687" y="453092"/>
                    <a:pt x="1869608" y="488903"/>
                  </a:cubicBezTo>
                  <a:cubicBezTo>
                    <a:pt x="1890498" y="459061"/>
                    <a:pt x="1903927" y="427726"/>
                    <a:pt x="1921832" y="397884"/>
                  </a:cubicBezTo>
                  <a:cubicBezTo>
                    <a:pt x="1887514" y="390424"/>
                    <a:pt x="1857672" y="382963"/>
                    <a:pt x="1824845" y="375503"/>
                  </a:cubicBezTo>
                  <a:close/>
                  <a:moveTo>
                    <a:pt x="1099682" y="315818"/>
                  </a:moveTo>
                  <a:cubicBezTo>
                    <a:pt x="1098190" y="315818"/>
                    <a:pt x="1096698" y="317311"/>
                    <a:pt x="1096698" y="317311"/>
                  </a:cubicBezTo>
                  <a:cubicBezTo>
                    <a:pt x="1099682" y="330739"/>
                    <a:pt x="1104158" y="344168"/>
                    <a:pt x="1108634" y="363566"/>
                  </a:cubicBezTo>
                  <a:cubicBezTo>
                    <a:pt x="1116095" y="353121"/>
                    <a:pt x="1120571" y="347153"/>
                    <a:pt x="1123556" y="342676"/>
                  </a:cubicBezTo>
                  <a:cubicBezTo>
                    <a:pt x="1114603" y="333724"/>
                    <a:pt x="1107142" y="324771"/>
                    <a:pt x="1099682" y="315818"/>
                  </a:cubicBezTo>
                  <a:close/>
                  <a:moveTo>
                    <a:pt x="1746882" y="366737"/>
                  </a:moveTo>
                  <a:cubicBezTo>
                    <a:pt x="1728604" y="366550"/>
                    <a:pt x="1709953" y="367296"/>
                    <a:pt x="1690556" y="365058"/>
                  </a:cubicBezTo>
                  <a:cubicBezTo>
                    <a:pt x="1714429" y="399376"/>
                    <a:pt x="1732335" y="432203"/>
                    <a:pt x="1756208" y="460553"/>
                  </a:cubicBezTo>
                  <a:cubicBezTo>
                    <a:pt x="1771129" y="430711"/>
                    <a:pt x="1786050" y="402361"/>
                    <a:pt x="1800971" y="374011"/>
                  </a:cubicBezTo>
                  <a:cubicBezTo>
                    <a:pt x="1783066" y="368043"/>
                    <a:pt x="1765161" y="366923"/>
                    <a:pt x="1746882" y="366737"/>
                  </a:cubicBezTo>
                  <a:close/>
                  <a:moveTo>
                    <a:pt x="1969579" y="339692"/>
                  </a:moveTo>
                  <a:cubicBezTo>
                    <a:pt x="1969579" y="353121"/>
                    <a:pt x="1974056" y="362074"/>
                    <a:pt x="1983008" y="369534"/>
                  </a:cubicBezTo>
                  <a:cubicBezTo>
                    <a:pt x="2005390" y="388932"/>
                    <a:pt x="2027771" y="408329"/>
                    <a:pt x="2051645" y="426234"/>
                  </a:cubicBezTo>
                  <a:cubicBezTo>
                    <a:pt x="2112822" y="473982"/>
                    <a:pt x="2175490" y="518745"/>
                    <a:pt x="2227714" y="576937"/>
                  </a:cubicBezTo>
                  <a:cubicBezTo>
                    <a:pt x="2224729" y="567984"/>
                    <a:pt x="2221745" y="560524"/>
                    <a:pt x="2218761" y="551571"/>
                  </a:cubicBezTo>
                  <a:cubicBezTo>
                    <a:pt x="2194887" y="491887"/>
                    <a:pt x="2151616" y="450108"/>
                    <a:pt x="2096408" y="417282"/>
                  </a:cubicBezTo>
                  <a:cubicBezTo>
                    <a:pt x="2057614" y="393408"/>
                    <a:pt x="2018819" y="369534"/>
                    <a:pt x="1980024" y="344168"/>
                  </a:cubicBezTo>
                  <a:cubicBezTo>
                    <a:pt x="1977040" y="342676"/>
                    <a:pt x="1974056" y="341184"/>
                    <a:pt x="1969579" y="339692"/>
                  </a:cubicBezTo>
                  <a:close/>
                  <a:moveTo>
                    <a:pt x="1562235" y="300897"/>
                  </a:moveTo>
                  <a:cubicBezTo>
                    <a:pt x="1553282" y="308358"/>
                    <a:pt x="1539853" y="315818"/>
                    <a:pt x="1532392" y="327755"/>
                  </a:cubicBezTo>
                  <a:cubicBezTo>
                    <a:pt x="1527916" y="333724"/>
                    <a:pt x="1533885" y="345661"/>
                    <a:pt x="1533885" y="356105"/>
                  </a:cubicBezTo>
                  <a:cubicBezTo>
                    <a:pt x="1533885" y="360582"/>
                    <a:pt x="1533885" y="365058"/>
                    <a:pt x="1532392" y="371026"/>
                  </a:cubicBezTo>
                  <a:cubicBezTo>
                    <a:pt x="1557758" y="365058"/>
                    <a:pt x="1578648" y="359089"/>
                    <a:pt x="1599537" y="353121"/>
                  </a:cubicBezTo>
                  <a:cubicBezTo>
                    <a:pt x="1586108" y="335216"/>
                    <a:pt x="1575663" y="318803"/>
                    <a:pt x="1562235" y="300897"/>
                  </a:cubicBezTo>
                  <a:close/>
                  <a:moveTo>
                    <a:pt x="1827829" y="320295"/>
                  </a:moveTo>
                  <a:cubicBezTo>
                    <a:pt x="1818877" y="321787"/>
                    <a:pt x="1808432" y="335216"/>
                    <a:pt x="1808432" y="344168"/>
                  </a:cubicBezTo>
                  <a:cubicBezTo>
                    <a:pt x="1808432" y="354613"/>
                    <a:pt x="1815893" y="357597"/>
                    <a:pt x="1824845" y="359089"/>
                  </a:cubicBezTo>
                  <a:cubicBezTo>
                    <a:pt x="1851703" y="365058"/>
                    <a:pt x="1875577" y="371026"/>
                    <a:pt x="1905419" y="375503"/>
                  </a:cubicBezTo>
                  <a:cubicBezTo>
                    <a:pt x="1894974" y="360582"/>
                    <a:pt x="1889006" y="347153"/>
                    <a:pt x="1878561" y="338200"/>
                  </a:cubicBezTo>
                  <a:cubicBezTo>
                    <a:pt x="1865132" y="326263"/>
                    <a:pt x="1848719" y="317311"/>
                    <a:pt x="1827829" y="320295"/>
                  </a:cubicBezTo>
                  <a:close/>
                  <a:moveTo>
                    <a:pt x="1202637" y="265087"/>
                  </a:moveTo>
                  <a:cubicBezTo>
                    <a:pt x="1186224" y="282992"/>
                    <a:pt x="1174287" y="294929"/>
                    <a:pt x="1162350" y="308358"/>
                  </a:cubicBezTo>
                  <a:cubicBezTo>
                    <a:pt x="1159366" y="312834"/>
                    <a:pt x="1157874" y="320295"/>
                    <a:pt x="1157874" y="326263"/>
                  </a:cubicBezTo>
                  <a:cubicBezTo>
                    <a:pt x="1157874" y="333724"/>
                    <a:pt x="1159366" y="342676"/>
                    <a:pt x="1162350" y="350137"/>
                  </a:cubicBezTo>
                  <a:cubicBezTo>
                    <a:pt x="1163842" y="354613"/>
                    <a:pt x="1166827" y="359089"/>
                    <a:pt x="1171303" y="362074"/>
                  </a:cubicBezTo>
                  <a:cubicBezTo>
                    <a:pt x="1181748" y="368042"/>
                    <a:pt x="1192192" y="374011"/>
                    <a:pt x="1204129" y="378487"/>
                  </a:cubicBezTo>
                  <a:cubicBezTo>
                    <a:pt x="1213082" y="381471"/>
                    <a:pt x="1222034" y="378487"/>
                    <a:pt x="1225019" y="368042"/>
                  </a:cubicBezTo>
                  <a:cubicBezTo>
                    <a:pt x="1229495" y="353121"/>
                    <a:pt x="1238448" y="345661"/>
                    <a:pt x="1251877" y="341184"/>
                  </a:cubicBezTo>
                  <a:cubicBezTo>
                    <a:pt x="1254861" y="339692"/>
                    <a:pt x="1256353" y="338200"/>
                    <a:pt x="1262321" y="335216"/>
                  </a:cubicBezTo>
                  <a:cubicBezTo>
                    <a:pt x="1238448" y="315818"/>
                    <a:pt x="1207113" y="306866"/>
                    <a:pt x="1202637" y="265087"/>
                  </a:cubicBezTo>
                  <a:close/>
                  <a:moveTo>
                    <a:pt x="1705477" y="300897"/>
                  </a:moveTo>
                  <a:cubicBezTo>
                    <a:pt x="1680111" y="297913"/>
                    <a:pt x="1665190" y="312834"/>
                    <a:pt x="1669666" y="338200"/>
                  </a:cubicBezTo>
                  <a:cubicBezTo>
                    <a:pt x="1669666" y="341184"/>
                    <a:pt x="1669666" y="345661"/>
                    <a:pt x="1669666" y="350137"/>
                  </a:cubicBezTo>
                  <a:cubicBezTo>
                    <a:pt x="1698016" y="351629"/>
                    <a:pt x="1723382" y="356105"/>
                    <a:pt x="1750240" y="350137"/>
                  </a:cubicBezTo>
                  <a:cubicBezTo>
                    <a:pt x="1738303" y="333724"/>
                    <a:pt x="1727858" y="318803"/>
                    <a:pt x="1715922" y="305374"/>
                  </a:cubicBezTo>
                  <a:cubicBezTo>
                    <a:pt x="1714429" y="302389"/>
                    <a:pt x="1709953" y="300897"/>
                    <a:pt x="1705477" y="300897"/>
                  </a:cubicBezTo>
                  <a:close/>
                  <a:moveTo>
                    <a:pt x="1345879" y="268071"/>
                  </a:moveTo>
                  <a:cubicBezTo>
                    <a:pt x="1332450" y="275532"/>
                    <a:pt x="1324990" y="281500"/>
                    <a:pt x="1316037" y="285976"/>
                  </a:cubicBezTo>
                  <a:cubicBezTo>
                    <a:pt x="1289179" y="300897"/>
                    <a:pt x="1287687" y="303882"/>
                    <a:pt x="1296640" y="335216"/>
                  </a:cubicBezTo>
                  <a:cubicBezTo>
                    <a:pt x="1298132" y="339692"/>
                    <a:pt x="1296640" y="345661"/>
                    <a:pt x="1296640" y="350137"/>
                  </a:cubicBezTo>
                  <a:cubicBezTo>
                    <a:pt x="1298132" y="376995"/>
                    <a:pt x="1313053" y="388932"/>
                    <a:pt x="1339911" y="384455"/>
                  </a:cubicBezTo>
                  <a:cubicBezTo>
                    <a:pt x="1363785" y="379979"/>
                    <a:pt x="1374229" y="368042"/>
                    <a:pt x="1375721" y="338200"/>
                  </a:cubicBezTo>
                  <a:cubicBezTo>
                    <a:pt x="1350356" y="324771"/>
                    <a:pt x="1342895" y="300897"/>
                    <a:pt x="1345879" y="268071"/>
                  </a:cubicBezTo>
                  <a:close/>
                  <a:moveTo>
                    <a:pt x="1931531" y="312834"/>
                  </a:moveTo>
                  <a:cubicBezTo>
                    <a:pt x="1927055" y="310596"/>
                    <a:pt x="1921086" y="311342"/>
                    <a:pt x="1911387" y="314326"/>
                  </a:cubicBezTo>
                  <a:cubicBezTo>
                    <a:pt x="1900943" y="317311"/>
                    <a:pt x="1893482" y="321787"/>
                    <a:pt x="1890498" y="335216"/>
                  </a:cubicBezTo>
                  <a:cubicBezTo>
                    <a:pt x="1906911" y="365058"/>
                    <a:pt x="1936753" y="379979"/>
                    <a:pt x="1971071" y="393408"/>
                  </a:cubicBezTo>
                  <a:cubicBezTo>
                    <a:pt x="1960627" y="369534"/>
                    <a:pt x="1950182" y="350137"/>
                    <a:pt x="1942722" y="329247"/>
                  </a:cubicBezTo>
                  <a:cubicBezTo>
                    <a:pt x="1938992" y="320295"/>
                    <a:pt x="1936007" y="315072"/>
                    <a:pt x="1931531" y="312834"/>
                  </a:cubicBezTo>
                  <a:close/>
                  <a:moveTo>
                    <a:pt x="2279938" y="335216"/>
                  </a:moveTo>
                  <a:cubicBezTo>
                    <a:pt x="2300827" y="394900"/>
                    <a:pt x="2344098" y="439663"/>
                    <a:pt x="2381401" y="490395"/>
                  </a:cubicBezTo>
                  <a:cubicBezTo>
                    <a:pt x="2363495" y="427726"/>
                    <a:pt x="2320224" y="381471"/>
                    <a:pt x="2279938" y="335216"/>
                  </a:cubicBezTo>
                  <a:close/>
                  <a:moveTo>
                    <a:pt x="1493411" y="265460"/>
                  </a:moveTo>
                  <a:cubicBezTo>
                    <a:pt x="1488375" y="263968"/>
                    <a:pt x="1483153" y="265087"/>
                    <a:pt x="1475692" y="269563"/>
                  </a:cubicBezTo>
                  <a:cubicBezTo>
                    <a:pt x="1456295" y="281500"/>
                    <a:pt x="1436898" y="296421"/>
                    <a:pt x="1426453" y="317311"/>
                  </a:cubicBezTo>
                  <a:cubicBezTo>
                    <a:pt x="1414516" y="341184"/>
                    <a:pt x="1421977" y="362074"/>
                    <a:pt x="1441374" y="369534"/>
                  </a:cubicBezTo>
                  <a:cubicBezTo>
                    <a:pt x="1466740" y="378487"/>
                    <a:pt x="1490613" y="375503"/>
                    <a:pt x="1517471" y="371026"/>
                  </a:cubicBezTo>
                  <a:cubicBezTo>
                    <a:pt x="1515979" y="354613"/>
                    <a:pt x="1510011" y="339692"/>
                    <a:pt x="1514487" y="327755"/>
                  </a:cubicBezTo>
                  <a:cubicBezTo>
                    <a:pt x="1518964" y="317311"/>
                    <a:pt x="1532392" y="308358"/>
                    <a:pt x="1541345" y="296421"/>
                  </a:cubicBezTo>
                  <a:cubicBezTo>
                    <a:pt x="1529408" y="288961"/>
                    <a:pt x="1518964" y="284484"/>
                    <a:pt x="1510011" y="277024"/>
                  </a:cubicBezTo>
                  <a:cubicBezTo>
                    <a:pt x="1503296" y="271056"/>
                    <a:pt x="1498447" y="266952"/>
                    <a:pt x="1493411" y="265460"/>
                  </a:cubicBezTo>
                  <a:close/>
                  <a:moveTo>
                    <a:pt x="950471" y="214355"/>
                  </a:moveTo>
                  <a:cubicBezTo>
                    <a:pt x="868405" y="256134"/>
                    <a:pt x="789324" y="302389"/>
                    <a:pt x="723671" y="368042"/>
                  </a:cubicBezTo>
                  <a:cubicBezTo>
                    <a:pt x="726655" y="371026"/>
                    <a:pt x="729640" y="374011"/>
                    <a:pt x="734116" y="376995"/>
                  </a:cubicBezTo>
                  <a:cubicBezTo>
                    <a:pt x="749037" y="385947"/>
                    <a:pt x="765450" y="393408"/>
                    <a:pt x="780371" y="402361"/>
                  </a:cubicBezTo>
                  <a:cubicBezTo>
                    <a:pt x="813198" y="423250"/>
                    <a:pt x="847516" y="441155"/>
                    <a:pt x="847516" y="487411"/>
                  </a:cubicBezTo>
                  <a:cubicBezTo>
                    <a:pt x="847516" y="488903"/>
                    <a:pt x="849008" y="490395"/>
                    <a:pt x="851992" y="491887"/>
                  </a:cubicBezTo>
                  <a:cubicBezTo>
                    <a:pt x="857961" y="491887"/>
                    <a:pt x="868405" y="488903"/>
                    <a:pt x="877358" y="485918"/>
                  </a:cubicBezTo>
                  <a:cubicBezTo>
                    <a:pt x="875866" y="453092"/>
                    <a:pt x="875866" y="424742"/>
                    <a:pt x="874374" y="396392"/>
                  </a:cubicBezTo>
                  <a:cubicBezTo>
                    <a:pt x="872882" y="378487"/>
                    <a:pt x="877358" y="362074"/>
                    <a:pt x="883327" y="345661"/>
                  </a:cubicBezTo>
                  <a:cubicBezTo>
                    <a:pt x="898248" y="302389"/>
                    <a:pt x="920629" y="263595"/>
                    <a:pt x="945995" y="226292"/>
                  </a:cubicBezTo>
                  <a:cubicBezTo>
                    <a:pt x="948979" y="223308"/>
                    <a:pt x="948979" y="218832"/>
                    <a:pt x="950471" y="214355"/>
                  </a:cubicBezTo>
                  <a:close/>
                  <a:moveTo>
                    <a:pt x="1138477" y="227784"/>
                  </a:moveTo>
                  <a:cubicBezTo>
                    <a:pt x="1104158" y="250166"/>
                    <a:pt x="1102666" y="308358"/>
                    <a:pt x="1138477" y="329247"/>
                  </a:cubicBezTo>
                  <a:cubicBezTo>
                    <a:pt x="1144445" y="315818"/>
                    <a:pt x="1148921" y="303882"/>
                    <a:pt x="1156382" y="293437"/>
                  </a:cubicBezTo>
                  <a:cubicBezTo>
                    <a:pt x="1163842" y="282992"/>
                    <a:pt x="1172795" y="274039"/>
                    <a:pt x="1180256" y="265087"/>
                  </a:cubicBezTo>
                  <a:cubicBezTo>
                    <a:pt x="1165335" y="251658"/>
                    <a:pt x="1151906" y="239721"/>
                    <a:pt x="1138477" y="227784"/>
                  </a:cubicBezTo>
                  <a:close/>
                  <a:moveTo>
                    <a:pt x="1965103" y="285976"/>
                  </a:moveTo>
                  <a:cubicBezTo>
                    <a:pt x="1963611" y="285976"/>
                    <a:pt x="1960627" y="285976"/>
                    <a:pt x="1956150" y="285976"/>
                  </a:cubicBezTo>
                  <a:cubicBezTo>
                    <a:pt x="1956150" y="294929"/>
                    <a:pt x="1956150" y="303882"/>
                    <a:pt x="1956150" y="314326"/>
                  </a:cubicBezTo>
                  <a:cubicBezTo>
                    <a:pt x="1980024" y="330739"/>
                    <a:pt x="2003898" y="347153"/>
                    <a:pt x="2029264" y="362074"/>
                  </a:cubicBezTo>
                  <a:cubicBezTo>
                    <a:pt x="2071043" y="388932"/>
                    <a:pt x="2111330" y="414297"/>
                    <a:pt x="2153109" y="441155"/>
                  </a:cubicBezTo>
                  <a:cubicBezTo>
                    <a:pt x="2162061" y="447124"/>
                    <a:pt x="2169522" y="453092"/>
                    <a:pt x="2175490" y="460553"/>
                  </a:cubicBezTo>
                  <a:cubicBezTo>
                    <a:pt x="2188919" y="476966"/>
                    <a:pt x="2200856" y="493379"/>
                    <a:pt x="2211301" y="511284"/>
                  </a:cubicBezTo>
                  <a:cubicBezTo>
                    <a:pt x="2232190" y="548587"/>
                    <a:pt x="2253080" y="584397"/>
                    <a:pt x="2251587" y="630653"/>
                  </a:cubicBezTo>
                  <a:cubicBezTo>
                    <a:pt x="2251587" y="642590"/>
                    <a:pt x="2257556" y="656018"/>
                    <a:pt x="2262032" y="669447"/>
                  </a:cubicBezTo>
                  <a:cubicBezTo>
                    <a:pt x="2275461" y="699290"/>
                    <a:pt x="2287398" y="726148"/>
                    <a:pt x="2300827" y="758974"/>
                  </a:cubicBezTo>
                  <a:cubicBezTo>
                    <a:pt x="2302319" y="751513"/>
                    <a:pt x="2305303" y="747037"/>
                    <a:pt x="2305303" y="741069"/>
                  </a:cubicBezTo>
                  <a:cubicBezTo>
                    <a:pt x="2311272" y="697797"/>
                    <a:pt x="2308287" y="654526"/>
                    <a:pt x="2291874" y="612747"/>
                  </a:cubicBezTo>
                  <a:cubicBezTo>
                    <a:pt x="2265016" y="541126"/>
                    <a:pt x="2223237" y="478458"/>
                    <a:pt x="2175490" y="418774"/>
                  </a:cubicBezTo>
                  <a:cubicBezTo>
                    <a:pt x="2172506" y="415789"/>
                    <a:pt x="2169522" y="412805"/>
                    <a:pt x="2166537" y="409821"/>
                  </a:cubicBezTo>
                  <a:cubicBezTo>
                    <a:pt x="2106853" y="356105"/>
                    <a:pt x="2039708" y="314326"/>
                    <a:pt x="1965103" y="285976"/>
                  </a:cubicBezTo>
                  <a:close/>
                  <a:moveTo>
                    <a:pt x="1289179" y="221816"/>
                  </a:moveTo>
                  <a:cubicBezTo>
                    <a:pt x="1260829" y="229276"/>
                    <a:pt x="1236956" y="236737"/>
                    <a:pt x="1226511" y="263595"/>
                  </a:cubicBezTo>
                  <a:cubicBezTo>
                    <a:pt x="1219050" y="280008"/>
                    <a:pt x="1220542" y="290453"/>
                    <a:pt x="1233971" y="300897"/>
                  </a:cubicBezTo>
                  <a:cubicBezTo>
                    <a:pt x="1245908" y="309850"/>
                    <a:pt x="1259337" y="315818"/>
                    <a:pt x="1275750" y="324771"/>
                  </a:cubicBezTo>
                  <a:cubicBezTo>
                    <a:pt x="1271274" y="291945"/>
                    <a:pt x="1296640" y="282992"/>
                    <a:pt x="1316037" y="268071"/>
                  </a:cubicBezTo>
                  <a:cubicBezTo>
                    <a:pt x="1302608" y="256134"/>
                    <a:pt x="1286195" y="245689"/>
                    <a:pt x="1289179" y="221816"/>
                  </a:cubicBezTo>
                  <a:close/>
                  <a:moveTo>
                    <a:pt x="1653626" y="241400"/>
                  </a:moveTo>
                  <a:cubicBezTo>
                    <a:pt x="1650269" y="239348"/>
                    <a:pt x="1645793" y="239721"/>
                    <a:pt x="1639824" y="242705"/>
                  </a:cubicBezTo>
                  <a:cubicBezTo>
                    <a:pt x="1626395" y="247182"/>
                    <a:pt x="1614458" y="254642"/>
                    <a:pt x="1604014" y="263595"/>
                  </a:cubicBezTo>
                  <a:cubicBezTo>
                    <a:pt x="1572679" y="288961"/>
                    <a:pt x="1580140" y="327755"/>
                    <a:pt x="1617442" y="342676"/>
                  </a:cubicBezTo>
                  <a:cubicBezTo>
                    <a:pt x="1632364" y="348645"/>
                    <a:pt x="1648777" y="339692"/>
                    <a:pt x="1653253" y="324771"/>
                  </a:cubicBezTo>
                  <a:cubicBezTo>
                    <a:pt x="1656237" y="311342"/>
                    <a:pt x="1662206" y="299405"/>
                    <a:pt x="1668174" y="282992"/>
                  </a:cubicBezTo>
                  <a:cubicBezTo>
                    <a:pt x="1666682" y="275532"/>
                    <a:pt x="1663698" y="265087"/>
                    <a:pt x="1660714" y="254642"/>
                  </a:cubicBezTo>
                  <a:cubicBezTo>
                    <a:pt x="1659222" y="247928"/>
                    <a:pt x="1656983" y="243451"/>
                    <a:pt x="1653626" y="241400"/>
                  </a:cubicBezTo>
                  <a:close/>
                  <a:moveTo>
                    <a:pt x="1414516" y="221816"/>
                  </a:moveTo>
                  <a:cubicBezTo>
                    <a:pt x="1396611" y="215847"/>
                    <a:pt x="1386166" y="223308"/>
                    <a:pt x="1375721" y="233753"/>
                  </a:cubicBezTo>
                  <a:cubicBezTo>
                    <a:pt x="1360800" y="248674"/>
                    <a:pt x="1356324" y="293437"/>
                    <a:pt x="1366769" y="311342"/>
                  </a:cubicBezTo>
                  <a:cubicBezTo>
                    <a:pt x="1372737" y="321787"/>
                    <a:pt x="1381690" y="324771"/>
                    <a:pt x="1393627" y="324771"/>
                  </a:cubicBezTo>
                  <a:cubicBezTo>
                    <a:pt x="1404071" y="324771"/>
                    <a:pt x="1410040" y="321787"/>
                    <a:pt x="1414516" y="311342"/>
                  </a:cubicBezTo>
                  <a:cubicBezTo>
                    <a:pt x="1417500" y="302389"/>
                    <a:pt x="1426453" y="296421"/>
                    <a:pt x="1433914" y="288961"/>
                  </a:cubicBezTo>
                  <a:cubicBezTo>
                    <a:pt x="1439882" y="282992"/>
                    <a:pt x="1444358" y="277024"/>
                    <a:pt x="1450327" y="272547"/>
                  </a:cubicBezTo>
                  <a:cubicBezTo>
                    <a:pt x="1423469" y="253150"/>
                    <a:pt x="1423469" y="253150"/>
                    <a:pt x="1414516" y="221816"/>
                  </a:cubicBezTo>
                  <a:close/>
                  <a:moveTo>
                    <a:pt x="1092221" y="190482"/>
                  </a:moveTo>
                  <a:cubicBezTo>
                    <a:pt x="1077300" y="190482"/>
                    <a:pt x="1062379" y="190482"/>
                    <a:pt x="1042982" y="190482"/>
                  </a:cubicBezTo>
                  <a:cubicBezTo>
                    <a:pt x="1054919" y="211371"/>
                    <a:pt x="1065363" y="229276"/>
                    <a:pt x="1077300" y="250166"/>
                  </a:cubicBezTo>
                  <a:cubicBezTo>
                    <a:pt x="1032537" y="262103"/>
                    <a:pt x="990758" y="271055"/>
                    <a:pt x="951963" y="299405"/>
                  </a:cubicBezTo>
                  <a:cubicBezTo>
                    <a:pt x="996727" y="311342"/>
                    <a:pt x="1037013" y="323279"/>
                    <a:pt x="1074316" y="314326"/>
                  </a:cubicBezTo>
                  <a:cubicBezTo>
                    <a:pt x="1080284" y="271055"/>
                    <a:pt x="1086253" y="232261"/>
                    <a:pt x="1092221" y="190482"/>
                  </a:cubicBezTo>
                  <a:close/>
                  <a:moveTo>
                    <a:pt x="1797987" y="247182"/>
                  </a:moveTo>
                  <a:cubicBezTo>
                    <a:pt x="1780082" y="253150"/>
                    <a:pt x="1765161" y="254642"/>
                    <a:pt x="1751732" y="262103"/>
                  </a:cubicBezTo>
                  <a:cubicBezTo>
                    <a:pt x="1729350" y="274039"/>
                    <a:pt x="1723382" y="303882"/>
                    <a:pt x="1739795" y="321787"/>
                  </a:cubicBezTo>
                  <a:cubicBezTo>
                    <a:pt x="1754716" y="336708"/>
                    <a:pt x="1771129" y="347153"/>
                    <a:pt x="1793511" y="345661"/>
                  </a:cubicBezTo>
                  <a:cubicBezTo>
                    <a:pt x="1802464" y="329247"/>
                    <a:pt x="1805448" y="309850"/>
                    <a:pt x="1829321" y="308358"/>
                  </a:cubicBezTo>
                  <a:cubicBezTo>
                    <a:pt x="1811416" y="290453"/>
                    <a:pt x="1797987" y="275532"/>
                    <a:pt x="1797987" y="247182"/>
                  </a:cubicBezTo>
                  <a:close/>
                  <a:moveTo>
                    <a:pt x="1975548" y="253150"/>
                  </a:moveTo>
                  <a:cubicBezTo>
                    <a:pt x="1974056" y="253150"/>
                    <a:pt x="1972564" y="253150"/>
                    <a:pt x="1969579" y="253150"/>
                  </a:cubicBezTo>
                  <a:cubicBezTo>
                    <a:pt x="1966595" y="256134"/>
                    <a:pt x="1965103" y="262103"/>
                    <a:pt x="1962119" y="268071"/>
                  </a:cubicBezTo>
                  <a:cubicBezTo>
                    <a:pt x="1975548" y="274039"/>
                    <a:pt x="1988977" y="280008"/>
                    <a:pt x="2000914" y="285976"/>
                  </a:cubicBezTo>
                  <a:cubicBezTo>
                    <a:pt x="2032248" y="300897"/>
                    <a:pt x="2063582" y="311342"/>
                    <a:pt x="2091932" y="333724"/>
                  </a:cubicBezTo>
                  <a:cubicBezTo>
                    <a:pt x="2109837" y="347153"/>
                    <a:pt x="2127743" y="360582"/>
                    <a:pt x="2145648" y="374011"/>
                  </a:cubicBezTo>
                  <a:cubicBezTo>
                    <a:pt x="2166537" y="391916"/>
                    <a:pt x="2187427" y="408329"/>
                    <a:pt x="2203840" y="429218"/>
                  </a:cubicBezTo>
                  <a:cubicBezTo>
                    <a:pt x="2227714" y="462045"/>
                    <a:pt x="2250095" y="496363"/>
                    <a:pt x="2270985" y="532174"/>
                  </a:cubicBezTo>
                  <a:cubicBezTo>
                    <a:pt x="2299335" y="581413"/>
                    <a:pt x="2321716" y="630653"/>
                    <a:pt x="2324701" y="690337"/>
                  </a:cubicBezTo>
                  <a:cubicBezTo>
                    <a:pt x="2326193" y="727640"/>
                    <a:pt x="2321716" y="763450"/>
                    <a:pt x="2308287" y="797769"/>
                  </a:cubicBezTo>
                  <a:cubicBezTo>
                    <a:pt x="2300827" y="815674"/>
                    <a:pt x="2302319" y="832087"/>
                    <a:pt x="2300827" y="849992"/>
                  </a:cubicBezTo>
                  <a:cubicBezTo>
                    <a:pt x="2315748" y="851484"/>
                    <a:pt x="2324701" y="844024"/>
                    <a:pt x="2329177" y="832087"/>
                  </a:cubicBezTo>
                  <a:cubicBezTo>
                    <a:pt x="2336637" y="817166"/>
                    <a:pt x="2342606" y="802245"/>
                    <a:pt x="2348574" y="785832"/>
                  </a:cubicBezTo>
                  <a:cubicBezTo>
                    <a:pt x="2362003" y="741069"/>
                    <a:pt x="2367972" y="693321"/>
                    <a:pt x="2356035" y="648558"/>
                  </a:cubicBezTo>
                  <a:cubicBezTo>
                    <a:pt x="2336637" y="579921"/>
                    <a:pt x="2305303" y="518745"/>
                    <a:pt x="2263524" y="460553"/>
                  </a:cubicBezTo>
                  <a:cubicBezTo>
                    <a:pt x="2232190" y="415789"/>
                    <a:pt x="2197872" y="372518"/>
                    <a:pt x="2160569" y="332232"/>
                  </a:cubicBezTo>
                  <a:cubicBezTo>
                    <a:pt x="2132219" y="302389"/>
                    <a:pt x="2097900" y="284484"/>
                    <a:pt x="2057614" y="275532"/>
                  </a:cubicBezTo>
                  <a:cubicBezTo>
                    <a:pt x="2030756" y="269563"/>
                    <a:pt x="2003898" y="260610"/>
                    <a:pt x="1975548" y="253150"/>
                  </a:cubicBezTo>
                  <a:close/>
                  <a:moveTo>
                    <a:pt x="1875577" y="233753"/>
                  </a:moveTo>
                  <a:cubicBezTo>
                    <a:pt x="1863640" y="233753"/>
                    <a:pt x="1853195" y="233753"/>
                    <a:pt x="1844242" y="233753"/>
                  </a:cubicBezTo>
                  <a:cubicBezTo>
                    <a:pt x="1841258" y="233753"/>
                    <a:pt x="1838274" y="233753"/>
                    <a:pt x="1833798" y="235245"/>
                  </a:cubicBezTo>
                  <a:cubicBezTo>
                    <a:pt x="1817385" y="239721"/>
                    <a:pt x="1808432" y="263595"/>
                    <a:pt x="1818877" y="277024"/>
                  </a:cubicBezTo>
                  <a:cubicBezTo>
                    <a:pt x="1833798" y="294929"/>
                    <a:pt x="1850211" y="309850"/>
                    <a:pt x="1872593" y="318803"/>
                  </a:cubicBezTo>
                  <a:cubicBezTo>
                    <a:pt x="1881545" y="312834"/>
                    <a:pt x="1890498" y="306866"/>
                    <a:pt x="1902435" y="297913"/>
                  </a:cubicBezTo>
                  <a:cubicBezTo>
                    <a:pt x="1878561" y="281500"/>
                    <a:pt x="1878561" y="257626"/>
                    <a:pt x="1875577" y="233753"/>
                  </a:cubicBezTo>
                  <a:close/>
                  <a:moveTo>
                    <a:pt x="1196669" y="177053"/>
                  </a:moveTo>
                  <a:cubicBezTo>
                    <a:pt x="1190700" y="180037"/>
                    <a:pt x="1183240" y="181529"/>
                    <a:pt x="1177271" y="186005"/>
                  </a:cubicBezTo>
                  <a:cubicBezTo>
                    <a:pt x="1163842" y="194958"/>
                    <a:pt x="1154890" y="223308"/>
                    <a:pt x="1160858" y="233753"/>
                  </a:cubicBezTo>
                  <a:cubicBezTo>
                    <a:pt x="1168319" y="245689"/>
                    <a:pt x="1199653" y="259118"/>
                    <a:pt x="1211590" y="251658"/>
                  </a:cubicBezTo>
                  <a:cubicBezTo>
                    <a:pt x="1225019" y="242705"/>
                    <a:pt x="1236956" y="229276"/>
                    <a:pt x="1250385" y="217339"/>
                  </a:cubicBezTo>
                  <a:cubicBezTo>
                    <a:pt x="1217558" y="206895"/>
                    <a:pt x="1216066" y="205403"/>
                    <a:pt x="1196669" y="177053"/>
                  </a:cubicBezTo>
                  <a:close/>
                  <a:moveTo>
                    <a:pt x="1128032" y="166608"/>
                  </a:moveTo>
                  <a:cubicBezTo>
                    <a:pt x="1113111" y="183021"/>
                    <a:pt x="1102666" y="215847"/>
                    <a:pt x="1105650" y="232261"/>
                  </a:cubicBezTo>
                  <a:cubicBezTo>
                    <a:pt x="1117587" y="226292"/>
                    <a:pt x="1129524" y="220324"/>
                    <a:pt x="1139969" y="212863"/>
                  </a:cubicBezTo>
                  <a:cubicBezTo>
                    <a:pt x="1151906" y="205403"/>
                    <a:pt x="1153398" y="194958"/>
                    <a:pt x="1144445" y="184513"/>
                  </a:cubicBezTo>
                  <a:cubicBezTo>
                    <a:pt x="1139969" y="178545"/>
                    <a:pt x="1134000" y="172576"/>
                    <a:pt x="1128032" y="166608"/>
                  </a:cubicBezTo>
                  <a:close/>
                  <a:moveTo>
                    <a:pt x="1701000" y="211371"/>
                  </a:moveTo>
                  <a:cubicBezTo>
                    <a:pt x="1687571" y="209879"/>
                    <a:pt x="1677127" y="214355"/>
                    <a:pt x="1675635" y="227784"/>
                  </a:cubicBezTo>
                  <a:cubicBezTo>
                    <a:pt x="1674143" y="239721"/>
                    <a:pt x="1674143" y="254642"/>
                    <a:pt x="1678619" y="266579"/>
                  </a:cubicBezTo>
                  <a:cubicBezTo>
                    <a:pt x="1684587" y="284484"/>
                    <a:pt x="1711445" y="284484"/>
                    <a:pt x="1721890" y="271055"/>
                  </a:cubicBezTo>
                  <a:cubicBezTo>
                    <a:pt x="1729350" y="260610"/>
                    <a:pt x="1739795" y="251658"/>
                    <a:pt x="1747256" y="242705"/>
                  </a:cubicBezTo>
                  <a:cubicBezTo>
                    <a:pt x="1742779" y="233753"/>
                    <a:pt x="1735319" y="226292"/>
                    <a:pt x="1727858" y="214355"/>
                  </a:cubicBezTo>
                  <a:cubicBezTo>
                    <a:pt x="1718906" y="212863"/>
                    <a:pt x="1709953" y="212863"/>
                    <a:pt x="1701000" y="211371"/>
                  </a:cubicBezTo>
                  <a:close/>
                  <a:moveTo>
                    <a:pt x="1574171" y="197942"/>
                  </a:moveTo>
                  <a:cubicBezTo>
                    <a:pt x="1560742" y="199434"/>
                    <a:pt x="1548806" y="199434"/>
                    <a:pt x="1538361" y="202418"/>
                  </a:cubicBezTo>
                  <a:cubicBezTo>
                    <a:pt x="1518964" y="206895"/>
                    <a:pt x="1512995" y="215847"/>
                    <a:pt x="1512995" y="233753"/>
                  </a:cubicBezTo>
                  <a:cubicBezTo>
                    <a:pt x="1512995" y="260610"/>
                    <a:pt x="1518964" y="275532"/>
                    <a:pt x="1538361" y="280008"/>
                  </a:cubicBezTo>
                  <a:cubicBezTo>
                    <a:pt x="1548806" y="282992"/>
                    <a:pt x="1563727" y="282992"/>
                    <a:pt x="1571187" y="278516"/>
                  </a:cubicBezTo>
                  <a:cubicBezTo>
                    <a:pt x="1583124" y="269563"/>
                    <a:pt x="1590585" y="256134"/>
                    <a:pt x="1604014" y="241213"/>
                  </a:cubicBezTo>
                  <a:cubicBezTo>
                    <a:pt x="1581632" y="235245"/>
                    <a:pt x="1575663" y="217339"/>
                    <a:pt x="1574171" y="197942"/>
                  </a:cubicBezTo>
                  <a:close/>
                  <a:moveTo>
                    <a:pt x="1918848" y="217339"/>
                  </a:moveTo>
                  <a:cubicBezTo>
                    <a:pt x="1905419" y="214355"/>
                    <a:pt x="1893482" y="223308"/>
                    <a:pt x="1890498" y="232261"/>
                  </a:cubicBezTo>
                  <a:cubicBezTo>
                    <a:pt x="1884529" y="251658"/>
                    <a:pt x="1896466" y="280008"/>
                    <a:pt x="1914372" y="288961"/>
                  </a:cubicBezTo>
                  <a:cubicBezTo>
                    <a:pt x="1929293" y="296421"/>
                    <a:pt x="1933769" y="294929"/>
                    <a:pt x="1938245" y="278516"/>
                  </a:cubicBezTo>
                  <a:cubicBezTo>
                    <a:pt x="1944214" y="263595"/>
                    <a:pt x="1948690" y="248674"/>
                    <a:pt x="1953166" y="230768"/>
                  </a:cubicBezTo>
                  <a:cubicBezTo>
                    <a:pt x="1942722" y="226292"/>
                    <a:pt x="1930785" y="220324"/>
                    <a:pt x="1918848" y="217339"/>
                  </a:cubicBezTo>
                  <a:close/>
                  <a:moveTo>
                    <a:pt x="1342895" y="165116"/>
                  </a:moveTo>
                  <a:cubicBezTo>
                    <a:pt x="1319021" y="174068"/>
                    <a:pt x="1298132" y="208387"/>
                    <a:pt x="1304100" y="233753"/>
                  </a:cubicBezTo>
                  <a:cubicBezTo>
                    <a:pt x="1305592" y="241213"/>
                    <a:pt x="1316037" y="248674"/>
                    <a:pt x="1324990" y="253150"/>
                  </a:cubicBezTo>
                  <a:cubicBezTo>
                    <a:pt x="1332450" y="256134"/>
                    <a:pt x="1341403" y="257626"/>
                    <a:pt x="1347371" y="248674"/>
                  </a:cubicBezTo>
                  <a:cubicBezTo>
                    <a:pt x="1357816" y="233753"/>
                    <a:pt x="1369753" y="218832"/>
                    <a:pt x="1380198" y="205403"/>
                  </a:cubicBezTo>
                  <a:cubicBezTo>
                    <a:pt x="1368261" y="193466"/>
                    <a:pt x="1356324" y="180037"/>
                    <a:pt x="1342895" y="165116"/>
                  </a:cubicBezTo>
                  <a:close/>
                  <a:moveTo>
                    <a:pt x="2032248" y="212117"/>
                  </a:moveTo>
                  <a:cubicBezTo>
                    <a:pt x="2028517" y="211371"/>
                    <a:pt x="2024787" y="211371"/>
                    <a:pt x="2021803" y="212863"/>
                  </a:cubicBezTo>
                  <a:cubicBezTo>
                    <a:pt x="2008374" y="218832"/>
                    <a:pt x="1996437" y="227784"/>
                    <a:pt x="1983008" y="235245"/>
                  </a:cubicBezTo>
                  <a:cubicBezTo>
                    <a:pt x="1984501" y="236737"/>
                    <a:pt x="1984501" y="238229"/>
                    <a:pt x="1984501" y="241213"/>
                  </a:cubicBezTo>
                  <a:cubicBezTo>
                    <a:pt x="2006882" y="245689"/>
                    <a:pt x="2027771" y="251658"/>
                    <a:pt x="2050153" y="256134"/>
                  </a:cubicBezTo>
                  <a:cubicBezTo>
                    <a:pt x="2085964" y="265087"/>
                    <a:pt x="2121774" y="277024"/>
                    <a:pt x="2148632" y="305374"/>
                  </a:cubicBezTo>
                  <a:cubicBezTo>
                    <a:pt x="2176982" y="335216"/>
                    <a:pt x="2208316" y="365058"/>
                    <a:pt x="2233682" y="399376"/>
                  </a:cubicBezTo>
                  <a:cubicBezTo>
                    <a:pt x="2287398" y="469505"/>
                    <a:pt x="2333653" y="542618"/>
                    <a:pt x="2362003" y="627668"/>
                  </a:cubicBezTo>
                  <a:cubicBezTo>
                    <a:pt x="2366479" y="641097"/>
                    <a:pt x="2372448" y="654526"/>
                    <a:pt x="2373940" y="667955"/>
                  </a:cubicBezTo>
                  <a:cubicBezTo>
                    <a:pt x="2376924" y="705258"/>
                    <a:pt x="2375432" y="741069"/>
                    <a:pt x="2364987" y="776879"/>
                  </a:cubicBezTo>
                  <a:cubicBezTo>
                    <a:pt x="2359019" y="794784"/>
                    <a:pt x="2354543" y="812690"/>
                    <a:pt x="2347082" y="835071"/>
                  </a:cubicBezTo>
                  <a:cubicBezTo>
                    <a:pt x="2353051" y="830595"/>
                    <a:pt x="2356035" y="827611"/>
                    <a:pt x="2359019" y="824626"/>
                  </a:cubicBezTo>
                  <a:cubicBezTo>
                    <a:pt x="2388861" y="793292"/>
                    <a:pt x="2400798" y="754497"/>
                    <a:pt x="2405274" y="712719"/>
                  </a:cubicBezTo>
                  <a:cubicBezTo>
                    <a:pt x="2406766" y="702274"/>
                    <a:pt x="2408258" y="690337"/>
                    <a:pt x="2396322" y="681384"/>
                  </a:cubicBezTo>
                  <a:cubicBezTo>
                    <a:pt x="2393337" y="678400"/>
                    <a:pt x="2391845" y="670940"/>
                    <a:pt x="2390353" y="664971"/>
                  </a:cubicBezTo>
                  <a:cubicBezTo>
                    <a:pt x="2388861" y="657511"/>
                    <a:pt x="2388861" y="650050"/>
                    <a:pt x="2387369" y="642590"/>
                  </a:cubicBezTo>
                  <a:cubicBezTo>
                    <a:pt x="2373940" y="594842"/>
                    <a:pt x="2354543" y="550079"/>
                    <a:pt x="2324701" y="509792"/>
                  </a:cubicBezTo>
                  <a:cubicBezTo>
                    <a:pt x="2312764" y="493379"/>
                    <a:pt x="2303811" y="475474"/>
                    <a:pt x="2293366" y="459061"/>
                  </a:cubicBezTo>
                  <a:cubicBezTo>
                    <a:pt x="2266508" y="417282"/>
                    <a:pt x="2238159" y="375503"/>
                    <a:pt x="2211301" y="333724"/>
                  </a:cubicBezTo>
                  <a:cubicBezTo>
                    <a:pt x="2206824" y="326263"/>
                    <a:pt x="2200856" y="320295"/>
                    <a:pt x="2194887" y="315818"/>
                  </a:cubicBezTo>
                  <a:cubicBezTo>
                    <a:pt x="2148632" y="274039"/>
                    <a:pt x="2093424" y="247182"/>
                    <a:pt x="2042693" y="215847"/>
                  </a:cubicBezTo>
                  <a:cubicBezTo>
                    <a:pt x="2039709" y="214355"/>
                    <a:pt x="2035978" y="212863"/>
                    <a:pt x="2032248" y="212117"/>
                  </a:cubicBezTo>
                  <a:close/>
                  <a:moveTo>
                    <a:pt x="1126540" y="130797"/>
                  </a:moveTo>
                  <a:cubicBezTo>
                    <a:pt x="1117587" y="130797"/>
                    <a:pt x="1108634" y="130797"/>
                    <a:pt x="1096698" y="130797"/>
                  </a:cubicBezTo>
                  <a:cubicBezTo>
                    <a:pt x="1099682" y="142734"/>
                    <a:pt x="1102666" y="153179"/>
                    <a:pt x="1107142" y="165116"/>
                  </a:cubicBezTo>
                  <a:cubicBezTo>
                    <a:pt x="1116095" y="153179"/>
                    <a:pt x="1128032" y="147210"/>
                    <a:pt x="1126540" y="130797"/>
                  </a:cubicBezTo>
                  <a:close/>
                  <a:moveTo>
                    <a:pt x="2109651" y="207081"/>
                  </a:moveTo>
                  <a:cubicBezTo>
                    <a:pt x="2095289" y="203538"/>
                    <a:pt x="2079249" y="203165"/>
                    <a:pt x="2060598" y="206895"/>
                  </a:cubicBezTo>
                  <a:cubicBezTo>
                    <a:pt x="2074027" y="217339"/>
                    <a:pt x="2084472" y="224800"/>
                    <a:pt x="2094916" y="229276"/>
                  </a:cubicBezTo>
                  <a:cubicBezTo>
                    <a:pt x="2133711" y="250166"/>
                    <a:pt x="2169522" y="271055"/>
                    <a:pt x="2202348" y="300897"/>
                  </a:cubicBezTo>
                  <a:cubicBezTo>
                    <a:pt x="2229206" y="324771"/>
                    <a:pt x="2248603" y="353121"/>
                    <a:pt x="2266508" y="382963"/>
                  </a:cubicBezTo>
                  <a:cubicBezTo>
                    <a:pt x="2285906" y="414297"/>
                    <a:pt x="2303811" y="447124"/>
                    <a:pt x="2323208" y="476966"/>
                  </a:cubicBezTo>
                  <a:cubicBezTo>
                    <a:pt x="2356035" y="527697"/>
                    <a:pt x="2388861" y="578429"/>
                    <a:pt x="2403782" y="636621"/>
                  </a:cubicBezTo>
                  <a:cubicBezTo>
                    <a:pt x="2403782" y="638113"/>
                    <a:pt x="2406766" y="638113"/>
                    <a:pt x="2409751" y="638113"/>
                  </a:cubicBezTo>
                  <a:cubicBezTo>
                    <a:pt x="2411243" y="632145"/>
                    <a:pt x="2411243" y="627668"/>
                    <a:pt x="2411243" y="621700"/>
                  </a:cubicBezTo>
                  <a:cubicBezTo>
                    <a:pt x="2411243" y="599319"/>
                    <a:pt x="2405274" y="579921"/>
                    <a:pt x="2397814" y="559032"/>
                  </a:cubicBezTo>
                  <a:cubicBezTo>
                    <a:pt x="2379909" y="517253"/>
                    <a:pt x="2357527" y="478458"/>
                    <a:pt x="2329177" y="442647"/>
                  </a:cubicBezTo>
                  <a:cubicBezTo>
                    <a:pt x="2311272" y="418774"/>
                    <a:pt x="2293366" y="393408"/>
                    <a:pt x="2279938" y="368042"/>
                  </a:cubicBezTo>
                  <a:cubicBezTo>
                    <a:pt x="2262032" y="333724"/>
                    <a:pt x="2239650" y="305374"/>
                    <a:pt x="2211301" y="280008"/>
                  </a:cubicBezTo>
                  <a:cubicBezTo>
                    <a:pt x="2190411" y="262103"/>
                    <a:pt x="2171014" y="242705"/>
                    <a:pt x="2148632" y="226292"/>
                  </a:cubicBezTo>
                  <a:cubicBezTo>
                    <a:pt x="2136695" y="217340"/>
                    <a:pt x="2124012" y="210625"/>
                    <a:pt x="2109651" y="207081"/>
                  </a:cubicBezTo>
                  <a:close/>
                  <a:moveTo>
                    <a:pt x="1501058" y="154671"/>
                  </a:moveTo>
                  <a:cubicBezTo>
                    <a:pt x="1492106" y="157655"/>
                    <a:pt x="1481661" y="157655"/>
                    <a:pt x="1472708" y="162132"/>
                  </a:cubicBezTo>
                  <a:cubicBezTo>
                    <a:pt x="1460771" y="168100"/>
                    <a:pt x="1448834" y="174068"/>
                    <a:pt x="1439882" y="184513"/>
                  </a:cubicBezTo>
                  <a:cubicBezTo>
                    <a:pt x="1435406" y="188989"/>
                    <a:pt x="1436898" y="199434"/>
                    <a:pt x="1436898" y="206895"/>
                  </a:cubicBezTo>
                  <a:cubicBezTo>
                    <a:pt x="1436898" y="209879"/>
                    <a:pt x="1433914" y="212863"/>
                    <a:pt x="1433914" y="215847"/>
                  </a:cubicBezTo>
                  <a:cubicBezTo>
                    <a:pt x="1427945" y="239721"/>
                    <a:pt x="1444358" y="260610"/>
                    <a:pt x="1468232" y="256134"/>
                  </a:cubicBezTo>
                  <a:cubicBezTo>
                    <a:pt x="1477185" y="254642"/>
                    <a:pt x="1486137" y="250166"/>
                    <a:pt x="1496582" y="247182"/>
                  </a:cubicBezTo>
                  <a:cubicBezTo>
                    <a:pt x="1493598" y="220324"/>
                    <a:pt x="1501058" y="199434"/>
                    <a:pt x="1527916" y="190482"/>
                  </a:cubicBezTo>
                  <a:cubicBezTo>
                    <a:pt x="1518964" y="178545"/>
                    <a:pt x="1510011" y="168100"/>
                    <a:pt x="1501058" y="154671"/>
                  </a:cubicBezTo>
                  <a:close/>
                  <a:moveTo>
                    <a:pt x="1266798" y="126321"/>
                  </a:moveTo>
                  <a:cubicBezTo>
                    <a:pt x="1244416" y="130797"/>
                    <a:pt x="1236956" y="133782"/>
                    <a:pt x="1226511" y="147210"/>
                  </a:cubicBezTo>
                  <a:cubicBezTo>
                    <a:pt x="1207113" y="172576"/>
                    <a:pt x="1214574" y="194958"/>
                    <a:pt x="1245908" y="202418"/>
                  </a:cubicBezTo>
                  <a:cubicBezTo>
                    <a:pt x="1250385" y="203910"/>
                    <a:pt x="1253369" y="205403"/>
                    <a:pt x="1257845" y="205403"/>
                  </a:cubicBezTo>
                  <a:cubicBezTo>
                    <a:pt x="1292164" y="211371"/>
                    <a:pt x="1296640" y="208387"/>
                    <a:pt x="1301116" y="174068"/>
                  </a:cubicBezTo>
                  <a:cubicBezTo>
                    <a:pt x="1302608" y="171084"/>
                    <a:pt x="1302608" y="168100"/>
                    <a:pt x="1302608" y="165116"/>
                  </a:cubicBezTo>
                  <a:cubicBezTo>
                    <a:pt x="1278735" y="163624"/>
                    <a:pt x="1269782" y="147210"/>
                    <a:pt x="1266798" y="126321"/>
                  </a:cubicBezTo>
                  <a:close/>
                  <a:moveTo>
                    <a:pt x="1166827" y="114384"/>
                  </a:moveTo>
                  <a:cubicBezTo>
                    <a:pt x="1157874" y="123337"/>
                    <a:pt x="1148921" y="133782"/>
                    <a:pt x="1138477" y="142734"/>
                  </a:cubicBezTo>
                  <a:cubicBezTo>
                    <a:pt x="1145937" y="156163"/>
                    <a:pt x="1150413" y="165116"/>
                    <a:pt x="1156382" y="177053"/>
                  </a:cubicBezTo>
                  <a:cubicBezTo>
                    <a:pt x="1177271" y="162132"/>
                    <a:pt x="1208606" y="165116"/>
                    <a:pt x="1216066" y="132289"/>
                  </a:cubicBezTo>
                  <a:cubicBezTo>
                    <a:pt x="1199653" y="126321"/>
                    <a:pt x="1184732" y="120353"/>
                    <a:pt x="1166827" y="114384"/>
                  </a:cubicBezTo>
                  <a:close/>
                  <a:moveTo>
                    <a:pt x="1819623" y="165862"/>
                  </a:moveTo>
                  <a:cubicBezTo>
                    <a:pt x="1816639" y="163624"/>
                    <a:pt x="1812163" y="163624"/>
                    <a:pt x="1805448" y="165116"/>
                  </a:cubicBezTo>
                  <a:cubicBezTo>
                    <a:pt x="1781574" y="169592"/>
                    <a:pt x="1765161" y="187497"/>
                    <a:pt x="1748748" y="203910"/>
                  </a:cubicBezTo>
                  <a:cubicBezTo>
                    <a:pt x="1742779" y="211371"/>
                    <a:pt x="1745764" y="218832"/>
                    <a:pt x="1751732" y="226292"/>
                  </a:cubicBezTo>
                  <a:cubicBezTo>
                    <a:pt x="1760685" y="236737"/>
                    <a:pt x="1795003" y="242705"/>
                    <a:pt x="1806940" y="235245"/>
                  </a:cubicBezTo>
                  <a:cubicBezTo>
                    <a:pt x="1817385" y="230768"/>
                    <a:pt x="1827829" y="226292"/>
                    <a:pt x="1838274" y="218832"/>
                  </a:cubicBezTo>
                  <a:cubicBezTo>
                    <a:pt x="1835290" y="214355"/>
                    <a:pt x="1832306" y="208387"/>
                    <a:pt x="1829321" y="202418"/>
                  </a:cubicBezTo>
                  <a:cubicBezTo>
                    <a:pt x="1827829" y="194958"/>
                    <a:pt x="1826337" y="187497"/>
                    <a:pt x="1824845" y="180037"/>
                  </a:cubicBezTo>
                  <a:cubicBezTo>
                    <a:pt x="1824099" y="172577"/>
                    <a:pt x="1822607" y="168100"/>
                    <a:pt x="1819623" y="165862"/>
                  </a:cubicBezTo>
                  <a:close/>
                  <a:moveTo>
                    <a:pt x="1672650" y="151687"/>
                  </a:moveTo>
                  <a:cubicBezTo>
                    <a:pt x="1632364" y="144226"/>
                    <a:pt x="1611474" y="166608"/>
                    <a:pt x="1595061" y="194958"/>
                  </a:cubicBezTo>
                  <a:cubicBezTo>
                    <a:pt x="1583124" y="215847"/>
                    <a:pt x="1590585" y="229276"/>
                    <a:pt x="1614458" y="230768"/>
                  </a:cubicBezTo>
                  <a:cubicBezTo>
                    <a:pt x="1626395" y="230768"/>
                    <a:pt x="1638332" y="230768"/>
                    <a:pt x="1648777" y="229276"/>
                  </a:cubicBezTo>
                  <a:cubicBezTo>
                    <a:pt x="1653253" y="229276"/>
                    <a:pt x="1657729" y="224800"/>
                    <a:pt x="1662206" y="220324"/>
                  </a:cubicBezTo>
                  <a:cubicBezTo>
                    <a:pt x="1671158" y="212863"/>
                    <a:pt x="1678619" y="203910"/>
                    <a:pt x="1686079" y="194958"/>
                  </a:cubicBezTo>
                  <a:cubicBezTo>
                    <a:pt x="1681603" y="181529"/>
                    <a:pt x="1677127" y="166608"/>
                    <a:pt x="1672650" y="151687"/>
                  </a:cubicBezTo>
                  <a:close/>
                  <a:moveTo>
                    <a:pt x="1880613" y="160266"/>
                  </a:moveTo>
                  <a:cubicBezTo>
                    <a:pt x="1872593" y="159893"/>
                    <a:pt x="1864386" y="161386"/>
                    <a:pt x="1856179" y="165116"/>
                  </a:cubicBezTo>
                  <a:cubicBezTo>
                    <a:pt x="1838274" y="174068"/>
                    <a:pt x="1833798" y="184513"/>
                    <a:pt x="1845735" y="200926"/>
                  </a:cubicBezTo>
                  <a:cubicBezTo>
                    <a:pt x="1851703" y="211371"/>
                    <a:pt x="1862148" y="218832"/>
                    <a:pt x="1869608" y="224800"/>
                  </a:cubicBezTo>
                  <a:cubicBezTo>
                    <a:pt x="1886021" y="215847"/>
                    <a:pt x="1900943" y="208387"/>
                    <a:pt x="1918848" y="199434"/>
                  </a:cubicBezTo>
                  <a:cubicBezTo>
                    <a:pt x="1915864" y="187497"/>
                    <a:pt x="1917356" y="172576"/>
                    <a:pt x="1903927" y="166608"/>
                  </a:cubicBezTo>
                  <a:cubicBezTo>
                    <a:pt x="1896466" y="162878"/>
                    <a:pt x="1888633" y="160639"/>
                    <a:pt x="1880613" y="160266"/>
                  </a:cubicBezTo>
                  <a:close/>
                  <a:moveTo>
                    <a:pt x="1416008" y="105432"/>
                  </a:moveTo>
                  <a:cubicBezTo>
                    <a:pt x="1381690" y="117368"/>
                    <a:pt x="1359308" y="141242"/>
                    <a:pt x="1362292" y="163624"/>
                  </a:cubicBezTo>
                  <a:cubicBezTo>
                    <a:pt x="1365277" y="183021"/>
                    <a:pt x="1386166" y="196450"/>
                    <a:pt x="1411532" y="196450"/>
                  </a:cubicBezTo>
                  <a:cubicBezTo>
                    <a:pt x="1423469" y="183021"/>
                    <a:pt x="1433914" y="171084"/>
                    <a:pt x="1444358" y="159147"/>
                  </a:cubicBezTo>
                  <a:cubicBezTo>
                    <a:pt x="1436898" y="151687"/>
                    <a:pt x="1426453" y="147210"/>
                    <a:pt x="1421977" y="138258"/>
                  </a:cubicBezTo>
                  <a:cubicBezTo>
                    <a:pt x="1417500" y="129305"/>
                    <a:pt x="1417500" y="115876"/>
                    <a:pt x="1416008" y="105432"/>
                  </a:cubicBezTo>
                  <a:close/>
                  <a:moveTo>
                    <a:pt x="1735319" y="121845"/>
                  </a:moveTo>
                  <a:cubicBezTo>
                    <a:pt x="1717413" y="118860"/>
                    <a:pt x="1696524" y="132289"/>
                    <a:pt x="1692048" y="148703"/>
                  </a:cubicBezTo>
                  <a:cubicBezTo>
                    <a:pt x="1687571" y="169592"/>
                    <a:pt x="1696524" y="193466"/>
                    <a:pt x="1714429" y="199434"/>
                  </a:cubicBezTo>
                  <a:cubicBezTo>
                    <a:pt x="1720398" y="200926"/>
                    <a:pt x="1730843" y="202418"/>
                    <a:pt x="1735319" y="197942"/>
                  </a:cubicBezTo>
                  <a:cubicBezTo>
                    <a:pt x="1750240" y="187497"/>
                    <a:pt x="1763669" y="174068"/>
                    <a:pt x="1778590" y="162132"/>
                  </a:cubicBezTo>
                  <a:cubicBezTo>
                    <a:pt x="1763669" y="151687"/>
                    <a:pt x="1748748" y="145718"/>
                    <a:pt x="1745764" y="127813"/>
                  </a:cubicBezTo>
                  <a:cubicBezTo>
                    <a:pt x="1745764" y="124829"/>
                    <a:pt x="1739795" y="121845"/>
                    <a:pt x="1735319" y="121845"/>
                  </a:cubicBezTo>
                  <a:close/>
                  <a:moveTo>
                    <a:pt x="1581632" y="106924"/>
                  </a:moveTo>
                  <a:cubicBezTo>
                    <a:pt x="1577156" y="106924"/>
                    <a:pt x="1574171" y="106924"/>
                    <a:pt x="1569695" y="108416"/>
                  </a:cubicBezTo>
                  <a:cubicBezTo>
                    <a:pt x="1562235" y="109908"/>
                    <a:pt x="1553282" y="111400"/>
                    <a:pt x="1545821" y="115876"/>
                  </a:cubicBezTo>
                  <a:cubicBezTo>
                    <a:pt x="1538361" y="118860"/>
                    <a:pt x="1530900" y="123337"/>
                    <a:pt x="1524932" y="129305"/>
                  </a:cubicBezTo>
                  <a:cubicBezTo>
                    <a:pt x="1511503" y="145718"/>
                    <a:pt x="1514487" y="156163"/>
                    <a:pt x="1530900" y="172576"/>
                  </a:cubicBezTo>
                  <a:cubicBezTo>
                    <a:pt x="1545821" y="187497"/>
                    <a:pt x="1571187" y="191974"/>
                    <a:pt x="1583124" y="183021"/>
                  </a:cubicBezTo>
                  <a:cubicBezTo>
                    <a:pt x="1595061" y="172576"/>
                    <a:pt x="1605506" y="162132"/>
                    <a:pt x="1618935" y="148703"/>
                  </a:cubicBezTo>
                  <a:cubicBezTo>
                    <a:pt x="1589093" y="145718"/>
                    <a:pt x="1593569" y="121845"/>
                    <a:pt x="1581632" y="106924"/>
                  </a:cubicBezTo>
                  <a:close/>
                  <a:moveTo>
                    <a:pt x="1278735" y="71113"/>
                  </a:moveTo>
                  <a:cubicBezTo>
                    <a:pt x="1244416" y="83050"/>
                    <a:pt x="1210098" y="78574"/>
                    <a:pt x="1184732" y="109908"/>
                  </a:cubicBezTo>
                  <a:cubicBezTo>
                    <a:pt x="1210098" y="121845"/>
                    <a:pt x="1230987" y="114384"/>
                    <a:pt x="1253369" y="109908"/>
                  </a:cubicBezTo>
                  <a:cubicBezTo>
                    <a:pt x="1269782" y="105432"/>
                    <a:pt x="1271274" y="90510"/>
                    <a:pt x="1278735" y="71113"/>
                  </a:cubicBezTo>
                  <a:close/>
                  <a:moveTo>
                    <a:pt x="1997930" y="123523"/>
                  </a:moveTo>
                  <a:cubicBezTo>
                    <a:pt x="1992334" y="121472"/>
                    <a:pt x="1986739" y="121845"/>
                    <a:pt x="1981516" y="129305"/>
                  </a:cubicBezTo>
                  <a:cubicBezTo>
                    <a:pt x="1972564" y="142734"/>
                    <a:pt x="1985992" y="151687"/>
                    <a:pt x="1994945" y="160639"/>
                  </a:cubicBezTo>
                  <a:cubicBezTo>
                    <a:pt x="2000914" y="168100"/>
                    <a:pt x="2008374" y="174068"/>
                    <a:pt x="2015835" y="180037"/>
                  </a:cubicBezTo>
                  <a:cubicBezTo>
                    <a:pt x="2005390" y="188989"/>
                    <a:pt x="1999422" y="181529"/>
                    <a:pt x="1993453" y="178545"/>
                  </a:cubicBezTo>
                  <a:cubicBezTo>
                    <a:pt x="1981516" y="172576"/>
                    <a:pt x="1968087" y="163624"/>
                    <a:pt x="1954658" y="160639"/>
                  </a:cubicBezTo>
                  <a:cubicBezTo>
                    <a:pt x="1948690" y="159147"/>
                    <a:pt x="1936753" y="162132"/>
                    <a:pt x="1932277" y="168100"/>
                  </a:cubicBezTo>
                  <a:cubicBezTo>
                    <a:pt x="1927800" y="172576"/>
                    <a:pt x="1927800" y="184513"/>
                    <a:pt x="1930785" y="190482"/>
                  </a:cubicBezTo>
                  <a:cubicBezTo>
                    <a:pt x="1938245" y="202418"/>
                    <a:pt x="1950182" y="212863"/>
                    <a:pt x="1962119" y="224800"/>
                  </a:cubicBezTo>
                  <a:cubicBezTo>
                    <a:pt x="1980024" y="214355"/>
                    <a:pt x="1993453" y="205403"/>
                    <a:pt x="2006882" y="196450"/>
                  </a:cubicBezTo>
                  <a:cubicBezTo>
                    <a:pt x="2023295" y="186005"/>
                    <a:pt x="2041201" y="178545"/>
                    <a:pt x="2060598" y="183021"/>
                  </a:cubicBezTo>
                  <a:cubicBezTo>
                    <a:pt x="2069550" y="184513"/>
                    <a:pt x="2079995" y="183021"/>
                    <a:pt x="2088948" y="183021"/>
                  </a:cubicBezTo>
                  <a:cubicBezTo>
                    <a:pt x="2088948" y="180037"/>
                    <a:pt x="2090440" y="178545"/>
                    <a:pt x="2090440" y="175561"/>
                  </a:cubicBezTo>
                  <a:cubicBezTo>
                    <a:pt x="2065074" y="160639"/>
                    <a:pt x="2039708" y="145718"/>
                    <a:pt x="2014343" y="132289"/>
                  </a:cubicBezTo>
                  <a:cubicBezTo>
                    <a:pt x="2009121" y="130051"/>
                    <a:pt x="2003525" y="125575"/>
                    <a:pt x="1997930" y="123523"/>
                  </a:cubicBezTo>
                  <a:close/>
                  <a:moveTo>
                    <a:pt x="1336927" y="60668"/>
                  </a:moveTo>
                  <a:cubicBezTo>
                    <a:pt x="1301116" y="60668"/>
                    <a:pt x="1284703" y="77082"/>
                    <a:pt x="1281719" y="114384"/>
                  </a:cubicBezTo>
                  <a:cubicBezTo>
                    <a:pt x="1280227" y="135274"/>
                    <a:pt x="1284703" y="147210"/>
                    <a:pt x="1298132" y="151687"/>
                  </a:cubicBezTo>
                  <a:cubicBezTo>
                    <a:pt x="1313053" y="157655"/>
                    <a:pt x="1344387" y="151687"/>
                    <a:pt x="1351848" y="141242"/>
                  </a:cubicBezTo>
                  <a:cubicBezTo>
                    <a:pt x="1360800" y="127813"/>
                    <a:pt x="1369753" y="114384"/>
                    <a:pt x="1378706" y="99463"/>
                  </a:cubicBezTo>
                  <a:cubicBezTo>
                    <a:pt x="1356324" y="99463"/>
                    <a:pt x="1338419" y="87526"/>
                    <a:pt x="1336927" y="60668"/>
                  </a:cubicBezTo>
                  <a:close/>
                  <a:moveTo>
                    <a:pt x="1923324" y="100769"/>
                  </a:moveTo>
                  <a:cubicBezTo>
                    <a:pt x="1909522" y="102075"/>
                    <a:pt x="1895720" y="109162"/>
                    <a:pt x="1881545" y="121845"/>
                  </a:cubicBezTo>
                  <a:cubicBezTo>
                    <a:pt x="1886021" y="130797"/>
                    <a:pt x="1889006" y="141242"/>
                    <a:pt x="1894974" y="148703"/>
                  </a:cubicBezTo>
                  <a:cubicBezTo>
                    <a:pt x="1900943" y="156163"/>
                    <a:pt x="1908403" y="162132"/>
                    <a:pt x="1921832" y="157655"/>
                  </a:cubicBezTo>
                  <a:cubicBezTo>
                    <a:pt x="1935261" y="153179"/>
                    <a:pt x="1950182" y="151687"/>
                    <a:pt x="1965103" y="148703"/>
                  </a:cubicBezTo>
                  <a:cubicBezTo>
                    <a:pt x="1965103" y="138258"/>
                    <a:pt x="1965103" y="126321"/>
                    <a:pt x="1965103" y="114384"/>
                  </a:cubicBezTo>
                  <a:cubicBezTo>
                    <a:pt x="1950928" y="103940"/>
                    <a:pt x="1937126" y="99463"/>
                    <a:pt x="1923324" y="100769"/>
                  </a:cubicBezTo>
                  <a:close/>
                  <a:moveTo>
                    <a:pt x="1821861" y="65145"/>
                  </a:moveTo>
                  <a:cubicBezTo>
                    <a:pt x="1817385" y="63653"/>
                    <a:pt x="1809924" y="66637"/>
                    <a:pt x="1805448" y="68129"/>
                  </a:cubicBezTo>
                  <a:cubicBezTo>
                    <a:pt x="1805448" y="69621"/>
                    <a:pt x="1805448" y="72605"/>
                    <a:pt x="1805448" y="74097"/>
                  </a:cubicBezTo>
                  <a:cubicBezTo>
                    <a:pt x="1821861" y="80066"/>
                    <a:pt x="1839766" y="86034"/>
                    <a:pt x="1859164" y="92003"/>
                  </a:cubicBezTo>
                  <a:cubicBezTo>
                    <a:pt x="1859164" y="94987"/>
                    <a:pt x="1857672" y="97971"/>
                    <a:pt x="1857672" y="99463"/>
                  </a:cubicBezTo>
                  <a:cubicBezTo>
                    <a:pt x="1850211" y="99463"/>
                    <a:pt x="1841258" y="99463"/>
                    <a:pt x="1833798" y="97971"/>
                  </a:cubicBezTo>
                  <a:cubicBezTo>
                    <a:pt x="1809924" y="96479"/>
                    <a:pt x="1789035" y="102447"/>
                    <a:pt x="1769637" y="115876"/>
                  </a:cubicBezTo>
                  <a:cubicBezTo>
                    <a:pt x="1757701" y="123337"/>
                    <a:pt x="1756208" y="138258"/>
                    <a:pt x="1769637" y="142734"/>
                  </a:cubicBezTo>
                  <a:cubicBezTo>
                    <a:pt x="1803956" y="156163"/>
                    <a:pt x="1839766" y="168100"/>
                    <a:pt x="1877069" y="141242"/>
                  </a:cubicBezTo>
                  <a:cubicBezTo>
                    <a:pt x="1856179" y="112892"/>
                    <a:pt x="1883037" y="102447"/>
                    <a:pt x="1900943" y="87526"/>
                  </a:cubicBezTo>
                  <a:cubicBezTo>
                    <a:pt x="1872593" y="80066"/>
                    <a:pt x="1847227" y="71113"/>
                    <a:pt x="1821861" y="65145"/>
                  </a:cubicBezTo>
                  <a:close/>
                  <a:moveTo>
                    <a:pt x="1490613" y="32318"/>
                  </a:moveTo>
                  <a:cubicBezTo>
                    <a:pt x="1448834" y="32318"/>
                    <a:pt x="1410040" y="41271"/>
                    <a:pt x="1369753" y="48732"/>
                  </a:cubicBezTo>
                  <a:cubicBezTo>
                    <a:pt x="1359308" y="50224"/>
                    <a:pt x="1353340" y="59176"/>
                    <a:pt x="1354832" y="68129"/>
                  </a:cubicBezTo>
                  <a:cubicBezTo>
                    <a:pt x="1354832" y="74097"/>
                    <a:pt x="1362292" y="83050"/>
                    <a:pt x="1368261" y="83050"/>
                  </a:cubicBezTo>
                  <a:cubicBezTo>
                    <a:pt x="1384674" y="86034"/>
                    <a:pt x="1402579" y="87526"/>
                    <a:pt x="1420485" y="89018"/>
                  </a:cubicBezTo>
                  <a:cubicBezTo>
                    <a:pt x="1433914" y="63653"/>
                    <a:pt x="1456295" y="50224"/>
                    <a:pt x="1481661" y="41271"/>
                  </a:cubicBezTo>
                  <a:cubicBezTo>
                    <a:pt x="1492106" y="38287"/>
                    <a:pt x="1498074" y="38287"/>
                    <a:pt x="1502550" y="50224"/>
                  </a:cubicBezTo>
                  <a:cubicBezTo>
                    <a:pt x="1495090" y="51716"/>
                    <a:pt x="1489122" y="54700"/>
                    <a:pt x="1483153" y="56192"/>
                  </a:cubicBezTo>
                  <a:cubicBezTo>
                    <a:pt x="1447343" y="65145"/>
                    <a:pt x="1435406" y="81558"/>
                    <a:pt x="1435406" y="118860"/>
                  </a:cubicBezTo>
                  <a:cubicBezTo>
                    <a:pt x="1435406" y="135274"/>
                    <a:pt x="1439882" y="141242"/>
                    <a:pt x="1456295" y="144226"/>
                  </a:cubicBezTo>
                  <a:cubicBezTo>
                    <a:pt x="1471216" y="145718"/>
                    <a:pt x="1486137" y="144226"/>
                    <a:pt x="1499566" y="144226"/>
                  </a:cubicBezTo>
                  <a:cubicBezTo>
                    <a:pt x="1508519" y="132289"/>
                    <a:pt x="1512995" y="121845"/>
                    <a:pt x="1520456" y="112892"/>
                  </a:cubicBezTo>
                  <a:cubicBezTo>
                    <a:pt x="1527916" y="105432"/>
                    <a:pt x="1539853" y="102447"/>
                    <a:pt x="1550298" y="94987"/>
                  </a:cubicBezTo>
                  <a:cubicBezTo>
                    <a:pt x="1536869" y="87526"/>
                    <a:pt x="1524932" y="81558"/>
                    <a:pt x="1514487" y="74097"/>
                  </a:cubicBezTo>
                  <a:cubicBezTo>
                    <a:pt x="1499566" y="65145"/>
                    <a:pt x="1511503" y="50224"/>
                    <a:pt x="1510011" y="35303"/>
                  </a:cubicBezTo>
                  <a:cubicBezTo>
                    <a:pt x="1504043" y="33810"/>
                    <a:pt x="1496582" y="32318"/>
                    <a:pt x="1490613" y="32318"/>
                  </a:cubicBezTo>
                  <a:close/>
                  <a:moveTo>
                    <a:pt x="1733827" y="47239"/>
                  </a:moveTo>
                  <a:cubicBezTo>
                    <a:pt x="1720398" y="44255"/>
                    <a:pt x="1709953" y="50224"/>
                    <a:pt x="1703985" y="60668"/>
                  </a:cubicBezTo>
                  <a:cubicBezTo>
                    <a:pt x="1693540" y="83050"/>
                    <a:pt x="1702492" y="103939"/>
                    <a:pt x="1726366" y="108416"/>
                  </a:cubicBezTo>
                  <a:cubicBezTo>
                    <a:pt x="1736811" y="111400"/>
                    <a:pt x="1750240" y="109908"/>
                    <a:pt x="1760685" y="105432"/>
                  </a:cubicBezTo>
                  <a:cubicBezTo>
                    <a:pt x="1772622" y="102447"/>
                    <a:pt x="1784558" y="94987"/>
                    <a:pt x="1795003" y="89018"/>
                  </a:cubicBezTo>
                  <a:cubicBezTo>
                    <a:pt x="1790527" y="65145"/>
                    <a:pt x="1778590" y="50224"/>
                    <a:pt x="1753224" y="53208"/>
                  </a:cubicBezTo>
                  <a:cubicBezTo>
                    <a:pt x="1747256" y="53208"/>
                    <a:pt x="1741287" y="48732"/>
                    <a:pt x="1733827" y="47239"/>
                  </a:cubicBezTo>
                  <a:close/>
                  <a:moveTo>
                    <a:pt x="1562421" y="29521"/>
                  </a:moveTo>
                  <a:cubicBezTo>
                    <a:pt x="1552163" y="29707"/>
                    <a:pt x="1542091" y="31573"/>
                    <a:pt x="1532392" y="36795"/>
                  </a:cubicBezTo>
                  <a:cubicBezTo>
                    <a:pt x="1517471" y="44255"/>
                    <a:pt x="1512995" y="66637"/>
                    <a:pt x="1524932" y="74097"/>
                  </a:cubicBezTo>
                  <a:cubicBezTo>
                    <a:pt x="1538361" y="81558"/>
                    <a:pt x="1551790" y="87526"/>
                    <a:pt x="1565219" y="92003"/>
                  </a:cubicBezTo>
                  <a:cubicBezTo>
                    <a:pt x="1572679" y="93495"/>
                    <a:pt x="1583124" y="93495"/>
                    <a:pt x="1589093" y="89018"/>
                  </a:cubicBezTo>
                  <a:cubicBezTo>
                    <a:pt x="1599537" y="81558"/>
                    <a:pt x="1606998" y="72605"/>
                    <a:pt x="1615950" y="65145"/>
                  </a:cubicBezTo>
                  <a:cubicBezTo>
                    <a:pt x="1611474" y="56192"/>
                    <a:pt x="1608490" y="48732"/>
                    <a:pt x="1604014" y="41271"/>
                  </a:cubicBezTo>
                  <a:cubicBezTo>
                    <a:pt x="1601029" y="36795"/>
                    <a:pt x="1598045" y="32318"/>
                    <a:pt x="1593569" y="32318"/>
                  </a:cubicBezTo>
                  <a:cubicBezTo>
                    <a:pt x="1583124" y="30826"/>
                    <a:pt x="1572679" y="29334"/>
                    <a:pt x="1562421" y="29521"/>
                  </a:cubicBezTo>
                  <a:close/>
                  <a:moveTo>
                    <a:pt x="1699508" y="36795"/>
                  </a:moveTo>
                  <a:cubicBezTo>
                    <a:pt x="1675635" y="35303"/>
                    <a:pt x="1654745" y="33810"/>
                    <a:pt x="1633856" y="32318"/>
                  </a:cubicBezTo>
                  <a:cubicBezTo>
                    <a:pt x="1629379" y="32318"/>
                    <a:pt x="1620427" y="35303"/>
                    <a:pt x="1620427" y="38287"/>
                  </a:cubicBezTo>
                  <a:cubicBezTo>
                    <a:pt x="1617442" y="47239"/>
                    <a:pt x="1624903" y="53208"/>
                    <a:pt x="1632364" y="53208"/>
                  </a:cubicBezTo>
                  <a:cubicBezTo>
                    <a:pt x="1642808" y="53208"/>
                    <a:pt x="1651761" y="51716"/>
                    <a:pt x="1662206" y="50224"/>
                  </a:cubicBezTo>
                  <a:cubicBezTo>
                    <a:pt x="1668174" y="50224"/>
                    <a:pt x="1674143" y="50224"/>
                    <a:pt x="1678619" y="50224"/>
                  </a:cubicBezTo>
                  <a:cubicBezTo>
                    <a:pt x="1669666" y="63653"/>
                    <a:pt x="1656237" y="66637"/>
                    <a:pt x="1644300" y="69621"/>
                  </a:cubicBezTo>
                  <a:cubicBezTo>
                    <a:pt x="1629379" y="71113"/>
                    <a:pt x="1617442" y="77082"/>
                    <a:pt x="1608490" y="89018"/>
                  </a:cubicBezTo>
                  <a:cubicBezTo>
                    <a:pt x="1601029" y="99463"/>
                    <a:pt x="1599537" y="109908"/>
                    <a:pt x="1604014" y="121845"/>
                  </a:cubicBezTo>
                  <a:cubicBezTo>
                    <a:pt x="1608490" y="133782"/>
                    <a:pt x="1618935" y="133782"/>
                    <a:pt x="1629379" y="133782"/>
                  </a:cubicBezTo>
                  <a:cubicBezTo>
                    <a:pt x="1645793" y="133782"/>
                    <a:pt x="1662206" y="135274"/>
                    <a:pt x="1672650" y="136766"/>
                  </a:cubicBezTo>
                  <a:cubicBezTo>
                    <a:pt x="1684587" y="127813"/>
                    <a:pt x="1693540" y="118860"/>
                    <a:pt x="1703985" y="111400"/>
                  </a:cubicBezTo>
                  <a:cubicBezTo>
                    <a:pt x="1674143" y="90510"/>
                    <a:pt x="1690556" y="65145"/>
                    <a:pt x="1699508" y="36795"/>
                  </a:cubicBezTo>
                  <a:close/>
                  <a:moveTo>
                    <a:pt x="1674143" y="984"/>
                  </a:moveTo>
                  <a:cubicBezTo>
                    <a:pt x="1723382" y="3968"/>
                    <a:pt x="1772622" y="8445"/>
                    <a:pt x="1820369" y="23366"/>
                  </a:cubicBezTo>
                  <a:cubicBezTo>
                    <a:pt x="1850211" y="32318"/>
                    <a:pt x="1881545" y="41271"/>
                    <a:pt x="1912879" y="45747"/>
                  </a:cubicBezTo>
                  <a:cubicBezTo>
                    <a:pt x="1953166" y="53208"/>
                    <a:pt x="1988977" y="71113"/>
                    <a:pt x="2023295" y="92003"/>
                  </a:cubicBezTo>
                  <a:cubicBezTo>
                    <a:pt x="2077011" y="123337"/>
                    <a:pt x="2132219" y="153179"/>
                    <a:pt x="2181458" y="193466"/>
                  </a:cubicBezTo>
                  <a:cubicBezTo>
                    <a:pt x="2229206" y="233753"/>
                    <a:pt x="2275461" y="272547"/>
                    <a:pt x="2314256" y="321787"/>
                  </a:cubicBezTo>
                  <a:cubicBezTo>
                    <a:pt x="2335145" y="347153"/>
                    <a:pt x="2357527" y="372518"/>
                    <a:pt x="2376924" y="399376"/>
                  </a:cubicBezTo>
                  <a:cubicBezTo>
                    <a:pt x="2381401" y="405345"/>
                    <a:pt x="2385877" y="409821"/>
                    <a:pt x="2387369" y="415789"/>
                  </a:cubicBezTo>
                  <a:cubicBezTo>
                    <a:pt x="2402290" y="456076"/>
                    <a:pt x="2424672" y="491887"/>
                    <a:pt x="2433624" y="533666"/>
                  </a:cubicBezTo>
                  <a:cubicBezTo>
                    <a:pt x="2439593" y="562016"/>
                    <a:pt x="2441085" y="590366"/>
                    <a:pt x="2447053" y="617224"/>
                  </a:cubicBezTo>
                  <a:cubicBezTo>
                    <a:pt x="2457498" y="666463"/>
                    <a:pt x="2438101" y="709734"/>
                    <a:pt x="2432132" y="753005"/>
                  </a:cubicBezTo>
                  <a:cubicBezTo>
                    <a:pt x="2454514" y="776879"/>
                    <a:pt x="2475403" y="800753"/>
                    <a:pt x="2496293" y="823134"/>
                  </a:cubicBezTo>
                  <a:cubicBezTo>
                    <a:pt x="2532103" y="861929"/>
                    <a:pt x="2566422" y="900724"/>
                    <a:pt x="2593280" y="946979"/>
                  </a:cubicBezTo>
                  <a:cubicBezTo>
                    <a:pt x="2608201" y="970853"/>
                    <a:pt x="2624614" y="994727"/>
                    <a:pt x="2635058" y="1020092"/>
                  </a:cubicBezTo>
                  <a:cubicBezTo>
                    <a:pt x="2655948" y="1072316"/>
                    <a:pt x="2681314" y="1123048"/>
                    <a:pt x="2702203" y="1176763"/>
                  </a:cubicBezTo>
                  <a:cubicBezTo>
                    <a:pt x="2711156" y="1199145"/>
                    <a:pt x="2715632" y="1224511"/>
                    <a:pt x="2720109" y="1249877"/>
                  </a:cubicBezTo>
                  <a:cubicBezTo>
                    <a:pt x="2727569" y="1284195"/>
                    <a:pt x="2733538" y="1320005"/>
                    <a:pt x="2740998" y="1355816"/>
                  </a:cubicBezTo>
                  <a:cubicBezTo>
                    <a:pt x="2743982" y="1370737"/>
                    <a:pt x="2745474" y="1384166"/>
                    <a:pt x="2739506" y="1399087"/>
                  </a:cubicBezTo>
                  <a:cubicBezTo>
                    <a:pt x="2735030" y="1396103"/>
                    <a:pt x="2730553" y="1396103"/>
                    <a:pt x="2727569" y="1393119"/>
                  </a:cubicBezTo>
                  <a:cubicBezTo>
                    <a:pt x="2711156" y="1376706"/>
                    <a:pt x="2693251" y="1361784"/>
                    <a:pt x="2678330" y="1343879"/>
                  </a:cubicBezTo>
                  <a:cubicBezTo>
                    <a:pt x="2652964" y="1312545"/>
                    <a:pt x="2617153" y="1299116"/>
                    <a:pt x="2579851" y="1287179"/>
                  </a:cubicBezTo>
                  <a:cubicBezTo>
                    <a:pt x="2536580" y="1273750"/>
                    <a:pt x="2493308" y="1269274"/>
                    <a:pt x="2448545" y="1269274"/>
                  </a:cubicBezTo>
                  <a:cubicBezTo>
                    <a:pt x="2436609" y="1269274"/>
                    <a:pt x="2423180" y="1270766"/>
                    <a:pt x="2411243" y="1269274"/>
                  </a:cubicBezTo>
                  <a:cubicBezTo>
                    <a:pt x="2367972" y="1267782"/>
                    <a:pt x="2329177" y="1281211"/>
                    <a:pt x="2290382" y="1294640"/>
                  </a:cubicBezTo>
                  <a:cubicBezTo>
                    <a:pt x="2279938" y="1297624"/>
                    <a:pt x="2273969" y="1303592"/>
                    <a:pt x="2275461" y="1317021"/>
                  </a:cubicBezTo>
                  <a:cubicBezTo>
                    <a:pt x="2276953" y="1328958"/>
                    <a:pt x="2273969" y="1342387"/>
                    <a:pt x="2273969" y="1358800"/>
                  </a:cubicBezTo>
                  <a:cubicBezTo>
                    <a:pt x="2297843" y="1361784"/>
                    <a:pt x="2320224" y="1366261"/>
                    <a:pt x="2342606" y="1367753"/>
                  </a:cubicBezTo>
                  <a:cubicBezTo>
                    <a:pt x="2406766" y="1373721"/>
                    <a:pt x="2466451" y="1393119"/>
                    <a:pt x="2526135" y="1416992"/>
                  </a:cubicBezTo>
                  <a:cubicBezTo>
                    <a:pt x="2596264" y="1443850"/>
                    <a:pt x="2666393" y="1469216"/>
                    <a:pt x="2736522" y="1497566"/>
                  </a:cubicBezTo>
                  <a:cubicBezTo>
                    <a:pt x="2799190" y="1524424"/>
                    <a:pt x="2860366" y="1555758"/>
                    <a:pt x="2921543" y="1587092"/>
                  </a:cubicBezTo>
                  <a:cubicBezTo>
                    <a:pt x="2957353" y="1603506"/>
                    <a:pt x="2993164" y="1621411"/>
                    <a:pt x="3027482" y="1639316"/>
                  </a:cubicBezTo>
                  <a:cubicBezTo>
                    <a:pt x="3066277" y="1661698"/>
                    <a:pt x="3105072" y="1684079"/>
                    <a:pt x="3143867" y="1707953"/>
                  </a:cubicBezTo>
                  <a:cubicBezTo>
                    <a:pt x="3185646" y="1733319"/>
                    <a:pt x="3227425" y="1758685"/>
                    <a:pt x="3266219" y="1785542"/>
                  </a:cubicBezTo>
                  <a:cubicBezTo>
                    <a:pt x="3319935" y="1822845"/>
                    <a:pt x="3372159" y="1863132"/>
                    <a:pt x="3419906" y="1909387"/>
                  </a:cubicBezTo>
                  <a:cubicBezTo>
                    <a:pt x="3448256" y="1937737"/>
                    <a:pt x="3481082" y="1961611"/>
                    <a:pt x="3509432" y="1989961"/>
                  </a:cubicBezTo>
                  <a:cubicBezTo>
                    <a:pt x="3566132" y="2043677"/>
                    <a:pt x="3621340" y="2097393"/>
                    <a:pt x="3676548" y="2152600"/>
                  </a:cubicBezTo>
                  <a:cubicBezTo>
                    <a:pt x="3728772" y="2204824"/>
                    <a:pt x="3780996" y="2258540"/>
                    <a:pt x="3830235" y="2315240"/>
                  </a:cubicBezTo>
                  <a:cubicBezTo>
                    <a:pt x="3864554" y="2354035"/>
                    <a:pt x="3898872" y="2392829"/>
                    <a:pt x="3932071" y="2432557"/>
                  </a:cubicBezTo>
                  <a:lnTo>
                    <a:pt x="4006679" y="2528962"/>
                  </a:lnTo>
                  <a:lnTo>
                    <a:pt x="3998384" y="2630660"/>
                  </a:lnTo>
                  <a:lnTo>
                    <a:pt x="3982243" y="2616645"/>
                  </a:lnTo>
                  <a:cubicBezTo>
                    <a:pt x="3973104" y="2611423"/>
                    <a:pt x="3963033" y="2607693"/>
                    <a:pt x="3952588" y="2604708"/>
                  </a:cubicBezTo>
                  <a:cubicBezTo>
                    <a:pt x="3922746" y="2594264"/>
                    <a:pt x="3889919" y="2586803"/>
                    <a:pt x="3860077" y="2576358"/>
                  </a:cubicBezTo>
                  <a:cubicBezTo>
                    <a:pt x="3831727" y="2564422"/>
                    <a:pt x="3813822" y="2568898"/>
                    <a:pt x="3791440" y="2600232"/>
                  </a:cubicBezTo>
                  <a:cubicBezTo>
                    <a:pt x="3833965" y="2603963"/>
                    <a:pt x="3873506" y="2615526"/>
                    <a:pt x="3912301" y="2628955"/>
                  </a:cubicBezTo>
                  <a:lnTo>
                    <a:pt x="3996177" y="2657721"/>
                  </a:lnTo>
                  <a:lnTo>
                    <a:pt x="3994617" y="2676851"/>
                  </a:lnTo>
                  <a:lnTo>
                    <a:pt x="3971985" y="2667377"/>
                  </a:lnTo>
                  <a:cubicBezTo>
                    <a:pt x="3952588" y="2659916"/>
                    <a:pt x="3931698" y="2655440"/>
                    <a:pt x="3913793" y="2646487"/>
                  </a:cubicBezTo>
                  <a:cubicBezTo>
                    <a:pt x="3874998" y="2627090"/>
                    <a:pt x="3833219" y="2621122"/>
                    <a:pt x="3791440" y="2613661"/>
                  </a:cubicBezTo>
                  <a:cubicBezTo>
                    <a:pt x="3786964" y="2612169"/>
                    <a:pt x="3780996" y="2613661"/>
                    <a:pt x="3775027" y="2615153"/>
                  </a:cubicBezTo>
                  <a:cubicBezTo>
                    <a:pt x="3797409" y="2643503"/>
                    <a:pt x="3821282" y="2667377"/>
                    <a:pt x="3858585" y="2665885"/>
                  </a:cubicBezTo>
                  <a:cubicBezTo>
                    <a:pt x="3858585" y="2665885"/>
                    <a:pt x="3860077" y="2665885"/>
                    <a:pt x="3861569" y="2665885"/>
                  </a:cubicBezTo>
                  <a:cubicBezTo>
                    <a:pt x="3895141" y="2674838"/>
                    <a:pt x="3928714" y="2685283"/>
                    <a:pt x="3961727" y="2697406"/>
                  </a:cubicBezTo>
                  <a:lnTo>
                    <a:pt x="3991884" y="2710363"/>
                  </a:lnTo>
                  <a:lnTo>
                    <a:pt x="3990898" y="2722449"/>
                  </a:lnTo>
                  <a:lnTo>
                    <a:pt x="3970493" y="2713632"/>
                  </a:lnTo>
                  <a:cubicBezTo>
                    <a:pt x="3925730" y="2703187"/>
                    <a:pt x="3882459" y="2686774"/>
                    <a:pt x="3839188" y="2671853"/>
                  </a:cubicBezTo>
                  <a:cubicBezTo>
                    <a:pt x="3837696" y="2673345"/>
                    <a:pt x="3836203" y="2676330"/>
                    <a:pt x="3836203" y="2677822"/>
                  </a:cubicBezTo>
                  <a:cubicBezTo>
                    <a:pt x="3857093" y="2706172"/>
                    <a:pt x="3880967" y="2728553"/>
                    <a:pt x="3918269" y="2737506"/>
                  </a:cubicBezTo>
                  <a:lnTo>
                    <a:pt x="3988044" y="2757442"/>
                  </a:lnTo>
                  <a:lnTo>
                    <a:pt x="3987113" y="2768854"/>
                  </a:lnTo>
                  <a:lnTo>
                    <a:pt x="3980704" y="2766602"/>
                  </a:lnTo>
                  <a:cubicBezTo>
                    <a:pt x="3955478" y="2759887"/>
                    <a:pt x="3932444" y="2756157"/>
                    <a:pt x="3915285" y="2756903"/>
                  </a:cubicBezTo>
                  <a:cubicBezTo>
                    <a:pt x="3928714" y="2771824"/>
                    <a:pt x="3940651" y="2785253"/>
                    <a:pt x="3961540" y="2791222"/>
                  </a:cubicBezTo>
                  <a:lnTo>
                    <a:pt x="3984624" y="2799369"/>
                  </a:lnTo>
                  <a:lnTo>
                    <a:pt x="3983587" y="2812085"/>
                  </a:lnTo>
                  <a:lnTo>
                    <a:pt x="3964525" y="2810619"/>
                  </a:lnTo>
                  <a:lnTo>
                    <a:pt x="3981806" y="2833926"/>
                  </a:lnTo>
                  <a:lnTo>
                    <a:pt x="3978546" y="2873898"/>
                  </a:lnTo>
                  <a:lnTo>
                    <a:pt x="3958556" y="2844937"/>
                  </a:lnTo>
                  <a:cubicBezTo>
                    <a:pt x="3946619" y="2830016"/>
                    <a:pt x="3936175" y="2813603"/>
                    <a:pt x="3924238" y="2800174"/>
                  </a:cubicBezTo>
                  <a:cubicBezTo>
                    <a:pt x="3913793" y="2788237"/>
                    <a:pt x="3903348" y="2777793"/>
                    <a:pt x="3892904" y="2765856"/>
                  </a:cubicBezTo>
                  <a:cubicBezTo>
                    <a:pt x="3892904" y="2774809"/>
                    <a:pt x="3894395" y="2780777"/>
                    <a:pt x="3897380" y="2786745"/>
                  </a:cubicBezTo>
                  <a:cubicBezTo>
                    <a:pt x="3912301" y="2818080"/>
                    <a:pt x="3928714" y="2849414"/>
                    <a:pt x="3940651" y="2882240"/>
                  </a:cubicBezTo>
                  <a:lnTo>
                    <a:pt x="3970789" y="2969001"/>
                  </a:lnTo>
                  <a:lnTo>
                    <a:pt x="3967852" y="3005017"/>
                  </a:lnTo>
                  <a:lnTo>
                    <a:pt x="3915285" y="2856874"/>
                  </a:lnTo>
                  <a:cubicBezTo>
                    <a:pt x="3907825" y="2834493"/>
                    <a:pt x="3897380" y="2812111"/>
                    <a:pt x="3885443" y="2791222"/>
                  </a:cubicBezTo>
                  <a:cubicBezTo>
                    <a:pt x="3872014" y="2767348"/>
                    <a:pt x="3852617" y="2746458"/>
                    <a:pt x="3842172" y="2719600"/>
                  </a:cubicBezTo>
                  <a:cubicBezTo>
                    <a:pt x="3839188" y="2715124"/>
                    <a:pt x="3836203" y="2712140"/>
                    <a:pt x="3833219" y="2709156"/>
                  </a:cubicBezTo>
                  <a:cubicBezTo>
                    <a:pt x="3831727" y="2709156"/>
                    <a:pt x="3830235" y="2710648"/>
                    <a:pt x="3828743" y="2710648"/>
                  </a:cubicBezTo>
                  <a:cubicBezTo>
                    <a:pt x="3828743" y="2722585"/>
                    <a:pt x="3830235" y="2734522"/>
                    <a:pt x="3825759" y="2744966"/>
                  </a:cubicBezTo>
                  <a:cubicBezTo>
                    <a:pt x="3818298" y="2762872"/>
                    <a:pt x="3824267" y="2777793"/>
                    <a:pt x="3833219" y="2794206"/>
                  </a:cubicBezTo>
                  <a:cubicBezTo>
                    <a:pt x="3842172" y="2812111"/>
                    <a:pt x="3849632" y="2830016"/>
                    <a:pt x="3858585" y="2847922"/>
                  </a:cubicBezTo>
                  <a:cubicBezTo>
                    <a:pt x="3881713" y="2893431"/>
                    <a:pt x="3906705" y="2937821"/>
                    <a:pt x="3930019" y="2982957"/>
                  </a:cubicBezTo>
                  <a:lnTo>
                    <a:pt x="3963452" y="3058968"/>
                  </a:lnTo>
                  <a:lnTo>
                    <a:pt x="3961324" y="3085053"/>
                  </a:lnTo>
                  <a:lnTo>
                    <a:pt x="3939346" y="3026322"/>
                  </a:lnTo>
                  <a:cubicBezTo>
                    <a:pt x="3907172" y="2952742"/>
                    <a:pt x="3864927" y="2883360"/>
                    <a:pt x="3830235" y="2810619"/>
                  </a:cubicBezTo>
                  <a:cubicBezTo>
                    <a:pt x="3825759" y="2801666"/>
                    <a:pt x="3819790" y="2795698"/>
                    <a:pt x="3813822" y="2789730"/>
                  </a:cubicBezTo>
                  <a:cubicBezTo>
                    <a:pt x="3798901" y="2801666"/>
                    <a:pt x="3801885" y="2813603"/>
                    <a:pt x="3809346" y="2827032"/>
                  </a:cubicBezTo>
                  <a:cubicBezTo>
                    <a:pt x="3828743" y="2861351"/>
                    <a:pt x="3846648" y="2895669"/>
                    <a:pt x="3867538" y="2929987"/>
                  </a:cubicBezTo>
                  <a:cubicBezTo>
                    <a:pt x="3898872" y="2980719"/>
                    <a:pt x="3928714" y="3032943"/>
                    <a:pt x="3949604" y="3089643"/>
                  </a:cubicBezTo>
                  <a:lnTo>
                    <a:pt x="3959900" y="3102514"/>
                  </a:lnTo>
                  <a:lnTo>
                    <a:pt x="3957584" y="3130916"/>
                  </a:lnTo>
                  <a:lnTo>
                    <a:pt x="3913793" y="3119485"/>
                  </a:lnTo>
                  <a:cubicBezTo>
                    <a:pt x="3880967" y="3116501"/>
                    <a:pt x="3849632" y="3116501"/>
                    <a:pt x="3816806" y="3115008"/>
                  </a:cubicBezTo>
                  <a:cubicBezTo>
                    <a:pt x="3780996" y="3113516"/>
                    <a:pt x="3743693" y="3113516"/>
                    <a:pt x="3707882" y="3119485"/>
                  </a:cubicBezTo>
                  <a:cubicBezTo>
                    <a:pt x="3692961" y="3122469"/>
                    <a:pt x="3688485" y="3129930"/>
                    <a:pt x="3689977" y="3146343"/>
                  </a:cubicBezTo>
                  <a:cubicBezTo>
                    <a:pt x="3741454" y="3144105"/>
                    <a:pt x="3792559" y="3145970"/>
                    <a:pt x="3843850" y="3149513"/>
                  </a:cubicBezTo>
                  <a:lnTo>
                    <a:pt x="3955290" y="3159035"/>
                  </a:lnTo>
                  <a:lnTo>
                    <a:pt x="3954086" y="3173807"/>
                  </a:lnTo>
                  <a:lnTo>
                    <a:pt x="3883951" y="3167232"/>
                  </a:lnTo>
                  <a:cubicBezTo>
                    <a:pt x="3854109" y="3164248"/>
                    <a:pt x="3822775" y="3165740"/>
                    <a:pt x="3792932" y="3159772"/>
                  </a:cubicBezTo>
                  <a:cubicBezTo>
                    <a:pt x="3760106" y="3153803"/>
                    <a:pt x="3728772" y="3162756"/>
                    <a:pt x="3695946" y="3162756"/>
                  </a:cubicBezTo>
                  <a:cubicBezTo>
                    <a:pt x="3685501" y="3162756"/>
                    <a:pt x="3676548" y="3168724"/>
                    <a:pt x="3681025" y="3185138"/>
                  </a:cubicBezTo>
                  <a:cubicBezTo>
                    <a:pt x="3724296" y="3182153"/>
                    <a:pt x="3766075" y="3177677"/>
                    <a:pt x="3809346" y="3182153"/>
                  </a:cubicBezTo>
                  <a:cubicBezTo>
                    <a:pt x="3851124" y="3185138"/>
                    <a:pt x="3892904" y="3188122"/>
                    <a:pt x="3933190" y="3195582"/>
                  </a:cubicBezTo>
                  <a:lnTo>
                    <a:pt x="3951969" y="3199755"/>
                  </a:lnTo>
                  <a:lnTo>
                    <a:pt x="3950865" y="3213296"/>
                  </a:lnTo>
                  <a:lnTo>
                    <a:pt x="3861569" y="3198566"/>
                  </a:lnTo>
                  <a:cubicBezTo>
                    <a:pt x="3803377" y="3192598"/>
                    <a:pt x="3745185" y="3189614"/>
                    <a:pt x="3686993" y="3200059"/>
                  </a:cubicBezTo>
                  <a:cubicBezTo>
                    <a:pt x="3672072" y="3203043"/>
                    <a:pt x="3666103" y="3210503"/>
                    <a:pt x="3658643" y="3225424"/>
                  </a:cubicBezTo>
                  <a:cubicBezTo>
                    <a:pt x="3669088" y="3225424"/>
                    <a:pt x="3676548" y="3225424"/>
                    <a:pt x="3682517" y="3225424"/>
                  </a:cubicBezTo>
                  <a:cubicBezTo>
                    <a:pt x="3689977" y="3223932"/>
                    <a:pt x="3697438" y="3223932"/>
                    <a:pt x="3704898" y="3222440"/>
                  </a:cubicBezTo>
                  <a:cubicBezTo>
                    <a:pt x="3786964" y="3206027"/>
                    <a:pt x="3867538" y="3220948"/>
                    <a:pt x="3948111" y="3235869"/>
                  </a:cubicBezTo>
                  <a:lnTo>
                    <a:pt x="3949008" y="3236063"/>
                  </a:lnTo>
                  <a:lnTo>
                    <a:pt x="3948083" y="3247405"/>
                  </a:lnTo>
                  <a:lnTo>
                    <a:pt x="3928714" y="3244822"/>
                  </a:lnTo>
                  <a:cubicBezTo>
                    <a:pt x="3900364" y="3241837"/>
                    <a:pt x="3872014" y="3238853"/>
                    <a:pt x="3845156" y="3235869"/>
                  </a:cubicBezTo>
                  <a:cubicBezTo>
                    <a:pt x="3822775" y="3234377"/>
                    <a:pt x="3800393" y="3231393"/>
                    <a:pt x="3778011" y="3231393"/>
                  </a:cubicBezTo>
                  <a:cubicBezTo>
                    <a:pt x="3740709" y="3229901"/>
                    <a:pt x="3703406" y="3235869"/>
                    <a:pt x="3667596" y="3244822"/>
                  </a:cubicBezTo>
                  <a:cubicBezTo>
                    <a:pt x="3646706" y="3249298"/>
                    <a:pt x="3640738" y="3261235"/>
                    <a:pt x="3628801" y="3280632"/>
                  </a:cubicBezTo>
                  <a:cubicBezTo>
                    <a:pt x="3639246" y="3279140"/>
                    <a:pt x="3643722" y="3277648"/>
                    <a:pt x="3649690" y="3277648"/>
                  </a:cubicBezTo>
                  <a:cubicBezTo>
                    <a:pt x="3669088" y="3274664"/>
                    <a:pt x="3686993" y="3270188"/>
                    <a:pt x="3706391" y="3267203"/>
                  </a:cubicBezTo>
                  <a:cubicBezTo>
                    <a:pt x="3782488" y="3258251"/>
                    <a:pt x="3860077" y="3262727"/>
                    <a:pt x="3936175" y="3264219"/>
                  </a:cubicBezTo>
                  <a:lnTo>
                    <a:pt x="3946639" y="3265113"/>
                  </a:lnTo>
                  <a:lnTo>
                    <a:pt x="3945306" y="3281454"/>
                  </a:lnTo>
                  <a:lnTo>
                    <a:pt x="3919761" y="3277648"/>
                  </a:lnTo>
                  <a:cubicBezTo>
                    <a:pt x="3877983" y="3276156"/>
                    <a:pt x="3837696" y="3274664"/>
                    <a:pt x="3795917" y="3274664"/>
                  </a:cubicBezTo>
                  <a:cubicBezTo>
                    <a:pt x="3776519" y="3274664"/>
                    <a:pt x="3757122" y="3280632"/>
                    <a:pt x="3736233" y="3280632"/>
                  </a:cubicBezTo>
                  <a:cubicBezTo>
                    <a:pt x="3701914" y="3280632"/>
                    <a:pt x="3670580" y="3288093"/>
                    <a:pt x="3637754" y="3294061"/>
                  </a:cubicBezTo>
                  <a:cubicBezTo>
                    <a:pt x="3610895" y="3298537"/>
                    <a:pt x="3595974" y="3316443"/>
                    <a:pt x="3590006" y="3343301"/>
                  </a:cubicBezTo>
                  <a:cubicBezTo>
                    <a:pt x="3598959" y="3341809"/>
                    <a:pt x="3606419" y="3338824"/>
                    <a:pt x="3613880" y="3337332"/>
                  </a:cubicBezTo>
                  <a:cubicBezTo>
                    <a:pt x="3661627" y="3328380"/>
                    <a:pt x="3709374" y="3322411"/>
                    <a:pt x="3757122" y="3311967"/>
                  </a:cubicBezTo>
                  <a:cubicBezTo>
                    <a:pt x="3797409" y="3303014"/>
                    <a:pt x="3839188" y="3300030"/>
                    <a:pt x="3880967" y="3297046"/>
                  </a:cubicBezTo>
                  <a:cubicBezTo>
                    <a:pt x="3886935" y="3297046"/>
                    <a:pt x="3894395" y="3297046"/>
                    <a:pt x="3900364" y="3298537"/>
                  </a:cubicBezTo>
                  <a:lnTo>
                    <a:pt x="3943232" y="3306888"/>
                  </a:lnTo>
                  <a:lnTo>
                    <a:pt x="3939068" y="3357940"/>
                  </a:lnTo>
                  <a:lnTo>
                    <a:pt x="3931698" y="3349269"/>
                  </a:lnTo>
                  <a:cubicBezTo>
                    <a:pt x="3925730" y="3341809"/>
                    <a:pt x="3913793" y="3337332"/>
                    <a:pt x="3903348" y="3337332"/>
                  </a:cubicBezTo>
                  <a:cubicBezTo>
                    <a:pt x="3891412" y="3337332"/>
                    <a:pt x="3874998" y="3340316"/>
                    <a:pt x="3858585" y="3341809"/>
                  </a:cubicBezTo>
                  <a:cubicBezTo>
                    <a:pt x="3857093" y="3343301"/>
                    <a:pt x="3857093" y="3344793"/>
                    <a:pt x="3855601" y="3346285"/>
                  </a:cubicBezTo>
                  <a:cubicBezTo>
                    <a:pt x="3863062" y="3352253"/>
                    <a:pt x="3870522" y="3359714"/>
                    <a:pt x="3877983" y="3365682"/>
                  </a:cubicBezTo>
                  <a:cubicBezTo>
                    <a:pt x="3882459" y="3370159"/>
                    <a:pt x="3889919" y="3373143"/>
                    <a:pt x="3892904" y="3377619"/>
                  </a:cubicBezTo>
                  <a:lnTo>
                    <a:pt x="3933519" y="3425970"/>
                  </a:lnTo>
                  <a:lnTo>
                    <a:pt x="3930471" y="3463353"/>
                  </a:lnTo>
                  <a:lnTo>
                    <a:pt x="3907824" y="3430216"/>
                  </a:lnTo>
                  <a:cubicBezTo>
                    <a:pt x="3888427" y="3407461"/>
                    <a:pt x="3866791" y="3386571"/>
                    <a:pt x="3843664" y="3367174"/>
                  </a:cubicBezTo>
                  <a:cubicBezTo>
                    <a:pt x="3836203" y="3359714"/>
                    <a:pt x="3825759" y="3350761"/>
                    <a:pt x="3816806" y="3350761"/>
                  </a:cubicBezTo>
                  <a:cubicBezTo>
                    <a:pt x="3797409" y="3352253"/>
                    <a:pt x="3778011" y="3350761"/>
                    <a:pt x="3758614" y="3358222"/>
                  </a:cubicBezTo>
                  <a:cubicBezTo>
                    <a:pt x="3760106" y="3362698"/>
                    <a:pt x="3760106" y="3364190"/>
                    <a:pt x="3761598" y="3365682"/>
                  </a:cubicBezTo>
                  <a:cubicBezTo>
                    <a:pt x="3800393" y="3395524"/>
                    <a:pt x="3833219" y="3431335"/>
                    <a:pt x="3866046" y="3467145"/>
                  </a:cubicBezTo>
                  <a:cubicBezTo>
                    <a:pt x="3873506" y="3474606"/>
                    <a:pt x="3880967" y="3482067"/>
                    <a:pt x="3870522" y="3496988"/>
                  </a:cubicBezTo>
                  <a:cubicBezTo>
                    <a:pt x="3863062" y="3489527"/>
                    <a:pt x="3857093" y="3483559"/>
                    <a:pt x="3849632" y="3477590"/>
                  </a:cubicBezTo>
                  <a:cubicBezTo>
                    <a:pt x="3812330" y="3443272"/>
                    <a:pt x="3775027" y="3408953"/>
                    <a:pt x="3737724" y="3374635"/>
                  </a:cubicBezTo>
                  <a:cubicBezTo>
                    <a:pt x="3731756" y="3370159"/>
                    <a:pt x="3724296" y="3364190"/>
                    <a:pt x="3718327" y="3365682"/>
                  </a:cubicBezTo>
                  <a:cubicBezTo>
                    <a:pt x="3700422" y="3364190"/>
                    <a:pt x="3682517" y="3370159"/>
                    <a:pt x="3658643" y="3376127"/>
                  </a:cubicBezTo>
                  <a:cubicBezTo>
                    <a:pt x="3667596" y="3383587"/>
                    <a:pt x="3672072" y="3388064"/>
                    <a:pt x="3676548" y="3392540"/>
                  </a:cubicBezTo>
                  <a:cubicBezTo>
                    <a:pt x="3692961" y="3404477"/>
                    <a:pt x="3710867" y="3416414"/>
                    <a:pt x="3727280" y="3428351"/>
                  </a:cubicBezTo>
                  <a:cubicBezTo>
                    <a:pt x="3778011" y="3470130"/>
                    <a:pt x="3827251" y="3511909"/>
                    <a:pt x="3877983" y="3552196"/>
                  </a:cubicBezTo>
                  <a:cubicBezTo>
                    <a:pt x="3889920" y="3561149"/>
                    <a:pt x="3901483" y="3570474"/>
                    <a:pt x="3913979" y="3578494"/>
                  </a:cubicBezTo>
                  <a:lnTo>
                    <a:pt x="3920832" y="3581536"/>
                  </a:lnTo>
                  <a:lnTo>
                    <a:pt x="3918592" y="3609001"/>
                  </a:lnTo>
                  <a:lnTo>
                    <a:pt x="3902975" y="3592296"/>
                  </a:lnTo>
                  <a:cubicBezTo>
                    <a:pt x="3880966" y="3571220"/>
                    <a:pt x="3857093" y="3551449"/>
                    <a:pt x="3830235" y="3534290"/>
                  </a:cubicBezTo>
                  <a:cubicBezTo>
                    <a:pt x="3837696" y="3565625"/>
                    <a:pt x="3849632" y="3590990"/>
                    <a:pt x="3873506" y="3608895"/>
                  </a:cubicBezTo>
                  <a:lnTo>
                    <a:pt x="3915633" y="3645277"/>
                  </a:lnTo>
                  <a:lnTo>
                    <a:pt x="3914277" y="3661898"/>
                  </a:lnTo>
                  <a:lnTo>
                    <a:pt x="3840680" y="3596959"/>
                  </a:lnTo>
                  <a:cubicBezTo>
                    <a:pt x="3825759" y="3617848"/>
                    <a:pt x="3824267" y="3619340"/>
                    <a:pt x="3842172" y="3632769"/>
                  </a:cubicBezTo>
                  <a:cubicBezTo>
                    <a:pt x="3860077" y="3646198"/>
                    <a:pt x="3879474" y="3656643"/>
                    <a:pt x="3898872" y="3668580"/>
                  </a:cubicBezTo>
                  <a:lnTo>
                    <a:pt x="3914042" y="3664788"/>
                  </a:lnTo>
                  <a:lnTo>
                    <a:pt x="3911200" y="3699631"/>
                  </a:lnTo>
                  <a:lnTo>
                    <a:pt x="3909317" y="3699914"/>
                  </a:lnTo>
                  <a:lnTo>
                    <a:pt x="3910997" y="3702119"/>
                  </a:lnTo>
                  <a:lnTo>
                    <a:pt x="3903260" y="3796984"/>
                  </a:lnTo>
                  <a:lnTo>
                    <a:pt x="3901856" y="3786456"/>
                  </a:lnTo>
                  <a:cubicBezTo>
                    <a:pt x="3895888" y="3770043"/>
                    <a:pt x="3885443" y="3774519"/>
                    <a:pt x="3874998" y="3774519"/>
                  </a:cubicBezTo>
                  <a:cubicBezTo>
                    <a:pt x="3870522" y="3789440"/>
                    <a:pt x="3866046" y="3802869"/>
                    <a:pt x="3861569" y="3817790"/>
                  </a:cubicBezTo>
                  <a:cubicBezTo>
                    <a:pt x="3870522" y="3823759"/>
                    <a:pt x="3879474" y="3829727"/>
                    <a:pt x="3886935" y="3835696"/>
                  </a:cubicBezTo>
                  <a:lnTo>
                    <a:pt x="3901452" y="3819147"/>
                  </a:lnTo>
                  <a:lnTo>
                    <a:pt x="3890229" y="3956761"/>
                  </a:lnTo>
                  <a:lnTo>
                    <a:pt x="3879475" y="3945925"/>
                  </a:lnTo>
                  <a:cubicBezTo>
                    <a:pt x="3863062" y="3933802"/>
                    <a:pt x="3842918" y="3925222"/>
                    <a:pt x="3822775" y="3914777"/>
                  </a:cubicBezTo>
                  <a:cubicBezTo>
                    <a:pt x="3825759" y="3932683"/>
                    <a:pt x="3825759" y="3949095"/>
                    <a:pt x="3839188" y="3953572"/>
                  </a:cubicBezTo>
                  <a:cubicBezTo>
                    <a:pt x="3851124" y="3957302"/>
                    <a:pt x="3861570" y="3963271"/>
                    <a:pt x="3871268" y="3970171"/>
                  </a:cubicBezTo>
                  <a:lnTo>
                    <a:pt x="3888035" y="3983654"/>
                  </a:lnTo>
                  <a:lnTo>
                    <a:pt x="3887109" y="3995013"/>
                  </a:lnTo>
                  <a:lnTo>
                    <a:pt x="3874439" y="3986002"/>
                  </a:lnTo>
                  <a:cubicBezTo>
                    <a:pt x="3864833" y="3980709"/>
                    <a:pt x="3854855" y="3976699"/>
                    <a:pt x="3845156" y="3974461"/>
                  </a:cubicBezTo>
                  <a:cubicBezTo>
                    <a:pt x="3851124" y="3993859"/>
                    <a:pt x="3857093" y="4010272"/>
                    <a:pt x="3877983" y="4017732"/>
                  </a:cubicBezTo>
                  <a:lnTo>
                    <a:pt x="3884926" y="4021782"/>
                  </a:lnTo>
                  <a:lnTo>
                    <a:pt x="3883743" y="4036279"/>
                  </a:lnTo>
                  <a:lnTo>
                    <a:pt x="3876490" y="4032653"/>
                  </a:lnTo>
                  <a:cubicBezTo>
                    <a:pt x="3875744" y="4040860"/>
                    <a:pt x="3876863" y="4047575"/>
                    <a:pt x="3879474" y="4053170"/>
                  </a:cubicBezTo>
                  <a:lnTo>
                    <a:pt x="3882117" y="4056225"/>
                  </a:lnTo>
                  <a:lnTo>
                    <a:pt x="3878576" y="4099637"/>
                  </a:lnTo>
                  <a:lnTo>
                    <a:pt x="3877983" y="4098306"/>
                  </a:lnTo>
                  <a:cubicBezTo>
                    <a:pt x="3874998" y="4105766"/>
                    <a:pt x="3872014" y="4110243"/>
                    <a:pt x="3870522" y="4114719"/>
                  </a:cubicBezTo>
                  <a:cubicBezTo>
                    <a:pt x="3863062" y="4138593"/>
                    <a:pt x="3858585" y="4163959"/>
                    <a:pt x="3849632" y="4186341"/>
                  </a:cubicBezTo>
                  <a:cubicBezTo>
                    <a:pt x="3840680" y="4204246"/>
                    <a:pt x="3846648" y="4217675"/>
                    <a:pt x="3852617" y="4234088"/>
                  </a:cubicBezTo>
                  <a:cubicBezTo>
                    <a:pt x="3858585" y="4226627"/>
                    <a:pt x="3863062" y="4217675"/>
                    <a:pt x="3866046" y="4208722"/>
                  </a:cubicBezTo>
                  <a:lnTo>
                    <a:pt x="3871108" y="4191199"/>
                  </a:lnTo>
                  <a:lnTo>
                    <a:pt x="3866113" y="4252445"/>
                  </a:lnTo>
                  <a:lnTo>
                    <a:pt x="3863062" y="4263930"/>
                  </a:lnTo>
                  <a:lnTo>
                    <a:pt x="3863627" y="4282924"/>
                  </a:lnTo>
                  <a:lnTo>
                    <a:pt x="3856800" y="4366630"/>
                  </a:lnTo>
                  <a:lnTo>
                    <a:pt x="3850006" y="4355135"/>
                  </a:lnTo>
                  <a:cubicBezTo>
                    <a:pt x="3832847" y="4332567"/>
                    <a:pt x="3811584" y="4313915"/>
                    <a:pt x="3797409" y="4305709"/>
                  </a:cubicBezTo>
                  <a:cubicBezTo>
                    <a:pt x="3792932" y="4323614"/>
                    <a:pt x="3798901" y="4340027"/>
                    <a:pt x="3810838" y="4353456"/>
                  </a:cubicBezTo>
                  <a:lnTo>
                    <a:pt x="3853851" y="4402795"/>
                  </a:lnTo>
                  <a:lnTo>
                    <a:pt x="3853042" y="4412713"/>
                  </a:lnTo>
                  <a:lnTo>
                    <a:pt x="3843664" y="4401204"/>
                  </a:lnTo>
                  <a:cubicBezTo>
                    <a:pt x="3831727" y="4390759"/>
                    <a:pt x="3819790" y="4380314"/>
                    <a:pt x="3806361" y="4365393"/>
                  </a:cubicBezTo>
                  <a:cubicBezTo>
                    <a:pt x="3804869" y="4380314"/>
                    <a:pt x="3804869" y="4389267"/>
                    <a:pt x="3812330" y="4398219"/>
                  </a:cubicBezTo>
                  <a:lnTo>
                    <a:pt x="3850115" y="4448599"/>
                  </a:lnTo>
                  <a:lnTo>
                    <a:pt x="3849064" y="4461482"/>
                  </a:lnTo>
                  <a:lnTo>
                    <a:pt x="3813822" y="4422093"/>
                  </a:lnTo>
                  <a:cubicBezTo>
                    <a:pt x="3812330" y="4422093"/>
                    <a:pt x="3810838" y="4422093"/>
                    <a:pt x="3807854" y="4423585"/>
                  </a:cubicBezTo>
                  <a:cubicBezTo>
                    <a:pt x="3809346" y="4431046"/>
                    <a:pt x="3809346" y="4438506"/>
                    <a:pt x="3813822" y="4442983"/>
                  </a:cubicBezTo>
                  <a:lnTo>
                    <a:pt x="3846802" y="4489222"/>
                  </a:lnTo>
                  <a:lnTo>
                    <a:pt x="3845502" y="4505156"/>
                  </a:lnTo>
                  <a:lnTo>
                    <a:pt x="3830235" y="4486254"/>
                  </a:lnTo>
                  <a:cubicBezTo>
                    <a:pt x="3827251" y="4483270"/>
                    <a:pt x="3822775" y="4480285"/>
                    <a:pt x="3816806" y="4477301"/>
                  </a:cubicBezTo>
                  <a:cubicBezTo>
                    <a:pt x="3813822" y="4490730"/>
                    <a:pt x="3813822" y="4499683"/>
                    <a:pt x="3822775" y="4508635"/>
                  </a:cubicBezTo>
                  <a:lnTo>
                    <a:pt x="3843218" y="4533167"/>
                  </a:lnTo>
                  <a:lnTo>
                    <a:pt x="3842036" y="4547649"/>
                  </a:lnTo>
                  <a:lnTo>
                    <a:pt x="3840680" y="4545938"/>
                  </a:lnTo>
                  <a:cubicBezTo>
                    <a:pt x="3837696" y="4542954"/>
                    <a:pt x="3833219" y="4539969"/>
                    <a:pt x="3830235" y="4538477"/>
                  </a:cubicBezTo>
                  <a:lnTo>
                    <a:pt x="3841245" y="4557359"/>
                  </a:lnTo>
                  <a:lnTo>
                    <a:pt x="3839165" y="4582851"/>
                  </a:lnTo>
                  <a:lnTo>
                    <a:pt x="3831727" y="4577272"/>
                  </a:lnTo>
                  <a:lnTo>
                    <a:pt x="3838063" y="4596370"/>
                  </a:lnTo>
                  <a:lnTo>
                    <a:pt x="3827540" y="4725392"/>
                  </a:lnTo>
                  <a:lnTo>
                    <a:pt x="3788456" y="4738420"/>
                  </a:lnTo>
                  <a:cubicBezTo>
                    <a:pt x="3766075" y="4747372"/>
                    <a:pt x="3755630" y="4768262"/>
                    <a:pt x="3757122" y="4790643"/>
                  </a:cubicBezTo>
                  <a:cubicBezTo>
                    <a:pt x="3768313" y="4780199"/>
                    <a:pt x="3780250" y="4774976"/>
                    <a:pt x="3792746" y="4772925"/>
                  </a:cubicBezTo>
                  <a:lnTo>
                    <a:pt x="3823579" y="4773957"/>
                  </a:lnTo>
                  <a:lnTo>
                    <a:pt x="3821923" y="4794265"/>
                  </a:lnTo>
                  <a:lnTo>
                    <a:pt x="3807854" y="4851819"/>
                  </a:lnTo>
                  <a:lnTo>
                    <a:pt x="3817562" y="4847731"/>
                  </a:lnTo>
                  <a:lnTo>
                    <a:pt x="3815389" y="4874380"/>
                  </a:lnTo>
                  <a:lnTo>
                    <a:pt x="3812330" y="4874201"/>
                  </a:lnTo>
                  <a:lnTo>
                    <a:pt x="3814946" y="4879803"/>
                  </a:lnTo>
                  <a:lnTo>
                    <a:pt x="3808197" y="4962551"/>
                  </a:lnTo>
                  <a:lnTo>
                    <a:pt x="3779504" y="4951791"/>
                  </a:lnTo>
                  <a:cubicBezTo>
                    <a:pt x="3754138" y="4935377"/>
                    <a:pt x="3754138" y="4907027"/>
                    <a:pt x="3742201" y="4884646"/>
                  </a:cubicBezTo>
                  <a:cubicBezTo>
                    <a:pt x="3740709" y="4884646"/>
                    <a:pt x="3737724" y="4884646"/>
                    <a:pt x="3736233" y="4884646"/>
                  </a:cubicBezTo>
                  <a:cubicBezTo>
                    <a:pt x="3736233" y="4892106"/>
                    <a:pt x="3734740" y="4899567"/>
                    <a:pt x="3734740" y="4908520"/>
                  </a:cubicBezTo>
                  <a:cubicBezTo>
                    <a:pt x="3734740" y="4920456"/>
                    <a:pt x="3734740" y="4932393"/>
                    <a:pt x="3736233" y="4944330"/>
                  </a:cubicBezTo>
                  <a:cubicBezTo>
                    <a:pt x="3736233" y="4968204"/>
                    <a:pt x="3748169" y="4986109"/>
                    <a:pt x="3767566" y="4998046"/>
                  </a:cubicBezTo>
                  <a:cubicBezTo>
                    <a:pt x="3775773" y="5003642"/>
                    <a:pt x="3785658" y="5007558"/>
                    <a:pt x="3796266" y="5009493"/>
                  </a:cubicBezTo>
                  <a:lnTo>
                    <a:pt x="3804378" y="5009384"/>
                  </a:lnTo>
                  <a:lnTo>
                    <a:pt x="3802193" y="5036171"/>
                  </a:lnTo>
                  <a:lnTo>
                    <a:pt x="3780996" y="5030872"/>
                  </a:lnTo>
                  <a:cubicBezTo>
                    <a:pt x="3758614" y="5021920"/>
                    <a:pt x="3736233" y="5011475"/>
                    <a:pt x="3713851" y="5001030"/>
                  </a:cubicBezTo>
                  <a:cubicBezTo>
                    <a:pt x="3701914" y="5026396"/>
                    <a:pt x="3701914" y="5048777"/>
                    <a:pt x="3715343" y="5072651"/>
                  </a:cubicBezTo>
                  <a:cubicBezTo>
                    <a:pt x="3725788" y="5090556"/>
                    <a:pt x="3743693" y="5099509"/>
                    <a:pt x="3761598" y="5103986"/>
                  </a:cubicBezTo>
                  <a:lnTo>
                    <a:pt x="3796076" y="5111169"/>
                  </a:lnTo>
                  <a:lnTo>
                    <a:pt x="3785829" y="5236818"/>
                  </a:lnTo>
                  <a:lnTo>
                    <a:pt x="3769059" y="5272593"/>
                  </a:lnTo>
                  <a:cubicBezTo>
                    <a:pt x="3767566" y="5277069"/>
                    <a:pt x="3763090" y="5280054"/>
                    <a:pt x="3760106" y="5284530"/>
                  </a:cubicBezTo>
                  <a:cubicBezTo>
                    <a:pt x="3743693" y="5263641"/>
                    <a:pt x="3745185" y="5241259"/>
                    <a:pt x="3745185" y="5218877"/>
                  </a:cubicBezTo>
                  <a:cubicBezTo>
                    <a:pt x="3746677" y="5190528"/>
                    <a:pt x="3746677" y="5190528"/>
                    <a:pt x="3712359" y="5177099"/>
                  </a:cubicBezTo>
                  <a:cubicBezTo>
                    <a:pt x="3721312" y="5247227"/>
                    <a:pt x="3725788" y="5315864"/>
                    <a:pt x="3743693" y="5387486"/>
                  </a:cubicBezTo>
                  <a:lnTo>
                    <a:pt x="3779612" y="5313036"/>
                  </a:lnTo>
                  <a:lnTo>
                    <a:pt x="3776746" y="5348181"/>
                  </a:lnTo>
                  <a:lnTo>
                    <a:pt x="3766937" y="5375921"/>
                  </a:lnTo>
                  <a:cubicBezTo>
                    <a:pt x="3764023" y="5387578"/>
                    <a:pt x="3763091" y="5397184"/>
                    <a:pt x="3764583" y="5403898"/>
                  </a:cubicBezTo>
                  <a:lnTo>
                    <a:pt x="3773581" y="5386981"/>
                  </a:lnTo>
                  <a:lnTo>
                    <a:pt x="3766327" y="5475922"/>
                  </a:lnTo>
                  <a:lnTo>
                    <a:pt x="3715343" y="5466567"/>
                  </a:lnTo>
                  <a:cubicBezTo>
                    <a:pt x="3672072" y="5457614"/>
                    <a:pt x="3633277" y="5438217"/>
                    <a:pt x="3597467" y="5414343"/>
                  </a:cubicBezTo>
                  <a:cubicBezTo>
                    <a:pt x="3591498" y="5409867"/>
                    <a:pt x="3587022" y="5403898"/>
                    <a:pt x="3582545" y="5397930"/>
                  </a:cubicBezTo>
                  <a:cubicBezTo>
                    <a:pt x="3570609" y="5380025"/>
                    <a:pt x="3558672" y="5363612"/>
                    <a:pt x="3549719" y="5344214"/>
                  </a:cubicBezTo>
                  <a:cubicBezTo>
                    <a:pt x="3540767" y="5324817"/>
                    <a:pt x="3536290" y="5305420"/>
                    <a:pt x="3545243" y="5284530"/>
                  </a:cubicBezTo>
                  <a:cubicBezTo>
                    <a:pt x="3557180" y="5254688"/>
                    <a:pt x="3570609" y="5224846"/>
                    <a:pt x="3592990" y="5199480"/>
                  </a:cubicBezTo>
                  <a:cubicBezTo>
                    <a:pt x="3621340" y="5168146"/>
                    <a:pt x="3637754" y="5129351"/>
                    <a:pt x="3651182" y="5089065"/>
                  </a:cubicBezTo>
                  <a:cubicBezTo>
                    <a:pt x="3669088" y="5029380"/>
                    <a:pt x="3684009" y="4968204"/>
                    <a:pt x="3698930" y="4908520"/>
                  </a:cubicBezTo>
                  <a:cubicBezTo>
                    <a:pt x="3701915" y="4895091"/>
                    <a:pt x="3701914" y="4881661"/>
                    <a:pt x="3703406" y="4869725"/>
                  </a:cubicBezTo>
                  <a:cubicBezTo>
                    <a:pt x="3707882" y="4814517"/>
                    <a:pt x="3725788" y="4762293"/>
                    <a:pt x="3725788" y="4707085"/>
                  </a:cubicBezTo>
                  <a:cubicBezTo>
                    <a:pt x="3725788" y="4660830"/>
                    <a:pt x="3730264" y="4613082"/>
                    <a:pt x="3728772" y="4566828"/>
                  </a:cubicBezTo>
                  <a:cubicBezTo>
                    <a:pt x="3727280" y="4526541"/>
                    <a:pt x="3721312" y="4487746"/>
                    <a:pt x="3716835" y="4447459"/>
                  </a:cubicBezTo>
                  <a:cubicBezTo>
                    <a:pt x="3716835" y="4445967"/>
                    <a:pt x="3715343" y="4444475"/>
                    <a:pt x="3715343" y="4442983"/>
                  </a:cubicBezTo>
                  <a:cubicBezTo>
                    <a:pt x="3716835" y="4392251"/>
                    <a:pt x="3698930" y="4343012"/>
                    <a:pt x="3694453" y="4292280"/>
                  </a:cubicBezTo>
                  <a:cubicBezTo>
                    <a:pt x="3692961" y="4271390"/>
                    <a:pt x="3686993" y="4249009"/>
                    <a:pt x="3681025" y="4228119"/>
                  </a:cubicBezTo>
                  <a:cubicBezTo>
                    <a:pt x="3673564" y="4198277"/>
                    <a:pt x="3664611" y="4168435"/>
                    <a:pt x="3657151" y="4138593"/>
                  </a:cubicBezTo>
                  <a:cubicBezTo>
                    <a:pt x="3639246" y="4058019"/>
                    <a:pt x="3613880" y="3980430"/>
                    <a:pt x="3581053" y="3901348"/>
                  </a:cubicBezTo>
                  <a:cubicBezTo>
                    <a:pt x="3560164" y="3908809"/>
                    <a:pt x="3539275" y="3917762"/>
                    <a:pt x="3518385" y="3923730"/>
                  </a:cubicBezTo>
                  <a:cubicBezTo>
                    <a:pt x="3470638" y="3940143"/>
                    <a:pt x="3422890" y="3955064"/>
                    <a:pt x="3375143" y="3969985"/>
                  </a:cubicBezTo>
                  <a:cubicBezTo>
                    <a:pt x="3351269" y="3977446"/>
                    <a:pt x="3325903" y="3986398"/>
                    <a:pt x="3302030" y="3995351"/>
                  </a:cubicBezTo>
                  <a:cubicBezTo>
                    <a:pt x="3290093" y="3999827"/>
                    <a:pt x="3278156" y="4002811"/>
                    <a:pt x="3266219" y="4007288"/>
                  </a:cubicBezTo>
                  <a:cubicBezTo>
                    <a:pt x="3197582" y="4026685"/>
                    <a:pt x="3130438" y="4049067"/>
                    <a:pt x="3061801" y="4066972"/>
                  </a:cubicBezTo>
                  <a:cubicBezTo>
                    <a:pt x="2988688" y="4084877"/>
                    <a:pt x="2914082" y="4102783"/>
                    <a:pt x="2837985" y="4110243"/>
                  </a:cubicBezTo>
                  <a:cubicBezTo>
                    <a:pt x="2803666" y="4113227"/>
                    <a:pt x="2769348" y="4123672"/>
                    <a:pt x="2735030" y="4129640"/>
                  </a:cubicBezTo>
                  <a:cubicBezTo>
                    <a:pt x="2690267" y="4137101"/>
                    <a:pt x="2646995" y="4144561"/>
                    <a:pt x="2602232" y="4152022"/>
                  </a:cubicBezTo>
                  <a:cubicBezTo>
                    <a:pt x="2585819" y="4155006"/>
                    <a:pt x="2569406" y="4153514"/>
                    <a:pt x="2551501" y="4153514"/>
                  </a:cubicBezTo>
                  <a:cubicBezTo>
                    <a:pt x="2539564" y="4153514"/>
                    <a:pt x="2530611" y="4157990"/>
                    <a:pt x="2526135" y="4169927"/>
                  </a:cubicBezTo>
                  <a:cubicBezTo>
                    <a:pt x="2509722" y="4204246"/>
                    <a:pt x="2494801" y="4237072"/>
                    <a:pt x="2478387" y="4271390"/>
                  </a:cubicBezTo>
                  <a:cubicBezTo>
                    <a:pt x="2460482" y="4307201"/>
                    <a:pt x="2444069" y="4344503"/>
                    <a:pt x="2424672" y="4378822"/>
                  </a:cubicBezTo>
                  <a:cubicBezTo>
                    <a:pt x="2412735" y="4399712"/>
                    <a:pt x="2397814" y="4416125"/>
                    <a:pt x="2382893" y="4435522"/>
                  </a:cubicBezTo>
                  <a:cubicBezTo>
                    <a:pt x="2350066" y="4475809"/>
                    <a:pt x="2314256" y="4516096"/>
                    <a:pt x="2281429" y="4556383"/>
                  </a:cubicBezTo>
                  <a:cubicBezTo>
                    <a:pt x="2242635" y="4602638"/>
                    <a:pt x="2196380" y="4641433"/>
                    <a:pt x="2150124" y="4680227"/>
                  </a:cubicBezTo>
                  <a:cubicBezTo>
                    <a:pt x="2084472" y="4736928"/>
                    <a:pt x="2020311" y="4792135"/>
                    <a:pt x="1953166" y="4847343"/>
                  </a:cubicBezTo>
                  <a:cubicBezTo>
                    <a:pt x="1924816" y="4871217"/>
                    <a:pt x="1894974" y="4895091"/>
                    <a:pt x="1860656" y="4911504"/>
                  </a:cubicBezTo>
                  <a:cubicBezTo>
                    <a:pt x="1842750" y="4920456"/>
                    <a:pt x="1827829" y="4932393"/>
                    <a:pt x="1808432" y="4945822"/>
                  </a:cubicBezTo>
                  <a:cubicBezTo>
                    <a:pt x="1824845" y="4953283"/>
                    <a:pt x="1839766" y="4960743"/>
                    <a:pt x="1853195" y="4968204"/>
                  </a:cubicBezTo>
                  <a:cubicBezTo>
                    <a:pt x="1921832" y="5004014"/>
                    <a:pt x="1985992" y="5048777"/>
                    <a:pt x="2050153" y="5092048"/>
                  </a:cubicBezTo>
                  <a:cubicBezTo>
                    <a:pt x="2096408" y="5123383"/>
                    <a:pt x="2136695" y="5160685"/>
                    <a:pt x="2172506" y="5202464"/>
                  </a:cubicBezTo>
                  <a:cubicBezTo>
                    <a:pt x="2175490" y="5206941"/>
                    <a:pt x="2181458" y="5209925"/>
                    <a:pt x="2185935" y="5212909"/>
                  </a:cubicBezTo>
                  <a:cubicBezTo>
                    <a:pt x="2229206" y="5227830"/>
                    <a:pt x="2257556" y="5259164"/>
                    <a:pt x="2278445" y="5296467"/>
                  </a:cubicBezTo>
                  <a:cubicBezTo>
                    <a:pt x="2288890" y="5315864"/>
                    <a:pt x="2291874" y="5339738"/>
                    <a:pt x="2296351" y="5360627"/>
                  </a:cubicBezTo>
                  <a:cubicBezTo>
                    <a:pt x="2306795" y="5415836"/>
                    <a:pt x="2308287" y="5471043"/>
                    <a:pt x="2294859" y="5526251"/>
                  </a:cubicBezTo>
                  <a:cubicBezTo>
                    <a:pt x="2290382" y="5542665"/>
                    <a:pt x="2291874" y="5560570"/>
                    <a:pt x="2293366" y="5578475"/>
                  </a:cubicBezTo>
                  <a:cubicBezTo>
                    <a:pt x="2293366" y="5605333"/>
                    <a:pt x="2291874" y="5629206"/>
                    <a:pt x="2278445" y="5653080"/>
                  </a:cubicBezTo>
                  <a:cubicBezTo>
                    <a:pt x="2276953" y="5654572"/>
                    <a:pt x="2275461" y="5657556"/>
                    <a:pt x="2273969" y="5659049"/>
                  </a:cubicBezTo>
                  <a:cubicBezTo>
                    <a:pt x="2266508" y="5668001"/>
                    <a:pt x="2257556" y="5666509"/>
                    <a:pt x="2253080" y="5656065"/>
                  </a:cubicBezTo>
                  <a:cubicBezTo>
                    <a:pt x="2247111" y="5641144"/>
                    <a:pt x="2244127" y="5624730"/>
                    <a:pt x="2235174" y="5612793"/>
                  </a:cubicBezTo>
                  <a:cubicBezTo>
                    <a:pt x="2214285" y="5582951"/>
                    <a:pt x="2193395" y="5554601"/>
                    <a:pt x="2169522" y="5527743"/>
                  </a:cubicBezTo>
                  <a:cubicBezTo>
                    <a:pt x="2144156" y="5497901"/>
                    <a:pt x="2111330" y="5475520"/>
                    <a:pt x="2091932" y="5439709"/>
                  </a:cubicBezTo>
                  <a:cubicBezTo>
                    <a:pt x="2072535" y="5405391"/>
                    <a:pt x="2048661" y="5374056"/>
                    <a:pt x="2045677" y="5333770"/>
                  </a:cubicBezTo>
                  <a:cubicBezTo>
                    <a:pt x="2045677" y="5329293"/>
                    <a:pt x="2041201" y="5324817"/>
                    <a:pt x="2038216" y="5321833"/>
                  </a:cubicBezTo>
                  <a:cubicBezTo>
                    <a:pt x="2009866" y="5294975"/>
                    <a:pt x="1978532" y="5271101"/>
                    <a:pt x="1944214" y="5253196"/>
                  </a:cubicBezTo>
                  <a:cubicBezTo>
                    <a:pt x="1912879" y="5236783"/>
                    <a:pt x="1883037" y="5217385"/>
                    <a:pt x="1853195" y="5200972"/>
                  </a:cubicBezTo>
                  <a:cubicBezTo>
                    <a:pt x="1832306" y="5190528"/>
                    <a:pt x="1811416" y="5178591"/>
                    <a:pt x="1789035" y="5172622"/>
                  </a:cubicBezTo>
                  <a:cubicBezTo>
                    <a:pt x="1735319" y="5159193"/>
                    <a:pt x="1680111" y="5150240"/>
                    <a:pt x="1624903" y="5139796"/>
                  </a:cubicBezTo>
                  <a:cubicBezTo>
                    <a:pt x="1569695" y="5129351"/>
                    <a:pt x="1514487" y="5139796"/>
                    <a:pt x="1459279" y="5139796"/>
                  </a:cubicBezTo>
                  <a:cubicBezTo>
                    <a:pt x="1447343" y="5139796"/>
                    <a:pt x="1435406" y="5145764"/>
                    <a:pt x="1423469" y="5150240"/>
                  </a:cubicBezTo>
                  <a:cubicBezTo>
                    <a:pt x="1333942" y="5190528"/>
                    <a:pt x="1242924" y="5227830"/>
                    <a:pt x="1151906" y="5263641"/>
                  </a:cubicBezTo>
                  <a:cubicBezTo>
                    <a:pt x="1101174" y="5284530"/>
                    <a:pt x="1048950" y="5300943"/>
                    <a:pt x="995234" y="5317356"/>
                  </a:cubicBezTo>
                  <a:cubicBezTo>
                    <a:pt x="962408" y="5327801"/>
                    <a:pt x="928090" y="5332278"/>
                    <a:pt x="895263" y="5339738"/>
                  </a:cubicBezTo>
                  <a:cubicBezTo>
                    <a:pt x="849008" y="5348691"/>
                    <a:pt x="802753" y="5356151"/>
                    <a:pt x="757990" y="5368088"/>
                  </a:cubicBezTo>
                  <a:cubicBezTo>
                    <a:pt x="725163" y="5375549"/>
                    <a:pt x="693829" y="5388977"/>
                    <a:pt x="661003" y="5397930"/>
                  </a:cubicBezTo>
                  <a:cubicBezTo>
                    <a:pt x="631161" y="5406883"/>
                    <a:pt x="601319" y="5409867"/>
                    <a:pt x="569984" y="5409867"/>
                  </a:cubicBezTo>
                  <a:cubicBezTo>
                    <a:pt x="493887" y="5408375"/>
                    <a:pt x="416297" y="5405391"/>
                    <a:pt x="340200" y="5405391"/>
                  </a:cubicBezTo>
                  <a:cubicBezTo>
                    <a:pt x="295437" y="5405391"/>
                    <a:pt x="253658" y="5420312"/>
                    <a:pt x="213371" y="5442693"/>
                  </a:cubicBezTo>
                  <a:cubicBezTo>
                    <a:pt x="195466" y="5451646"/>
                    <a:pt x="179053" y="5462091"/>
                    <a:pt x="161147" y="5472535"/>
                  </a:cubicBezTo>
                  <a:cubicBezTo>
                    <a:pt x="155179" y="5477012"/>
                    <a:pt x="147718" y="5481488"/>
                    <a:pt x="140258" y="5474028"/>
                  </a:cubicBezTo>
                  <a:cubicBezTo>
                    <a:pt x="132797" y="5466567"/>
                    <a:pt x="135782" y="5459107"/>
                    <a:pt x="140258" y="5453138"/>
                  </a:cubicBezTo>
                  <a:cubicBezTo>
                    <a:pt x="155179" y="5432249"/>
                    <a:pt x="170100" y="5408375"/>
                    <a:pt x="188005" y="5390470"/>
                  </a:cubicBezTo>
                  <a:cubicBezTo>
                    <a:pt x="234261" y="5344214"/>
                    <a:pt x="284992" y="5303928"/>
                    <a:pt x="338708" y="5268117"/>
                  </a:cubicBezTo>
                  <a:cubicBezTo>
                    <a:pt x="376011" y="5242751"/>
                    <a:pt x="416297" y="5220370"/>
                    <a:pt x="461061" y="5206941"/>
                  </a:cubicBezTo>
                  <a:cubicBezTo>
                    <a:pt x="472997" y="5203956"/>
                    <a:pt x="484934" y="5199480"/>
                    <a:pt x="496871" y="5193512"/>
                  </a:cubicBezTo>
                  <a:cubicBezTo>
                    <a:pt x="532682" y="5177099"/>
                    <a:pt x="569984" y="5174114"/>
                    <a:pt x="607287" y="5165162"/>
                  </a:cubicBezTo>
                  <a:cubicBezTo>
                    <a:pt x="629669" y="5159193"/>
                    <a:pt x="653542" y="5165162"/>
                    <a:pt x="675924" y="5172622"/>
                  </a:cubicBezTo>
                  <a:cubicBezTo>
                    <a:pt x="683384" y="5175606"/>
                    <a:pt x="692337" y="5175606"/>
                    <a:pt x="699798" y="5174114"/>
                  </a:cubicBezTo>
                  <a:cubicBezTo>
                    <a:pt x="746053" y="5165162"/>
                    <a:pt x="792308" y="5154717"/>
                    <a:pt x="838563" y="5144272"/>
                  </a:cubicBezTo>
                  <a:cubicBezTo>
                    <a:pt x="877358" y="5135319"/>
                    <a:pt x="914661" y="5124875"/>
                    <a:pt x="951963" y="5114430"/>
                  </a:cubicBezTo>
                  <a:cubicBezTo>
                    <a:pt x="978821" y="5106970"/>
                    <a:pt x="1005679" y="5099509"/>
                    <a:pt x="1031045" y="5089065"/>
                  </a:cubicBezTo>
                  <a:cubicBezTo>
                    <a:pt x="1071332" y="5074143"/>
                    <a:pt x="1110127" y="5056238"/>
                    <a:pt x="1150413" y="5038333"/>
                  </a:cubicBezTo>
                  <a:cubicBezTo>
                    <a:pt x="1175779" y="5026396"/>
                    <a:pt x="1201145" y="5015951"/>
                    <a:pt x="1228003" y="5002522"/>
                  </a:cubicBezTo>
                  <a:cubicBezTo>
                    <a:pt x="1262321" y="4986109"/>
                    <a:pt x="1298132" y="4969696"/>
                    <a:pt x="1330958" y="4951791"/>
                  </a:cubicBezTo>
                  <a:cubicBezTo>
                    <a:pt x="1350356" y="4941346"/>
                    <a:pt x="1368261" y="4929409"/>
                    <a:pt x="1384674" y="4915980"/>
                  </a:cubicBezTo>
                  <a:cubicBezTo>
                    <a:pt x="1414516" y="4895091"/>
                    <a:pt x="1442866" y="4874201"/>
                    <a:pt x="1472708" y="4853312"/>
                  </a:cubicBezTo>
                  <a:cubicBezTo>
                    <a:pt x="1492106" y="4839883"/>
                    <a:pt x="1512995" y="4826454"/>
                    <a:pt x="1530900" y="4811533"/>
                  </a:cubicBezTo>
                  <a:cubicBezTo>
                    <a:pt x="1559250" y="4787659"/>
                    <a:pt x="1586108" y="4760801"/>
                    <a:pt x="1612966" y="4735435"/>
                  </a:cubicBezTo>
                  <a:cubicBezTo>
                    <a:pt x="1632364" y="4717530"/>
                    <a:pt x="1650269" y="4698133"/>
                    <a:pt x="1668174" y="4677243"/>
                  </a:cubicBezTo>
                  <a:cubicBezTo>
                    <a:pt x="1689064" y="4653370"/>
                    <a:pt x="1709953" y="4626512"/>
                    <a:pt x="1730843" y="4602638"/>
                  </a:cubicBezTo>
                  <a:cubicBezTo>
                    <a:pt x="1742779" y="4587717"/>
                    <a:pt x="1756208" y="4572796"/>
                    <a:pt x="1765161" y="4557875"/>
                  </a:cubicBezTo>
                  <a:cubicBezTo>
                    <a:pt x="1796495" y="4508635"/>
                    <a:pt x="1826337" y="4457904"/>
                    <a:pt x="1854687" y="4408664"/>
                  </a:cubicBezTo>
                  <a:cubicBezTo>
                    <a:pt x="1889006" y="4350472"/>
                    <a:pt x="1912879" y="4287804"/>
                    <a:pt x="1932277" y="4222151"/>
                  </a:cubicBezTo>
                  <a:cubicBezTo>
                    <a:pt x="1938245" y="4202753"/>
                    <a:pt x="1941229" y="4181864"/>
                    <a:pt x="1945706" y="4160975"/>
                  </a:cubicBezTo>
                  <a:cubicBezTo>
                    <a:pt x="1942722" y="4159482"/>
                    <a:pt x="1941229" y="4155006"/>
                    <a:pt x="1938245" y="4155006"/>
                  </a:cubicBezTo>
                  <a:cubicBezTo>
                    <a:pt x="1871100" y="4140085"/>
                    <a:pt x="1803956" y="4120688"/>
                    <a:pt x="1738303" y="4102783"/>
                  </a:cubicBezTo>
                  <a:cubicBezTo>
                    <a:pt x="1626395" y="4072940"/>
                    <a:pt x="1518964" y="4032653"/>
                    <a:pt x="1413024" y="3984906"/>
                  </a:cubicBezTo>
                  <a:cubicBezTo>
                    <a:pt x="1374229" y="3968493"/>
                    <a:pt x="1336927" y="3947604"/>
                    <a:pt x="1298132" y="3929698"/>
                  </a:cubicBezTo>
                  <a:cubicBezTo>
                    <a:pt x="1222034" y="3896872"/>
                    <a:pt x="1148921" y="3861061"/>
                    <a:pt x="1077300" y="3817790"/>
                  </a:cubicBezTo>
                  <a:cubicBezTo>
                    <a:pt x="1050442" y="3802869"/>
                    <a:pt x="1023584" y="3787948"/>
                    <a:pt x="996727" y="3773027"/>
                  </a:cubicBezTo>
                  <a:cubicBezTo>
                    <a:pt x="953455" y="3749153"/>
                    <a:pt x="914661" y="3719311"/>
                    <a:pt x="875866" y="3689469"/>
                  </a:cubicBezTo>
                  <a:cubicBezTo>
                    <a:pt x="843040" y="3664104"/>
                    <a:pt x="810213" y="3641722"/>
                    <a:pt x="777387" y="3616356"/>
                  </a:cubicBezTo>
                  <a:cubicBezTo>
                    <a:pt x="771419" y="3611880"/>
                    <a:pt x="765450" y="3605911"/>
                    <a:pt x="760974" y="3601435"/>
                  </a:cubicBezTo>
                  <a:cubicBezTo>
                    <a:pt x="731132" y="3573085"/>
                    <a:pt x="704274" y="3541751"/>
                    <a:pt x="671448" y="3517877"/>
                  </a:cubicBezTo>
                  <a:cubicBezTo>
                    <a:pt x="637129" y="3492511"/>
                    <a:pt x="610271" y="3461177"/>
                    <a:pt x="583413" y="3429843"/>
                  </a:cubicBezTo>
                  <a:cubicBezTo>
                    <a:pt x="552079" y="3394032"/>
                    <a:pt x="516269" y="3362698"/>
                    <a:pt x="484934" y="3326888"/>
                  </a:cubicBezTo>
                  <a:cubicBezTo>
                    <a:pt x="444647" y="3282124"/>
                    <a:pt x="407345" y="3235869"/>
                    <a:pt x="370042" y="3188122"/>
                  </a:cubicBezTo>
                  <a:cubicBezTo>
                    <a:pt x="347661" y="3159772"/>
                    <a:pt x="328263" y="3129930"/>
                    <a:pt x="308866" y="3100087"/>
                  </a:cubicBezTo>
                  <a:cubicBezTo>
                    <a:pt x="270071" y="3041895"/>
                    <a:pt x="241721" y="2979227"/>
                    <a:pt x="211879" y="2916559"/>
                  </a:cubicBezTo>
                  <a:cubicBezTo>
                    <a:pt x="189497" y="2870303"/>
                    <a:pt x="167116" y="2825540"/>
                    <a:pt x="146226" y="2779285"/>
                  </a:cubicBezTo>
                  <a:cubicBezTo>
                    <a:pt x="135782" y="2758395"/>
                    <a:pt x="129813" y="2736014"/>
                    <a:pt x="120861" y="2713632"/>
                  </a:cubicBezTo>
                  <a:cubicBezTo>
                    <a:pt x="108924" y="2679314"/>
                    <a:pt x="95495" y="2644995"/>
                    <a:pt x="83558" y="2610677"/>
                  </a:cubicBezTo>
                  <a:cubicBezTo>
                    <a:pt x="80574" y="2601724"/>
                    <a:pt x="79082" y="2592772"/>
                    <a:pt x="76097" y="2583819"/>
                  </a:cubicBezTo>
                  <a:cubicBezTo>
                    <a:pt x="73113" y="2571882"/>
                    <a:pt x="71621" y="2559945"/>
                    <a:pt x="67145" y="2549501"/>
                  </a:cubicBezTo>
                  <a:cubicBezTo>
                    <a:pt x="44763" y="2491309"/>
                    <a:pt x="35811" y="2431624"/>
                    <a:pt x="29842" y="2371940"/>
                  </a:cubicBezTo>
                  <a:cubicBezTo>
                    <a:pt x="26858" y="2337622"/>
                    <a:pt x="19397" y="2304795"/>
                    <a:pt x="16413" y="2270477"/>
                  </a:cubicBezTo>
                  <a:cubicBezTo>
                    <a:pt x="13429" y="2224221"/>
                    <a:pt x="11937" y="2177966"/>
                    <a:pt x="8953" y="2130219"/>
                  </a:cubicBezTo>
                  <a:cubicBezTo>
                    <a:pt x="5968" y="2061582"/>
                    <a:pt x="0" y="1992945"/>
                    <a:pt x="0" y="1924308"/>
                  </a:cubicBezTo>
                  <a:cubicBezTo>
                    <a:pt x="0" y="1872085"/>
                    <a:pt x="5968" y="1821353"/>
                    <a:pt x="8953" y="1769129"/>
                  </a:cubicBezTo>
                  <a:cubicBezTo>
                    <a:pt x="10445" y="1755700"/>
                    <a:pt x="10445" y="1740779"/>
                    <a:pt x="11937" y="1727350"/>
                  </a:cubicBezTo>
                  <a:cubicBezTo>
                    <a:pt x="17905" y="1673635"/>
                    <a:pt x="23874" y="1621411"/>
                    <a:pt x="31334" y="1569187"/>
                  </a:cubicBezTo>
                  <a:cubicBezTo>
                    <a:pt x="34318" y="1551282"/>
                    <a:pt x="35811" y="1534869"/>
                    <a:pt x="41779" y="1516963"/>
                  </a:cubicBezTo>
                  <a:cubicBezTo>
                    <a:pt x="62668" y="1445342"/>
                    <a:pt x="70129" y="1369245"/>
                    <a:pt x="95495" y="1299116"/>
                  </a:cubicBezTo>
                  <a:cubicBezTo>
                    <a:pt x="117876" y="1240924"/>
                    <a:pt x="137274" y="1181240"/>
                    <a:pt x="156671" y="1121556"/>
                  </a:cubicBezTo>
                  <a:cubicBezTo>
                    <a:pt x="158163" y="1117079"/>
                    <a:pt x="161147" y="1114095"/>
                    <a:pt x="162640" y="1111111"/>
                  </a:cubicBezTo>
                  <a:cubicBezTo>
                    <a:pt x="168608" y="1099174"/>
                    <a:pt x="176068" y="1088729"/>
                    <a:pt x="182037" y="1076792"/>
                  </a:cubicBezTo>
                  <a:cubicBezTo>
                    <a:pt x="195466" y="1045458"/>
                    <a:pt x="207403" y="1012632"/>
                    <a:pt x="222324" y="982790"/>
                  </a:cubicBezTo>
                  <a:cubicBezTo>
                    <a:pt x="246197" y="933550"/>
                    <a:pt x="270071" y="884311"/>
                    <a:pt x="295437" y="835071"/>
                  </a:cubicBezTo>
                  <a:cubicBezTo>
                    <a:pt x="302897" y="821642"/>
                    <a:pt x="311850" y="809705"/>
                    <a:pt x="320803" y="797769"/>
                  </a:cubicBezTo>
                  <a:cubicBezTo>
                    <a:pt x="378995" y="718687"/>
                    <a:pt x="434203" y="639605"/>
                    <a:pt x="493887" y="562016"/>
                  </a:cubicBezTo>
                  <a:cubicBezTo>
                    <a:pt x="544619" y="496363"/>
                    <a:pt x="593858" y="430711"/>
                    <a:pt x="656527" y="375503"/>
                  </a:cubicBezTo>
                  <a:cubicBezTo>
                    <a:pt x="698305" y="338200"/>
                    <a:pt x="743069" y="302389"/>
                    <a:pt x="786340" y="266579"/>
                  </a:cubicBezTo>
                  <a:cubicBezTo>
                    <a:pt x="798277" y="256134"/>
                    <a:pt x="811705" y="245689"/>
                    <a:pt x="825134" y="238229"/>
                  </a:cubicBezTo>
                  <a:cubicBezTo>
                    <a:pt x="853484" y="221816"/>
                    <a:pt x="881834" y="206895"/>
                    <a:pt x="911677" y="193466"/>
                  </a:cubicBezTo>
                  <a:cubicBezTo>
                    <a:pt x="980313" y="160639"/>
                    <a:pt x="1047458" y="126321"/>
                    <a:pt x="1117587" y="94987"/>
                  </a:cubicBezTo>
                  <a:cubicBezTo>
                    <a:pt x="1168319" y="72605"/>
                    <a:pt x="1220542" y="50224"/>
                    <a:pt x="1275750" y="41271"/>
                  </a:cubicBezTo>
                  <a:cubicBezTo>
                    <a:pt x="1317529" y="33810"/>
                    <a:pt x="1360800" y="24858"/>
                    <a:pt x="1404071" y="17397"/>
                  </a:cubicBezTo>
                  <a:cubicBezTo>
                    <a:pt x="1421977" y="14413"/>
                    <a:pt x="1438390" y="14413"/>
                    <a:pt x="1456295" y="12921"/>
                  </a:cubicBezTo>
                  <a:cubicBezTo>
                    <a:pt x="1492106" y="11429"/>
                    <a:pt x="1527916" y="9937"/>
                    <a:pt x="1563727" y="5460"/>
                  </a:cubicBezTo>
                  <a:cubicBezTo>
                    <a:pt x="1599537" y="2476"/>
                    <a:pt x="1636840" y="-2000"/>
                    <a:pt x="1674143" y="984"/>
                  </a:cubicBezTo>
                  <a:close/>
                </a:path>
              </a:pathLst>
            </a:custGeom>
            <a:solidFill>
              <a:srgbClr val="000000"/>
            </a:solidFill>
            <a:ln w="149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756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11D2676C-A7C0-9622-F940-205FDE424B21}"/>
                </a:ext>
              </a:extLst>
            </p:cNvPr>
            <p:cNvSpPr/>
            <p:nvPr/>
          </p:nvSpPr>
          <p:spPr>
            <a:xfrm rot="21320240">
              <a:off x="9452644" y="2850427"/>
              <a:ext cx="225038" cy="232290"/>
            </a:xfrm>
            <a:custGeom>
              <a:avLst/>
              <a:gdLst>
                <a:gd name="connsiteX0" fmla="*/ 43271 w 225038"/>
                <a:gd name="connsiteY0" fmla="*/ 213117 h 232290"/>
                <a:gd name="connsiteX1" fmla="*/ 65653 w 225038"/>
                <a:gd name="connsiteY1" fmla="*/ 216101 h 232290"/>
                <a:gd name="connsiteX2" fmla="*/ 135782 w 225038"/>
                <a:gd name="connsiteY2" fmla="*/ 217594 h 232290"/>
                <a:gd name="connsiteX3" fmla="*/ 174577 w 225038"/>
                <a:gd name="connsiteY3" fmla="*/ 196704 h 232290"/>
                <a:gd name="connsiteX4" fmla="*/ 211879 w 225038"/>
                <a:gd name="connsiteY4" fmla="*/ 135528 h 232290"/>
                <a:gd name="connsiteX5" fmla="*/ 213371 w 225038"/>
                <a:gd name="connsiteY5" fmla="*/ 119115 h 232290"/>
                <a:gd name="connsiteX6" fmla="*/ 174577 w 225038"/>
                <a:gd name="connsiteY6" fmla="*/ 44509 h 232290"/>
                <a:gd name="connsiteX7" fmla="*/ 94002 w 225038"/>
                <a:gd name="connsiteY7" fmla="*/ 16159 h 232290"/>
                <a:gd name="connsiteX8" fmla="*/ 59684 w 225038"/>
                <a:gd name="connsiteY8" fmla="*/ 20636 h 232290"/>
                <a:gd name="connsiteX9" fmla="*/ 16413 w 225038"/>
                <a:gd name="connsiteY9" fmla="*/ 104193 h 232290"/>
                <a:gd name="connsiteX10" fmla="*/ 82066 w 225038"/>
                <a:gd name="connsiteY10" fmla="*/ 144480 h 232290"/>
                <a:gd name="connsiteX11" fmla="*/ 125337 w 225038"/>
                <a:gd name="connsiteY11" fmla="*/ 134036 h 232290"/>
                <a:gd name="connsiteX12" fmla="*/ 137274 w 225038"/>
                <a:gd name="connsiteY12" fmla="*/ 101209 h 232290"/>
                <a:gd name="connsiteX13" fmla="*/ 105940 w 225038"/>
                <a:gd name="connsiteY13" fmla="*/ 84796 h 232290"/>
                <a:gd name="connsiteX14" fmla="*/ 73113 w 225038"/>
                <a:gd name="connsiteY14" fmla="*/ 96733 h 232290"/>
                <a:gd name="connsiteX15" fmla="*/ 73113 w 225038"/>
                <a:gd name="connsiteY15" fmla="*/ 78828 h 232290"/>
                <a:gd name="connsiteX16" fmla="*/ 137274 w 225038"/>
                <a:gd name="connsiteY16" fmla="*/ 72859 h 232290"/>
                <a:gd name="connsiteX17" fmla="*/ 143242 w 225038"/>
                <a:gd name="connsiteY17" fmla="*/ 137020 h 232290"/>
                <a:gd name="connsiteX18" fmla="*/ 65653 w 225038"/>
                <a:gd name="connsiteY18" fmla="*/ 150449 h 232290"/>
                <a:gd name="connsiteX19" fmla="*/ 35810 w 225038"/>
                <a:gd name="connsiteY19" fmla="*/ 137020 h 232290"/>
                <a:gd name="connsiteX20" fmla="*/ 31334 w 225038"/>
                <a:gd name="connsiteY20" fmla="*/ 19143 h 232290"/>
                <a:gd name="connsiteX21" fmla="*/ 141750 w 225038"/>
                <a:gd name="connsiteY21" fmla="*/ 7207 h 232290"/>
                <a:gd name="connsiteX22" fmla="*/ 205910 w 225038"/>
                <a:gd name="connsiteY22" fmla="*/ 68383 h 232290"/>
                <a:gd name="connsiteX23" fmla="*/ 213371 w 225038"/>
                <a:gd name="connsiteY23" fmla="*/ 86288 h 232290"/>
                <a:gd name="connsiteX24" fmla="*/ 210387 w 225038"/>
                <a:gd name="connsiteY24" fmla="*/ 166862 h 232290"/>
                <a:gd name="connsiteX25" fmla="*/ 195466 w 225038"/>
                <a:gd name="connsiteY25" fmla="*/ 190736 h 232290"/>
                <a:gd name="connsiteX26" fmla="*/ 79081 w 225038"/>
                <a:gd name="connsiteY26" fmla="*/ 228038 h 232290"/>
                <a:gd name="connsiteX27" fmla="*/ 43271 w 225038"/>
                <a:gd name="connsiteY27" fmla="*/ 213117 h 232290"/>
                <a:gd name="connsiteX28" fmla="*/ 43271 w 225038"/>
                <a:gd name="connsiteY28" fmla="*/ 213117 h 2322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25038" h="232290">
                  <a:moveTo>
                    <a:pt x="43271" y="213117"/>
                  </a:moveTo>
                  <a:cubicBezTo>
                    <a:pt x="50731" y="214609"/>
                    <a:pt x="58192" y="214609"/>
                    <a:pt x="65653" y="216101"/>
                  </a:cubicBezTo>
                  <a:cubicBezTo>
                    <a:pt x="88034" y="222070"/>
                    <a:pt x="111908" y="222070"/>
                    <a:pt x="135782" y="217594"/>
                  </a:cubicBezTo>
                  <a:cubicBezTo>
                    <a:pt x="149211" y="214609"/>
                    <a:pt x="164132" y="205657"/>
                    <a:pt x="174577" y="196704"/>
                  </a:cubicBezTo>
                  <a:cubicBezTo>
                    <a:pt x="192482" y="180291"/>
                    <a:pt x="204419" y="159402"/>
                    <a:pt x="211879" y="135528"/>
                  </a:cubicBezTo>
                  <a:cubicBezTo>
                    <a:pt x="213371" y="129559"/>
                    <a:pt x="214863" y="123591"/>
                    <a:pt x="213371" y="119115"/>
                  </a:cubicBezTo>
                  <a:cubicBezTo>
                    <a:pt x="208895" y="90765"/>
                    <a:pt x="193974" y="65399"/>
                    <a:pt x="174577" y="44509"/>
                  </a:cubicBezTo>
                  <a:cubicBezTo>
                    <a:pt x="153687" y="20636"/>
                    <a:pt x="123845" y="16159"/>
                    <a:pt x="94002" y="16159"/>
                  </a:cubicBezTo>
                  <a:cubicBezTo>
                    <a:pt x="82066" y="16159"/>
                    <a:pt x="70129" y="17652"/>
                    <a:pt x="59684" y="20636"/>
                  </a:cubicBezTo>
                  <a:cubicBezTo>
                    <a:pt x="29842" y="28096"/>
                    <a:pt x="-1492" y="63907"/>
                    <a:pt x="16413" y="104193"/>
                  </a:cubicBezTo>
                  <a:cubicBezTo>
                    <a:pt x="28350" y="131051"/>
                    <a:pt x="53716" y="140004"/>
                    <a:pt x="82066" y="144480"/>
                  </a:cubicBezTo>
                  <a:cubicBezTo>
                    <a:pt x="96987" y="145972"/>
                    <a:pt x="111908" y="144480"/>
                    <a:pt x="125337" y="134036"/>
                  </a:cubicBezTo>
                  <a:cubicBezTo>
                    <a:pt x="138766" y="123591"/>
                    <a:pt x="141750" y="114638"/>
                    <a:pt x="137274" y="101209"/>
                  </a:cubicBezTo>
                  <a:cubicBezTo>
                    <a:pt x="131305" y="86288"/>
                    <a:pt x="122353" y="81812"/>
                    <a:pt x="105940" y="84796"/>
                  </a:cubicBezTo>
                  <a:cubicBezTo>
                    <a:pt x="95495" y="86288"/>
                    <a:pt x="83558" y="92257"/>
                    <a:pt x="73113" y="96733"/>
                  </a:cubicBezTo>
                  <a:cubicBezTo>
                    <a:pt x="67145" y="90765"/>
                    <a:pt x="67145" y="84796"/>
                    <a:pt x="73113" y="78828"/>
                  </a:cubicBezTo>
                  <a:cubicBezTo>
                    <a:pt x="86542" y="66891"/>
                    <a:pt x="122353" y="63907"/>
                    <a:pt x="137274" y="72859"/>
                  </a:cubicBezTo>
                  <a:cubicBezTo>
                    <a:pt x="156671" y="84796"/>
                    <a:pt x="159655" y="122099"/>
                    <a:pt x="143242" y="137020"/>
                  </a:cubicBezTo>
                  <a:cubicBezTo>
                    <a:pt x="120861" y="156417"/>
                    <a:pt x="94002" y="159402"/>
                    <a:pt x="65653" y="150449"/>
                  </a:cubicBezTo>
                  <a:cubicBezTo>
                    <a:pt x="55208" y="147465"/>
                    <a:pt x="46255" y="140004"/>
                    <a:pt x="35810" y="137020"/>
                  </a:cubicBezTo>
                  <a:cubicBezTo>
                    <a:pt x="-13429" y="119115"/>
                    <a:pt x="-8953" y="46001"/>
                    <a:pt x="31334" y="19143"/>
                  </a:cubicBezTo>
                  <a:cubicBezTo>
                    <a:pt x="67145" y="-4730"/>
                    <a:pt x="102955" y="-3238"/>
                    <a:pt x="141750" y="7207"/>
                  </a:cubicBezTo>
                  <a:cubicBezTo>
                    <a:pt x="173084" y="16159"/>
                    <a:pt x="195466" y="35557"/>
                    <a:pt x="205910" y="68383"/>
                  </a:cubicBezTo>
                  <a:cubicBezTo>
                    <a:pt x="207403" y="74351"/>
                    <a:pt x="210387" y="81812"/>
                    <a:pt x="213371" y="86288"/>
                  </a:cubicBezTo>
                  <a:cubicBezTo>
                    <a:pt x="232769" y="113146"/>
                    <a:pt x="225308" y="140004"/>
                    <a:pt x="210387" y="166862"/>
                  </a:cubicBezTo>
                  <a:cubicBezTo>
                    <a:pt x="205910" y="174323"/>
                    <a:pt x="201434" y="183275"/>
                    <a:pt x="195466" y="190736"/>
                  </a:cubicBezTo>
                  <a:cubicBezTo>
                    <a:pt x="170100" y="226546"/>
                    <a:pt x="128321" y="239975"/>
                    <a:pt x="79081" y="228038"/>
                  </a:cubicBezTo>
                  <a:cubicBezTo>
                    <a:pt x="65653" y="223562"/>
                    <a:pt x="55208" y="217594"/>
                    <a:pt x="43271" y="213117"/>
                  </a:cubicBezTo>
                  <a:lnTo>
                    <a:pt x="43271" y="213117"/>
                  </a:lnTo>
                  <a:close/>
                </a:path>
              </a:pathLst>
            </a:custGeom>
            <a:solidFill>
              <a:srgbClr val="000000"/>
            </a:solidFill>
            <a:ln w="149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756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F6FA3C1C-84F3-462A-BF81-01B2C8550280}"/>
                </a:ext>
              </a:extLst>
            </p:cNvPr>
            <p:cNvSpPr/>
            <p:nvPr/>
          </p:nvSpPr>
          <p:spPr>
            <a:xfrm rot="21320240">
              <a:off x="6378562" y="1649697"/>
              <a:ext cx="41778" cy="19574"/>
            </a:xfrm>
            <a:custGeom>
              <a:avLst/>
              <a:gdLst>
                <a:gd name="connsiteX0" fmla="*/ 41779 w 41778"/>
                <a:gd name="connsiteY0" fmla="*/ 6146 h 19574"/>
                <a:gd name="connsiteX1" fmla="*/ 0 w 41778"/>
                <a:gd name="connsiteY1" fmla="*/ 19575 h 19574"/>
                <a:gd name="connsiteX2" fmla="*/ 41779 w 41778"/>
                <a:gd name="connsiteY2" fmla="*/ 6146 h 19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778" h="19574">
                  <a:moveTo>
                    <a:pt x="41779" y="6146"/>
                  </a:moveTo>
                  <a:cubicBezTo>
                    <a:pt x="26858" y="10622"/>
                    <a:pt x="13429" y="15098"/>
                    <a:pt x="0" y="19575"/>
                  </a:cubicBezTo>
                  <a:cubicBezTo>
                    <a:pt x="7461" y="177"/>
                    <a:pt x="26858" y="-5791"/>
                    <a:pt x="41779" y="6146"/>
                  </a:cubicBezTo>
                  <a:close/>
                </a:path>
              </a:pathLst>
            </a:custGeom>
            <a:solidFill>
              <a:srgbClr val="000000"/>
            </a:solidFill>
            <a:ln w="149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756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3499A193-1733-38CB-1E16-E37F5EBB2AE2}"/>
                </a:ext>
              </a:extLst>
            </p:cNvPr>
            <p:cNvSpPr/>
            <p:nvPr/>
          </p:nvSpPr>
          <p:spPr>
            <a:xfrm rot="21320240">
              <a:off x="7986102" y="1926983"/>
              <a:ext cx="17006" cy="23873"/>
            </a:xfrm>
            <a:custGeom>
              <a:avLst/>
              <a:gdLst>
                <a:gd name="connsiteX0" fmla="*/ 17007 w 17006"/>
                <a:gd name="connsiteY0" fmla="*/ 0 h 23873"/>
                <a:gd name="connsiteX1" fmla="*/ 594 w 17006"/>
                <a:gd name="connsiteY1" fmla="*/ 23874 h 23873"/>
                <a:gd name="connsiteX2" fmla="*/ 17007 w 17006"/>
                <a:gd name="connsiteY2" fmla="*/ 0 h 2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006" h="23873">
                  <a:moveTo>
                    <a:pt x="17007" y="0"/>
                  </a:moveTo>
                  <a:cubicBezTo>
                    <a:pt x="11038" y="7461"/>
                    <a:pt x="6562" y="14921"/>
                    <a:pt x="594" y="23874"/>
                  </a:cubicBezTo>
                  <a:cubicBezTo>
                    <a:pt x="-898" y="7461"/>
                    <a:pt x="-898" y="7461"/>
                    <a:pt x="17007" y="0"/>
                  </a:cubicBezTo>
                  <a:close/>
                </a:path>
              </a:pathLst>
            </a:custGeom>
            <a:solidFill>
              <a:srgbClr val="000000"/>
            </a:solidFill>
            <a:ln w="149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756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06C352E0-20CF-914B-FF60-B4FE920D87DA}"/>
                </a:ext>
              </a:extLst>
            </p:cNvPr>
            <p:cNvSpPr/>
            <p:nvPr/>
          </p:nvSpPr>
          <p:spPr>
            <a:xfrm rot="21320240">
              <a:off x="6153065" y="2055985"/>
              <a:ext cx="6395" cy="40286"/>
            </a:xfrm>
            <a:custGeom>
              <a:avLst/>
              <a:gdLst>
                <a:gd name="connsiteX0" fmla="*/ 6396 w 6395"/>
                <a:gd name="connsiteY0" fmla="*/ 40287 h 40286"/>
                <a:gd name="connsiteX1" fmla="*/ 4904 w 6395"/>
                <a:gd name="connsiteY1" fmla="*/ 0 h 40286"/>
                <a:gd name="connsiteX2" fmla="*/ 6396 w 6395"/>
                <a:gd name="connsiteY2" fmla="*/ 40287 h 4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95" h="40286">
                  <a:moveTo>
                    <a:pt x="6396" y="40287"/>
                  </a:moveTo>
                  <a:cubicBezTo>
                    <a:pt x="-4049" y="25366"/>
                    <a:pt x="427" y="13429"/>
                    <a:pt x="4904" y="0"/>
                  </a:cubicBezTo>
                  <a:cubicBezTo>
                    <a:pt x="4904" y="13429"/>
                    <a:pt x="4904" y="25366"/>
                    <a:pt x="6396" y="40287"/>
                  </a:cubicBezTo>
                  <a:close/>
                </a:path>
              </a:pathLst>
            </a:custGeom>
            <a:solidFill>
              <a:srgbClr val="000000"/>
            </a:solidFill>
            <a:ln w="149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756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017B97EE-FDE5-1CDA-D052-11DA29E16D9C}"/>
                </a:ext>
              </a:extLst>
            </p:cNvPr>
            <p:cNvSpPr/>
            <p:nvPr/>
          </p:nvSpPr>
          <p:spPr>
            <a:xfrm rot="21320240">
              <a:off x="7215362" y="2074350"/>
              <a:ext cx="41778" cy="13228"/>
            </a:xfrm>
            <a:custGeom>
              <a:avLst/>
              <a:gdLst>
                <a:gd name="connsiteX0" fmla="*/ 0 w 41778"/>
                <a:gd name="connsiteY0" fmla="*/ 13228 h 13228"/>
                <a:gd name="connsiteX1" fmla="*/ 41779 w 41778"/>
                <a:gd name="connsiteY1" fmla="*/ 1291 h 13228"/>
                <a:gd name="connsiteX2" fmla="*/ 0 w 41778"/>
                <a:gd name="connsiteY2" fmla="*/ 13228 h 13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778" h="13228">
                  <a:moveTo>
                    <a:pt x="0" y="13228"/>
                  </a:moveTo>
                  <a:cubicBezTo>
                    <a:pt x="10445" y="-201"/>
                    <a:pt x="23874" y="-1693"/>
                    <a:pt x="41779" y="1291"/>
                  </a:cubicBezTo>
                  <a:cubicBezTo>
                    <a:pt x="28350" y="14720"/>
                    <a:pt x="13429" y="10244"/>
                    <a:pt x="0" y="13228"/>
                  </a:cubicBezTo>
                  <a:close/>
                </a:path>
              </a:pathLst>
            </a:custGeom>
            <a:solidFill>
              <a:srgbClr val="000000"/>
            </a:solidFill>
            <a:ln w="149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756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2C28539C-957F-4DD0-A4A5-A96636955520}"/>
                </a:ext>
              </a:extLst>
            </p:cNvPr>
            <p:cNvSpPr/>
            <p:nvPr/>
          </p:nvSpPr>
          <p:spPr>
            <a:xfrm rot="21320240">
              <a:off x="6195245" y="2041089"/>
              <a:ext cx="29842" cy="28350"/>
            </a:xfrm>
            <a:custGeom>
              <a:avLst/>
              <a:gdLst>
                <a:gd name="connsiteX0" fmla="*/ 0 w 29842"/>
                <a:gd name="connsiteY0" fmla="*/ 0 h 28350"/>
                <a:gd name="connsiteX1" fmla="*/ 29842 w 29842"/>
                <a:gd name="connsiteY1" fmla="*/ 28350 h 28350"/>
                <a:gd name="connsiteX2" fmla="*/ 0 w 29842"/>
                <a:gd name="connsiteY2" fmla="*/ 0 h 28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842" h="28350">
                  <a:moveTo>
                    <a:pt x="0" y="0"/>
                  </a:moveTo>
                  <a:cubicBezTo>
                    <a:pt x="13429" y="4476"/>
                    <a:pt x="25366" y="10445"/>
                    <a:pt x="29842" y="28350"/>
                  </a:cubicBezTo>
                  <a:cubicBezTo>
                    <a:pt x="13429" y="22382"/>
                    <a:pt x="7461" y="10445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49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756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D0513B5A-30DD-58C0-8BEF-7A3E589A6C69}"/>
                </a:ext>
              </a:extLst>
            </p:cNvPr>
            <p:cNvSpPr/>
            <p:nvPr/>
          </p:nvSpPr>
          <p:spPr>
            <a:xfrm rot="21320240">
              <a:off x="6868249" y="1523144"/>
              <a:ext cx="26857" cy="19967"/>
            </a:xfrm>
            <a:custGeom>
              <a:avLst/>
              <a:gdLst>
                <a:gd name="connsiteX0" fmla="*/ 0 w 26857"/>
                <a:gd name="connsiteY0" fmla="*/ 19967 h 19967"/>
                <a:gd name="connsiteX1" fmla="*/ 26858 w 26857"/>
                <a:gd name="connsiteY1" fmla="*/ 2062 h 19967"/>
                <a:gd name="connsiteX2" fmla="*/ 0 w 26857"/>
                <a:gd name="connsiteY2" fmla="*/ 19967 h 19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857" h="19967">
                  <a:moveTo>
                    <a:pt x="0" y="19967"/>
                  </a:moveTo>
                  <a:cubicBezTo>
                    <a:pt x="0" y="-922"/>
                    <a:pt x="2984" y="-2414"/>
                    <a:pt x="26858" y="2062"/>
                  </a:cubicBezTo>
                  <a:cubicBezTo>
                    <a:pt x="16413" y="9523"/>
                    <a:pt x="8953" y="15491"/>
                    <a:pt x="0" y="19967"/>
                  </a:cubicBezTo>
                  <a:close/>
                </a:path>
              </a:pathLst>
            </a:custGeom>
            <a:solidFill>
              <a:srgbClr val="000000"/>
            </a:solidFill>
            <a:ln w="149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756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6027BE8A-A741-7A9D-F6D1-E2263B33FA97}"/>
                </a:ext>
              </a:extLst>
            </p:cNvPr>
            <p:cNvSpPr/>
            <p:nvPr/>
          </p:nvSpPr>
          <p:spPr>
            <a:xfrm rot="21320240">
              <a:off x="6612988" y="2007769"/>
              <a:ext cx="11269" cy="23873"/>
            </a:xfrm>
            <a:custGeom>
              <a:avLst/>
              <a:gdLst>
                <a:gd name="connsiteX0" fmla="*/ 1492 w 11269"/>
                <a:gd name="connsiteY0" fmla="*/ 23874 h 23873"/>
                <a:gd name="connsiteX1" fmla="*/ 0 w 11269"/>
                <a:gd name="connsiteY1" fmla="*/ 8953 h 23873"/>
                <a:gd name="connsiteX2" fmla="*/ 5968 w 11269"/>
                <a:gd name="connsiteY2" fmla="*/ 0 h 23873"/>
                <a:gd name="connsiteX3" fmla="*/ 1492 w 11269"/>
                <a:gd name="connsiteY3" fmla="*/ 23874 h 2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69" h="23873">
                  <a:moveTo>
                    <a:pt x="1492" y="23874"/>
                  </a:moveTo>
                  <a:cubicBezTo>
                    <a:pt x="1492" y="16413"/>
                    <a:pt x="0" y="13429"/>
                    <a:pt x="0" y="8953"/>
                  </a:cubicBezTo>
                  <a:cubicBezTo>
                    <a:pt x="0" y="5968"/>
                    <a:pt x="2984" y="4476"/>
                    <a:pt x="5968" y="0"/>
                  </a:cubicBezTo>
                  <a:cubicBezTo>
                    <a:pt x="14921" y="11937"/>
                    <a:pt x="11937" y="16413"/>
                    <a:pt x="1492" y="23874"/>
                  </a:cubicBezTo>
                  <a:close/>
                </a:path>
              </a:pathLst>
            </a:custGeom>
            <a:solidFill>
              <a:srgbClr val="000000"/>
            </a:solidFill>
            <a:ln w="149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756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C82198C1-8ECB-A80E-7A68-15EDA373816F}"/>
                </a:ext>
              </a:extLst>
            </p:cNvPr>
            <p:cNvSpPr/>
            <p:nvPr/>
          </p:nvSpPr>
          <p:spPr>
            <a:xfrm rot="21320240">
              <a:off x="7685909" y="1838677"/>
              <a:ext cx="25549" cy="24034"/>
            </a:xfrm>
            <a:custGeom>
              <a:avLst/>
              <a:gdLst>
                <a:gd name="connsiteX0" fmla="*/ 25549 w 25549"/>
                <a:gd name="connsiteY0" fmla="*/ 161 h 24034"/>
                <a:gd name="connsiteX1" fmla="*/ 1676 w 25549"/>
                <a:gd name="connsiteY1" fmla="*/ 24035 h 24034"/>
                <a:gd name="connsiteX2" fmla="*/ 25549 w 25549"/>
                <a:gd name="connsiteY2" fmla="*/ 161 h 24034"/>
                <a:gd name="connsiteX3" fmla="*/ 25549 w 25549"/>
                <a:gd name="connsiteY3" fmla="*/ 161 h 24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549" h="24034">
                  <a:moveTo>
                    <a:pt x="25549" y="161"/>
                  </a:moveTo>
                  <a:cubicBezTo>
                    <a:pt x="18089" y="7621"/>
                    <a:pt x="9136" y="15082"/>
                    <a:pt x="1676" y="24035"/>
                  </a:cubicBezTo>
                  <a:cubicBezTo>
                    <a:pt x="-4293" y="7621"/>
                    <a:pt x="6152" y="-1331"/>
                    <a:pt x="25549" y="161"/>
                  </a:cubicBezTo>
                  <a:cubicBezTo>
                    <a:pt x="25549" y="1653"/>
                    <a:pt x="25549" y="161"/>
                    <a:pt x="25549" y="161"/>
                  </a:cubicBezTo>
                  <a:close/>
                </a:path>
              </a:pathLst>
            </a:custGeom>
            <a:solidFill>
              <a:srgbClr val="000000"/>
            </a:solidFill>
            <a:ln w="149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756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3E683D84-1498-E22A-7C05-F3B8FB40BBCE}"/>
                </a:ext>
              </a:extLst>
            </p:cNvPr>
            <p:cNvSpPr/>
            <p:nvPr/>
          </p:nvSpPr>
          <p:spPr>
            <a:xfrm rot="21320240">
              <a:off x="7179620" y="1269259"/>
              <a:ext cx="26857" cy="13333"/>
            </a:xfrm>
            <a:custGeom>
              <a:avLst/>
              <a:gdLst>
                <a:gd name="connsiteX0" fmla="*/ 0 w 26857"/>
                <a:gd name="connsiteY0" fmla="*/ 8953 h 13333"/>
                <a:gd name="connsiteX1" fmla="*/ 26858 w 26857"/>
                <a:gd name="connsiteY1" fmla="*/ 0 h 13333"/>
                <a:gd name="connsiteX2" fmla="*/ 0 w 26857"/>
                <a:gd name="connsiteY2" fmla="*/ 8953 h 13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857" h="13333">
                  <a:moveTo>
                    <a:pt x="0" y="8953"/>
                  </a:moveTo>
                  <a:cubicBezTo>
                    <a:pt x="7461" y="5968"/>
                    <a:pt x="14921" y="4476"/>
                    <a:pt x="26858" y="0"/>
                  </a:cubicBezTo>
                  <a:cubicBezTo>
                    <a:pt x="17905" y="14921"/>
                    <a:pt x="10445" y="16413"/>
                    <a:pt x="0" y="8953"/>
                  </a:cubicBezTo>
                  <a:close/>
                </a:path>
              </a:pathLst>
            </a:custGeom>
            <a:solidFill>
              <a:srgbClr val="000000"/>
            </a:solidFill>
            <a:ln w="149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756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AFE12028-DF9C-EF54-A537-F6288E270DE6}"/>
                </a:ext>
              </a:extLst>
            </p:cNvPr>
            <p:cNvSpPr/>
            <p:nvPr/>
          </p:nvSpPr>
          <p:spPr>
            <a:xfrm rot="21320240">
              <a:off x="6433464" y="1690511"/>
              <a:ext cx="21596" cy="46918"/>
            </a:xfrm>
            <a:custGeom>
              <a:avLst/>
              <a:gdLst>
                <a:gd name="connsiteX0" fmla="*/ 16820 w 21596"/>
                <a:gd name="connsiteY0" fmla="*/ 663 h 46918"/>
                <a:gd name="connsiteX1" fmla="*/ 21296 w 21596"/>
                <a:gd name="connsiteY1" fmla="*/ 12600 h 46918"/>
                <a:gd name="connsiteX2" fmla="*/ 3391 w 21596"/>
                <a:gd name="connsiteY2" fmla="*/ 46918 h 46918"/>
                <a:gd name="connsiteX3" fmla="*/ 407 w 21596"/>
                <a:gd name="connsiteY3" fmla="*/ 33489 h 46918"/>
                <a:gd name="connsiteX4" fmla="*/ 16820 w 21596"/>
                <a:gd name="connsiteY4" fmla="*/ 663 h 46918"/>
                <a:gd name="connsiteX5" fmla="*/ 16820 w 21596"/>
                <a:gd name="connsiteY5" fmla="*/ 663 h 46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596" h="46918">
                  <a:moveTo>
                    <a:pt x="16820" y="663"/>
                  </a:moveTo>
                  <a:cubicBezTo>
                    <a:pt x="18312" y="5140"/>
                    <a:pt x="22788" y="9616"/>
                    <a:pt x="21296" y="12600"/>
                  </a:cubicBezTo>
                  <a:cubicBezTo>
                    <a:pt x="18312" y="24537"/>
                    <a:pt x="12344" y="34982"/>
                    <a:pt x="3391" y="46918"/>
                  </a:cubicBezTo>
                  <a:cubicBezTo>
                    <a:pt x="1899" y="42442"/>
                    <a:pt x="-1085" y="36474"/>
                    <a:pt x="407" y="33489"/>
                  </a:cubicBezTo>
                  <a:cubicBezTo>
                    <a:pt x="6375" y="21553"/>
                    <a:pt x="12344" y="11108"/>
                    <a:pt x="16820" y="663"/>
                  </a:cubicBezTo>
                  <a:cubicBezTo>
                    <a:pt x="16820" y="-829"/>
                    <a:pt x="16820" y="663"/>
                    <a:pt x="16820" y="663"/>
                  </a:cubicBezTo>
                  <a:close/>
                </a:path>
              </a:pathLst>
            </a:custGeom>
            <a:solidFill>
              <a:srgbClr val="000000"/>
            </a:solidFill>
            <a:ln w="149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756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E04CF1EF-DE5D-F7BF-54FC-F29F1F3CA8CB}"/>
                </a:ext>
              </a:extLst>
            </p:cNvPr>
            <p:cNvSpPr/>
            <p:nvPr/>
          </p:nvSpPr>
          <p:spPr>
            <a:xfrm rot="21320240">
              <a:off x="6533735" y="1630811"/>
              <a:ext cx="14921" cy="8952"/>
            </a:xfrm>
            <a:custGeom>
              <a:avLst/>
              <a:gdLst>
                <a:gd name="connsiteX0" fmla="*/ 1492 w 14921"/>
                <a:gd name="connsiteY0" fmla="*/ 0 h 8952"/>
                <a:gd name="connsiteX1" fmla="*/ 14921 w 14921"/>
                <a:gd name="connsiteY1" fmla="*/ 4476 h 8952"/>
                <a:gd name="connsiteX2" fmla="*/ 13429 w 14921"/>
                <a:gd name="connsiteY2" fmla="*/ 8953 h 8952"/>
                <a:gd name="connsiteX3" fmla="*/ 0 w 14921"/>
                <a:gd name="connsiteY3" fmla="*/ 5968 h 8952"/>
                <a:gd name="connsiteX4" fmla="*/ 1492 w 14921"/>
                <a:gd name="connsiteY4" fmla="*/ 0 h 8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921" h="8952">
                  <a:moveTo>
                    <a:pt x="1492" y="0"/>
                  </a:moveTo>
                  <a:cubicBezTo>
                    <a:pt x="5968" y="1492"/>
                    <a:pt x="10445" y="2984"/>
                    <a:pt x="14921" y="4476"/>
                  </a:cubicBezTo>
                  <a:cubicBezTo>
                    <a:pt x="14921" y="5968"/>
                    <a:pt x="13429" y="7461"/>
                    <a:pt x="13429" y="8953"/>
                  </a:cubicBezTo>
                  <a:cubicBezTo>
                    <a:pt x="8953" y="7461"/>
                    <a:pt x="4476" y="7461"/>
                    <a:pt x="0" y="5968"/>
                  </a:cubicBezTo>
                  <a:cubicBezTo>
                    <a:pt x="1492" y="2984"/>
                    <a:pt x="1492" y="1492"/>
                    <a:pt x="1492" y="0"/>
                  </a:cubicBezTo>
                  <a:close/>
                </a:path>
              </a:pathLst>
            </a:custGeom>
            <a:solidFill>
              <a:srgbClr val="000000"/>
            </a:solidFill>
            <a:ln w="149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756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44D410B2-10E5-3299-CAF1-0640F8AC15E9}"/>
                </a:ext>
              </a:extLst>
            </p:cNvPr>
            <p:cNvSpPr/>
            <p:nvPr/>
          </p:nvSpPr>
          <p:spPr>
            <a:xfrm rot="21320240">
              <a:off x="8050676" y="1941504"/>
              <a:ext cx="9325" cy="31334"/>
            </a:xfrm>
            <a:custGeom>
              <a:avLst/>
              <a:gdLst>
                <a:gd name="connsiteX0" fmla="*/ 9326 w 9325"/>
                <a:gd name="connsiteY0" fmla="*/ 31334 h 31334"/>
                <a:gd name="connsiteX1" fmla="*/ 6341 w 9325"/>
                <a:gd name="connsiteY1" fmla="*/ 0 h 31334"/>
                <a:gd name="connsiteX2" fmla="*/ 9326 w 9325"/>
                <a:gd name="connsiteY2" fmla="*/ 31334 h 313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325" h="31334">
                  <a:moveTo>
                    <a:pt x="9326" y="31334"/>
                  </a:moveTo>
                  <a:cubicBezTo>
                    <a:pt x="-4103" y="19397"/>
                    <a:pt x="-1119" y="8953"/>
                    <a:pt x="6341" y="0"/>
                  </a:cubicBezTo>
                  <a:cubicBezTo>
                    <a:pt x="7833" y="8953"/>
                    <a:pt x="7833" y="17905"/>
                    <a:pt x="9326" y="31334"/>
                  </a:cubicBezTo>
                  <a:close/>
                </a:path>
              </a:pathLst>
            </a:custGeom>
            <a:solidFill>
              <a:srgbClr val="000000"/>
            </a:solidFill>
            <a:ln w="149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756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EBD93F04-C568-F9E1-8DF6-9664E9BD0845}"/>
                </a:ext>
              </a:extLst>
            </p:cNvPr>
            <p:cNvSpPr/>
            <p:nvPr/>
          </p:nvSpPr>
          <p:spPr>
            <a:xfrm rot="21320240">
              <a:off x="6494060" y="1687140"/>
              <a:ext cx="32826" cy="23969"/>
            </a:xfrm>
            <a:custGeom>
              <a:avLst/>
              <a:gdLst>
                <a:gd name="connsiteX0" fmla="*/ 28350 w 32826"/>
                <a:gd name="connsiteY0" fmla="*/ 23969 h 23969"/>
                <a:gd name="connsiteX1" fmla="*/ 0 w 32826"/>
                <a:gd name="connsiteY1" fmla="*/ 96 h 23969"/>
                <a:gd name="connsiteX2" fmla="*/ 32826 w 32826"/>
                <a:gd name="connsiteY2" fmla="*/ 18001 h 23969"/>
                <a:gd name="connsiteX3" fmla="*/ 28350 w 32826"/>
                <a:gd name="connsiteY3" fmla="*/ 23969 h 23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826" h="23969">
                  <a:moveTo>
                    <a:pt x="28350" y="23969"/>
                  </a:moveTo>
                  <a:cubicBezTo>
                    <a:pt x="20889" y="18001"/>
                    <a:pt x="11937" y="10540"/>
                    <a:pt x="0" y="96"/>
                  </a:cubicBezTo>
                  <a:cubicBezTo>
                    <a:pt x="19397" y="-1396"/>
                    <a:pt x="20889" y="15017"/>
                    <a:pt x="32826" y="18001"/>
                  </a:cubicBezTo>
                  <a:cubicBezTo>
                    <a:pt x="31334" y="20985"/>
                    <a:pt x="29842" y="22477"/>
                    <a:pt x="28350" y="23969"/>
                  </a:cubicBezTo>
                  <a:close/>
                </a:path>
              </a:pathLst>
            </a:custGeom>
            <a:solidFill>
              <a:srgbClr val="000000"/>
            </a:solidFill>
            <a:ln w="149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756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C85BA913-8FF0-661B-0616-EB6CB5286DCB}"/>
                </a:ext>
              </a:extLst>
            </p:cNvPr>
            <p:cNvSpPr/>
            <p:nvPr/>
          </p:nvSpPr>
          <p:spPr>
            <a:xfrm rot="21320240">
              <a:off x="7178446" y="1769232"/>
              <a:ext cx="29842" cy="12384"/>
            </a:xfrm>
            <a:custGeom>
              <a:avLst/>
              <a:gdLst>
                <a:gd name="connsiteX0" fmla="*/ 29842 w 29842"/>
                <a:gd name="connsiteY0" fmla="*/ 8971 h 12384"/>
                <a:gd name="connsiteX1" fmla="*/ 0 w 29842"/>
                <a:gd name="connsiteY1" fmla="*/ 4494 h 12384"/>
                <a:gd name="connsiteX2" fmla="*/ 29842 w 29842"/>
                <a:gd name="connsiteY2" fmla="*/ 8971 h 12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842" h="12384">
                  <a:moveTo>
                    <a:pt x="29842" y="8971"/>
                  </a:moveTo>
                  <a:cubicBezTo>
                    <a:pt x="16413" y="13447"/>
                    <a:pt x="8953" y="14939"/>
                    <a:pt x="0" y="4494"/>
                  </a:cubicBezTo>
                  <a:cubicBezTo>
                    <a:pt x="10445" y="-4458"/>
                    <a:pt x="17905" y="1510"/>
                    <a:pt x="29842" y="8971"/>
                  </a:cubicBezTo>
                  <a:close/>
                </a:path>
              </a:pathLst>
            </a:custGeom>
            <a:solidFill>
              <a:srgbClr val="000000"/>
            </a:solidFill>
            <a:ln w="149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756" dirty="0"/>
            </a:p>
          </p:txBody>
        </p:sp>
      </p:grp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5F6B16C-5426-E4C5-9A83-ABAB1F4D95FD}"/>
              </a:ext>
            </a:extLst>
          </p:cNvPr>
          <p:cNvSpPr txBox="1">
            <a:spLocks/>
          </p:cNvSpPr>
          <p:nvPr/>
        </p:nvSpPr>
        <p:spPr>
          <a:xfrm>
            <a:off x="891795" y="6150178"/>
            <a:ext cx="3756130" cy="1003878"/>
          </a:xfrm>
          <a:prstGeom prst="rect">
            <a:avLst/>
          </a:prstGeom>
        </p:spPr>
        <p:txBody>
          <a:bodyPr vert="horz" lIns="125615" tIns="62807" rIns="125615" bIns="62807" rtlCol="0" anchor="t">
            <a:noAutofit/>
          </a:bodyPr>
          <a:lstStyle>
            <a:lvl1pPr marL="0" indent="0" algn="l" defTabSz="754380" rtl="0" eaLnBrk="1" latinLnBrk="0" hangingPunct="1">
              <a:lnSpc>
                <a:spcPct val="90000"/>
              </a:lnSpc>
              <a:spcBef>
                <a:spcPts val="825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7190" indent="0" algn="l" defTabSz="75438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None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4380" indent="0" algn="l" defTabSz="75438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None/>
              <a:defRPr sz="16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31570" indent="0" algn="l" defTabSz="75438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None/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08760" indent="0" algn="l" defTabSz="75438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None/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4545" indent="-188595" algn="l" defTabSz="75438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51735" indent="-188595" algn="l" defTabSz="75438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28925" indent="-188595" algn="l" defTabSz="75438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06115" indent="-188595" algn="l" defTabSz="75438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1923" b="1" dirty="0">
                <a:solidFill>
                  <a:schemeClr val="accent5">
                    <a:lumMod val="75000"/>
                  </a:schemeClr>
                </a:solidFill>
                <a:ea typeface="Source Sans Pro" panose="020B0503030403020204" pitchFamily="34" charset="0"/>
              </a:rPr>
              <a:t>By : </a:t>
            </a:r>
            <a:r>
              <a:rPr lang="en-US" sz="1923" b="1" dirty="0" err="1">
                <a:solidFill>
                  <a:schemeClr val="accent5">
                    <a:lumMod val="75000"/>
                  </a:schemeClr>
                </a:solidFill>
                <a:ea typeface="Source Sans Pro" panose="020B0503030403020204" pitchFamily="34" charset="0"/>
              </a:rPr>
              <a:t>Rizky</a:t>
            </a:r>
            <a:r>
              <a:rPr lang="en-US" sz="1923" b="1" dirty="0">
                <a:solidFill>
                  <a:schemeClr val="accent5">
                    <a:lumMod val="75000"/>
                  </a:schemeClr>
                </a:solidFill>
                <a:ea typeface="Source Sans Pro" panose="020B0503030403020204" pitchFamily="34" charset="0"/>
              </a:rPr>
              <a:t> </a:t>
            </a:r>
            <a:r>
              <a:rPr lang="en-US" sz="1923" b="1" dirty="0" err="1">
                <a:solidFill>
                  <a:schemeClr val="accent5">
                    <a:lumMod val="75000"/>
                  </a:schemeClr>
                </a:solidFill>
                <a:ea typeface="Source Sans Pro" panose="020B0503030403020204" pitchFamily="34" charset="0"/>
              </a:rPr>
              <a:t>Abrian</a:t>
            </a:r>
            <a:endParaRPr lang="en-US" sz="1923" b="1" dirty="0">
              <a:solidFill>
                <a:schemeClr val="accent5">
                  <a:lumMod val="75000"/>
                </a:schemeClr>
              </a:solidFill>
              <a:ea typeface="Source Sans Pro" panose="020B0503030403020204" pitchFamily="34" charset="0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91AAF19-F40E-0612-4A3E-80BF574C4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48327" y="6724439"/>
            <a:ext cx="11920951" cy="0"/>
          </a:xfrm>
          <a:prstGeom prst="line">
            <a:avLst/>
          </a:prstGeom>
          <a:ln w="25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33571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89BE9A99-AF7D-4E1D-AB86-E93CF4482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DOODLE</a:t>
            </a:r>
            <a:r>
              <a:rPr lang="en-US" baseline="0" dirty="0">
                <a:solidFill>
                  <a:schemeClr val="bg1"/>
                </a:solidFill>
              </a:rPr>
              <a:t> SPIRALS</a:t>
            </a:r>
            <a:r>
              <a:rPr lang="en-US" dirty="0">
                <a:solidFill>
                  <a:schemeClr val="bg1"/>
                </a:solidFill>
              </a:rPr>
              <a:t> COLORING BOOK - PICTURE 2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4AED031-B59E-4C03-B51A-CFEC3B30947A}"/>
              </a:ext>
            </a:extLst>
          </p:cNvPr>
          <p:cNvSpPr txBox="1">
            <a:spLocks/>
          </p:cNvSpPr>
          <p:nvPr/>
        </p:nvSpPr>
        <p:spPr>
          <a:xfrm>
            <a:off x="522514" y="275770"/>
            <a:ext cx="12772572" cy="4542797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t">
            <a:noAutofit/>
          </a:bodyPr>
          <a:lstStyle>
            <a:lvl1pPr algn="ctr" defTabSz="7543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7200" dirty="0">
                <a:ln w="41275">
                  <a:noFill/>
                </a:ln>
                <a:solidFill>
                  <a:schemeClr val="accent4"/>
                </a:solidFill>
                <a:latin typeface="Bahnschrift SemiBold SemiConden" panose="020B0502040204020203" pitchFamily="34" charset="0"/>
                <a:ea typeface="Source Sans Pro Black" panose="020B0503030403020204" pitchFamily="34" charset="0"/>
              </a:rPr>
              <a:t>2 </a:t>
            </a:r>
            <a:r>
              <a:rPr lang="en-US" sz="7200" dirty="0" err="1">
                <a:ln w="41275">
                  <a:noFill/>
                </a:ln>
                <a:solidFill>
                  <a:schemeClr val="accent4"/>
                </a:solidFill>
                <a:latin typeface="Bahnschrift SemiBold SemiConden" panose="020B0502040204020203" pitchFamily="34" charset="0"/>
                <a:ea typeface="Source Sans Pro Black" panose="020B0503030403020204" pitchFamily="34" charset="0"/>
              </a:rPr>
              <a:t>bulan</a:t>
            </a:r>
            <a:r>
              <a:rPr lang="en-US" sz="7200" dirty="0">
                <a:ln w="41275">
                  <a:noFill/>
                </a:ln>
                <a:solidFill>
                  <a:schemeClr val="accent4"/>
                </a:solidFill>
                <a:latin typeface="Bahnschrift SemiBold SemiConden" panose="020B0502040204020203" pitchFamily="34" charset="0"/>
                <a:ea typeface="Source Sans Pro Black" panose="020B0503030403020204" pitchFamily="34" charset="0"/>
              </a:rPr>
              <a:t> </a:t>
            </a:r>
            <a:r>
              <a:rPr lang="en-US" sz="7200" dirty="0" err="1">
                <a:ln w="41275">
                  <a:noFill/>
                </a:ln>
                <a:solidFill>
                  <a:schemeClr val="accent4"/>
                </a:solidFill>
                <a:latin typeface="Bahnschrift SemiBold SemiConden" panose="020B0502040204020203" pitchFamily="34" charset="0"/>
                <a:ea typeface="Source Sans Pro Black" panose="020B0503030403020204" pitchFamily="34" charset="0"/>
              </a:rPr>
              <a:t>terakhir</a:t>
            </a:r>
            <a:r>
              <a:rPr lang="en-US" sz="7200" dirty="0">
                <a:ln w="41275">
                  <a:noFill/>
                </a:ln>
                <a:solidFill>
                  <a:schemeClr val="accent4"/>
                </a:solidFill>
                <a:latin typeface="Bahnschrift SemiBold SemiConden" panose="020B0502040204020203" pitchFamily="34" charset="0"/>
                <a:ea typeface="Source Sans Pro Black" panose="020B0503030403020204" pitchFamily="34" charset="0"/>
              </a:rPr>
              <a:t>, </a:t>
            </a:r>
            <a:r>
              <a:rPr lang="en-US" sz="7200" dirty="0" err="1">
                <a:ln w="41275">
                  <a:noFill/>
                </a:ln>
                <a:solidFill>
                  <a:schemeClr val="accent4"/>
                </a:solidFill>
                <a:latin typeface="Bahnschrift SemiBold SemiConden" panose="020B0502040204020203" pitchFamily="34" charset="0"/>
                <a:ea typeface="Source Sans Pro Black" panose="020B0503030403020204" pitchFamily="34" charset="0"/>
              </a:rPr>
              <a:t>Aktivitas</a:t>
            </a:r>
            <a:r>
              <a:rPr lang="en-US" sz="7200" dirty="0">
                <a:ln w="41275">
                  <a:noFill/>
                </a:ln>
                <a:solidFill>
                  <a:schemeClr val="accent4"/>
                </a:solidFill>
                <a:latin typeface="Bahnschrift SemiBold SemiConden" panose="020B0502040204020203" pitchFamily="34" charset="0"/>
                <a:ea typeface="Source Sans Pro Black" panose="020B0503030403020204" pitchFamily="34" charset="0"/>
              </a:rPr>
              <a:t> </a:t>
            </a:r>
            <a:r>
              <a:rPr lang="en-US" sz="7200" dirty="0" err="1">
                <a:ln w="41275">
                  <a:noFill/>
                </a:ln>
                <a:solidFill>
                  <a:schemeClr val="accent4"/>
                </a:solidFill>
                <a:latin typeface="Bahnschrift SemiBold SemiConden" panose="020B0502040204020203" pitchFamily="34" charset="0"/>
                <a:ea typeface="Source Sans Pro Black" panose="020B0503030403020204" pitchFamily="34" charset="0"/>
              </a:rPr>
              <a:t>apa</a:t>
            </a:r>
            <a:r>
              <a:rPr lang="en-US" sz="7200" dirty="0">
                <a:ln w="41275">
                  <a:noFill/>
                </a:ln>
                <a:solidFill>
                  <a:schemeClr val="accent4"/>
                </a:solidFill>
                <a:latin typeface="Bahnschrift SemiBold SemiConden" panose="020B0502040204020203" pitchFamily="34" charset="0"/>
                <a:ea typeface="Source Sans Pro Black" panose="020B0503030403020204" pitchFamily="34" charset="0"/>
              </a:rPr>
              <a:t> </a:t>
            </a:r>
            <a:r>
              <a:rPr lang="en-US" sz="7200" dirty="0" err="1">
                <a:ln w="41275">
                  <a:noFill/>
                </a:ln>
                <a:solidFill>
                  <a:schemeClr val="accent4"/>
                </a:solidFill>
                <a:latin typeface="Bahnschrift SemiBold SemiConden" panose="020B0502040204020203" pitchFamily="34" charset="0"/>
                <a:ea typeface="Source Sans Pro Black" panose="020B0503030403020204" pitchFamily="34" charset="0"/>
              </a:rPr>
              <a:t>aja</a:t>
            </a:r>
            <a:r>
              <a:rPr lang="en-US" sz="7200" dirty="0">
                <a:ln w="41275">
                  <a:noFill/>
                </a:ln>
                <a:solidFill>
                  <a:schemeClr val="accent4"/>
                </a:solidFill>
                <a:latin typeface="Bahnschrift SemiBold SemiConden" panose="020B0502040204020203" pitchFamily="34" charset="0"/>
                <a:ea typeface="Source Sans Pro Black" panose="020B0503030403020204" pitchFamily="34" charset="0"/>
              </a:rPr>
              <a:t>?</a:t>
            </a:r>
          </a:p>
          <a:p>
            <a:pPr>
              <a:lnSpc>
                <a:spcPct val="150000"/>
              </a:lnSpc>
            </a:pPr>
            <a:r>
              <a:rPr lang="en-US" sz="5400" i="1" dirty="0">
                <a:ln w="41275">
                  <a:noFill/>
                </a:ln>
                <a:solidFill>
                  <a:schemeClr val="accent4"/>
                </a:solidFill>
                <a:latin typeface="Bahnschrift Condensed" panose="020B0502040204020203" pitchFamily="34" charset="0"/>
              </a:rPr>
              <a:t>In last 2 month, what’s your activity?</a:t>
            </a:r>
            <a:endParaRPr lang="en-US" sz="7200" i="1" dirty="0">
              <a:ln w="41275">
                <a:noFill/>
              </a:ln>
              <a:solidFill>
                <a:schemeClr val="accent4"/>
              </a:solidFill>
              <a:latin typeface="Bahnschrift Condensed" panose="020B0502040204020203" pitchFamily="34" charset="0"/>
            </a:endParaRPr>
          </a:p>
        </p:txBody>
      </p:sp>
      <p:pic>
        <p:nvPicPr>
          <p:cNvPr id="1026" name="Picture 2" descr="Office job stress work vector illustration – Psychology">
            <a:extLst>
              <a:ext uri="{FF2B5EF4-FFF2-40B4-BE49-F238E27FC236}">
                <a16:creationId xmlns:a16="http://schemas.microsoft.com/office/drawing/2014/main" id="{34D7B6C7-221F-4C57-A9BB-4C22539E8D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625" y="3445102"/>
            <a:ext cx="2647950" cy="1724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Vacation Vector Art, Icons, and Graphics for Free Download">
            <a:extLst>
              <a:ext uri="{FF2B5EF4-FFF2-40B4-BE49-F238E27FC236}">
                <a16:creationId xmlns:a16="http://schemas.microsoft.com/office/drawing/2014/main" id="{719EF45E-C6A1-482F-B098-3C9E2435A3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1565" y="3253014"/>
            <a:ext cx="2108200" cy="210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Exercise Vector Art, Icons, and Graphics for Free Download">
            <a:extLst>
              <a:ext uri="{FF2B5EF4-FFF2-40B4-BE49-F238E27FC236}">
                <a16:creationId xmlns:a16="http://schemas.microsoft.com/office/drawing/2014/main" id="{1715A686-11EB-4953-82EB-BD2592EA30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4273" y="3058886"/>
            <a:ext cx="2496456" cy="2496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hopping Bag Vector Art &amp; Graphics | freevector.com">
            <a:extLst>
              <a:ext uri="{FF2B5EF4-FFF2-40B4-BE49-F238E27FC236}">
                <a16:creationId xmlns:a16="http://schemas.microsoft.com/office/drawing/2014/main" id="{FCEBAD91-3C5C-41A7-8DB9-4A8C4D7A4CD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10"/>
          <a:stretch/>
        </p:blipFill>
        <p:spPr bwMode="auto">
          <a:xfrm>
            <a:off x="10355237" y="3028269"/>
            <a:ext cx="2918450" cy="2527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08EDF99B-6B67-472A-B885-96BB778C7816}"/>
              </a:ext>
            </a:extLst>
          </p:cNvPr>
          <p:cNvSpPr txBox="1">
            <a:spLocks/>
          </p:cNvSpPr>
          <p:nvPr/>
        </p:nvSpPr>
        <p:spPr>
          <a:xfrm>
            <a:off x="1443638" y="5555342"/>
            <a:ext cx="1488548" cy="1003878"/>
          </a:xfrm>
          <a:prstGeom prst="rect">
            <a:avLst/>
          </a:prstGeom>
        </p:spPr>
        <p:txBody>
          <a:bodyPr vert="horz" lIns="125615" tIns="62807" rIns="125615" bIns="62807" rtlCol="0" anchor="t">
            <a:noAutofit/>
          </a:bodyPr>
          <a:lstStyle>
            <a:lvl1pPr marL="0" indent="0" algn="l" defTabSz="754380" rtl="0" eaLnBrk="1" latinLnBrk="0" hangingPunct="1">
              <a:lnSpc>
                <a:spcPct val="90000"/>
              </a:lnSpc>
              <a:spcBef>
                <a:spcPts val="825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7190" indent="0" algn="l" defTabSz="75438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None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4380" indent="0" algn="l" defTabSz="75438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None/>
              <a:defRPr sz="16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31570" indent="0" algn="l" defTabSz="75438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None/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08760" indent="0" algn="l" defTabSz="75438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None/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4545" indent="-188595" algn="l" defTabSz="75438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51735" indent="-188595" algn="l" defTabSz="75438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28925" indent="-188595" algn="l" defTabSz="75438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06115" indent="-188595" algn="l" defTabSz="75438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3600" b="1" dirty="0" err="1">
                <a:solidFill>
                  <a:schemeClr val="accent5">
                    <a:lumMod val="75000"/>
                  </a:schemeClr>
                </a:solidFill>
                <a:ea typeface="Source Sans Pro" panose="020B0503030403020204" pitchFamily="34" charset="0"/>
              </a:rPr>
              <a:t>Kerja</a:t>
            </a:r>
            <a:endParaRPr lang="en-US" sz="3600" b="1" dirty="0">
              <a:solidFill>
                <a:schemeClr val="accent5">
                  <a:lumMod val="75000"/>
                </a:schemeClr>
              </a:solidFill>
              <a:ea typeface="Source Sans Pro" panose="020B0503030403020204" pitchFamily="34" charset="0"/>
            </a:endParaRP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224F9FDE-BDFB-471D-98D3-F219E49AAF87}"/>
              </a:ext>
            </a:extLst>
          </p:cNvPr>
          <p:cNvSpPr txBox="1">
            <a:spLocks/>
          </p:cNvSpPr>
          <p:nvPr/>
        </p:nvSpPr>
        <p:spPr>
          <a:xfrm>
            <a:off x="4539688" y="5555342"/>
            <a:ext cx="1798375" cy="671287"/>
          </a:xfrm>
          <a:prstGeom prst="rect">
            <a:avLst/>
          </a:prstGeom>
        </p:spPr>
        <p:txBody>
          <a:bodyPr vert="horz" lIns="125615" tIns="62807" rIns="125615" bIns="62807" rtlCol="0" anchor="t">
            <a:noAutofit/>
          </a:bodyPr>
          <a:lstStyle>
            <a:lvl1pPr marL="0" indent="0" algn="l" defTabSz="754380" rtl="0" eaLnBrk="1" latinLnBrk="0" hangingPunct="1">
              <a:lnSpc>
                <a:spcPct val="90000"/>
              </a:lnSpc>
              <a:spcBef>
                <a:spcPts val="825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7190" indent="0" algn="l" defTabSz="75438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None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4380" indent="0" algn="l" defTabSz="75438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None/>
              <a:defRPr sz="16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31570" indent="0" algn="l" defTabSz="75438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None/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08760" indent="0" algn="l" defTabSz="75438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None/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4545" indent="-188595" algn="l" defTabSz="75438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51735" indent="-188595" algn="l" defTabSz="75438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28925" indent="-188595" algn="l" defTabSz="75438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06115" indent="-188595" algn="l" defTabSz="75438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3200" b="1" dirty="0" err="1">
                <a:solidFill>
                  <a:schemeClr val="accent5">
                    <a:lumMod val="75000"/>
                  </a:schemeClr>
                </a:solidFill>
                <a:ea typeface="Source Sans Pro" panose="020B0503030403020204" pitchFamily="34" charset="0"/>
              </a:rPr>
              <a:t>Liburan</a:t>
            </a:r>
            <a:endParaRPr lang="en-US" sz="3200" b="1" dirty="0">
              <a:solidFill>
                <a:schemeClr val="accent5">
                  <a:lumMod val="75000"/>
                </a:schemeClr>
              </a:solidFill>
              <a:ea typeface="Source Sans Pro" panose="020B0503030403020204" pitchFamily="34" charset="0"/>
            </a:endParaRP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B75A36CA-DB19-4F55-B5F8-D9150125C9DF}"/>
              </a:ext>
            </a:extLst>
          </p:cNvPr>
          <p:cNvSpPr txBox="1">
            <a:spLocks/>
          </p:cNvSpPr>
          <p:nvPr/>
        </p:nvSpPr>
        <p:spPr>
          <a:xfrm>
            <a:off x="7344229" y="5555341"/>
            <a:ext cx="1933685" cy="671287"/>
          </a:xfrm>
          <a:prstGeom prst="rect">
            <a:avLst/>
          </a:prstGeom>
        </p:spPr>
        <p:txBody>
          <a:bodyPr vert="horz" lIns="125615" tIns="62807" rIns="125615" bIns="62807" rtlCol="0" anchor="t">
            <a:noAutofit/>
          </a:bodyPr>
          <a:lstStyle>
            <a:lvl1pPr marL="0" indent="0" algn="l" defTabSz="754380" rtl="0" eaLnBrk="1" latinLnBrk="0" hangingPunct="1">
              <a:lnSpc>
                <a:spcPct val="90000"/>
              </a:lnSpc>
              <a:spcBef>
                <a:spcPts val="825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7190" indent="0" algn="l" defTabSz="75438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None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4380" indent="0" algn="l" defTabSz="75438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None/>
              <a:defRPr sz="16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31570" indent="0" algn="l" defTabSz="75438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None/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08760" indent="0" algn="l" defTabSz="75438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None/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4545" indent="-188595" algn="l" defTabSz="75438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51735" indent="-188595" algn="l" defTabSz="75438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28925" indent="-188595" algn="l" defTabSz="75438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06115" indent="-188595" algn="l" defTabSz="75438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3200" b="1" dirty="0" err="1">
                <a:solidFill>
                  <a:schemeClr val="accent5">
                    <a:lumMod val="75000"/>
                  </a:schemeClr>
                </a:solidFill>
                <a:ea typeface="Source Sans Pro" panose="020B0503030403020204" pitchFamily="34" charset="0"/>
              </a:rPr>
              <a:t>Olahraga</a:t>
            </a:r>
            <a:endParaRPr lang="en-US" sz="3200" b="1" dirty="0">
              <a:solidFill>
                <a:schemeClr val="accent5">
                  <a:lumMod val="75000"/>
                </a:schemeClr>
              </a:solidFill>
              <a:ea typeface="Source Sans Pro" panose="020B0503030403020204" pitchFamily="34" charset="0"/>
            </a:endParaRP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7FBF20FC-610C-4EF3-9396-A576E5C45D0A}"/>
              </a:ext>
            </a:extLst>
          </p:cNvPr>
          <p:cNvSpPr txBox="1">
            <a:spLocks/>
          </p:cNvSpPr>
          <p:nvPr/>
        </p:nvSpPr>
        <p:spPr>
          <a:xfrm>
            <a:off x="10966534" y="5555341"/>
            <a:ext cx="1798375" cy="671287"/>
          </a:xfrm>
          <a:prstGeom prst="rect">
            <a:avLst/>
          </a:prstGeom>
        </p:spPr>
        <p:txBody>
          <a:bodyPr vert="horz" lIns="125615" tIns="62807" rIns="125615" bIns="62807" rtlCol="0" anchor="t">
            <a:noAutofit/>
          </a:bodyPr>
          <a:lstStyle>
            <a:lvl1pPr marL="0" indent="0" algn="l" defTabSz="754380" rtl="0" eaLnBrk="1" latinLnBrk="0" hangingPunct="1">
              <a:lnSpc>
                <a:spcPct val="90000"/>
              </a:lnSpc>
              <a:spcBef>
                <a:spcPts val="825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7190" indent="0" algn="l" defTabSz="75438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None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4380" indent="0" algn="l" defTabSz="75438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None/>
              <a:defRPr sz="16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31570" indent="0" algn="l" defTabSz="75438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None/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08760" indent="0" algn="l" defTabSz="75438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None/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4545" indent="-188595" algn="l" defTabSz="75438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51735" indent="-188595" algn="l" defTabSz="75438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28925" indent="-188595" algn="l" defTabSz="75438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06115" indent="-188595" algn="l" defTabSz="75438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3200" b="1" dirty="0" err="1">
                <a:solidFill>
                  <a:schemeClr val="accent5">
                    <a:lumMod val="75000"/>
                  </a:schemeClr>
                </a:solidFill>
                <a:ea typeface="Source Sans Pro" panose="020B0503030403020204" pitchFamily="34" charset="0"/>
              </a:rPr>
              <a:t>Belanja</a:t>
            </a:r>
            <a:endParaRPr lang="en-US" sz="3200" b="1" dirty="0">
              <a:solidFill>
                <a:schemeClr val="accent5">
                  <a:lumMod val="75000"/>
                </a:schemeClr>
              </a:solidFill>
              <a:ea typeface="Source Sans Pro" panose="020B0503030403020204" pitchFamily="34" charset="0"/>
            </a:endParaRP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5947743A-C0C1-47E8-90E5-355838C3E563}"/>
              </a:ext>
            </a:extLst>
          </p:cNvPr>
          <p:cNvSpPr txBox="1">
            <a:spLocks/>
          </p:cNvSpPr>
          <p:nvPr/>
        </p:nvSpPr>
        <p:spPr>
          <a:xfrm>
            <a:off x="5494006" y="6559220"/>
            <a:ext cx="2829588" cy="671287"/>
          </a:xfrm>
          <a:prstGeom prst="rect">
            <a:avLst/>
          </a:prstGeom>
        </p:spPr>
        <p:txBody>
          <a:bodyPr vert="horz" lIns="125615" tIns="62807" rIns="125615" bIns="62807" rtlCol="0" anchor="t">
            <a:noAutofit/>
          </a:bodyPr>
          <a:lstStyle>
            <a:lvl1pPr marL="0" indent="0" algn="l" defTabSz="754380" rtl="0" eaLnBrk="1" latinLnBrk="0" hangingPunct="1">
              <a:lnSpc>
                <a:spcPct val="90000"/>
              </a:lnSpc>
              <a:spcBef>
                <a:spcPts val="825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7190" indent="0" algn="l" defTabSz="75438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None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4380" indent="0" algn="l" defTabSz="75438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None/>
              <a:defRPr sz="16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31570" indent="0" algn="l" defTabSz="75438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None/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08760" indent="0" algn="l" defTabSz="75438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None/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4545" indent="-188595" algn="l" defTabSz="75438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51735" indent="-188595" algn="l" defTabSz="75438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28925" indent="-188595" algn="l" defTabSz="75438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06115" indent="-188595" algn="l" defTabSz="75438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4400" b="1" dirty="0">
                <a:solidFill>
                  <a:schemeClr val="accent5">
                    <a:lumMod val="75000"/>
                  </a:schemeClr>
                </a:solidFill>
                <a:ea typeface="Source Sans Pro" panose="020B0503030403020204" pitchFamily="34" charset="0"/>
              </a:rPr>
              <a:t>Ada </a:t>
            </a:r>
            <a:r>
              <a:rPr lang="en-US" sz="4400" b="1" dirty="0" err="1">
                <a:solidFill>
                  <a:schemeClr val="accent5">
                    <a:lumMod val="75000"/>
                  </a:schemeClr>
                </a:solidFill>
                <a:ea typeface="Source Sans Pro" panose="020B0503030403020204" pitchFamily="34" charset="0"/>
              </a:rPr>
              <a:t>lagi</a:t>
            </a:r>
            <a:r>
              <a:rPr lang="en-US" sz="4400" b="1" dirty="0">
                <a:solidFill>
                  <a:schemeClr val="accent5">
                    <a:lumMod val="75000"/>
                  </a:schemeClr>
                </a:solidFill>
                <a:ea typeface="Source Sans Pro" panose="020B0503030403020204" pitchFamily="34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648181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89BE9A99-AF7D-4E1D-AB86-E93CF4482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DOODLE</a:t>
            </a:r>
            <a:r>
              <a:rPr lang="en-US" baseline="0" dirty="0">
                <a:solidFill>
                  <a:schemeClr val="bg1"/>
                </a:solidFill>
              </a:rPr>
              <a:t> SPIRALS</a:t>
            </a:r>
            <a:r>
              <a:rPr lang="en-US" dirty="0">
                <a:solidFill>
                  <a:schemeClr val="bg1"/>
                </a:solidFill>
              </a:rPr>
              <a:t> COLORING BOOK - PICTURE 2</a:t>
            </a:r>
          </a:p>
        </p:txBody>
      </p:sp>
      <p:pic>
        <p:nvPicPr>
          <p:cNvPr id="1026" name="Picture 2" descr="Office job stress work vector illustration – Psychology">
            <a:extLst>
              <a:ext uri="{FF2B5EF4-FFF2-40B4-BE49-F238E27FC236}">
                <a16:creationId xmlns:a16="http://schemas.microsoft.com/office/drawing/2014/main" id="{34D7B6C7-221F-4C57-A9BB-4C22539E8D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26" y="6048375"/>
            <a:ext cx="2647950" cy="1724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Vacation Vector Art, Icons, and Graphics for Free Download">
            <a:extLst>
              <a:ext uri="{FF2B5EF4-FFF2-40B4-BE49-F238E27FC236}">
                <a16:creationId xmlns:a16="http://schemas.microsoft.com/office/drawing/2014/main" id="{719EF45E-C6A1-482F-B098-3C9E2435A3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3484" y="5670984"/>
            <a:ext cx="2108200" cy="210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Exercise Vector Art, Icons, and Graphics for Free Download">
            <a:extLst>
              <a:ext uri="{FF2B5EF4-FFF2-40B4-BE49-F238E27FC236}">
                <a16:creationId xmlns:a16="http://schemas.microsoft.com/office/drawing/2014/main" id="{1715A686-11EB-4953-82EB-BD2592EA30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6192" y="5282728"/>
            <a:ext cx="2496456" cy="2496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hopping Bag Vector Art &amp; Graphics | freevector.com">
            <a:extLst>
              <a:ext uri="{FF2B5EF4-FFF2-40B4-BE49-F238E27FC236}">
                <a16:creationId xmlns:a16="http://schemas.microsoft.com/office/drawing/2014/main" id="{FCEBAD91-3C5C-41A7-8DB9-4A8C4D7A4CD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10"/>
          <a:stretch/>
        </p:blipFill>
        <p:spPr bwMode="auto">
          <a:xfrm>
            <a:off x="10376636" y="5461547"/>
            <a:ext cx="2918450" cy="2527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7F51A9D-BE14-4567-87EE-CFE8C044DB2B}"/>
              </a:ext>
            </a:extLst>
          </p:cNvPr>
          <p:cNvSpPr/>
          <p:nvPr/>
        </p:nvSpPr>
        <p:spPr>
          <a:xfrm>
            <a:off x="2133293" y="116587"/>
            <a:ext cx="9551013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5400" dirty="0">
                <a:ln w="41275">
                  <a:noFill/>
                </a:ln>
                <a:solidFill>
                  <a:schemeClr val="accent4"/>
                </a:solidFill>
                <a:latin typeface="Bahnschrift SemiBold SemiConden" panose="020B0502040204020203" pitchFamily="34" charset="0"/>
                <a:ea typeface="Source Sans Pro Black" panose="020B0503030403020204" pitchFamily="34" charset="0"/>
              </a:rPr>
              <a:t>2 </a:t>
            </a:r>
            <a:r>
              <a:rPr lang="en-US" sz="5400" dirty="0" err="1">
                <a:ln w="41275">
                  <a:noFill/>
                </a:ln>
                <a:solidFill>
                  <a:schemeClr val="accent4"/>
                </a:solidFill>
                <a:latin typeface="Bahnschrift SemiBold SemiConden" panose="020B0502040204020203" pitchFamily="34" charset="0"/>
                <a:ea typeface="Source Sans Pro Black" panose="020B0503030403020204" pitchFamily="34" charset="0"/>
              </a:rPr>
              <a:t>bulan</a:t>
            </a:r>
            <a:r>
              <a:rPr lang="en-US" sz="5400" dirty="0">
                <a:ln w="41275">
                  <a:noFill/>
                </a:ln>
                <a:solidFill>
                  <a:schemeClr val="accent4"/>
                </a:solidFill>
                <a:latin typeface="Bahnschrift SemiBold SemiConden" panose="020B0502040204020203" pitchFamily="34" charset="0"/>
                <a:ea typeface="Source Sans Pro Black" panose="020B0503030403020204" pitchFamily="34" charset="0"/>
              </a:rPr>
              <a:t> </a:t>
            </a:r>
            <a:r>
              <a:rPr lang="en-US" sz="5400" dirty="0" err="1">
                <a:ln w="41275">
                  <a:noFill/>
                </a:ln>
                <a:solidFill>
                  <a:schemeClr val="accent4"/>
                </a:solidFill>
                <a:latin typeface="Bahnschrift SemiBold SemiConden" panose="020B0502040204020203" pitchFamily="34" charset="0"/>
                <a:ea typeface="Source Sans Pro Black" panose="020B0503030403020204" pitchFamily="34" charset="0"/>
              </a:rPr>
              <a:t>terakhir</a:t>
            </a:r>
            <a:r>
              <a:rPr lang="en-US" sz="5400" dirty="0">
                <a:ln w="41275">
                  <a:noFill/>
                </a:ln>
                <a:solidFill>
                  <a:schemeClr val="accent4"/>
                </a:solidFill>
                <a:latin typeface="Bahnschrift SemiBold SemiConden" panose="020B0502040204020203" pitchFamily="34" charset="0"/>
                <a:ea typeface="Source Sans Pro Black" panose="020B0503030403020204" pitchFamily="34" charset="0"/>
              </a:rPr>
              <a:t>, </a:t>
            </a:r>
            <a:r>
              <a:rPr lang="en-US" sz="5400" dirty="0" err="1">
                <a:ln w="41275">
                  <a:noFill/>
                </a:ln>
                <a:solidFill>
                  <a:schemeClr val="accent4"/>
                </a:solidFill>
                <a:latin typeface="Bahnschrift SemiBold SemiConden" panose="020B0502040204020203" pitchFamily="34" charset="0"/>
                <a:ea typeface="Source Sans Pro Black" panose="020B0503030403020204" pitchFamily="34" charset="0"/>
              </a:rPr>
              <a:t>Aktivitas</a:t>
            </a:r>
            <a:r>
              <a:rPr lang="en-US" sz="5400" dirty="0">
                <a:ln w="41275">
                  <a:noFill/>
                </a:ln>
                <a:solidFill>
                  <a:schemeClr val="accent4"/>
                </a:solidFill>
                <a:latin typeface="Bahnschrift SemiBold SemiConden" panose="020B0502040204020203" pitchFamily="34" charset="0"/>
                <a:ea typeface="Source Sans Pro Black" panose="020B0503030403020204" pitchFamily="34" charset="0"/>
              </a:rPr>
              <a:t> </a:t>
            </a:r>
            <a:r>
              <a:rPr lang="en-US" sz="5400" dirty="0" err="1">
                <a:ln w="41275">
                  <a:noFill/>
                </a:ln>
                <a:solidFill>
                  <a:schemeClr val="accent4"/>
                </a:solidFill>
                <a:latin typeface="Bahnschrift SemiBold SemiConden" panose="020B0502040204020203" pitchFamily="34" charset="0"/>
                <a:ea typeface="Source Sans Pro Black" panose="020B0503030403020204" pitchFamily="34" charset="0"/>
              </a:rPr>
              <a:t>apa</a:t>
            </a:r>
            <a:r>
              <a:rPr lang="en-US" sz="5400" dirty="0">
                <a:ln w="41275">
                  <a:noFill/>
                </a:ln>
                <a:solidFill>
                  <a:schemeClr val="accent4"/>
                </a:solidFill>
                <a:latin typeface="Bahnschrift SemiBold SemiConden" panose="020B0502040204020203" pitchFamily="34" charset="0"/>
                <a:ea typeface="Source Sans Pro Black" panose="020B0503030403020204" pitchFamily="34" charset="0"/>
              </a:rPr>
              <a:t> </a:t>
            </a:r>
            <a:r>
              <a:rPr lang="en-US" sz="5400" dirty="0" err="1">
                <a:ln w="41275">
                  <a:noFill/>
                </a:ln>
                <a:solidFill>
                  <a:schemeClr val="accent4"/>
                </a:solidFill>
                <a:latin typeface="Bahnschrift SemiBold SemiConden" panose="020B0502040204020203" pitchFamily="34" charset="0"/>
                <a:ea typeface="Source Sans Pro Black" panose="020B0503030403020204" pitchFamily="34" charset="0"/>
              </a:rPr>
              <a:t>aja</a:t>
            </a:r>
            <a:r>
              <a:rPr lang="en-US" sz="5400" dirty="0">
                <a:ln w="41275">
                  <a:noFill/>
                </a:ln>
                <a:solidFill>
                  <a:schemeClr val="accent4"/>
                </a:solidFill>
                <a:latin typeface="Bahnschrift SemiBold SemiConden" panose="020B0502040204020203" pitchFamily="34" charset="0"/>
                <a:ea typeface="Source Sans Pro Black" panose="020B0503030403020204" pitchFamily="34" charset="0"/>
              </a:rPr>
              <a:t>?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87536BBB-DE60-4937-9AA9-CD880583A6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8927041"/>
              </p:ext>
            </p:extLst>
          </p:nvPr>
        </p:nvGraphicFramePr>
        <p:xfrm>
          <a:off x="1355277" y="1641387"/>
          <a:ext cx="10498668" cy="382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4667">
                  <a:extLst>
                    <a:ext uri="{9D8B030D-6E8A-4147-A177-3AD203B41FA5}">
                      <a16:colId xmlns:a16="http://schemas.microsoft.com/office/drawing/2014/main" val="3999968279"/>
                    </a:ext>
                  </a:extLst>
                </a:gridCol>
                <a:gridCol w="2624667">
                  <a:extLst>
                    <a:ext uri="{9D8B030D-6E8A-4147-A177-3AD203B41FA5}">
                      <a16:colId xmlns:a16="http://schemas.microsoft.com/office/drawing/2014/main" val="1352744693"/>
                    </a:ext>
                  </a:extLst>
                </a:gridCol>
                <a:gridCol w="2624667">
                  <a:extLst>
                    <a:ext uri="{9D8B030D-6E8A-4147-A177-3AD203B41FA5}">
                      <a16:colId xmlns:a16="http://schemas.microsoft.com/office/drawing/2014/main" val="2374196408"/>
                    </a:ext>
                  </a:extLst>
                </a:gridCol>
                <a:gridCol w="2624667">
                  <a:extLst>
                    <a:ext uri="{9D8B030D-6E8A-4147-A177-3AD203B41FA5}">
                      <a16:colId xmlns:a16="http://schemas.microsoft.com/office/drawing/2014/main" val="1999053498"/>
                    </a:ext>
                  </a:extLst>
                </a:gridCol>
              </a:tblGrid>
              <a:tr h="477520">
                <a:tc>
                  <a:txBody>
                    <a:bodyPr/>
                    <a:lstStyle/>
                    <a:p>
                      <a:r>
                        <a:rPr lang="en-US" sz="2400" dirty="0" err="1">
                          <a:solidFill>
                            <a:schemeClr val="tx1"/>
                          </a:solidFill>
                        </a:rPr>
                        <a:t>masak</a:t>
                      </a:r>
                      <a:endParaRPr lang="en-ID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cooking</a:t>
                      </a:r>
                      <a:endParaRPr lang="en-ID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err="1">
                          <a:solidFill>
                            <a:schemeClr val="tx1"/>
                          </a:solidFill>
                        </a:rPr>
                        <a:t>Belajar</a:t>
                      </a:r>
                      <a:endParaRPr lang="en-ID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Study</a:t>
                      </a:r>
                      <a:endParaRPr lang="en-ID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253322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Baca </a:t>
                      </a:r>
                      <a:endParaRPr lang="en-ID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Read </a:t>
                      </a:r>
                      <a:endParaRPr lang="en-ID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err="1">
                          <a:solidFill>
                            <a:schemeClr val="tx1"/>
                          </a:solidFill>
                        </a:rPr>
                        <a:t>Santai</a:t>
                      </a:r>
                      <a:endParaRPr lang="en-ID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Relax</a:t>
                      </a:r>
                      <a:endParaRPr lang="en-ID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4268788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r>
                        <a:rPr lang="en-US" sz="2400" dirty="0" err="1">
                          <a:solidFill>
                            <a:schemeClr val="tx1"/>
                          </a:solidFill>
                        </a:rPr>
                        <a:t>Berlari</a:t>
                      </a:r>
                      <a:endParaRPr lang="en-ID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Running</a:t>
                      </a:r>
                      <a:endParaRPr lang="en-ID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Naik 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</a:rPr>
                        <a:t>sepeda</a:t>
                      </a:r>
                      <a:endParaRPr lang="en-ID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Biking</a:t>
                      </a:r>
                      <a:endParaRPr lang="en-ID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3952546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Naik 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</a:rPr>
                        <a:t>gunung</a:t>
                      </a:r>
                      <a:endParaRPr lang="en-ID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Hiking</a:t>
                      </a:r>
                      <a:endParaRPr lang="en-ID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err="1">
                          <a:solidFill>
                            <a:schemeClr val="tx1"/>
                          </a:solidFill>
                        </a:rPr>
                        <a:t>Bicara</a:t>
                      </a:r>
                      <a:endParaRPr lang="en-ID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Talk</a:t>
                      </a:r>
                      <a:endParaRPr lang="en-ID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9908644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r>
                        <a:rPr lang="en-US" sz="2400" dirty="0" err="1">
                          <a:solidFill>
                            <a:schemeClr val="tx1"/>
                          </a:solidFill>
                        </a:rPr>
                        <a:t>Belanja</a:t>
                      </a:r>
                      <a:endParaRPr lang="en-ID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Shopping</a:t>
                      </a:r>
                      <a:endParaRPr lang="en-ID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err="1">
                          <a:solidFill>
                            <a:schemeClr val="tx1"/>
                          </a:solidFill>
                        </a:rPr>
                        <a:t>Membeli</a:t>
                      </a:r>
                      <a:endParaRPr lang="en-ID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Buying </a:t>
                      </a:r>
                      <a:endParaRPr lang="en-ID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7274097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r>
                        <a:rPr lang="en-US" sz="2400" dirty="0" err="1">
                          <a:solidFill>
                            <a:schemeClr val="tx1"/>
                          </a:solidFill>
                        </a:rPr>
                        <a:t>Mencuci</a:t>
                      </a:r>
                      <a:endParaRPr lang="en-ID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Laundry</a:t>
                      </a:r>
                      <a:endParaRPr lang="en-ID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err="1">
                          <a:solidFill>
                            <a:schemeClr val="tx1"/>
                          </a:solidFill>
                        </a:rPr>
                        <a:t>Berjalan</a:t>
                      </a:r>
                      <a:endParaRPr lang="en-ID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Walking</a:t>
                      </a:r>
                      <a:endParaRPr lang="en-ID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7909195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Mandi</a:t>
                      </a:r>
                      <a:endParaRPr lang="en-ID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Shower</a:t>
                      </a:r>
                      <a:endParaRPr lang="en-ID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err="1">
                          <a:solidFill>
                            <a:schemeClr val="tx1"/>
                          </a:solidFill>
                        </a:rPr>
                        <a:t>Tidur</a:t>
                      </a:r>
                      <a:endParaRPr lang="en-ID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Sleep </a:t>
                      </a:r>
                      <a:endParaRPr lang="en-ID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0165550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r>
                        <a:rPr lang="en-US" sz="2400" dirty="0" err="1">
                          <a:solidFill>
                            <a:schemeClr val="tx1"/>
                          </a:solidFill>
                        </a:rPr>
                        <a:t>Membaca</a:t>
                      </a:r>
                      <a:endParaRPr lang="en-ID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reading</a:t>
                      </a:r>
                      <a:endParaRPr lang="en-ID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err="1">
                          <a:solidFill>
                            <a:schemeClr val="tx1"/>
                          </a:solidFill>
                        </a:rPr>
                        <a:t>Dengar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</a:rPr>
                        <a:t>musik</a:t>
                      </a:r>
                      <a:endParaRPr lang="en-ID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Listening music</a:t>
                      </a:r>
                      <a:endParaRPr lang="en-ID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7465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00808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89BE9A99-AF7D-4E1D-AB86-E93CF4482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DOODLE</a:t>
            </a:r>
            <a:r>
              <a:rPr lang="en-US" baseline="0" dirty="0">
                <a:solidFill>
                  <a:schemeClr val="bg1"/>
                </a:solidFill>
              </a:rPr>
              <a:t> SPIRALS</a:t>
            </a:r>
            <a:r>
              <a:rPr lang="en-US" dirty="0">
                <a:solidFill>
                  <a:schemeClr val="bg1"/>
                </a:solidFill>
              </a:rPr>
              <a:t> COLORING BOOK - PICTURE 2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4AED031-B59E-4C03-B51A-CFEC3B30947A}"/>
              </a:ext>
            </a:extLst>
          </p:cNvPr>
          <p:cNvSpPr txBox="1">
            <a:spLocks/>
          </p:cNvSpPr>
          <p:nvPr/>
        </p:nvSpPr>
        <p:spPr>
          <a:xfrm>
            <a:off x="522514" y="275770"/>
            <a:ext cx="12772572" cy="5558973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numCol="2" rtlCol="0" anchor="t">
            <a:noAutofit/>
          </a:bodyPr>
          <a:lstStyle>
            <a:lvl1pPr algn="ctr" defTabSz="7543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fi-FI" sz="4800" dirty="0">
                <a:ln w="41275">
                  <a:noFill/>
                </a:ln>
                <a:solidFill>
                  <a:schemeClr val="accent4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Makan apa?  </a:t>
            </a:r>
          </a:p>
          <a:p>
            <a:pPr algn="l">
              <a:lnSpc>
                <a:spcPct val="100000"/>
              </a:lnSpc>
            </a:pPr>
            <a:r>
              <a:rPr lang="fi-FI" sz="4800" dirty="0">
                <a:ln w="41275">
                  <a:noFill/>
                </a:ln>
                <a:solidFill>
                  <a:schemeClr val="accent4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Minum apa?  </a:t>
            </a:r>
          </a:p>
          <a:p>
            <a:pPr algn="l">
              <a:lnSpc>
                <a:spcPct val="100000"/>
              </a:lnSpc>
            </a:pPr>
            <a:r>
              <a:rPr lang="fi-FI" sz="4800" dirty="0">
                <a:ln w="41275">
                  <a:noFill/>
                </a:ln>
                <a:solidFill>
                  <a:schemeClr val="accent4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Beli apa saja? </a:t>
            </a:r>
          </a:p>
          <a:p>
            <a:pPr algn="l">
              <a:lnSpc>
                <a:spcPct val="100000"/>
              </a:lnSpc>
            </a:pPr>
            <a:r>
              <a:rPr lang="fi-FI" sz="4800" dirty="0">
                <a:ln w="41275">
                  <a:noFill/>
                </a:ln>
                <a:solidFill>
                  <a:schemeClr val="accent4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Aktivitas apa?</a:t>
            </a:r>
          </a:p>
          <a:p>
            <a:pPr algn="l">
              <a:lnSpc>
                <a:spcPct val="100000"/>
              </a:lnSpc>
            </a:pPr>
            <a:r>
              <a:rPr lang="fi-FI" sz="4800" dirty="0">
                <a:ln w="41275">
                  <a:noFill/>
                </a:ln>
                <a:solidFill>
                  <a:schemeClr val="accent4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Dimana itu?</a:t>
            </a:r>
          </a:p>
          <a:p>
            <a:pPr algn="l">
              <a:lnSpc>
                <a:spcPct val="100000"/>
              </a:lnSpc>
            </a:pPr>
            <a:r>
              <a:rPr lang="fi-FI" sz="4800" dirty="0">
                <a:ln w="41275">
                  <a:noFill/>
                </a:ln>
                <a:solidFill>
                  <a:schemeClr val="accent4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Kapan itu?</a:t>
            </a:r>
          </a:p>
          <a:p>
            <a:pPr algn="l">
              <a:lnSpc>
                <a:spcPct val="100000"/>
              </a:lnSpc>
            </a:pPr>
            <a:r>
              <a:rPr lang="fi-FI" sz="4800" dirty="0">
                <a:ln w="41275">
                  <a:noFill/>
                </a:ln>
                <a:solidFill>
                  <a:schemeClr val="accent4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Sama siapa?</a:t>
            </a:r>
          </a:p>
          <a:p>
            <a:pPr algn="l">
              <a:lnSpc>
                <a:spcPct val="100000"/>
              </a:lnSpc>
            </a:pPr>
            <a:r>
              <a:rPr lang="fi-FI" sz="4800" dirty="0">
                <a:ln w="41275">
                  <a:noFill/>
                </a:ln>
                <a:solidFill>
                  <a:schemeClr val="accent4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Suka atau tidak?</a:t>
            </a:r>
          </a:p>
          <a:p>
            <a:pPr algn="l">
              <a:lnSpc>
                <a:spcPct val="100000"/>
              </a:lnSpc>
            </a:pPr>
            <a:r>
              <a:rPr lang="fi-FI" sz="4800" dirty="0">
                <a:ln w="41275">
                  <a:noFill/>
                </a:ln>
                <a:solidFill>
                  <a:schemeClr val="accent4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Baca apa?</a:t>
            </a:r>
          </a:p>
          <a:p>
            <a:pPr algn="l">
              <a:lnSpc>
                <a:spcPct val="100000"/>
              </a:lnSpc>
            </a:pPr>
            <a:r>
              <a:rPr lang="fi-FI" sz="4800" dirty="0">
                <a:ln w="41275">
                  <a:noFill/>
                </a:ln>
                <a:solidFill>
                  <a:schemeClr val="accent4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Belajar apa?</a:t>
            </a:r>
          </a:p>
          <a:p>
            <a:pPr algn="l">
              <a:lnSpc>
                <a:spcPct val="100000"/>
              </a:lnSpc>
            </a:pPr>
            <a:r>
              <a:rPr lang="fi-FI" sz="4800" dirty="0">
                <a:ln w="41275">
                  <a:noFill/>
                </a:ln>
                <a:solidFill>
                  <a:schemeClr val="accent4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Siapa datang?</a:t>
            </a:r>
          </a:p>
          <a:p>
            <a:pPr algn="l">
              <a:lnSpc>
                <a:spcPct val="100000"/>
              </a:lnSpc>
            </a:pPr>
            <a:r>
              <a:rPr lang="fi-FI" sz="4800" dirty="0">
                <a:ln w="41275">
                  <a:noFill/>
                </a:ln>
                <a:solidFill>
                  <a:schemeClr val="accent4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Ketemu siapa?</a:t>
            </a:r>
            <a:endParaRPr lang="en-US" sz="4800" dirty="0">
              <a:ln w="41275">
                <a:noFill/>
              </a:ln>
              <a:solidFill>
                <a:schemeClr val="accent4"/>
              </a:solidFill>
              <a:latin typeface="Adobe Fan Heiti Std B" panose="020B0700000000000000" pitchFamily="34" charset="-128"/>
              <a:ea typeface="Adobe Fan Heiti Std B" panose="020B0700000000000000" pitchFamily="34" charset="-128"/>
            </a:endParaRPr>
          </a:p>
        </p:txBody>
      </p:sp>
      <p:pic>
        <p:nvPicPr>
          <p:cNvPr id="1026" name="Picture 2" descr="Office job stress work vector illustration – Psychology">
            <a:extLst>
              <a:ext uri="{FF2B5EF4-FFF2-40B4-BE49-F238E27FC236}">
                <a16:creationId xmlns:a16="http://schemas.microsoft.com/office/drawing/2014/main" id="{34D7B6C7-221F-4C57-A9BB-4C22539E8D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26" y="6048375"/>
            <a:ext cx="2647950" cy="1724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Vacation Vector Art, Icons, and Graphics for Free Download">
            <a:extLst>
              <a:ext uri="{FF2B5EF4-FFF2-40B4-BE49-F238E27FC236}">
                <a16:creationId xmlns:a16="http://schemas.microsoft.com/office/drawing/2014/main" id="{719EF45E-C6A1-482F-B098-3C9E2435A3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3484" y="5670984"/>
            <a:ext cx="2108200" cy="210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Exercise Vector Art, Icons, and Graphics for Free Download">
            <a:extLst>
              <a:ext uri="{FF2B5EF4-FFF2-40B4-BE49-F238E27FC236}">
                <a16:creationId xmlns:a16="http://schemas.microsoft.com/office/drawing/2014/main" id="{1715A686-11EB-4953-82EB-BD2592EA30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6192" y="5282728"/>
            <a:ext cx="2496456" cy="2496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hopping Bag Vector Art &amp; Graphics | freevector.com">
            <a:extLst>
              <a:ext uri="{FF2B5EF4-FFF2-40B4-BE49-F238E27FC236}">
                <a16:creationId xmlns:a16="http://schemas.microsoft.com/office/drawing/2014/main" id="{FCEBAD91-3C5C-41A7-8DB9-4A8C4D7A4CD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10"/>
          <a:stretch/>
        </p:blipFill>
        <p:spPr bwMode="auto">
          <a:xfrm>
            <a:off x="10376636" y="5461547"/>
            <a:ext cx="2918450" cy="2527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05687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89BE9A99-AF7D-4E1D-AB86-E93CF4482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DOODLE</a:t>
            </a:r>
            <a:r>
              <a:rPr lang="en-US" baseline="0" dirty="0">
                <a:solidFill>
                  <a:schemeClr val="bg1"/>
                </a:solidFill>
              </a:rPr>
              <a:t> SPIRALS</a:t>
            </a:r>
            <a:r>
              <a:rPr lang="en-US" dirty="0">
                <a:solidFill>
                  <a:schemeClr val="bg1"/>
                </a:solidFill>
              </a:rPr>
              <a:t> COLORING BOOK - PICTURE 2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4AED031-B59E-4C03-B51A-CFEC3B30947A}"/>
              </a:ext>
            </a:extLst>
          </p:cNvPr>
          <p:cNvSpPr txBox="1">
            <a:spLocks/>
          </p:cNvSpPr>
          <p:nvPr/>
        </p:nvSpPr>
        <p:spPr>
          <a:xfrm>
            <a:off x="522514" y="275770"/>
            <a:ext cx="12888686" cy="5558973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numCol="1" rtlCol="0" anchor="t">
            <a:noAutofit/>
          </a:bodyPr>
          <a:lstStyle>
            <a:lvl1pPr algn="ctr" defTabSz="7543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fi-FI" sz="4400" dirty="0">
                <a:ln w="41275">
                  <a:noFill/>
                </a:ln>
                <a:solidFill>
                  <a:schemeClr val="accent4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Praktik menulis</a:t>
            </a:r>
          </a:p>
          <a:p>
            <a:pPr algn="l">
              <a:lnSpc>
                <a:spcPct val="100000"/>
              </a:lnSpc>
            </a:pPr>
            <a:endParaRPr lang="fi-FI" sz="1400" dirty="0">
              <a:ln w="41275">
                <a:noFill/>
              </a:ln>
              <a:solidFill>
                <a:schemeClr val="accent4"/>
              </a:solidFill>
              <a:latin typeface="Adobe Fan Heiti Std B" panose="020B0700000000000000" pitchFamily="34" charset="-128"/>
              <a:ea typeface="Adobe Fan Heiti Std B" panose="020B0700000000000000" pitchFamily="34" charset="-128"/>
            </a:endParaRPr>
          </a:p>
          <a:p>
            <a:pPr algn="l">
              <a:lnSpc>
                <a:spcPct val="100000"/>
              </a:lnSpc>
            </a:pPr>
            <a:r>
              <a:rPr lang="fi-FI" sz="2800" dirty="0">
                <a:ln w="41275">
                  <a:noFill/>
                </a:ln>
                <a:solidFill>
                  <a:schemeClr val="accent4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Tulis kalimat dari pertanyaan tadi, susun yang rapi sampai jadi paragraf singkat</a:t>
            </a:r>
          </a:p>
          <a:p>
            <a:pPr algn="l">
              <a:lnSpc>
                <a:spcPct val="100000"/>
              </a:lnSpc>
            </a:pPr>
            <a:r>
              <a:rPr lang="en-US" sz="2400" i="1" dirty="0">
                <a:ln w="41275">
                  <a:noFill/>
                </a:ln>
                <a:solidFill>
                  <a:schemeClr val="accent4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Write the sentences from the previous question, arrange them neatly to form a short paragraph.</a:t>
            </a:r>
          </a:p>
          <a:p>
            <a:pPr algn="l">
              <a:lnSpc>
                <a:spcPct val="100000"/>
              </a:lnSpc>
            </a:pPr>
            <a:endParaRPr lang="en-US" sz="2400" i="1" dirty="0">
              <a:ln w="41275">
                <a:noFill/>
              </a:ln>
              <a:solidFill>
                <a:schemeClr val="accent4"/>
              </a:solidFill>
              <a:latin typeface="Adobe Fan Heiti Std B" panose="020B0700000000000000" pitchFamily="34" charset="-128"/>
              <a:ea typeface="Adobe Fan Heiti Std B" panose="020B0700000000000000" pitchFamily="34" charset="-128"/>
            </a:endParaRPr>
          </a:p>
          <a:p>
            <a:pPr algn="l">
              <a:lnSpc>
                <a:spcPct val="100000"/>
              </a:lnSpc>
            </a:pPr>
            <a:r>
              <a:rPr lang="en-US" sz="2800" dirty="0" err="1">
                <a:ln w="41275">
                  <a:noFill/>
                </a:ln>
                <a:solidFill>
                  <a:schemeClr val="accent4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Minggu</a:t>
            </a:r>
            <a:r>
              <a:rPr lang="en-US" sz="2800" dirty="0">
                <a:ln w="41275">
                  <a:noFill/>
                </a:ln>
                <a:solidFill>
                  <a:schemeClr val="accent4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 </a:t>
            </a:r>
            <a:r>
              <a:rPr lang="en-US" sz="2800" dirty="0" err="1">
                <a:ln w="41275">
                  <a:noFill/>
                </a:ln>
                <a:solidFill>
                  <a:schemeClr val="accent4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lalu</a:t>
            </a:r>
            <a:r>
              <a:rPr lang="en-US" sz="2800" dirty="0">
                <a:ln w="41275">
                  <a:noFill/>
                </a:ln>
                <a:solidFill>
                  <a:schemeClr val="accent4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 </a:t>
            </a:r>
            <a:r>
              <a:rPr lang="en-US" sz="2800" dirty="0" err="1">
                <a:ln w="41275">
                  <a:noFill/>
                </a:ln>
                <a:solidFill>
                  <a:schemeClr val="accent4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saya</a:t>
            </a:r>
            <a:r>
              <a:rPr lang="en-US" sz="2800" dirty="0">
                <a:ln w="41275">
                  <a:noFill/>
                </a:ln>
                <a:solidFill>
                  <a:schemeClr val="accent4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 </a:t>
            </a:r>
            <a:r>
              <a:rPr lang="en-US" sz="2800" dirty="0" err="1">
                <a:ln w="41275">
                  <a:noFill/>
                </a:ln>
                <a:solidFill>
                  <a:schemeClr val="accent4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olahraga</a:t>
            </a:r>
            <a:r>
              <a:rPr lang="en-US" sz="2800" dirty="0">
                <a:ln w="41275">
                  <a:noFill/>
                </a:ln>
                <a:solidFill>
                  <a:schemeClr val="accent4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. Saya </a:t>
            </a:r>
            <a:r>
              <a:rPr lang="en-US" sz="2800" dirty="0" err="1">
                <a:ln w="41275">
                  <a:noFill/>
                </a:ln>
                <a:solidFill>
                  <a:schemeClr val="accent4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olahraga</a:t>
            </a:r>
            <a:r>
              <a:rPr lang="en-US" sz="2800" dirty="0">
                <a:ln w="41275">
                  <a:noFill/>
                </a:ln>
                <a:solidFill>
                  <a:schemeClr val="accent4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 </a:t>
            </a:r>
            <a:r>
              <a:rPr lang="en-US" sz="2800" dirty="0" err="1">
                <a:ln w="41275">
                  <a:noFill/>
                </a:ln>
                <a:solidFill>
                  <a:schemeClr val="accent4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setiap</a:t>
            </a:r>
            <a:r>
              <a:rPr lang="en-US" sz="2800" dirty="0">
                <a:ln w="41275">
                  <a:noFill/>
                </a:ln>
                <a:solidFill>
                  <a:schemeClr val="accent4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 </a:t>
            </a:r>
            <a:r>
              <a:rPr lang="en-US" sz="2800" dirty="0" err="1">
                <a:ln w="41275">
                  <a:noFill/>
                </a:ln>
                <a:solidFill>
                  <a:schemeClr val="accent4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hari</a:t>
            </a:r>
            <a:r>
              <a:rPr lang="en-US" sz="2800" dirty="0">
                <a:ln w="41275">
                  <a:noFill/>
                </a:ln>
                <a:solidFill>
                  <a:schemeClr val="accent4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. Saya </a:t>
            </a:r>
            <a:r>
              <a:rPr lang="en-US" sz="2800" dirty="0" err="1">
                <a:ln w="41275">
                  <a:noFill/>
                </a:ln>
                <a:solidFill>
                  <a:schemeClr val="accent4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olahraga</a:t>
            </a:r>
            <a:r>
              <a:rPr lang="en-US" sz="2800" dirty="0">
                <a:ln w="41275">
                  <a:noFill/>
                </a:ln>
                <a:solidFill>
                  <a:schemeClr val="accent4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 di </a:t>
            </a:r>
            <a:r>
              <a:rPr lang="en-US" sz="2800" dirty="0" err="1">
                <a:ln w="41275">
                  <a:noFill/>
                </a:ln>
                <a:solidFill>
                  <a:schemeClr val="accent4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jalan</a:t>
            </a:r>
            <a:r>
              <a:rPr lang="en-US" sz="2800" dirty="0">
                <a:ln w="41275">
                  <a:noFill/>
                </a:ln>
                <a:solidFill>
                  <a:schemeClr val="accent4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. Saya juga </a:t>
            </a:r>
            <a:r>
              <a:rPr lang="en-US" sz="2800" dirty="0" err="1">
                <a:ln w="41275">
                  <a:noFill/>
                </a:ln>
                <a:solidFill>
                  <a:schemeClr val="accent4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makan</a:t>
            </a:r>
            <a:r>
              <a:rPr lang="en-US" sz="2800" dirty="0">
                <a:ln w="41275">
                  <a:noFill/>
                </a:ln>
                <a:solidFill>
                  <a:schemeClr val="accent4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 nasi dan </a:t>
            </a:r>
            <a:r>
              <a:rPr lang="en-US" sz="2800" dirty="0" err="1">
                <a:ln w="41275">
                  <a:noFill/>
                </a:ln>
                <a:solidFill>
                  <a:schemeClr val="accent4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ikan</a:t>
            </a:r>
            <a:r>
              <a:rPr lang="en-US" sz="2800" dirty="0">
                <a:ln w="41275">
                  <a:noFill/>
                </a:ln>
                <a:solidFill>
                  <a:schemeClr val="accent4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. Saya </a:t>
            </a:r>
            <a:r>
              <a:rPr lang="en-US" sz="2800" dirty="0" err="1">
                <a:ln w="41275">
                  <a:noFill/>
                </a:ln>
                <a:solidFill>
                  <a:schemeClr val="accent4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minum</a:t>
            </a:r>
            <a:r>
              <a:rPr lang="en-US" sz="2800" dirty="0">
                <a:ln w="41275">
                  <a:noFill/>
                </a:ln>
                <a:solidFill>
                  <a:schemeClr val="accent4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 es </a:t>
            </a:r>
            <a:r>
              <a:rPr lang="en-US" sz="2800" dirty="0" err="1">
                <a:ln w="41275">
                  <a:noFill/>
                </a:ln>
                <a:solidFill>
                  <a:schemeClr val="accent4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teh</a:t>
            </a:r>
            <a:r>
              <a:rPr lang="en-US" sz="2800" dirty="0">
                <a:ln w="41275">
                  <a:noFill/>
                </a:ln>
                <a:solidFill>
                  <a:schemeClr val="accent4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. Saya </a:t>
            </a:r>
            <a:r>
              <a:rPr lang="en-US" sz="2800" dirty="0" err="1">
                <a:ln w="41275">
                  <a:noFill/>
                </a:ln>
                <a:solidFill>
                  <a:schemeClr val="accent4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baca</a:t>
            </a:r>
            <a:r>
              <a:rPr lang="en-US" sz="2800" dirty="0">
                <a:ln w="41275">
                  <a:noFill/>
                </a:ln>
                <a:solidFill>
                  <a:schemeClr val="accent4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 </a:t>
            </a:r>
            <a:r>
              <a:rPr lang="en-US" sz="2800" dirty="0" err="1">
                <a:ln w="41275">
                  <a:noFill/>
                </a:ln>
                <a:solidFill>
                  <a:schemeClr val="accent4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buku</a:t>
            </a:r>
            <a:r>
              <a:rPr lang="en-US" sz="2800" dirty="0">
                <a:ln w="41275">
                  <a:noFill/>
                </a:ln>
                <a:solidFill>
                  <a:schemeClr val="accent4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 </a:t>
            </a:r>
            <a:r>
              <a:rPr lang="en-US" sz="2800" dirty="0" err="1">
                <a:ln w="41275">
                  <a:noFill/>
                </a:ln>
                <a:solidFill>
                  <a:schemeClr val="accent4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artikel</a:t>
            </a:r>
            <a:r>
              <a:rPr lang="en-US" sz="2800" dirty="0">
                <a:ln w="41275">
                  <a:noFill/>
                </a:ln>
                <a:solidFill>
                  <a:schemeClr val="accent4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. Saya </a:t>
            </a:r>
            <a:r>
              <a:rPr lang="en-US" sz="2800" dirty="0" err="1">
                <a:ln w="41275">
                  <a:noFill/>
                </a:ln>
                <a:solidFill>
                  <a:schemeClr val="accent4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bertemu</a:t>
            </a:r>
            <a:r>
              <a:rPr lang="en-US" sz="2800" dirty="0">
                <a:ln w="41275">
                  <a:noFill/>
                </a:ln>
                <a:solidFill>
                  <a:schemeClr val="accent4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 </a:t>
            </a:r>
            <a:r>
              <a:rPr lang="en-US" sz="2800" dirty="0" err="1">
                <a:ln w="41275">
                  <a:noFill/>
                </a:ln>
                <a:solidFill>
                  <a:schemeClr val="accent4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teman</a:t>
            </a:r>
            <a:r>
              <a:rPr lang="en-US" sz="2800" dirty="0">
                <a:ln w="41275">
                  <a:noFill/>
                </a:ln>
                <a:solidFill>
                  <a:schemeClr val="accent4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 </a:t>
            </a:r>
            <a:r>
              <a:rPr lang="en-US" sz="2800" dirty="0" err="1">
                <a:ln w="41275">
                  <a:noFill/>
                </a:ln>
                <a:solidFill>
                  <a:schemeClr val="accent4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saya</a:t>
            </a:r>
            <a:r>
              <a:rPr lang="en-US" sz="2800" dirty="0">
                <a:ln w="41275">
                  <a:noFill/>
                </a:ln>
                <a:solidFill>
                  <a:schemeClr val="accent4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. </a:t>
            </a:r>
            <a:r>
              <a:rPr lang="en-US" sz="2800" dirty="0" err="1">
                <a:ln w="41275">
                  <a:noFill/>
                </a:ln>
                <a:solidFill>
                  <a:schemeClr val="accent4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Dia</a:t>
            </a:r>
            <a:r>
              <a:rPr lang="en-US" sz="2800" dirty="0">
                <a:ln w="41275">
                  <a:noFill/>
                </a:ln>
                <a:solidFill>
                  <a:schemeClr val="accent4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 </a:t>
            </a:r>
            <a:r>
              <a:rPr lang="en-US" sz="2800" dirty="0" err="1">
                <a:ln w="41275">
                  <a:noFill/>
                </a:ln>
                <a:solidFill>
                  <a:schemeClr val="accent4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dari</a:t>
            </a:r>
            <a:r>
              <a:rPr lang="en-US" sz="2800" dirty="0">
                <a:ln w="41275">
                  <a:noFill/>
                </a:ln>
                <a:solidFill>
                  <a:schemeClr val="accent4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 Pakistan Namanya </a:t>
            </a:r>
            <a:r>
              <a:rPr lang="en-US" sz="2800" dirty="0" err="1">
                <a:ln w="41275">
                  <a:noFill/>
                </a:ln>
                <a:solidFill>
                  <a:schemeClr val="accent4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ervan</a:t>
            </a:r>
            <a:r>
              <a:rPr lang="en-US" sz="2800" dirty="0">
                <a:ln w="41275">
                  <a:noFill/>
                </a:ln>
                <a:solidFill>
                  <a:schemeClr val="accent4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. </a:t>
            </a:r>
          </a:p>
        </p:txBody>
      </p:sp>
      <p:pic>
        <p:nvPicPr>
          <p:cNvPr id="1026" name="Picture 2" descr="Office job stress work vector illustration – Psychology">
            <a:extLst>
              <a:ext uri="{FF2B5EF4-FFF2-40B4-BE49-F238E27FC236}">
                <a16:creationId xmlns:a16="http://schemas.microsoft.com/office/drawing/2014/main" id="{34D7B6C7-221F-4C57-A9BB-4C22539E8D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26" y="6048375"/>
            <a:ext cx="2647950" cy="1724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Vacation Vector Art, Icons, and Graphics for Free Download">
            <a:extLst>
              <a:ext uri="{FF2B5EF4-FFF2-40B4-BE49-F238E27FC236}">
                <a16:creationId xmlns:a16="http://schemas.microsoft.com/office/drawing/2014/main" id="{719EF45E-C6A1-482F-B098-3C9E2435A3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3484" y="6092098"/>
            <a:ext cx="2108200" cy="210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Exercise Vector Art, Icons, and Graphics for Free Download">
            <a:extLst>
              <a:ext uri="{FF2B5EF4-FFF2-40B4-BE49-F238E27FC236}">
                <a16:creationId xmlns:a16="http://schemas.microsoft.com/office/drawing/2014/main" id="{1715A686-11EB-4953-82EB-BD2592EA30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6192" y="5834743"/>
            <a:ext cx="2496456" cy="2496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hopping Bag Vector Art &amp; Graphics | freevector.com">
            <a:extLst>
              <a:ext uri="{FF2B5EF4-FFF2-40B4-BE49-F238E27FC236}">
                <a16:creationId xmlns:a16="http://schemas.microsoft.com/office/drawing/2014/main" id="{FCEBAD91-3C5C-41A7-8DB9-4A8C4D7A4CD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10"/>
          <a:stretch/>
        </p:blipFill>
        <p:spPr bwMode="auto">
          <a:xfrm>
            <a:off x="10376636" y="5804126"/>
            <a:ext cx="2918450" cy="2527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30283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6B4BB-8948-432A-976E-88954FC04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DOODLE</a:t>
            </a:r>
            <a:r>
              <a:rPr lang="en-US" baseline="0" dirty="0">
                <a:solidFill>
                  <a:schemeClr val="bg1"/>
                </a:solidFill>
              </a:rPr>
              <a:t> SPIRALS</a:t>
            </a:r>
            <a:r>
              <a:rPr lang="en-US" dirty="0">
                <a:solidFill>
                  <a:schemeClr val="bg1"/>
                </a:solidFill>
              </a:rPr>
              <a:t> COLORING BOOK – PICTURE 3</a:t>
            </a:r>
          </a:p>
        </p:txBody>
      </p:sp>
      <p:pic>
        <p:nvPicPr>
          <p:cNvPr id="2050" name="Picture 2" descr="Group of People Talking - Communication Royalty Free Vector">
            <a:extLst>
              <a:ext uri="{FF2B5EF4-FFF2-40B4-BE49-F238E27FC236}">
                <a16:creationId xmlns:a16="http://schemas.microsoft.com/office/drawing/2014/main" id="{0F179704-6F2C-4039-9DA5-B2192E68F5F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86" b="11270"/>
          <a:stretch/>
        </p:blipFill>
        <p:spPr bwMode="auto">
          <a:xfrm>
            <a:off x="856344" y="0"/>
            <a:ext cx="10929257" cy="777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1D23F4BB-9D1B-41F7-9734-E5424A5068E9}"/>
              </a:ext>
            </a:extLst>
          </p:cNvPr>
          <p:cNvSpPr txBox="1">
            <a:spLocks/>
          </p:cNvSpPr>
          <p:nvPr/>
        </p:nvSpPr>
        <p:spPr>
          <a:xfrm>
            <a:off x="3664323" y="1578428"/>
            <a:ext cx="2852592" cy="1003878"/>
          </a:xfrm>
          <a:prstGeom prst="rect">
            <a:avLst/>
          </a:prstGeom>
        </p:spPr>
        <p:txBody>
          <a:bodyPr vert="horz" lIns="125615" tIns="62807" rIns="125615" bIns="62807" rtlCol="0" anchor="t">
            <a:noAutofit/>
          </a:bodyPr>
          <a:lstStyle>
            <a:lvl1pPr marL="0" indent="0" algn="l" defTabSz="754380" rtl="0" eaLnBrk="1" latinLnBrk="0" hangingPunct="1">
              <a:lnSpc>
                <a:spcPct val="90000"/>
              </a:lnSpc>
              <a:spcBef>
                <a:spcPts val="825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7190" indent="0" algn="l" defTabSz="75438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None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4380" indent="0" algn="l" defTabSz="75438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None/>
              <a:defRPr sz="16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31570" indent="0" algn="l" defTabSz="75438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None/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08760" indent="0" algn="l" defTabSz="75438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None/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4545" indent="-188595" algn="l" defTabSz="75438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51735" indent="-188595" algn="l" defTabSz="75438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28925" indent="-188595" algn="l" defTabSz="75438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06115" indent="-188595" algn="l" defTabSz="75438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6000" b="1" dirty="0" err="1">
                <a:solidFill>
                  <a:schemeClr val="accent5">
                    <a:lumMod val="75000"/>
                  </a:schemeClr>
                </a:solidFill>
                <a:ea typeface="Source Sans Pro" panose="020B0503030403020204" pitchFamily="34" charset="0"/>
              </a:rPr>
              <a:t>Praktik</a:t>
            </a:r>
            <a:r>
              <a:rPr lang="en-US" sz="3600" b="1" dirty="0">
                <a:solidFill>
                  <a:schemeClr val="accent5">
                    <a:lumMod val="75000"/>
                  </a:schemeClr>
                </a:solidFill>
                <a:ea typeface="Source Sans Pro" panose="020B0503030403020204" pitchFamily="34" charset="0"/>
              </a:rPr>
              <a:t> 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8286A070-702B-4342-A420-36AD05B0E034}"/>
              </a:ext>
            </a:extLst>
          </p:cNvPr>
          <p:cNvSpPr txBox="1">
            <a:spLocks/>
          </p:cNvSpPr>
          <p:nvPr/>
        </p:nvSpPr>
        <p:spPr>
          <a:xfrm>
            <a:off x="7300686" y="1396999"/>
            <a:ext cx="2714171" cy="1003878"/>
          </a:xfrm>
          <a:prstGeom prst="rect">
            <a:avLst/>
          </a:prstGeom>
        </p:spPr>
        <p:txBody>
          <a:bodyPr vert="horz" lIns="125615" tIns="62807" rIns="125615" bIns="62807" rtlCol="0" anchor="t">
            <a:noAutofit/>
          </a:bodyPr>
          <a:lstStyle>
            <a:lvl1pPr marL="0" indent="0" algn="l" defTabSz="754380" rtl="0" eaLnBrk="1" latinLnBrk="0" hangingPunct="1">
              <a:lnSpc>
                <a:spcPct val="90000"/>
              </a:lnSpc>
              <a:spcBef>
                <a:spcPts val="825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7190" indent="0" algn="l" defTabSz="75438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None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4380" indent="0" algn="l" defTabSz="75438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None/>
              <a:defRPr sz="16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31570" indent="0" algn="l" defTabSz="75438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None/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08760" indent="0" algn="l" defTabSz="75438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None/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4545" indent="-188595" algn="l" defTabSz="75438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51735" indent="-188595" algn="l" defTabSz="75438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28925" indent="-188595" algn="l" defTabSz="75438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06115" indent="-188595" algn="l" defTabSz="75438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6600" b="1" dirty="0" err="1">
                <a:solidFill>
                  <a:schemeClr val="accent5">
                    <a:lumMod val="75000"/>
                  </a:schemeClr>
                </a:solidFill>
                <a:ea typeface="Source Sans Pro" panose="020B0503030403020204" pitchFamily="34" charset="0"/>
              </a:rPr>
              <a:t>Bicara</a:t>
            </a:r>
            <a:endParaRPr lang="en-US" sz="4800" b="1" dirty="0">
              <a:solidFill>
                <a:schemeClr val="accent5">
                  <a:lumMod val="75000"/>
                </a:schemeClr>
              </a:solidFill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47593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8" name="Picture 6" descr="Meme: &quot;Terima Kasih&quot; - All Templates - Meme-arsenal.com">
            <a:extLst>
              <a:ext uri="{FF2B5EF4-FFF2-40B4-BE49-F238E27FC236}">
                <a16:creationId xmlns:a16="http://schemas.microsoft.com/office/drawing/2014/main" id="{7D9FE72E-6C26-48AE-AAFE-29F3A5231C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881"/>
          <a:stretch/>
        </p:blipFill>
        <p:spPr bwMode="auto">
          <a:xfrm>
            <a:off x="-4837" y="377371"/>
            <a:ext cx="13816917" cy="7024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95253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M0018314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F3E7E2"/>
      </a:accent1>
      <a:accent2>
        <a:srgbClr val="E7B297"/>
      </a:accent2>
      <a:accent3>
        <a:srgbClr val="DFB51F"/>
      </a:accent3>
      <a:accent4>
        <a:srgbClr val="E34922"/>
      </a:accent4>
      <a:accent5>
        <a:srgbClr val="777B37"/>
      </a:accent5>
      <a:accent6>
        <a:srgbClr val="1A3838"/>
      </a:accent6>
      <a:hlink>
        <a:srgbClr val="5F5F5F"/>
      </a:hlink>
      <a:folHlink>
        <a:srgbClr val="919191"/>
      </a:folHlink>
    </a:clrScheme>
    <a:fontScheme name="Custom 86">
      <a:majorFont>
        <a:latin typeface="Berlin Sans FB Demi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0183141_wac_SD_v5" id="{140313CE-B180-4A92-80DD-4ECA949CC004}" vid="{C66408E7-2B6E-419A-98B8-00FCDDF18C5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6" ma:contentTypeDescription="Create a new document." ma:contentTypeScope="" ma:versionID="ac37c1753acd5e330d2062ccec26ea66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340c7101c92c5120abd06486f9454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5464DBF-1E00-4188-8947-7BE80866510D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DF1DA31A-5086-49AA-973B-AF34D73DCFC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3EBFB5F-8665-4988-966B-AAD7C2CAD18A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Doodle spirals coloring book</Template>
  <TotalTime>228</TotalTime>
  <Words>228</Words>
  <Application>Microsoft Office PowerPoint</Application>
  <PresentationFormat>Custom</PresentationFormat>
  <Paragraphs>69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Adobe Fan Heiti Std B</vt:lpstr>
      <vt:lpstr>Arial</vt:lpstr>
      <vt:lpstr>Bahnschrift Condensed</vt:lpstr>
      <vt:lpstr>Bahnschrift SemiBold SemiConden</vt:lpstr>
      <vt:lpstr>Berlin Sans FB Demi</vt:lpstr>
      <vt:lpstr>Calibri</vt:lpstr>
      <vt:lpstr>Source Sans Pro</vt:lpstr>
      <vt:lpstr>Office Theme</vt:lpstr>
      <vt:lpstr>Cover Page</vt:lpstr>
      <vt:lpstr>DOODLE SPIRALS COLORING BOOK - PICTURE 2</vt:lpstr>
      <vt:lpstr>DOODLE SPIRALS COLORING BOOK - PICTURE 2</vt:lpstr>
      <vt:lpstr>DOODLE SPIRALS COLORING BOOK - PICTURE 2</vt:lpstr>
      <vt:lpstr>DOODLE SPIRALS COLORING BOOK - PICTURE 2</vt:lpstr>
      <vt:lpstr>DOODLE SPIRALS COLORING BOOK – PICTURE 3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Cover Page</dc:title>
  <dc:creator>DELL</dc:creator>
  <cp:lastModifiedBy>DELL</cp:lastModifiedBy>
  <cp:revision>3</cp:revision>
  <dcterms:created xsi:type="dcterms:W3CDTF">2025-09-23T11:57:59Z</dcterms:created>
  <dcterms:modified xsi:type="dcterms:W3CDTF">2025-09-23T18:16:42Z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