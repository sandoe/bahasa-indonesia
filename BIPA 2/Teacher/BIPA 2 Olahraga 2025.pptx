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3" r:id="rId3"/>
    <p:sldId id="258" r:id="rId4"/>
    <p:sldId id="285" r:id="rId5"/>
    <p:sldId id="279" r:id="rId6"/>
    <p:sldId id="286" r:id="rId7"/>
    <p:sldId id="287" r:id="rId8"/>
    <p:sldId id="272" r:id="rId9"/>
    <p:sldId id="288" r:id="rId10"/>
    <p:sldId id="289" r:id="rId11"/>
    <p:sldId id="290" r:id="rId12"/>
    <p:sldId id="29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41" autoAdjust="0"/>
    <p:restoredTop sz="94660"/>
  </p:normalViewPr>
  <p:slideViewPr>
    <p:cSldViewPr snapToGrid="0">
      <p:cViewPr varScale="1">
        <p:scale>
          <a:sx n="81" d="100"/>
          <a:sy n="81" d="100"/>
        </p:scale>
        <p:origin x="4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0C11-CC70-45FC-A8F0-001C003EE7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FF5802C2-7DAD-49D1-8677-3E85E22BF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9EC07FDB-582C-463E-ADD8-90E80FB14C1D}"/>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5" name="Footer Placeholder 4">
            <a:extLst>
              <a:ext uri="{FF2B5EF4-FFF2-40B4-BE49-F238E27FC236}">
                <a16:creationId xmlns:a16="http://schemas.microsoft.com/office/drawing/2014/main" id="{28F2C124-707E-4FFA-8281-27FF88EEF90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8D45BEF-EF94-45F6-8300-A0006533137A}"/>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2942229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6859-755C-4B73-8403-45FE1B67D576}"/>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8368A74-381B-4F27-8355-0A75B56F27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AA40F45-252C-4271-9DA4-5FB417C0F628}"/>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5" name="Footer Placeholder 4">
            <a:extLst>
              <a:ext uri="{FF2B5EF4-FFF2-40B4-BE49-F238E27FC236}">
                <a16:creationId xmlns:a16="http://schemas.microsoft.com/office/drawing/2014/main" id="{DFECC4EE-38FD-4EE6-8E17-FE7B0AF3183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77981E6-EE6F-4DDD-87C0-74D7D8B5AA41}"/>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4234053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A66C-BBE0-414E-8AD8-9E85A61C6A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D40F1256-26C9-492E-BD94-E30736C99B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90B0D0-4EF9-408D-8701-9F01481D98AE}"/>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5" name="Footer Placeholder 4">
            <a:extLst>
              <a:ext uri="{FF2B5EF4-FFF2-40B4-BE49-F238E27FC236}">
                <a16:creationId xmlns:a16="http://schemas.microsoft.com/office/drawing/2014/main" id="{C5D22C4D-D672-4BA5-A070-78E53B11CB7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F9E874B-DC26-45C5-AD61-3C137910420B}"/>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20873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200C-FB44-4B24-88EE-7F9E58936296}"/>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62F1DFC7-527C-4B3A-B3D6-E8DA6D6B51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74DC3079-39F9-4EF9-A4ED-5D180AC598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9A4B3D4A-9641-497E-90F4-6D22BB043F91}"/>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6" name="Footer Placeholder 5">
            <a:extLst>
              <a:ext uri="{FF2B5EF4-FFF2-40B4-BE49-F238E27FC236}">
                <a16:creationId xmlns:a16="http://schemas.microsoft.com/office/drawing/2014/main" id="{19FF8A8E-938F-4F44-A083-4A7A349F267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39A1BE5-76DB-4B2F-8FEE-5C7D0367C714}"/>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1037755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DAD93-5667-49AD-A9BD-DF6ADCEAED1E}"/>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6C90F81-68AC-46F7-BF49-62C00126A7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E2FADC-AA3F-4923-90D6-F51A79C008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6370EF1D-D316-40B9-892A-BCA9338CF6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F810F3-48F3-49D1-BE17-B48C237709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EC8064F9-E8F3-4F4B-A297-5549C521C665}"/>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8" name="Footer Placeholder 7">
            <a:extLst>
              <a:ext uri="{FF2B5EF4-FFF2-40B4-BE49-F238E27FC236}">
                <a16:creationId xmlns:a16="http://schemas.microsoft.com/office/drawing/2014/main" id="{0FE91CCC-5BC6-4FDE-A9D4-6752ED415DBA}"/>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C5DBB7E6-6F70-48F2-B2BE-DCFAEEE297B4}"/>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633750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57F63-602A-4167-B6AC-06879D45C8F4}"/>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CFF39069-4D1E-4C7A-AB14-3B8EF558FD6D}"/>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4" name="Footer Placeholder 3">
            <a:extLst>
              <a:ext uri="{FF2B5EF4-FFF2-40B4-BE49-F238E27FC236}">
                <a16:creationId xmlns:a16="http://schemas.microsoft.com/office/drawing/2014/main" id="{6FB61156-D52C-42A7-949D-C15B398E0E64}"/>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E098BC80-FCD0-43F7-899A-20A36AFE4C45}"/>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112014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9DB52D-02A9-4A4C-B4B8-309101A5CF05}"/>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3" name="Footer Placeholder 2">
            <a:extLst>
              <a:ext uri="{FF2B5EF4-FFF2-40B4-BE49-F238E27FC236}">
                <a16:creationId xmlns:a16="http://schemas.microsoft.com/office/drawing/2014/main" id="{919CF1AF-C41F-423B-B440-A4B58BF6A8B5}"/>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A93064B7-44A5-4637-85DB-BAC0C61E42FE}"/>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322462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ABACD-1007-4DC3-AB1F-C71F414E6E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8B15DB8F-9B98-4A6F-8F4D-D3A5D43902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D76AA81A-8A3F-485F-BE32-43FE31D4FE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12C4BF-516F-4E8C-983A-8B27C1896D30}"/>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6" name="Footer Placeholder 5">
            <a:extLst>
              <a:ext uri="{FF2B5EF4-FFF2-40B4-BE49-F238E27FC236}">
                <a16:creationId xmlns:a16="http://schemas.microsoft.com/office/drawing/2014/main" id="{3FBCF032-8D5D-4A4D-917F-570ABC6946A1}"/>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D824AA58-227C-427B-B4C1-5FCA16813B59}"/>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2049883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33D06-8BFE-4D38-872C-DFCD1D16D3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C43B3FE4-6445-4A47-A9AA-E5E3F0C7E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4269CE25-ED38-4523-8B64-0559F9CDE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90F0E-6573-4008-8586-3FB36B593BBE}"/>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6" name="Footer Placeholder 5">
            <a:extLst>
              <a:ext uri="{FF2B5EF4-FFF2-40B4-BE49-F238E27FC236}">
                <a16:creationId xmlns:a16="http://schemas.microsoft.com/office/drawing/2014/main" id="{36FCEB15-CDF1-4F9B-ABFA-A653BC2DA5E4}"/>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D3F94280-13C2-4644-9E84-BF1A8A1B3A3B}"/>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414835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E12F-990F-447B-A492-1A0FF9C8E333}"/>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C759B63E-CC9F-44D5-B7A7-D41FC9163E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20F0D7B-635C-4190-B1C7-E8CB2B870C56}"/>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5" name="Footer Placeholder 4">
            <a:extLst>
              <a:ext uri="{FF2B5EF4-FFF2-40B4-BE49-F238E27FC236}">
                <a16:creationId xmlns:a16="http://schemas.microsoft.com/office/drawing/2014/main" id="{F04398E5-550A-435E-84A4-D44820921A4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DE08629-614B-45F6-B63D-BDDBFC3A4CD2}"/>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1872469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0B7C08-B323-47A0-8E44-9A915420DE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A39BE50-AF3D-4D2F-AF54-954775889D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4A12498-FC3D-4EB3-8D95-BBA41480E92B}"/>
              </a:ext>
            </a:extLst>
          </p:cNvPr>
          <p:cNvSpPr>
            <a:spLocks noGrp="1"/>
          </p:cNvSpPr>
          <p:nvPr>
            <p:ph type="dt" sz="half" idx="10"/>
          </p:nvPr>
        </p:nvSpPr>
        <p:spPr/>
        <p:txBody>
          <a:bodyPr/>
          <a:lstStyle/>
          <a:p>
            <a:fld id="{DDC951A3-FD04-4A2C-95BC-94FAEFC7CA96}" type="datetimeFigureOut">
              <a:rPr lang="en-ID" smtClean="0"/>
              <a:t>11/11/2025</a:t>
            </a:fld>
            <a:endParaRPr lang="en-ID"/>
          </a:p>
        </p:txBody>
      </p:sp>
      <p:sp>
        <p:nvSpPr>
          <p:cNvPr id="5" name="Footer Placeholder 4">
            <a:extLst>
              <a:ext uri="{FF2B5EF4-FFF2-40B4-BE49-F238E27FC236}">
                <a16:creationId xmlns:a16="http://schemas.microsoft.com/office/drawing/2014/main" id="{512EAE7C-BA52-4D79-991F-7A9D97D4D19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490E74C-1D7F-457B-81E8-ABC59D4D9A5A}"/>
              </a:ext>
            </a:extLst>
          </p:cNvPr>
          <p:cNvSpPr>
            <a:spLocks noGrp="1"/>
          </p:cNvSpPr>
          <p:nvPr>
            <p:ph type="sldNum" sz="quarter" idx="12"/>
          </p:nvPr>
        </p:nvSpPr>
        <p:spPr/>
        <p:txBody>
          <a:bodyPr/>
          <a:lstStyle/>
          <a:p>
            <a:fld id="{CF826F5C-8A31-4C11-8F47-255C94258FC4}" type="slidenum">
              <a:rPr lang="en-ID" smtClean="0"/>
              <a:t>‹#›</a:t>
            </a:fld>
            <a:endParaRPr lang="en-ID"/>
          </a:p>
        </p:txBody>
      </p:sp>
    </p:spTree>
    <p:extLst>
      <p:ext uri="{BB962C8B-B14F-4D97-AF65-F5344CB8AC3E}">
        <p14:creationId xmlns:p14="http://schemas.microsoft.com/office/powerpoint/2010/main" val="4075485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CDD94C-7744-4AB0-AF08-279997B8C6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7C1DAAD7-03C6-4902-9046-01AE0347D5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30DB3A7-FF50-4164-AC22-9EA3E32EF7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951A3-FD04-4A2C-95BC-94FAEFC7CA96}" type="datetimeFigureOut">
              <a:rPr lang="en-ID" smtClean="0"/>
              <a:t>11/11/2025</a:t>
            </a:fld>
            <a:endParaRPr lang="en-ID"/>
          </a:p>
        </p:txBody>
      </p:sp>
      <p:sp>
        <p:nvSpPr>
          <p:cNvPr id="5" name="Footer Placeholder 4">
            <a:extLst>
              <a:ext uri="{FF2B5EF4-FFF2-40B4-BE49-F238E27FC236}">
                <a16:creationId xmlns:a16="http://schemas.microsoft.com/office/drawing/2014/main" id="{89B1CCBF-4D29-44CB-9B9B-36D8743915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3A00BECA-B375-4370-B2FA-CAB74943BA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826F5C-8A31-4C11-8F47-255C94258FC4}" type="slidenum">
              <a:rPr lang="en-ID" smtClean="0"/>
              <a:t>‹#›</a:t>
            </a:fld>
            <a:endParaRPr lang="en-ID"/>
          </a:p>
        </p:txBody>
      </p:sp>
    </p:spTree>
    <p:extLst>
      <p:ext uri="{BB962C8B-B14F-4D97-AF65-F5344CB8AC3E}">
        <p14:creationId xmlns:p14="http://schemas.microsoft.com/office/powerpoint/2010/main" val="816294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gif"/><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Sports">
            <a:extLst>
              <a:ext uri="{FF2B5EF4-FFF2-40B4-BE49-F238E27FC236}">
                <a16:creationId xmlns:a16="http://schemas.microsoft.com/office/drawing/2014/main" id="{A2881377-2883-44B7-B5F2-F2942536CD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99" r="4695"/>
          <a:stretch/>
        </p:blipFill>
        <p:spPr bwMode="auto">
          <a:xfrm>
            <a:off x="-161926" y="-26663"/>
            <a:ext cx="12620625" cy="68846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E69A5F4-6478-4EC9-B145-F64A8923CC57}"/>
              </a:ext>
            </a:extLst>
          </p:cNvPr>
          <p:cNvSpPr>
            <a:spLocks noGrp="1"/>
          </p:cNvSpPr>
          <p:nvPr>
            <p:ph type="ctrTitle"/>
          </p:nvPr>
        </p:nvSpPr>
        <p:spPr>
          <a:xfrm>
            <a:off x="-666750" y="723900"/>
            <a:ext cx="6553200" cy="1222222"/>
          </a:xfrm>
        </p:spPr>
        <p:txBody>
          <a:bodyPr/>
          <a:lstStyle/>
          <a:p>
            <a:r>
              <a:rPr lang="en-US" dirty="0" err="1">
                <a:latin typeface="American Purpose" pitchFamily="2" charset="0"/>
              </a:rPr>
              <a:t>Olahraga</a:t>
            </a:r>
            <a:r>
              <a:rPr lang="en-US" dirty="0"/>
              <a:t> </a:t>
            </a:r>
            <a:endParaRPr lang="en-ID" dirty="0"/>
          </a:p>
        </p:txBody>
      </p:sp>
      <p:sp>
        <p:nvSpPr>
          <p:cNvPr id="3" name="Subtitle 2">
            <a:extLst>
              <a:ext uri="{FF2B5EF4-FFF2-40B4-BE49-F238E27FC236}">
                <a16:creationId xmlns:a16="http://schemas.microsoft.com/office/drawing/2014/main" id="{4588FA05-6A0A-4C29-B89B-B49E8F97D730}"/>
              </a:ext>
            </a:extLst>
          </p:cNvPr>
          <p:cNvSpPr>
            <a:spLocks noGrp="1"/>
          </p:cNvSpPr>
          <p:nvPr>
            <p:ph type="subTitle" idx="1"/>
          </p:nvPr>
        </p:nvSpPr>
        <p:spPr>
          <a:xfrm>
            <a:off x="948690" y="1759906"/>
            <a:ext cx="4937760" cy="1655762"/>
          </a:xfrm>
        </p:spPr>
        <p:txBody>
          <a:bodyPr>
            <a:normAutofit/>
          </a:bodyPr>
          <a:lstStyle/>
          <a:p>
            <a:pPr algn="l"/>
            <a:r>
              <a:rPr lang="en-US" sz="3200" b="1" dirty="0"/>
              <a:t>BIPA 2 </a:t>
            </a:r>
            <a:r>
              <a:rPr lang="en-US" sz="3200" b="1" dirty="0" err="1"/>
              <a:t>Kopenhagen</a:t>
            </a:r>
            <a:endParaRPr lang="en-ID" sz="3200" b="1" dirty="0"/>
          </a:p>
        </p:txBody>
      </p:sp>
    </p:spTree>
    <p:extLst>
      <p:ext uri="{BB962C8B-B14F-4D97-AF65-F5344CB8AC3E}">
        <p14:creationId xmlns:p14="http://schemas.microsoft.com/office/powerpoint/2010/main" val="107733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B2A0-6BE8-494E-AC53-3D379F9B6ADF}"/>
              </a:ext>
            </a:extLst>
          </p:cNvPr>
          <p:cNvSpPr>
            <a:spLocks noGrp="1"/>
          </p:cNvSpPr>
          <p:nvPr>
            <p:ph type="title"/>
          </p:nvPr>
        </p:nvSpPr>
        <p:spPr>
          <a:xfrm>
            <a:off x="838200" y="840138"/>
            <a:ext cx="10515600" cy="1325563"/>
          </a:xfrm>
        </p:spPr>
        <p:txBody>
          <a:bodyPr/>
          <a:lstStyle/>
          <a:p>
            <a:pPr algn="ctr"/>
            <a:r>
              <a:rPr lang="en-US" b="1" dirty="0" err="1"/>
              <a:t>Apa</a:t>
            </a:r>
            <a:r>
              <a:rPr lang="en-US" b="1" dirty="0"/>
              <a:t> </a:t>
            </a:r>
            <a:r>
              <a:rPr lang="en-US" b="1" dirty="0" err="1"/>
              <a:t>olahraga</a:t>
            </a:r>
            <a:r>
              <a:rPr lang="en-US" b="1" dirty="0"/>
              <a:t> </a:t>
            </a:r>
            <a:r>
              <a:rPr lang="en-US" b="1" dirty="0" err="1"/>
              <a:t>favoritmu</a:t>
            </a:r>
            <a:r>
              <a:rPr lang="en-US" b="1" dirty="0"/>
              <a:t>?</a:t>
            </a:r>
            <a:endParaRPr lang="en-ID" b="1" dirty="0"/>
          </a:p>
        </p:txBody>
      </p:sp>
      <p:pic>
        <p:nvPicPr>
          <p:cNvPr id="4100" name="Picture 4" descr="Set of athletes of different sports vector illustration | Premium Vector">
            <a:extLst>
              <a:ext uri="{FF2B5EF4-FFF2-40B4-BE49-F238E27FC236}">
                <a16:creationId xmlns:a16="http://schemas.microsoft.com/office/drawing/2014/main" id="{0BCA70D5-5524-4974-ACDF-FCD8682DF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226" y="2106684"/>
            <a:ext cx="8239125" cy="4751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948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39 Cristiano Ronaldo Action Stock Vectors and Vector Art | Shutterstock">
            <a:extLst>
              <a:ext uri="{FF2B5EF4-FFF2-40B4-BE49-F238E27FC236}">
                <a16:creationId xmlns:a16="http://schemas.microsoft.com/office/drawing/2014/main" id="{BCBD777B-4ACD-4879-9864-F931A1672C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 y="302325"/>
            <a:ext cx="2361158" cy="21604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wimming Vectors - Download Free High-Quality Vectors from ...">
            <a:extLst>
              <a:ext uri="{FF2B5EF4-FFF2-40B4-BE49-F238E27FC236}">
                <a16:creationId xmlns:a16="http://schemas.microsoft.com/office/drawing/2014/main" id="{6A78C638-89AD-4ECA-B68B-9E44DC472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966" y="302325"/>
            <a:ext cx="3242883" cy="21604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ebron james Vectors - Download Free High-Quality Vectors ...">
            <a:extLst>
              <a:ext uri="{FF2B5EF4-FFF2-40B4-BE49-F238E27FC236}">
                <a16:creationId xmlns:a16="http://schemas.microsoft.com/office/drawing/2014/main" id="{EB465050-7987-42C9-9541-9DC06DA2A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0152" y="0"/>
            <a:ext cx="2596896" cy="259689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ge 19 | Badminton Player Silhouette Vector Art, Icons, and Graphics for  Free Download">
            <a:extLst>
              <a:ext uri="{FF2B5EF4-FFF2-40B4-BE49-F238E27FC236}">
                <a16:creationId xmlns:a16="http://schemas.microsoft.com/office/drawing/2014/main" id="{0CDF3B96-476E-44F6-A5FC-C595DB0103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36608" y="0"/>
            <a:ext cx="2596896" cy="25968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679FB73-04EF-470F-907A-B4A6BB06FC38}"/>
              </a:ext>
            </a:extLst>
          </p:cNvPr>
          <p:cNvSpPr/>
          <p:nvPr/>
        </p:nvSpPr>
        <p:spPr>
          <a:xfrm>
            <a:off x="850850" y="2578852"/>
            <a:ext cx="1486304" cy="461665"/>
          </a:xfrm>
          <a:prstGeom prst="rect">
            <a:avLst/>
          </a:prstGeom>
        </p:spPr>
        <p:txBody>
          <a:bodyPr wrap="none">
            <a:spAutoFit/>
          </a:bodyPr>
          <a:lstStyle/>
          <a:p>
            <a:r>
              <a:rPr lang="en-US" sz="2400" b="1" dirty="0" err="1"/>
              <a:t>sepakbola</a:t>
            </a:r>
            <a:endParaRPr lang="en-ID" sz="2400" dirty="0"/>
          </a:p>
        </p:txBody>
      </p:sp>
      <p:sp>
        <p:nvSpPr>
          <p:cNvPr id="10" name="Rectangle 9">
            <a:extLst>
              <a:ext uri="{FF2B5EF4-FFF2-40B4-BE49-F238E27FC236}">
                <a16:creationId xmlns:a16="http://schemas.microsoft.com/office/drawing/2014/main" id="{916564FC-1732-4A4D-8196-0F5C907284E8}"/>
              </a:ext>
            </a:extLst>
          </p:cNvPr>
          <p:cNvSpPr/>
          <p:nvPr/>
        </p:nvSpPr>
        <p:spPr>
          <a:xfrm>
            <a:off x="9905872" y="2532363"/>
            <a:ext cx="1746184" cy="461665"/>
          </a:xfrm>
          <a:prstGeom prst="rect">
            <a:avLst/>
          </a:prstGeom>
        </p:spPr>
        <p:txBody>
          <a:bodyPr wrap="none">
            <a:spAutoFit/>
          </a:bodyPr>
          <a:lstStyle/>
          <a:p>
            <a:r>
              <a:rPr lang="en-US" sz="2400" b="1" dirty="0" err="1"/>
              <a:t>Bulu</a:t>
            </a:r>
            <a:r>
              <a:rPr lang="en-US" sz="2400" b="1" dirty="0"/>
              <a:t> </a:t>
            </a:r>
            <a:r>
              <a:rPr lang="en-US" sz="2400" b="1" dirty="0" err="1"/>
              <a:t>tangkis</a:t>
            </a:r>
            <a:endParaRPr lang="en-ID" dirty="0"/>
          </a:p>
        </p:txBody>
      </p:sp>
      <p:sp>
        <p:nvSpPr>
          <p:cNvPr id="11" name="Rectangle 10">
            <a:extLst>
              <a:ext uri="{FF2B5EF4-FFF2-40B4-BE49-F238E27FC236}">
                <a16:creationId xmlns:a16="http://schemas.microsoft.com/office/drawing/2014/main" id="{26AC3EFD-B4D8-446A-9625-66B030D32E21}"/>
              </a:ext>
            </a:extLst>
          </p:cNvPr>
          <p:cNvSpPr/>
          <p:nvPr/>
        </p:nvSpPr>
        <p:spPr>
          <a:xfrm>
            <a:off x="7134151" y="2532364"/>
            <a:ext cx="1660134" cy="461665"/>
          </a:xfrm>
          <a:prstGeom prst="rect">
            <a:avLst/>
          </a:prstGeom>
        </p:spPr>
        <p:txBody>
          <a:bodyPr wrap="none">
            <a:spAutoFit/>
          </a:bodyPr>
          <a:lstStyle/>
          <a:p>
            <a:r>
              <a:rPr lang="en-US" sz="2400" b="1" dirty="0"/>
              <a:t>Bola basket</a:t>
            </a:r>
            <a:endParaRPr lang="en-ID" dirty="0"/>
          </a:p>
        </p:txBody>
      </p:sp>
      <p:sp>
        <p:nvSpPr>
          <p:cNvPr id="12" name="Rectangle 11">
            <a:extLst>
              <a:ext uri="{FF2B5EF4-FFF2-40B4-BE49-F238E27FC236}">
                <a16:creationId xmlns:a16="http://schemas.microsoft.com/office/drawing/2014/main" id="{77FA3EBC-33AC-4C87-8CF6-890819255CCB}"/>
              </a:ext>
            </a:extLst>
          </p:cNvPr>
          <p:cNvSpPr/>
          <p:nvPr/>
        </p:nvSpPr>
        <p:spPr>
          <a:xfrm>
            <a:off x="4365064" y="2532364"/>
            <a:ext cx="1137171" cy="461665"/>
          </a:xfrm>
          <a:prstGeom prst="rect">
            <a:avLst/>
          </a:prstGeom>
        </p:spPr>
        <p:txBody>
          <a:bodyPr wrap="none">
            <a:spAutoFit/>
          </a:bodyPr>
          <a:lstStyle/>
          <a:p>
            <a:r>
              <a:rPr lang="en-US" sz="2400" b="1" dirty="0" err="1"/>
              <a:t>Renang</a:t>
            </a:r>
            <a:endParaRPr lang="en-ID" dirty="0"/>
          </a:p>
        </p:txBody>
      </p:sp>
      <p:pic>
        <p:nvPicPr>
          <p:cNvPr id="1036" name="Picture 12" descr="Roger Federer Drawing by Paul Nelson-Esch | Saatchi Art Indonesia">
            <a:extLst>
              <a:ext uri="{FF2B5EF4-FFF2-40B4-BE49-F238E27FC236}">
                <a16:creationId xmlns:a16="http://schemas.microsoft.com/office/drawing/2014/main" id="{132918DB-915A-412A-ABB1-7CC7E4790D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 y="4723160"/>
            <a:ext cx="2319325" cy="166268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Vector Illustration Of Sport Of Golf Golfer Swings - Illustration  Transparent PNG - 472x700 - Free Download on NicePNG">
            <a:extLst>
              <a:ext uri="{FF2B5EF4-FFF2-40B4-BE49-F238E27FC236}">
                <a16:creationId xmlns:a16="http://schemas.microsoft.com/office/drawing/2014/main" id="{AA7AFA3A-A709-48D3-97FE-FEEB031744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9321" y="4395214"/>
            <a:ext cx="2271485" cy="216046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Karate strikes foot up sketch engraving Royalty Free Vector">
            <a:extLst>
              <a:ext uri="{FF2B5EF4-FFF2-40B4-BE49-F238E27FC236}">
                <a16:creationId xmlns:a16="http://schemas.microsoft.com/office/drawing/2014/main" id="{7F150F4C-C9EF-463B-87E2-A48C32867B3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1952" b="7556"/>
          <a:stretch/>
        </p:blipFill>
        <p:spPr bwMode="auto">
          <a:xfrm>
            <a:off x="6096000" y="4474271"/>
            <a:ext cx="2121684" cy="216046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and drawn flat city marathon illustration with people running on cityscape  | Premium Vector">
            <a:extLst>
              <a:ext uri="{FF2B5EF4-FFF2-40B4-BE49-F238E27FC236}">
                <a16:creationId xmlns:a16="http://schemas.microsoft.com/office/drawing/2014/main" id="{8B919A49-7E76-467D-A56E-83ACDC8F4A2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424" t="-986" r="3048" b="-1"/>
          <a:stretch/>
        </p:blipFill>
        <p:spPr bwMode="auto">
          <a:xfrm>
            <a:off x="9095232" y="4244616"/>
            <a:ext cx="2938272" cy="2311059"/>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E000C07A-4BDB-4B88-8C50-E61F6333E677}"/>
              </a:ext>
            </a:extLst>
          </p:cNvPr>
          <p:cNvSpPr/>
          <p:nvPr/>
        </p:nvSpPr>
        <p:spPr>
          <a:xfrm>
            <a:off x="10374220" y="3735815"/>
            <a:ext cx="806631" cy="584775"/>
          </a:xfrm>
          <a:prstGeom prst="rect">
            <a:avLst/>
          </a:prstGeom>
        </p:spPr>
        <p:txBody>
          <a:bodyPr wrap="none">
            <a:spAutoFit/>
          </a:bodyPr>
          <a:lstStyle/>
          <a:p>
            <a:r>
              <a:rPr lang="en-US" sz="3200" b="1" dirty="0" err="1"/>
              <a:t>Lari</a:t>
            </a:r>
            <a:endParaRPr lang="en-ID" dirty="0"/>
          </a:p>
        </p:txBody>
      </p:sp>
      <p:sp>
        <p:nvSpPr>
          <p:cNvPr id="19" name="Rectangle 18">
            <a:extLst>
              <a:ext uri="{FF2B5EF4-FFF2-40B4-BE49-F238E27FC236}">
                <a16:creationId xmlns:a16="http://schemas.microsoft.com/office/drawing/2014/main" id="{2EC7100D-1560-4D47-ADEB-FC00946D2506}"/>
              </a:ext>
            </a:extLst>
          </p:cNvPr>
          <p:cNvSpPr/>
          <p:nvPr/>
        </p:nvSpPr>
        <p:spPr>
          <a:xfrm>
            <a:off x="4004227" y="3771639"/>
            <a:ext cx="808235" cy="523220"/>
          </a:xfrm>
          <a:prstGeom prst="rect">
            <a:avLst/>
          </a:prstGeom>
        </p:spPr>
        <p:txBody>
          <a:bodyPr wrap="none">
            <a:spAutoFit/>
          </a:bodyPr>
          <a:lstStyle/>
          <a:p>
            <a:r>
              <a:rPr lang="en-US" sz="2800" b="1" dirty="0"/>
              <a:t>Golf</a:t>
            </a:r>
            <a:endParaRPr lang="en-ID" dirty="0"/>
          </a:p>
        </p:txBody>
      </p:sp>
      <p:sp>
        <p:nvSpPr>
          <p:cNvPr id="20" name="Rectangle 19">
            <a:extLst>
              <a:ext uri="{FF2B5EF4-FFF2-40B4-BE49-F238E27FC236}">
                <a16:creationId xmlns:a16="http://schemas.microsoft.com/office/drawing/2014/main" id="{DDE2D1DE-4C36-4A8D-8C63-FA4A57CE4EA9}"/>
              </a:ext>
            </a:extLst>
          </p:cNvPr>
          <p:cNvSpPr/>
          <p:nvPr/>
        </p:nvSpPr>
        <p:spPr>
          <a:xfrm>
            <a:off x="6674223" y="3735815"/>
            <a:ext cx="1151982" cy="523220"/>
          </a:xfrm>
          <a:prstGeom prst="rect">
            <a:avLst/>
          </a:prstGeom>
        </p:spPr>
        <p:txBody>
          <a:bodyPr wrap="none">
            <a:spAutoFit/>
          </a:bodyPr>
          <a:lstStyle/>
          <a:p>
            <a:r>
              <a:rPr lang="en-US" sz="2800" b="1" dirty="0"/>
              <a:t>Karate</a:t>
            </a:r>
            <a:endParaRPr lang="en-ID" dirty="0"/>
          </a:p>
        </p:txBody>
      </p:sp>
      <p:sp>
        <p:nvSpPr>
          <p:cNvPr id="21" name="Rectangle 20">
            <a:extLst>
              <a:ext uri="{FF2B5EF4-FFF2-40B4-BE49-F238E27FC236}">
                <a16:creationId xmlns:a16="http://schemas.microsoft.com/office/drawing/2014/main" id="{7FA40AC6-9BA1-4C14-BB60-F13F205593DB}"/>
              </a:ext>
            </a:extLst>
          </p:cNvPr>
          <p:cNvSpPr/>
          <p:nvPr/>
        </p:nvSpPr>
        <p:spPr>
          <a:xfrm>
            <a:off x="852614" y="3660028"/>
            <a:ext cx="935897" cy="523220"/>
          </a:xfrm>
          <a:prstGeom prst="rect">
            <a:avLst/>
          </a:prstGeom>
        </p:spPr>
        <p:txBody>
          <a:bodyPr wrap="none">
            <a:spAutoFit/>
          </a:bodyPr>
          <a:lstStyle/>
          <a:p>
            <a:r>
              <a:rPr lang="en-US" sz="2800" b="1" dirty="0" err="1"/>
              <a:t>Tenis</a:t>
            </a:r>
            <a:endParaRPr lang="en-ID" dirty="0"/>
          </a:p>
        </p:txBody>
      </p:sp>
    </p:spTree>
    <p:extLst>
      <p:ext uri="{BB962C8B-B14F-4D97-AF65-F5344CB8AC3E}">
        <p14:creationId xmlns:p14="http://schemas.microsoft.com/office/powerpoint/2010/main" val="3732620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B2A0-6BE8-494E-AC53-3D379F9B6ADF}"/>
              </a:ext>
            </a:extLst>
          </p:cNvPr>
          <p:cNvSpPr>
            <a:spLocks noGrp="1"/>
          </p:cNvSpPr>
          <p:nvPr>
            <p:ph type="title"/>
          </p:nvPr>
        </p:nvSpPr>
        <p:spPr>
          <a:xfrm>
            <a:off x="649988" y="246372"/>
            <a:ext cx="10515600" cy="1860312"/>
          </a:xfrm>
        </p:spPr>
        <p:txBody>
          <a:bodyPr>
            <a:normAutofit/>
          </a:bodyPr>
          <a:lstStyle/>
          <a:p>
            <a:r>
              <a:rPr lang="en-US" sz="3200" b="1" dirty="0" err="1"/>
              <a:t>Apakah</a:t>
            </a:r>
            <a:r>
              <a:rPr lang="en-US" sz="3200" b="1" dirty="0"/>
              <a:t> </a:t>
            </a:r>
            <a:r>
              <a:rPr lang="en-US" sz="3200" b="1" dirty="0" err="1"/>
              <a:t>kamu</a:t>
            </a:r>
            <a:r>
              <a:rPr lang="en-US" sz="3200" b="1" dirty="0"/>
              <a:t> </a:t>
            </a:r>
            <a:r>
              <a:rPr lang="en-US" sz="3200" b="1" dirty="0" err="1"/>
              <a:t>suka</a:t>
            </a:r>
            <a:r>
              <a:rPr lang="en-US" sz="3200" b="1" dirty="0"/>
              <a:t> </a:t>
            </a:r>
            <a:r>
              <a:rPr lang="en-US" sz="3200" b="1" dirty="0" err="1"/>
              <a:t>olahraga</a:t>
            </a:r>
            <a:r>
              <a:rPr lang="en-US" sz="3200" b="1" dirty="0"/>
              <a:t>? </a:t>
            </a:r>
            <a:r>
              <a:rPr lang="en-US" sz="3200" i="1" dirty="0"/>
              <a:t>(do you like sports?)</a:t>
            </a:r>
            <a:br>
              <a:rPr lang="en-US" sz="3200" i="1" dirty="0"/>
            </a:br>
            <a:r>
              <a:rPr lang="en-US" sz="3200" i="1" dirty="0"/>
              <a:t>- </a:t>
            </a:r>
            <a:r>
              <a:rPr lang="en-US" sz="3200" dirty="0" err="1"/>
              <a:t>ya</a:t>
            </a:r>
            <a:r>
              <a:rPr lang="en-US" sz="3200" dirty="0"/>
              <a:t>, </a:t>
            </a:r>
            <a:r>
              <a:rPr lang="en-US" sz="3200" dirty="0" err="1"/>
              <a:t>aku</a:t>
            </a:r>
            <a:r>
              <a:rPr lang="en-US" sz="3200" dirty="0"/>
              <a:t> </a:t>
            </a:r>
            <a:r>
              <a:rPr lang="en-US" sz="3200" dirty="0" err="1"/>
              <a:t>suka</a:t>
            </a:r>
            <a:r>
              <a:rPr lang="en-US" sz="3200" dirty="0"/>
              <a:t> </a:t>
            </a:r>
            <a:r>
              <a:rPr lang="en-US" sz="3200" dirty="0" err="1"/>
              <a:t>olahraga</a:t>
            </a:r>
            <a:br>
              <a:rPr lang="en-US" sz="3200" b="1" dirty="0"/>
            </a:br>
            <a:r>
              <a:rPr lang="en-US" sz="3200" b="1" dirty="0" err="1"/>
              <a:t>Berapa</a:t>
            </a:r>
            <a:r>
              <a:rPr lang="en-US" sz="3200" b="1" dirty="0"/>
              <a:t> kali </a:t>
            </a:r>
            <a:r>
              <a:rPr lang="en-US" sz="3200" b="1" dirty="0" err="1"/>
              <a:t>kamu</a:t>
            </a:r>
            <a:r>
              <a:rPr lang="en-US" sz="3200" b="1" dirty="0"/>
              <a:t> </a:t>
            </a:r>
            <a:r>
              <a:rPr lang="en-US" sz="3200" b="1" dirty="0" err="1"/>
              <a:t>olahraga</a:t>
            </a:r>
            <a:r>
              <a:rPr lang="en-US" sz="3200" b="1" dirty="0"/>
              <a:t>? </a:t>
            </a:r>
            <a:r>
              <a:rPr lang="en-US" sz="3200" i="1" dirty="0"/>
              <a:t>(how often you exercise?)</a:t>
            </a:r>
            <a:br>
              <a:rPr lang="en-US" sz="3200" i="1" dirty="0"/>
            </a:br>
            <a:r>
              <a:rPr lang="en-US" sz="3200" i="1" dirty="0"/>
              <a:t>- </a:t>
            </a:r>
            <a:r>
              <a:rPr lang="en-US" sz="3200" dirty="0" err="1"/>
              <a:t>aku</a:t>
            </a:r>
            <a:r>
              <a:rPr lang="en-US" sz="3200" dirty="0"/>
              <a:t> </a:t>
            </a:r>
            <a:r>
              <a:rPr lang="en-US" sz="3200" dirty="0" err="1"/>
              <a:t>olahraga</a:t>
            </a:r>
            <a:r>
              <a:rPr lang="en-US" sz="3200" dirty="0"/>
              <a:t> </a:t>
            </a:r>
            <a:r>
              <a:rPr lang="en-US" sz="3200" b="1" dirty="0" err="1"/>
              <a:t>seminggu</a:t>
            </a:r>
            <a:r>
              <a:rPr lang="en-US" sz="3200" b="1" dirty="0"/>
              <a:t> </a:t>
            </a:r>
            <a:r>
              <a:rPr lang="en-US" sz="3200" b="1" dirty="0" err="1"/>
              <a:t>sekali</a:t>
            </a:r>
            <a:r>
              <a:rPr lang="en-US" sz="3200" b="1" dirty="0"/>
              <a:t> / </a:t>
            </a:r>
            <a:r>
              <a:rPr lang="en-US" sz="3200" b="1" dirty="0" err="1"/>
              <a:t>sebulan</a:t>
            </a:r>
            <a:r>
              <a:rPr lang="en-US" sz="3200" b="1" dirty="0"/>
              <a:t> </a:t>
            </a:r>
            <a:r>
              <a:rPr lang="en-US" sz="3200" b="1" dirty="0" err="1"/>
              <a:t>sekali</a:t>
            </a:r>
            <a:r>
              <a:rPr lang="en-US" sz="3200" b="1" dirty="0"/>
              <a:t>/ </a:t>
            </a:r>
            <a:r>
              <a:rPr lang="en-US" sz="3200" b="1" dirty="0" err="1"/>
              <a:t>sehari</a:t>
            </a:r>
            <a:r>
              <a:rPr lang="en-US" sz="3200" b="1" dirty="0"/>
              <a:t> </a:t>
            </a:r>
            <a:r>
              <a:rPr lang="en-US" sz="3200" b="1" dirty="0" err="1"/>
              <a:t>dua</a:t>
            </a:r>
            <a:r>
              <a:rPr lang="en-US" sz="3200" b="1" dirty="0"/>
              <a:t> kali</a:t>
            </a:r>
            <a:endParaRPr lang="en-ID" sz="3200" b="1" dirty="0"/>
          </a:p>
        </p:txBody>
      </p:sp>
      <p:pic>
        <p:nvPicPr>
          <p:cNvPr id="4100" name="Picture 4" descr="Set of athletes of different sports vector illustration | Premium Vector">
            <a:extLst>
              <a:ext uri="{FF2B5EF4-FFF2-40B4-BE49-F238E27FC236}">
                <a16:creationId xmlns:a16="http://schemas.microsoft.com/office/drawing/2014/main" id="{0BCA70D5-5524-4974-ACDF-FCD8682DF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226" y="2106684"/>
            <a:ext cx="8239125" cy="4751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833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215" y="1950720"/>
            <a:ext cx="8345510" cy="4181856"/>
          </a:xfrm>
          <a:noFill/>
        </p:spPr>
        <p:txBody>
          <a:bodyPr>
            <a:normAutofit fontScale="90000"/>
          </a:bodyPr>
          <a:lstStyle/>
          <a:p>
            <a:pPr>
              <a:lnSpc>
                <a:spcPct val="150000"/>
              </a:lnSpc>
            </a:pPr>
            <a:r>
              <a:rPr lang="en-US" sz="2400" b="1" dirty="0">
                <a:latin typeface="Adobe Gothic Std B" panose="020B0800000000000000" pitchFamily="34" charset="-128"/>
                <a:ea typeface="Adobe Gothic Std B" panose="020B0800000000000000" pitchFamily="34" charset="-128"/>
              </a:rPr>
              <a:t>Saya sangat </a:t>
            </a:r>
            <a:r>
              <a:rPr lang="en-US" sz="2400" b="1" dirty="0" err="1">
                <a:latin typeface="Adobe Gothic Std B" panose="020B0800000000000000" pitchFamily="34" charset="-128"/>
                <a:ea typeface="Adobe Gothic Std B" panose="020B0800000000000000" pitchFamily="34" charset="-128"/>
              </a:rPr>
              <a:t>suka</a:t>
            </a:r>
            <a:r>
              <a:rPr lang="en-US" sz="2400" b="1" dirty="0">
                <a:latin typeface="Adobe Gothic Std B" panose="020B0800000000000000" pitchFamily="34" charset="-128"/>
                <a:ea typeface="Adobe Gothic Std B" panose="020B0800000000000000" pitchFamily="34" charset="-128"/>
              </a:rPr>
              <a:t> </a:t>
            </a:r>
            <a:r>
              <a:rPr lang="en-US" sz="2400" b="1" dirty="0" err="1">
                <a:latin typeface="Adobe Gothic Std B" panose="020B0800000000000000" pitchFamily="34" charset="-128"/>
                <a:ea typeface="Adobe Gothic Std B" panose="020B0800000000000000" pitchFamily="34" charset="-128"/>
              </a:rPr>
              <a:t>berenang</a:t>
            </a:r>
            <a:r>
              <a:rPr lang="en-US" sz="2400" b="1" dirty="0">
                <a:latin typeface="Adobe Gothic Std B" panose="020B0800000000000000" pitchFamily="34" charset="-128"/>
                <a:ea typeface="Adobe Gothic Std B" panose="020B0800000000000000" pitchFamily="34" charset="-128"/>
              </a:rPr>
              <a:t>.</a:t>
            </a:r>
            <a:br>
              <a:rPr lang="en-US" sz="2400" b="1" dirty="0">
                <a:latin typeface="Adobe Gothic Std B" panose="020B0800000000000000" pitchFamily="34" charset="-128"/>
                <a:ea typeface="Adobe Gothic Std B" panose="020B0800000000000000" pitchFamily="34" charset="-128"/>
              </a:rPr>
            </a:br>
            <a:r>
              <a:rPr lang="en-US" sz="2400" b="1" dirty="0">
                <a:latin typeface="Adobe Gothic Std B" panose="020B0800000000000000" pitchFamily="34" charset="-128"/>
                <a:ea typeface="Adobe Gothic Std B" panose="020B0800000000000000" pitchFamily="34" charset="-128"/>
              </a:rPr>
              <a:t>Saya </a:t>
            </a:r>
            <a:r>
              <a:rPr lang="en-US" sz="2400" b="1" dirty="0" err="1">
                <a:latin typeface="Adobe Gothic Std B" panose="020B0800000000000000" pitchFamily="34" charset="-128"/>
                <a:ea typeface="Adobe Gothic Std B" panose="020B0800000000000000" pitchFamily="34" charset="-128"/>
              </a:rPr>
              <a:t>selalu</a:t>
            </a:r>
            <a:r>
              <a:rPr lang="en-US" sz="2400" b="1" dirty="0">
                <a:latin typeface="Adobe Gothic Std B" panose="020B0800000000000000" pitchFamily="34" charset="-128"/>
                <a:ea typeface="Adobe Gothic Std B" panose="020B0800000000000000" pitchFamily="34" charset="-128"/>
              </a:rPr>
              <a:t> </a:t>
            </a:r>
            <a:r>
              <a:rPr lang="en-US" sz="2400" b="1" dirty="0" err="1">
                <a:latin typeface="Adobe Gothic Std B" panose="020B0800000000000000" pitchFamily="34" charset="-128"/>
                <a:ea typeface="Adobe Gothic Std B" panose="020B0800000000000000" pitchFamily="34" charset="-128"/>
              </a:rPr>
              <a:t>berenang</a:t>
            </a:r>
            <a:r>
              <a:rPr lang="en-US" sz="2400" b="1" dirty="0">
                <a:latin typeface="Adobe Gothic Std B" panose="020B0800000000000000" pitchFamily="34" charset="-128"/>
                <a:ea typeface="Adobe Gothic Std B" panose="020B0800000000000000" pitchFamily="34" charset="-128"/>
              </a:rPr>
              <a:t> di </a:t>
            </a:r>
            <a:r>
              <a:rPr lang="en-US" sz="2400" b="1" dirty="0" err="1">
                <a:latin typeface="Adobe Gothic Std B" panose="020B0800000000000000" pitchFamily="34" charset="-128"/>
                <a:ea typeface="Adobe Gothic Std B" panose="020B0800000000000000" pitchFamily="34" charset="-128"/>
              </a:rPr>
              <a:t>laut</a:t>
            </a:r>
            <a:br>
              <a:rPr lang="en-US" sz="2400" dirty="0">
                <a:latin typeface="Adobe Gothic Std B" panose="020B0800000000000000" pitchFamily="34" charset="-128"/>
                <a:ea typeface="Adobe Gothic Std B" panose="020B0800000000000000" pitchFamily="34" charset="-128"/>
              </a:rPr>
            </a:b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Saya </a:t>
            </a:r>
            <a:r>
              <a:rPr lang="en-US" sz="2400" dirty="0" err="1">
                <a:solidFill>
                  <a:schemeClr val="accent1">
                    <a:lumMod val="75000"/>
                  </a:schemeClr>
                </a:solidFill>
                <a:latin typeface="Adobe Gothic Std B" panose="020B0800000000000000" pitchFamily="34" charset="-128"/>
                <a:ea typeface="Adobe Gothic Std B" panose="020B0800000000000000" pitchFamily="34" charset="-128"/>
              </a:rPr>
              <a:t>suka</a:t>
            </a: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 main </a:t>
            </a:r>
            <a:r>
              <a:rPr lang="en-US" sz="2400" dirty="0" err="1">
                <a:solidFill>
                  <a:schemeClr val="accent1">
                    <a:lumMod val="75000"/>
                  </a:schemeClr>
                </a:solidFill>
                <a:latin typeface="Adobe Gothic Std B" panose="020B0800000000000000" pitchFamily="34" charset="-128"/>
                <a:ea typeface="Adobe Gothic Std B" panose="020B0800000000000000" pitchFamily="34" charset="-128"/>
              </a:rPr>
              <a:t>tenis</a:t>
            </a: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 </a:t>
            </a:r>
            <a:r>
              <a:rPr lang="en-US" sz="2400" dirty="0" err="1">
                <a:solidFill>
                  <a:schemeClr val="accent1">
                    <a:lumMod val="75000"/>
                  </a:schemeClr>
                </a:solidFill>
                <a:latin typeface="Adobe Gothic Std B" panose="020B0800000000000000" pitchFamily="34" charset="-128"/>
                <a:ea typeface="Adobe Gothic Std B" panose="020B0800000000000000" pitchFamily="34" charset="-128"/>
              </a:rPr>
              <a:t>meja</a:t>
            </a: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a:t>
            </a:r>
            <a:br>
              <a:rPr lang="en-US" sz="2400" dirty="0">
                <a:solidFill>
                  <a:schemeClr val="accent1">
                    <a:lumMod val="75000"/>
                  </a:schemeClr>
                </a:solidFill>
                <a:latin typeface="Adobe Gothic Std B" panose="020B0800000000000000" pitchFamily="34" charset="-128"/>
                <a:ea typeface="Adobe Gothic Std B" panose="020B0800000000000000" pitchFamily="34" charset="-128"/>
              </a:rPr>
            </a:b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Saya </a:t>
            </a:r>
            <a:r>
              <a:rPr lang="en-US" sz="2400" dirty="0" err="1">
                <a:solidFill>
                  <a:schemeClr val="accent1">
                    <a:lumMod val="75000"/>
                  </a:schemeClr>
                </a:solidFill>
                <a:latin typeface="Adobe Gothic Std B" panose="020B0800000000000000" pitchFamily="34" charset="-128"/>
                <a:ea typeface="Adobe Gothic Std B" panose="020B0800000000000000" pitchFamily="34" charset="-128"/>
              </a:rPr>
              <a:t>sering</a:t>
            </a: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 main di </a:t>
            </a:r>
            <a:r>
              <a:rPr lang="en-US" sz="2400" dirty="0" err="1">
                <a:solidFill>
                  <a:schemeClr val="accent1">
                    <a:lumMod val="75000"/>
                  </a:schemeClr>
                </a:solidFill>
                <a:latin typeface="Adobe Gothic Std B" panose="020B0800000000000000" pitchFamily="34" charset="-128"/>
                <a:ea typeface="Adobe Gothic Std B" panose="020B0800000000000000" pitchFamily="34" charset="-128"/>
              </a:rPr>
              <a:t>rumah</a:t>
            </a:r>
            <a:r>
              <a:rPr lang="en-US" sz="2400" dirty="0">
                <a:solidFill>
                  <a:schemeClr val="accent1">
                    <a:lumMod val="75000"/>
                  </a:schemeClr>
                </a:solidFill>
                <a:latin typeface="Adobe Gothic Std B" panose="020B0800000000000000" pitchFamily="34" charset="-128"/>
                <a:ea typeface="Adobe Gothic Std B" panose="020B0800000000000000" pitchFamily="34" charset="-128"/>
              </a:rPr>
              <a:t> </a:t>
            </a:r>
            <a:br>
              <a:rPr lang="en-US" sz="2400" dirty="0">
                <a:latin typeface="Adobe Gothic Std B" panose="020B0800000000000000" pitchFamily="34" charset="-128"/>
                <a:ea typeface="Adobe Gothic Std B" panose="020B0800000000000000" pitchFamily="34" charset="-128"/>
              </a:rPr>
            </a:br>
            <a:r>
              <a:rPr lang="en-US" sz="2400" dirty="0">
                <a:latin typeface="Adobe Gothic Std B" panose="020B0800000000000000" pitchFamily="34" charset="-128"/>
                <a:ea typeface="Adobe Gothic Std B" panose="020B0800000000000000" pitchFamily="34" charset="-128"/>
              </a:rPr>
              <a:t>Saya </a:t>
            </a:r>
            <a:r>
              <a:rPr lang="en-US" sz="2400" dirty="0" err="1">
                <a:latin typeface="Adobe Gothic Std B" panose="020B0800000000000000" pitchFamily="34" charset="-128"/>
                <a:ea typeface="Adobe Gothic Std B" panose="020B0800000000000000" pitchFamily="34" charset="-128"/>
              </a:rPr>
              <a:t>kurang</a:t>
            </a:r>
            <a:r>
              <a:rPr lang="en-US" sz="2400" dirty="0">
                <a:latin typeface="Adobe Gothic Std B" panose="020B0800000000000000" pitchFamily="34" charset="-128"/>
                <a:ea typeface="Adobe Gothic Std B" panose="020B0800000000000000" pitchFamily="34" charset="-128"/>
              </a:rPr>
              <a:t> </a:t>
            </a:r>
            <a:r>
              <a:rPr lang="en-US" sz="2400" dirty="0" err="1">
                <a:latin typeface="Adobe Gothic Std B" panose="020B0800000000000000" pitchFamily="34" charset="-128"/>
                <a:ea typeface="Adobe Gothic Std B" panose="020B0800000000000000" pitchFamily="34" charset="-128"/>
              </a:rPr>
              <a:t>suka</a:t>
            </a:r>
            <a:r>
              <a:rPr lang="en-US" sz="2400" dirty="0">
                <a:latin typeface="Adobe Gothic Std B" panose="020B0800000000000000" pitchFamily="34" charset="-128"/>
                <a:ea typeface="Adobe Gothic Std B" panose="020B0800000000000000" pitchFamily="34" charset="-128"/>
              </a:rPr>
              <a:t> </a:t>
            </a:r>
            <a:r>
              <a:rPr lang="en-US" sz="2400" dirty="0" err="1">
                <a:latin typeface="Adobe Gothic Std B" panose="020B0800000000000000" pitchFamily="34" charset="-128"/>
                <a:ea typeface="Adobe Gothic Std B" panose="020B0800000000000000" pitchFamily="34" charset="-128"/>
              </a:rPr>
              <a:t>voli</a:t>
            </a:r>
            <a:r>
              <a:rPr lang="en-US" sz="2400" dirty="0">
                <a:latin typeface="Adobe Gothic Std B" panose="020B0800000000000000" pitchFamily="34" charset="-128"/>
                <a:ea typeface="Adobe Gothic Std B" panose="020B0800000000000000" pitchFamily="34" charset="-128"/>
              </a:rPr>
              <a:t>.</a:t>
            </a:r>
            <a:br>
              <a:rPr lang="en-US" sz="2400" dirty="0">
                <a:latin typeface="Adobe Gothic Std B" panose="020B0800000000000000" pitchFamily="34" charset="-128"/>
                <a:ea typeface="Adobe Gothic Std B" panose="020B0800000000000000" pitchFamily="34" charset="-128"/>
              </a:rPr>
            </a:br>
            <a:r>
              <a:rPr lang="en-US" sz="2400" dirty="0">
                <a:latin typeface="Adobe Gothic Std B" panose="020B0800000000000000" pitchFamily="34" charset="-128"/>
                <a:ea typeface="Adobe Gothic Std B" panose="020B0800000000000000" pitchFamily="34" charset="-128"/>
              </a:rPr>
              <a:t>Saya </a:t>
            </a:r>
            <a:r>
              <a:rPr lang="en-US" sz="2400" dirty="0" err="1">
                <a:latin typeface="Adobe Gothic Std B" panose="020B0800000000000000" pitchFamily="34" charset="-128"/>
                <a:ea typeface="Adobe Gothic Std B" panose="020B0800000000000000" pitchFamily="34" charset="-128"/>
              </a:rPr>
              <a:t>jarang</a:t>
            </a:r>
            <a:r>
              <a:rPr lang="en-US" sz="2400" dirty="0">
                <a:latin typeface="Adobe Gothic Std B" panose="020B0800000000000000" pitchFamily="34" charset="-128"/>
                <a:ea typeface="Adobe Gothic Std B" panose="020B0800000000000000" pitchFamily="34" charset="-128"/>
              </a:rPr>
              <a:t> main </a:t>
            </a:r>
            <a:r>
              <a:rPr lang="en-US" sz="2400" dirty="0" err="1">
                <a:latin typeface="Adobe Gothic Std B" panose="020B0800000000000000" pitchFamily="34" charset="-128"/>
                <a:ea typeface="Adobe Gothic Std B" panose="020B0800000000000000" pitchFamily="34" charset="-128"/>
              </a:rPr>
              <a:t>voli</a:t>
            </a:r>
            <a:br>
              <a:rPr lang="en-US" sz="2400" dirty="0">
                <a:latin typeface="Adobe Gothic Std B" panose="020B0800000000000000" pitchFamily="34" charset="-128"/>
                <a:ea typeface="Adobe Gothic Std B" panose="020B0800000000000000" pitchFamily="34" charset="-128"/>
              </a:rPr>
            </a:b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Saya </a:t>
            </a:r>
            <a:r>
              <a:rPr lang="en-US" sz="2400" dirty="0" err="1">
                <a:solidFill>
                  <a:schemeClr val="accent2">
                    <a:lumMod val="75000"/>
                  </a:schemeClr>
                </a:solidFill>
                <a:latin typeface="Adobe Gothic Std B" panose="020B0800000000000000" pitchFamily="34" charset="-128"/>
                <a:ea typeface="Adobe Gothic Std B" panose="020B0800000000000000" pitchFamily="34" charset="-128"/>
              </a:rPr>
              <a:t>tidak</a:t>
            </a: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 </a:t>
            </a:r>
            <a:r>
              <a:rPr lang="en-US" sz="2400" dirty="0" err="1">
                <a:solidFill>
                  <a:schemeClr val="accent2">
                    <a:lumMod val="75000"/>
                  </a:schemeClr>
                </a:solidFill>
                <a:latin typeface="Adobe Gothic Std B" panose="020B0800000000000000" pitchFamily="34" charset="-128"/>
                <a:ea typeface="Adobe Gothic Std B" panose="020B0800000000000000" pitchFamily="34" charset="-128"/>
              </a:rPr>
              <a:t>suka</a:t>
            </a: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 </a:t>
            </a:r>
            <a:r>
              <a:rPr lang="en-US" sz="2400" dirty="0" err="1">
                <a:solidFill>
                  <a:schemeClr val="accent2">
                    <a:lumMod val="75000"/>
                  </a:schemeClr>
                </a:solidFill>
                <a:latin typeface="Adobe Gothic Std B" panose="020B0800000000000000" pitchFamily="34" charset="-128"/>
                <a:ea typeface="Adobe Gothic Std B" panose="020B0800000000000000" pitchFamily="34" charset="-128"/>
              </a:rPr>
              <a:t>sepak</a:t>
            </a: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 bola.</a:t>
            </a:r>
            <a:br>
              <a:rPr lang="en-US" sz="2400" dirty="0">
                <a:solidFill>
                  <a:schemeClr val="accent2">
                    <a:lumMod val="75000"/>
                  </a:schemeClr>
                </a:solidFill>
                <a:latin typeface="Adobe Gothic Std B" panose="020B0800000000000000" pitchFamily="34" charset="-128"/>
                <a:ea typeface="Adobe Gothic Std B" panose="020B0800000000000000" pitchFamily="34" charset="-128"/>
              </a:rPr>
            </a:b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Saya </a:t>
            </a:r>
            <a:r>
              <a:rPr lang="en-US" sz="2400" dirty="0" err="1">
                <a:solidFill>
                  <a:schemeClr val="accent2">
                    <a:lumMod val="75000"/>
                  </a:schemeClr>
                </a:solidFill>
                <a:latin typeface="Adobe Gothic Std B" panose="020B0800000000000000" pitchFamily="34" charset="-128"/>
                <a:ea typeface="Adobe Gothic Std B" panose="020B0800000000000000" pitchFamily="34" charset="-128"/>
              </a:rPr>
              <a:t>tidak</a:t>
            </a: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 </a:t>
            </a:r>
            <a:r>
              <a:rPr lang="en-US" sz="2400" dirty="0" err="1">
                <a:solidFill>
                  <a:schemeClr val="accent2">
                    <a:lumMod val="75000"/>
                  </a:schemeClr>
                </a:solidFill>
                <a:latin typeface="Adobe Gothic Std B" panose="020B0800000000000000" pitchFamily="34" charset="-128"/>
                <a:ea typeface="Adobe Gothic Std B" panose="020B0800000000000000" pitchFamily="34" charset="-128"/>
              </a:rPr>
              <a:t>pernah</a:t>
            </a:r>
            <a:r>
              <a:rPr lang="en-US" sz="2400" dirty="0">
                <a:solidFill>
                  <a:schemeClr val="accent2">
                    <a:lumMod val="75000"/>
                  </a:schemeClr>
                </a:solidFill>
                <a:latin typeface="Adobe Gothic Std B" panose="020B0800000000000000" pitchFamily="34" charset="-128"/>
                <a:ea typeface="Adobe Gothic Std B" panose="020B0800000000000000" pitchFamily="34" charset="-128"/>
              </a:rPr>
              <a:t> main </a:t>
            </a:r>
            <a:r>
              <a:rPr lang="en-US" sz="2400" dirty="0" err="1">
                <a:solidFill>
                  <a:schemeClr val="accent2">
                    <a:lumMod val="75000"/>
                  </a:schemeClr>
                </a:solidFill>
                <a:latin typeface="Adobe Gothic Std B" panose="020B0800000000000000" pitchFamily="34" charset="-128"/>
                <a:ea typeface="Adobe Gothic Std B" panose="020B0800000000000000" pitchFamily="34" charset="-128"/>
              </a:rPr>
              <a:t>sepakbola</a:t>
            </a:r>
            <a:endParaRPr lang="en-US" sz="2400" dirty="0">
              <a:solidFill>
                <a:schemeClr val="accent2">
                  <a:lumMod val="75000"/>
                </a:schemeClr>
              </a:solidFill>
              <a:latin typeface="Adobe Gothic Std B" panose="020B0800000000000000" pitchFamily="34" charset="-128"/>
              <a:ea typeface="Adobe Gothic Std B" panose="020B0800000000000000" pitchFamily="34" charset="-128"/>
            </a:endParaRPr>
          </a:p>
        </p:txBody>
      </p:sp>
      <p:pic>
        <p:nvPicPr>
          <p:cNvPr id="4"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996" t="42292" r="3539" b="37500"/>
          <a:stretch/>
        </p:blipFill>
        <p:spPr>
          <a:xfrm>
            <a:off x="296215" y="605306"/>
            <a:ext cx="7470247" cy="1249251"/>
          </a:xfrm>
        </p:spPr>
      </p:pic>
      <p:sp>
        <p:nvSpPr>
          <p:cNvPr id="5" name="Rectangle 4"/>
          <p:cNvSpPr/>
          <p:nvPr/>
        </p:nvSpPr>
        <p:spPr>
          <a:xfrm>
            <a:off x="7766463" y="605306"/>
            <a:ext cx="4331636" cy="5640947"/>
          </a:xfrm>
          <a:prstGeom prst="rect">
            <a:avLst/>
          </a:prstGeom>
          <a:solidFill>
            <a:schemeClr val="accent2">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2000" u="sng" dirty="0">
                <a:solidFill>
                  <a:schemeClr val="tx1"/>
                </a:solidFill>
                <a:latin typeface="Arial Rounded MT Bold" panose="020F0704030504030204" pitchFamily="34" charset="0"/>
              </a:rPr>
              <a:t>FREKUENSI WAKTU</a:t>
            </a:r>
          </a:p>
          <a:p>
            <a:pPr>
              <a:lnSpc>
                <a:spcPct val="150000"/>
              </a:lnSpc>
            </a:pPr>
            <a:endParaRPr lang="en-US" sz="2000" dirty="0">
              <a:solidFill>
                <a:schemeClr val="tx1"/>
              </a:solidFill>
              <a:latin typeface="Arial Rounded MT Bold" panose="020F0704030504030204" pitchFamily="34" charset="0"/>
            </a:endParaRPr>
          </a:p>
          <a:p>
            <a:pPr>
              <a:lnSpc>
                <a:spcPct val="150000"/>
              </a:lnSpc>
            </a:pPr>
            <a:r>
              <a:rPr lang="en-US" sz="2000" dirty="0" err="1">
                <a:solidFill>
                  <a:schemeClr val="tx1"/>
                </a:solidFill>
                <a:latin typeface="Arial Rounded MT Bold" panose="020F0704030504030204" pitchFamily="34" charset="0"/>
              </a:rPr>
              <a:t>Tidak</a:t>
            </a:r>
            <a:r>
              <a:rPr lang="en-US" sz="2000" dirty="0">
                <a:solidFill>
                  <a:schemeClr val="tx1"/>
                </a:solidFill>
                <a:latin typeface="Arial Rounded MT Bold" panose="020F0704030504030204" pitchFamily="34" charset="0"/>
              </a:rPr>
              <a:t> </a:t>
            </a:r>
            <a:r>
              <a:rPr lang="en-US" sz="2000" dirty="0" err="1">
                <a:solidFill>
                  <a:schemeClr val="tx1"/>
                </a:solidFill>
                <a:latin typeface="Arial Rounded MT Bold" panose="020F0704030504030204" pitchFamily="34" charset="0"/>
              </a:rPr>
              <a:t>pernah</a:t>
            </a:r>
            <a:r>
              <a:rPr lang="en-US" sz="2000" dirty="0">
                <a:solidFill>
                  <a:schemeClr val="tx1"/>
                </a:solidFill>
                <a:latin typeface="Arial Rounded MT Bold" panose="020F0704030504030204" pitchFamily="34" charset="0"/>
              </a:rPr>
              <a:t> 	: never</a:t>
            </a:r>
          </a:p>
          <a:p>
            <a:pPr>
              <a:lnSpc>
                <a:spcPct val="150000"/>
              </a:lnSpc>
            </a:pPr>
            <a:r>
              <a:rPr lang="en-US" sz="2000" dirty="0" err="1">
                <a:solidFill>
                  <a:schemeClr val="tx1"/>
                </a:solidFill>
                <a:latin typeface="Arial Rounded MT Bold" panose="020F0704030504030204" pitchFamily="34" charset="0"/>
              </a:rPr>
              <a:t>Jarang</a:t>
            </a:r>
            <a:r>
              <a:rPr lang="en-US" sz="2000" dirty="0">
                <a:solidFill>
                  <a:schemeClr val="tx1"/>
                </a:solidFill>
                <a:latin typeface="Arial Rounded MT Bold" panose="020F0704030504030204" pitchFamily="34" charset="0"/>
              </a:rPr>
              <a:t>		</a:t>
            </a:r>
            <a:r>
              <a:rPr lang="en-US" sz="2400" dirty="0">
                <a:solidFill>
                  <a:schemeClr val="tx1"/>
                </a:solidFill>
                <a:latin typeface="Arial Rounded MT Bold" panose="020F0704030504030204" pitchFamily="34" charset="0"/>
              </a:rPr>
              <a:t>: </a:t>
            </a:r>
            <a:r>
              <a:rPr lang="en-US" sz="2000" dirty="0">
                <a:solidFill>
                  <a:schemeClr val="tx1"/>
                </a:solidFill>
                <a:latin typeface="Arial Rounded MT Bold" panose="020F0704030504030204" pitchFamily="34" charset="0"/>
              </a:rPr>
              <a:t>rare</a:t>
            </a:r>
          </a:p>
          <a:p>
            <a:pPr>
              <a:lnSpc>
                <a:spcPct val="150000"/>
              </a:lnSpc>
            </a:pPr>
            <a:r>
              <a:rPr lang="en-US" sz="2000" dirty="0" err="1">
                <a:solidFill>
                  <a:schemeClr val="tx1"/>
                </a:solidFill>
                <a:latin typeface="Arial Rounded MT Bold" panose="020F0704030504030204" pitchFamily="34" charset="0"/>
              </a:rPr>
              <a:t>Jarang</a:t>
            </a:r>
            <a:r>
              <a:rPr lang="en-US" sz="2000" dirty="0">
                <a:solidFill>
                  <a:schemeClr val="tx1"/>
                </a:solidFill>
                <a:latin typeface="Arial Rounded MT Bold" panose="020F0704030504030204" pitchFamily="34" charset="0"/>
              </a:rPr>
              <a:t>		: seldom</a:t>
            </a:r>
            <a:endParaRPr lang="en-US" dirty="0">
              <a:solidFill>
                <a:schemeClr val="tx1"/>
              </a:solidFill>
              <a:latin typeface="Arial Rounded MT Bold" panose="020F0704030504030204" pitchFamily="34" charset="0"/>
            </a:endParaRPr>
          </a:p>
          <a:p>
            <a:pPr>
              <a:lnSpc>
                <a:spcPct val="150000"/>
              </a:lnSpc>
            </a:pPr>
            <a:r>
              <a:rPr lang="en-US" sz="2000" dirty="0" err="1">
                <a:solidFill>
                  <a:schemeClr val="tx1"/>
                </a:solidFill>
                <a:latin typeface="Arial Rounded MT Bold" panose="020F0704030504030204" pitchFamily="34" charset="0"/>
              </a:rPr>
              <a:t>Kadang-kadang</a:t>
            </a:r>
            <a:r>
              <a:rPr lang="en-US" sz="2000" dirty="0">
                <a:solidFill>
                  <a:schemeClr val="tx1"/>
                </a:solidFill>
                <a:latin typeface="Arial Rounded MT Bold" panose="020F0704030504030204" pitchFamily="34" charset="0"/>
              </a:rPr>
              <a:t> : sometimes</a:t>
            </a:r>
          </a:p>
          <a:p>
            <a:pPr>
              <a:lnSpc>
                <a:spcPct val="150000"/>
              </a:lnSpc>
            </a:pPr>
            <a:r>
              <a:rPr lang="en-US" sz="2000" dirty="0" err="1">
                <a:solidFill>
                  <a:schemeClr val="tx1"/>
                </a:solidFill>
                <a:latin typeface="Arial Rounded MT Bold" panose="020F0704030504030204" pitchFamily="34" charset="0"/>
              </a:rPr>
              <a:t>Pernah</a:t>
            </a:r>
            <a:r>
              <a:rPr lang="en-US" sz="2000" dirty="0">
                <a:solidFill>
                  <a:schemeClr val="tx1"/>
                </a:solidFill>
                <a:latin typeface="Arial Rounded MT Bold" panose="020F0704030504030204" pitchFamily="34" charset="0"/>
              </a:rPr>
              <a:t>		: ever</a:t>
            </a:r>
          </a:p>
          <a:p>
            <a:pPr>
              <a:lnSpc>
                <a:spcPct val="150000"/>
              </a:lnSpc>
            </a:pPr>
            <a:r>
              <a:rPr lang="en-US" sz="2000" dirty="0" err="1">
                <a:solidFill>
                  <a:schemeClr val="tx1"/>
                </a:solidFill>
                <a:latin typeface="Arial Rounded MT Bold" panose="020F0704030504030204" pitchFamily="34" charset="0"/>
              </a:rPr>
              <a:t>Sering</a:t>
            </a:r>
            <a:r>
              <a:rPr lang="en-US" sz="2000" dirty="0">
                <a:solidFill>
                  <a:schemeClr val="tx1"/>
                </a:solidFill>
                <a:latin typeface="Arial Rounded MT Bold" panose="020F0704030504030204" pitchFamily="34" charset="0"/>
              </a:rPr>
              <a:t> 		: often</a:t>
            </a:r>
          </a:p>
          <a:p>
            <a:pPr>
              <a:lnSpc>
                <a:spcPct val="150000"/>
              </a:lnSpc>
            </a:pPr>
            <a:r>
              <a:rPr lang="en-US" sz="2000" dirty="0" err="1">
                <a:solidFill>
                  <a:schemeClr val="tx1"/>
                </a:solidFill>
                <a:latin typeface="Arial Rounded MT Bold" panose="020F0704030504030204" pitchFamily="34" charset="0"/>
              </a:rPr>
              <a:t>Selalu</a:t>
            </a:r>
            <a:r>
              <a:rPr lang="en-US" sz="2000" dirty="0">
                <a:solidFill>
                  <a:schemeClr val="tx1"/>
                </a:solidFill>
                <a:latin typeface="Arial Rounded MT Bold" panose="020F0704030504030204" pitchFamily="34" charset="0"/>
              </a:rPr>
              <a:t> 		: always</a:t>
            </a:r>
          </a:p>
          <a:p>
            <a:pPr>
              <a:lnSpc>
                <a:spcPct val="150000"/>
              </a:lnSpc>
            </a:pPr>
            <a:r>
              <a:rPr lang="en-US" sz="2000" dirty="0" err="1">
                <a:solidFill>
                  <a:schemeClr val="tx1"/>
                </a:solidFill>
                <a:latin typeface="Arial Rounded MT Bold" panose="020F0704030504030204" pitchFamily="34" charset="0"/>
              </a:rPr>
              <a:t>Biasanya</a:t>
            </a:r>
            <a:r>
              <a:rPr lang="en-US" sz="2000" dirty="0">
                <a:solidFill>
                  <a:schemeClr val="tx1"/>
                </a:solidFill>
                <a:latin typeface="Arial Rounded MT Bold" panose="020F0704030504030204" pitchFamily="34" charset="0"/>
              </a:rPr>
              <a:t>	: usually</a:t>
            </a:r>
          </a:p>
          <a:p>
            <a:pPr>
              <a:lnSpc>
                <a:spcPct val="150000"/>
              </a:lnSpc>
            </a:pPr>
            <a:endParaRPr lang="en-US" dirty="0">
              <a:solidFill>
                <a:srgbClr val="FF0000"/>
              </a:solidFill>
              <a:latin typeface="Arial Rounded MT Bold" panose="020F0704030504030204" pitchFamily="34" charset="0"/>
            </a:endParaRPr>
          </a:p>
        </p:txBody>
      </p:sp>
    </p:spTree>
    <p:extLst>
      <p:ext uri="{BB962C8B-B14F-4D97-AF65-F5344CB8AC3E}">
        <p14:creationId xmlns:p14="http://schemas.microsoft.com/office/powerpoint/2010/main" val="49455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FB096-15D1-419A-BBEF-8469699663B0}"/>
              </a:ext>
            </a:extLst>
          </p:cNvPr>
          <p:cNvSpPr>
            <a:spLocks noGrp="1"/>
          </p:cNvSpPr>
          <p:nvPr>
            <p:ph idx="1"/>
          </p:nvPr>
        </p:nvSpPr>
        <p:spPr>
          <a:xfrm>
            <a:off x="360218" y="293708"/>
            <a:ext cx="11471564" cy="4351338"/>
          </a:xfrm>
        </p:spPr>
        <p:txBody>
          <a:bodyPr/>
          <a:lstStyle/>
          <a:p>
            <a:pPr marL="0" indent="0" algn="ctr">
              <a:buNone/>
            </a:pPr>
            <a:r>
              <a:rPr lang="en-ID" b="1" dirty="0" err="1"/>
              <a:t>Olahraga</a:t>
            </a:r>
            <a:r>
              <a:rPr lang="en-ID" b="1" dirty="0"/>
              <a:t> </a:t>
            </a:r>
          </a:p>
          <a:p>
            <a:pPr marL="0" indent="0" algn="just">
              <a:buNone/>
            </a:pPr>
            <a:endParaRPr lang="en-ID" b="1" dirty="0"/>
          </a:p>
          <a:p>
            <a:pPr marL="0" indent="0" algn="just">
              <a:buNone/>
            </a:pPr>
            <a:r>
              <a:rPr lang="en-ID" sz="3200" dirty="0" err="1"/>
              <a:t>Setiap</a:t>
            </a:r>
            <a:r>
              <a:rPr lang="en-ID" sz="3200" dirty="0"/>
              <a:t> </a:t>
            </a:r>
            <a:r>
              <a:rPr lang="en-ID" sz="3200" dirty="0" err="1"/>
              <a:t>hari</a:t>
            </a:r>
            <a:r>
              <a:rPr lang="en-ID" sz="3200" dirty="0"/>
              <a:t> </a:t>
            </a:r>
            <a:r>
              <a:rPr lang="en-ID" sz="3200" dirty="0" err="1"/>
              <a:t>Minggu</a:t>
            </a:r>
            <a:r>
              <a:rPr lang="en-ID" sz="3200" dirty="0"/>
              <a:t>, </a:t>
            </a:r>
            <a:r>
              <a:rPr lang="en-ID" sz="3200" dirty="0" err="1"/>
              <a:t>saya</a:t>
            </a:r>
            <a:r>
              <a:rPr lang="en-ID" sz="3200" dirty="0"/>
              <a:t> </a:t>
            </a:r>
            <a:r>
              <a:rPr lang="en-ID" sz="3200" dirty="0" err="1"/>
              <a:t>olahraga</a:t>
            </a:r>
            <a:r>
              <a:rPr lang="en-ID" sz="3200" dirty="0"/>
              <a:t> di </a:t>
            </a:r>
            <a:r>
              <a:rPr lang="en-ID" sz="3200" dirty="0" err="1"/>
              <a:t>taman</a:t>
            </a:r>
            <a:r>
              <a:rPr lang="en-ID" sz="3200" dirty="0"/>
              <a:t> </a:t>
            </a:r>
            <a:r>
              <a:rPr lang="en-ID" sz="3200" dirty="0" err="1"/>
              <a:t>bersama</a:t>
            </a:r>
            <a:r>
              <a:rPr lang="en-ID" sz="3200" dirty="0"/>
              <a:t> </a:t>
            </a:r>
            <a:r>
              <a:rPr lang="en-ID" sz="3200" dirty="0" err="1"/>
              <a:t>teman-teman</a:t>
            </a:r>
            <a:r>
              <a:rPr lang="en-ID" sz="3200" dirty="0"/>
              <a:t>. Kami main </a:t>
            </a:r>
            <a:r>
              <a:rPr lang="en-ID" sz="3200" dirty="0" err="1"/>
              <a:t>sepak</a:t>
            </a:r>
            <a:r>
              <a:rPr lang="en-ID" sz="3200" dirty="0"/>
              <a:t> bola </a:t>
            </a:r>
            <a:r>
              <a:rPr lang="en-ID" sz="3200" dirty="0" err="1"/>
              <a:t>selama</a:t>
            </a:r>
            <a:r>
              <a:rPr lang="en-ID" sz="3200" dirty="0"/>
              <a:t> </a:t>
            </a:r>
            <a:r>
              <a:rPr lang="en-ID" sz="3200" dirty="0" err="1"/>
              <a:t>satu</a:t>
            </a:r>
            <a:r>
              <a:rPr lang="en-ID" sz="3200" dirty="0"/>
              <a:t> jam. Budi </a:t>
            </a:r>
            <a:r>
              <a:rPr lang="en-ID" sz="3200" dirty="0" err="1"/>
              <a:t>menendang</a:t>
            </a:r>
            <a:r>
              <a:rPr lang="en-ID" sz="3200" dirty="0"/>
              <a:t> bola </a:t>
            </a:r>
            <a:r>
              <a:rPr lang="en-ID" sz="3200" dirty="0" err="1"/>
              <a:t>dengan</a:t>
            </a:r>
            <a:r>
              <a:rPr lang="en-ID" sz="3200" dirty="0"/>
              <a:t> </a:t>
            </a:r>
            <a:r>
              <a:rPr lang="en-ID" sz="3200" dirty="0" err="1"/>
              <a:t>kuat</a:t>
            </a:r>
            <a:r>
              <a:rPr lang="en-ID" sz="3200" dirty="0"/>
              <a:t>, </a:t>
            </a:r>
            <a:r>
              <a:rPr lang="en-ID" sz="3200" dirty="0" err="1"/>
              <a:t>lalu</a:t>
            </a:r>
            <a:r>
              <a:rPr lang="en-ID" sz="3200" dirty="0"/>
              <a:t> </a:t>
            </a:r>
            <a:r>
              <a:rPr lang="en-ID" sz="3200" b="1" dirty="0" err="1"/>
              <a:t>ditangkap</a:t>
            </a:r>
            <a:r>
              <a:rPr lang="en-ID" sz="3200" dirty="0"/>
              <a:t> oleh </a:t>
            </a:r>
            <a:r>
              <a:rPr lang="en-ID" sz="3200" dirty="0" err="1"/>
              <a:t>penjaga</a:t>
            </a:r>
            <a:r>
              <a:rPr lang="en-ID" sz="3200" dirty="0"/>
              <a:t> </a:t>
            </a:r>
            <a:r>
              <a:rPr lang="en-ID" sz="3200" dirty="0" err="1"/>
              <a:t>gawang</a:t>
            </a:r>
            <a:r>
              <a:rPr lang="en-ID" sz="3200" dirty="0"/>
              <a:t>. Setelah </a:t>
            </a:r>
            <a:r>
              <a:rPr lang="en-ID" sz="3200" dirty="0" err="1"/>
              <a:t>itu</a:t>
            </a:r>
            <a:r>
              <a:rPr lang="en-ID" sz="3200" dirty="0"/>
              <a:t>, kami </a:t>
            </a:r>
            <a:r>
              <a:rPr lang="en-ID" sz="3200" b="1" dirty="0" err="1"/>
              <a:t>meminum</a:t>
            </a:r>
            <a:r>
              <a:rPr lang="en-ID" sz="3200" dirty="0"/>
              <a:t> air dan </a:t>
            </a:r>
            <a:r>
              <a:rPr lang="en-ID" sz="3200" b="1" dirty="0" err="1"/>
              <a:t>memakan</a:t>
            </a:r>
            <a:r>
              <a:rPr lang="en-ID" sz="3200" dirty="0"/>
              <a:t> roti yang </a:t>
            </a:r>
            <a:r>
              <a:rPr lang="en-ID" sz="3200" b="1" dirty="0" err="1"/>
              <a:t>dibawa</a:t>
            </a:r>
            <a:r>
              <a:rPr lang="en-ID" sz="3200" dirty="0"/>
              <a:t> oleh Rina. </a:t>
            </a:r>
            <a:r>
              <a:rPr lang="en-ID" sz="3200" dirty="0" err="1"/>
              <a:t>Aktivitas</a:t>
            </a:r>
            <a:r>
              <a:rPr lang="en-ID" sz="3200" dirty="0"/>
              <a:t> </a:t>
            </a:r>
            <a:r>
              <a:rPr lang="en-ID" sz="3200" dirty="0" err="1"/>
              <a:t>olahraga</a:t>
            </a:r>
            <a:r>
              <a:rPr lang="en-ID" sz="3200" dirty="0"/>
              <a:t> </a:t>
            </a:r>
            <a:r>
              <a:rPr lang="en-ID" sz="3200" dirty="0" err="1"/>
              <a:t>ini</a:t>
            </a:r>
            <a:r>
              <a:rPr lang="en-ID" sz="3200" dirty="0"/>
              <a:t> </a:t>
            </a:r>
            <a:r>
              <a:rPr lang="en-ID" sz="3200" dirty="0" err="1"/>
              <a:t>selalu</a:t>
            </a:r>
            <a:r>
              <a:rPr lang="en-ID" sz="3200" dirty="0"/>
              <a:t> </a:t>
            </a:r>
            <a:r>
              <a:rPr lang="en-ID" sz="3200" b="1" dirty="0" err="1"/>
              <a:t>dilakukan</a:t>
            </a:r>
            <a:r>
              <a:rPr lang="en-ID" sz="3200" dirty="0"/>
              <a:t> </a:t>
            </a:r>
            <a:r>
              <a:rPr lang="en-ID" sz="3200" dirty="0" err="1"/>
              <a:t>untuk</a:t>
            </a:r>
            <a:r>
              <a:rPr lang="en-ID" sz="3200" dirty="0"/>
              <a:t> </a:t>
            </a:r>
            <a:r>
              <a:rPr lang="en-ID" sz="3200" b="1" dirty="0" err="1"/>
              <a:t>menjaga</a:t>
            </a:r>
            <a:r>
              <a:rPr lang="en-ID" sz="3200" dirty="0"/>
              <a:t> </a:t>
            </a:r>
            <a:r>
              <a:rPr lang="en-ID" sz="3200" dirty="0" err="1"/>
              <a:t>kesehatan</a:t>
            </a:r>
            <a:r>
              <a:rPr lang="en-ID" sz="3200" dirty="0"/>
              <a:t> dan </a:t>
            </a:r>
            <a:r>
              <a:rPr lang="en-ID" sz="3200" b="1" dirty="0" err="1"/>
              <a:t>membuat</a:t>
            </a:r>
            <a:r>
              <a:rPr lang="en-ID" sz="3200" dirty="0"/>
              <a:t> </a:t>
            </a:r>
            <a:r>
              <a:rPr lang="en-ID" sz="3200" dirty="0" err="1"/>
              <a:t>tubuh</a:t>
            </a:r>
            <a:r>
              <a:rPr lang="en-ID" sz="3200" dirty="0"/>
              <a:t> </a:t>
            </a:r>
            <a:r>
              <a:rPr lang="en-ID" sz="3200" b="1" dirty="0" err="1"/>
              <a:t>menjadi</a:t>
            </a:r>
            <a:r>
              <a:rPr lang="en-ID" sz="3200" dirty="0"/>
              <a:t> </a:t>
            </a:r>
            <a:r>
              <a:rPr lang="en-ID" sz="3200" dirty="0" err="1"/>
              <a:t>lebih</a:t>
            </a:r>
            <a:r>
              <a:rPr lang="en-ID" sz="3200" dirty="0"/>
              <a:t> </a:t>
            </a:r>
            <a:r>
              <a:rPr lang="en-ID" sz="3200" dirty="0" err="1"/>
              <a:t>kuat</a:t>
            </a:r>
            <a:endParaRPr lang="en-ID" sz="3200" dirty="0"/>
          </a:p>
          <a:p>
            <a:pPr marL="0" indent="0" algn="just">
              <a:buNone/>
            </a:pPr>
            <a:endParaRPr lang="en-ID" dirty="0"/>
          </a:p>
        </p:txBody>
      </p:sp>
      <p:pic>
        <p:nvPicPr>
          <p:cNvPr id="4" name="Picture 2" descr="Beach footer Images - Free Download on Freepik">
            <a:extLst>
              <a:ext uri="{FF2B5EF4-FFF2-40B4-BE49-F238E27FC236}">
                <a16:creationId xmlns:a16="http://schemas.microsoft.com/office/drawing/2014/main" id="{4E3BE02D-7B34-4D94-B472-22E18FAAD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85756"/>
            <a:ext cx="6103917" cy="20722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Beach footer Images - Free Download on Freepik">
            <a:extLst>
              <a:ext uri="{FF2B5EF4-FFF2-40B4-BE49-F238E27FC236}">
                <a16:creationId xmlns:a16="http://schemas.microsoft.com/office/drawing/2014/main" id="{AEA2A2D2-5BA1-4935-9B7B-64CFD9863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8083" y="4785756"/>
            <a:ext cx="6103917" cy="2072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663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FB096-15D1-419A-BBEF-8469699663B0}"/>
              </a:ext>
            </a:extLst>
          </p:cNvPr>
          <p:cNvSpPr>
            <a:spLocks noGrp="1"/>
          </p:cNvSpPr>
          <p:nvPr>
            <p:ph idx="1"/>
          </p:nvPr>
        </p:nvSpPr>
        <p:spPr>
          <a:xfrm>
            <a:off x="360218" y="293708"/>
            <a:ext cx="11471564" cy="1760723"/>
          </a:xfrm>
        </p:spPr>
        <p:txBody>
          <a:bodyPr>
            <a:normAutofit/>
          </a:bodyPr>
          <a:lstStyle/>
          <a:p>
            <a:pPr marL="0" indent="0" algn="just">
              <a:buNone/>
            </a:pPr>
            <a:r>
              <a:rPr lang="en-ID" sz="2000" dirty="0"/>
              <a:t>In Indonesian, </a:t>
            </a:r>
            <a:r>
              <a:rPr lang="en-ID" sz="2000" b="1" dirty="0"/>
              <a:t>active and passive voices</a:t>
            </a:r>
            <a:r>
              <a:rPr lang="en-ID" sz="2000" dirty="0"/>
              <a:t> show who performs and who receives an action. An </a:t>
            </a:r>
            <a:r>
              <a:rPr lang="en-ID" sz="2000" b="1" dirty="0"/>
              <a:t>active sentence</a:t>
            </a:r>
            <a:r>
              <a:rPr lang="en-ID" sz="2000" dirty="0"/>
              <a:t> focuses on the </a:t>
            </a:r>
            <a:r>
              <a:rPr lang="en-ID" sz="2000" i="1" dirty="0"/>
              <a:t>doer</a:t>
            </a:r>
            <a:r>
              <a:rPr lang="en-ID" sz="2000" dirty="0"/>
              <a:t> (the subject performs the action), while a </a:t>
            </a:r>
            <a:r>
              <a:rPr lang="en-ID" sz="2000" b="1" dirty="0"/>
              <a:t>passive sentence</a:t>
            </a:r>
            <a:r>
              <a:rPr lang="en-ID" sz="2000" dirty="0"/>
              <a:t> focuses on the </a:t>
            </a:r>
            <a:r>
              <a:rPr lang="en-ID" sz="2000" i="1" dirty="0"/>
              <a:t>receiver</a:t>
            </a:r>
            <a:r>
              <a:rPr lang="en-ID" sz="2000" dirty="0"/>
              <a:t> of the action. Active verbs usually begin with the prefix </a:t>
            </a:r>
            <a:r>
              <a:rPr lang="en-ID" sz="2000" b="1" dirty="0"/>
              <a:t>me-</a:t>
            </a:r>
            <a:r>
              <a:rPr lang="en-ID" sz="2000" dirty="0"/>
              <a:t>, and passive verbs often use the prefix </a:t>
            </a:r>
            <a:r>
              <a:rPr lang="en-ID" sz="2000" b="1" dirty="0"/>
              <a:t>di-</a:t>
            </a:r>
            <a:r>
              <a:rPr lang="en-ID" sz="2000" dirty="0"/>
              <a:t>. The change between active and passive does not alter the meaning but shifts the focus of the sentence.</a:t>
            </a:r>
          </a:p>
          <a:p>
            <a:pPr marL="0" indent="0" algn="just">
              <a:buNone/>
            </a:pPr>
            <a:endParaRPr lang="en-ID" sz="2400" dirty="0"/>
          </a:p>
        </p:txBody>
      </p:sp>
      <p:graphicFrame>
        <p:nvGraphicFramePr>
          <p:cNvPr id="2" name="Table 1">
            <a:extLst>
              <a:ext uri="{FF2B5EF4-FFF2-40B4-BE49-F238E27FC236}">
                <a16:creationId xmlns:a16="http://schemas.microsoft.com/office/drawing/2014/main" id="{4AE01021-E45A-46EB-8B16-D07429C33509}"/>
              </a:ext>
            </a:extLst>
          </p:cNvPr>
          <p:cNvGraphicFramePr>
            <a:graphicFrameLocks noGrp="1"/>
          </p:cNvGraphicFramePr>
          <p:nvPr>
            <p:extLst>
              <p:ext uri="{D42A27DB-BD31-4B8C-83A1-F6EECF244321}">
                <p14:modId xmlns:p14="http://schemas.microsoft.com/office/powerpoint/2010/main" val="1833815815"/>
              </p:ext>
            </p:extLst>
          </p:nvPr>
        </p:nvGraphicFramePr>
        <p:xfrm>
          <a:off x="190005" y="1667813"/>
          <a:ext cx="11512956" cy="4896479"/>
        </p:xfrm>
        <a:graphic>
          <a:graphicData uri="http://schemas.openxmlformats.org/drawingml/2006/table">
            <a:tbl>
              <a:tblPr firstRow="1" firstCol="1" bandRow="1">
                <a:tableStyleId>{5C22544A-7EE6-4342-B048-85BDC9FD1C3A}</a:tableStyleId>
              </a:tblPr>
              <a:tblGrid>
                <a:gridCol w="522922">
                  <a:extLst>
                    <a:ext uri="{9D8B030D-6E8A-4147-A177-3AD203B41FA5}">
                      <a16:colId xmlns:a16="http://schemas.microsoft.com/office/drawing/2014/main" val="3880665484"/>
                    </a:ext>
                  </a:extLst>
                </a:gridCol>
                <a:gridCol w="997120">
                  <a:extLst>
                    <a:ext uri="{9D8B030D-6E8A-4147-A177-3AD203B41FA5}">
                      <a16:colId xmlns:a16="http://schemas.microsoft.com/office/drawing/2014/main" val="2451871333"/>
                    </a:ext>
                  </a:extLst>
                </a:gridCol>
                <a:gridCol w="2054431">
                  <a:extLst>
                    <a:ext uri="{9D8B030D-6E8A-4147-A177-3AD203B41FA5}">
                      <a16:colId xmlns:a16="http://schemas.microsoft.com/office/drawing/2014/main" val="2701228115"/>
                    </a:ext>
                  </a:extLst>
                </a:gridCol>
                <a:gridCol w="4284004">
                  <a:extLst>
                    <a:ext uri="{9D8B030D-6E8A-4147-A177-3AD203B41FA5}">
                      <a16:colId xmlns:a16="http://schemas.microsoft.com/office/drawing/2014/main" val="708506007"/>
                    </a:ext>
                  </a:extLst>
                </a:gridCol>
                <a:gridCol w="3654479">
                  <a:extLst>
                    <a:ext uri="{9D8B030D-6E8A-4147-A177-3AD203B41FA5}">
                      <a16:colId xmlns:a16="http://schemas.microsoft.com/office/drawing/2014/main" val="3619085207"/>
                    </a:ext>
                  </a:extLst>
                </a:gridCol>
              </a:tblGrid>
              <a:tr h="652431">
                <a:tc>
                  <a:txBody>
                    <a:bodyPr/>
                    <a:lstStyle/>
                    <a:p>
                      <a:pPr algn="ctr">
                        <a:lnSpc>
                          <a:spcPct val="107000"/>
                        </a:lnSpc>
                        <a:spcAft>
                          <a:spcPts val="0"/>
                        </a:spcAft>
                      </a:pPr>
                      <a:r>
                        <a:rPr lang="en-ID" sz="1800">
                          <a:effectLst/>
                        </a:rPr>
                        <a:t>No.</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D" sz="1800">
                          <a:effectLst/>
                        </a:rPr>
                        <a:t>Kata Dasar</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D" sz="1800">
                          <a:effectLst/>
                        </a:rPr>
                        <a:t>Bentuk Aktif dan Pasif</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D" sz="1800">
                          <a:effectLst/>
                        </a:rPr>
                        <a:t>Contoh Kalimat Aktif</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D" sz="1800">
                          <a:effectLst/>
                        </a:rPr>
                        <a:t>Contoh Kalimat Pasif</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5154832"/>
                  </a:ext>
                </a:extLst>
              </a:tr>
              <a:tr h="646080">
                <a:tc>
                  <a:txBody>
                    <a:bodyPr/>
                    <a:lstStyle/>
                    <a:p>
                      <a:pPr>
                        <a:lnSpc>
                          <a:spcPct val="107000"/>
                        </a:lnSpc>
                        <a:spcAft>
                          <a:spcPts val="0"/>
                        </a:spcAft>
                      </a:pPr>
                      <a:r>
                        <a:rPr lang="en-ID" sz="1800">
                          <a:effectLst/>
                        </a:rPr>
                        <a:t>1</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tulis</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menulis / ditulis</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err="1">
                          <a:effectLst/>
                        </a:rPr>
                        <a:t>Sinta</a:t>
                      </a:r>
                      <a:r>
                        <a:rPr lang="en-ID" sz="2000" b="1" dirty="0">
                          <a:effectLst/>
                        </a:rPr>
                        <a:t> </a:t>
                      </a:r>
                      <a:r>
                        <a:rPr lang="en-ID" sz="2000" b="1" dirty="0" err="1">
                          <a:effectLst/>
                        </a:rPr>
                        <a:t>menulis</a:t>
                      </a:r>
                      <a:r>
                        <a:rPr lang="en-ID" sz="2000" b="1" dirty="0">
                          <a:effectLst/>
                        </a:rPr>
                        <a:t> </a:t>
                      </a:r>
                      <a:r>
                        <a:rPr lang="en-ID" sz="2000" b="1" dirty="0" err="1">
                          <a:effectLst/>
                        </a:rPr>
                        <a:t>surat</a:t>
                      </a:r>
                      <a:r>
                        <a:rPr lang="en-ID" sz="2000" b="1" dirty="0">
                          <a:effectLst/>
                        </a:rPr>
                        <a:t> </a:t>
                      </a:r>
                      <a:r>
                        <a:rPr lang="en-ID" sz="2000" b="1" dirty="0" err="1">
                          <a:effectLst/>
                        </a:rPr>
                        <a:t>setiap</a:t>
                      </a:r>
                      <a:r>
                        <a:rPr lang="en-ID" sz="2000" b="1" dirty="0">
                          <a:effectLst/>
                        </a:rPr>
                        <a:t> </a:t>
                      </a:r>
                      <a:r>
                        <a:rPr lang="en-ID" sz="2000" b="1" dirty="0" err="1">
                          <a:effectLst/>
                        </a:rPr>
                        <a:t>pagi</a:t>
                      </a:r>
                      <a:r>
                        <a:rPr lang="en-ID" sz="2000" b="1" dirty="0">
                          <a:effectLst/>
                        </a:rPr>
                        <a:t>. </a:t>
                      </a:r>
                    </a:p>
                    <a:p>
                      <a:pPr>
                        <a:lnSpc>
                          <a:spcPct val="107000"/>
                        </a:lnSpc>
                        <a:spcAft>
                          <a:spcPts val="0"/>
                        </a:spcAft>
                      </a:pPr>
                      <a:r>
                        <a:rPr lang="en-US" sz="1800" b="1" i="1" dirty="0" err="1">
                          <a:effectLst/>
                          <a:latin typeface="Calibri" panose="020F0502020204030204" pitchFamily="34" charset="0"/>
                          <a:ea typeface="Calibri" panose="020F0502020204030204" pitchFamily="34" charset="0"/>
                          <a:cs typeface="Times New Roman" panose="02020603050405020304" pitchFamily="18" charset="0"/>
                        </a:rPr>
                        <a:t>Sinta</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 writes a letter every morning.</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a:effectLst/>
                        </a:rPr>
                        <a:t>Surat </a:t>
                      </a:r>
                      <a:r>
                        <a:rPr lang="en-ID" sz="2000" b="1" dirty="0" err="1">
                          <a:effectLst/>
                        </a:rPr>
                        <a:t>itu</a:t>
                      </a:r>
                      <a:r>
                        <a:rPr lang="en-ID" sz="2000" b="1" dirty="0">
                          <a:effectLst/>
                        </a:rPr>
                        <a:t> </a:t>
                      </a:r>
                      <a:r>
                        <a:rPr lang="en-ID" sz="2000" b="1" dirty="0" err="1">
                          <a:effectLst/>
                        </a:rPr>
                        <a:t>ditulis</a:t>
                      </a:r>
                      <a:r>
                        <a:rPr lang="en-ID" sz="2000" b="1" dirty="0">
                          <a:effectLst/>
                        </a:rPr>
                        <a:t> oleh </a:t>
                      </a:r>
                      <a:r>
                        <a:rPr lang="en-ID" sz="2000" b="1" dirty="0" err="1">
                          <a:effectLst/>
                        </a:rPr>
                        <a:t>Sinta</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The letter was written by </a:t>
                      </a:r>
                      <a:r>
                        <a:rPr lang="en-US" sz="1800" b="1" i="1" dirty="0" err="1">
                          <a:effectLst/>
                          <a:latin typeface="Calibri" panose="020F0502020204030204" pitchFamily="34" charset="0"/>
                          <a:ea typeface="Calibri" panose="020F0502020204030204" pitchFamily="34" charset="0"/>
                          <a:cs typeface="Times New Roman" panose="02020603050405020304" pitchFamily="18" charset="0"/>
                        </a:rPr>
                        <a:t>Sinta</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4052582"/>
                  </a:ext>
                </a:extLst>
              </a:tr>
              <a:tr h="652431">
                <a:tc>
                  <a:txBody>
                    <a:bodyPr/>
                    <a:lstStyle/>
                    <a:p>
                      <a:pPr>
                        <a:lnSpc>
                          <a:spcPct val="107000"/>
                        </a:lnSpc>
                        <a:spcAft>
                          <a:spcPts val="0"/>
                        </a:spcAft>
                      </a:pPr>
                      <a:r>
                        <a:rPr lang="en-ID" sz="1800">
                          <a:effectLst/>
                        </a:rPr>
                        <a:t>2</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makan</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memakan / dimakan</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a:effectLst/>
                        </a:rPr>
                        <a:t>Anak </a:t>
                      </a:r>
                      <a:r>
                        <a:rPr lang="en-ID" sz="2000" b="1" dirty="0" err="1">
                          <a:effectLst/>
                        </a:rPr>
                        <a:t>itu</a:t>
                      </a:r>
                      <a:r>
                        <a:rPr lang="en-ID" sz="2000" b="1" dirty="0">
                          <a:effectLst/>
                        </a:rPr>
                        <a:t> </a:t>
                      </a:r>
                      <a:r>
                        <a:rPr lang="en-ID" sz="2000" b="1" dirty="0" err="1">
                          <a:effectLst/>
                        </a:rPr>
                        <a:t>memakan</a:t>
                      </a:r>
                      <a:r>
                        <a:rPr lang="en-ID" sz="2000" b="1" dirty="0">
                          <a:effectLst/>
                        </a:rPr>
                        <a:t> roti.</a:t>
                      </a:r>
                    </a:p>
                    <a:p>
                      <a:pPr>
                        <a:lnSpc>
                          <a:spcPct val="107000"/>
                        </a:lnSpc>
                        <a:spcAft>
                          <a:spcPts val="0"/>
                        </a:spcAft>
                      </a:pPr>
                      <a:r>
                        <a:rPr lang="en-ID" sz="1800" b="1" i="1" dirty="0">
                          <a:effectLst/>
                          <a:latin typeface="Calibri" panose="020F0502020204030204" pitchFamily="34" charset="0"/>
                          <a:ea typeface="Calibri" panose="020F0502020204030204" pitchFamily="34" charset="0"/>
                          <a:cs typeface="Times New Roman" panose="02020603050405020304" pitchFamily="18" charset="0"/>
                        </a:rPr>
                        <a:t>The child eats bread.</a:t>
                      </a:r>
                    </a:p>
                  </a:txBody>
                  <a:tcPr marL="68580" marR="68580" marT="0" marB="0"/>
                </a:tc>
                <a:tc>
                  <a:txBody>
                    <a:bodyPr/>
                    <a:lstStyle/>
                    <a:p>
                      <a:pPr>
                        <a:lnSpc>
                          <a:spcPct val="107000"/>
                        </a:lnSpc>
                        <a:spcAft>
                          <a:spcPts val="0"/>
                        </a:spcAft>
                      </a:pPr>
                      <a:r>
                        <a:rPr lang="en-ID" sz="2000" b="1" dirty="0">
                          <a:effectLst/>
                        </a:rPr>
                        <a:t>Roti </a:t>
                      </a:r>
                      <a:r>
                        <a:rPr lang="en-ID" sz="2000" b="1" dirty="0" err="1">
                          <a:effectLst/>
                        </a:rPr>
                        <a:t>itu</a:t>
                      </a:r>
                      <a:r>
                        <a:rPr lang="en-ID" sz="2000" b="1" dirty="0">
                          <a:effectLst/>
                        </a:rPr>
                        <a:t> </a:t>
                      </a:r>
                      <a:r>
                        <a:rPr lang="en-ID" sz="2000" b="1" dirty="0" err="1">
                          <a:effectLst/>
                        </a:rPr>
                        <a:t>dimakan</a:t>
                      </a:r>
                      <a:r>
                        <a:rPr lang="en-ID" sz="2000" b="1" dirty="0">
                          <a:effectLst/>
                        </a:rPr>
                        <a:t> oleh </a:t>
                      </a:r>
                      <a:r>
                        <a:rPr lang="en-ID" sz="2000" b="1" dirty="0" err="1">
                          <a:effectLst/>
                        </a:rPr>
                        <a:t>anak</a:t>
                      </a:r>
                      <a:r>
                        <a:rPr lang="en-ID" sz="2000" b="1" dirty="0">
                          <a:effectLst/>
                        </a:rPr>
                        <a:t> </a:t>
                      </a:r>
                      <a:r>
                        <a:rPr lang="en-ID" sz="2000" b="1" dirty="0" err="1">
                          <a:effectLst/>
                        </a:rPr>
                        <a:t>itu</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The bread was eaten by the child.</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5725962"/>
                  </a:ext>
                </a:extLst>
              </a:tr>
              <a:tr h="993433">
                <a:tc>
                  <a:txBody>
                    <a:bodyPr/>
                    <a:lstStyle/>
                    <a:p>
                      <a:pPr>
                        <a:lnSpc>
                          <a:spcPct val="107000"/>
                        </a:lnSpc>
                        <a:spcAft>
                          <a:spcPts val="0"/>
                        </a:spcAft>
                      </a:pPr>
                      <a:r>
                        <a:rPr lang="en-ID" sz="1800">
                          <a:effectLst/>
                        </a:rPr>
                        <a:t>3</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baca</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membaca / dibaca</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a:effectLst/>
                        </a:rPr>
                        <a:t>Rani </a:t>
                      </a:r>
                      <a:r>
                        <a:rPr lang="en-ID" sz="2000" b="1" dirty="0" err="1">
                          <a:effectLst/>
                        </a:rPr>
                        <a:t>membaca</a:t>
                      </a:r>
                      <a:r>
                        <a:rPr lang="en-ID" sz="2000" b="1" dirty="0">
                          <a:effectLst/>
                        </a:rPr>
                        <a:t> </a:t>
                      </a:r>
                      <a:r>
                        <a:rPr lang="en-ID" sz="2000" b="1" dirty="0" err="1">
                          <a:effectLst/>
                        </a:rPr>
                        <a:t>buku</a:t>
                      </a:r>
                      <a:r>
                        <a:rPr lang="en-ID" sz="2000" b="1" dirty="0">
                          <a:effectLst/>
                        </a:rPr>
                        <a:t> di </a:t>
                      </a:r>
                      <a:r>
                        <a:rPr lang="en-ID" sz="2000" b="1" dirty="0" err="1">
                          <a:effectLst/>
                        </a:rPr>
                        <a:t>perpustakaan</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Rani reads a book in the library.</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err="1">
                          <a:effectLst/>
                        </a:rPr>
                        <a:t>Buku</a:t>
                      </a:r>
                      <a:r>
                        <a:rPr lang="en-ID" sz="2000" b="1" dirty="0">
                          <a:effectLst/>
                        </a:rPr>
                        <a:t> </a:t>
                      </a:r>
                      <a:r>
                        <a:rPr lang="en-ID" sz="2000" b="1" dirty="0" err="1">
                          <a:effectLst/>
                        </a:rPr>
                        <a:t>itu</a:t>
                      </a:r>
                      <a:r>
                        <a:rPr lang="en-ID" sz="2000" b="1" dirty="0">
                          <a:effectLst/>
                        </a:rPr>
                        <a:t> </a:t>
                      </a:r>
                      <a:r>
                        <a:rPr lang="en-ID" sz="2000" b="1" dirty="0" err="1">
                          <a:effectLst/>
                        </a:rPr>
                        <a:t>dibaca</a:t>
                      </a:r>
                      <a:r>
                        <a:rPr lang="en-ID" sz="2000" b="1" dirty="0">
                          <a:effectLst/>
                        </a:rPr>
                        <a:t> oleh Rani.</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The book was read by Rani.</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1825445"/>
                  </a:ext>
                </a:extLst>
              </a:tr>
              <a:tr h="646080">
                <a:tc>
                  <a:txBody>
                    <a:bodyPr/>
                    <a:lstStyle/>
                    <a:p>
                      <a:pPr>
                        <a:lnSpc>
                          <a:spcPct val="107000"/>
                        </a:lnSpc>
                        <a:spcAft>
                          <a:spcPts val="0"/>
                        </a:spcAft>
                      </a:pPr>
                      <a:r>
                        <a:rPr lang="en-ID" sz="1800">
                          <a:effectLst/>
                        </a:rPr>
                        <a:t>4</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buat</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membuat / dibuat</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err="1">
                          <a:effectLst/>
                        </a:rPr>
                        <a:t>Ibu</a:t>
                      </a:r>
                      <a:r>
                        <a:rPr lang="en-ID" sz="2000" b="1" dirty="0">
                          <a:effectLst/>
                        </a:rPr>
                        <a:t> </a:t>
                      </a:r>
                      <a:r>
                        <a:rPr lang="en-ID" sz="2000" b="1" dirty="0" err="1">
                          <a:effectLst/>
                        </a:rPr>
                        <a:t>membuat</a:t>
                      </a:r>
                      <a:r>
                        <a:rPr lang="en-ID" sz="2000" b="1" dirty="0">
                          <a:effectLst/>
                        </a:rPr>
                        <a:t> </a:t>
                      </a:r>
                      <a:r>
                        <a:rPr lang="en-ID" sz="2000" b="1" dirty="0" err="1">
                          <a:effectLst/>
                        </a:rPr>
                        <a:t>kue</a:t>
                      </a:r>
                      <a:r>
                        <a:rPr lang="en-ID" sz="2000" b="1" dirty="0">
                          <a:effectLst/>
                        </a:rPr>
                        <a:t> di </a:t>
                      </a:r>
                      <a:r>
                        <a:rPr lang="en-ID" sz="2000" b="1" dirty="0" err="1">
                          <a:effectLst/>
                        </a:rPr>
                        <a:t>dapur</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Mother is making cakes in the kitchen.</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err="1">
                          <a:effectLst/>
                        </a:rPr>
                        <a:t>Kue</a:t>
                      </a:r>
                      <a:r>
                        <a:rPr lang="en-ID" sz="2000" b="1" dirty="0">
                          <a:effectLst/>
                        </a:rPr>
                        <a:t> </a:t>
                      </a:r>
                      <a:r>
                        <a:rPr lang="en-ID" sz="2000" b="1" dirty="0" err="1">
                          <a:effectLst/>
                        </a:rPr>
                        <a:t>itu</a:t>
                      </a:r>
                      <a:r>
                        <a:rPr lang="en-ID" sz="2000" b="1" dirty="0">
                          <a:effectLst/>
                        </a:rPr>
                        <a:t> </a:t>
                      </a:r>
                      <a:r>
                        <a:rPr lang="en-ID" sz="2000" b="1" dirty="0" err="1">
                          <a:effectLst/>
                        </a:rPr>
                        <a:t>dibuat</a:t>
                      </a:r>
                      <a:r>
                        <a:rPr lang="en-ID" sz="2000" b="1" dirty="0">
                          <a:effectLst/>
                        </a:rPr>
                        <a:t> oleh </a:t>
                      </a:r>
                      <a:r>
                        <a:rPr lang="en-ID" sz="2000" b="1" dirty="0" err="1">
                          <a:effectLst/>
                        </a:rPr>
                        <a:t>Ibu</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The cake was made by Mother.</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593171"/>
                  </a:ext>
                </a:extLst>
              </a:tr>
              <a:tr h="1306024">
                <a:tc>
                  <a:txBody>
                    <a:bodyPr/>
                    <a:lstStyle/>
                    <a:p>
                      <a:pPr>
                        <a:lnSpc>
                          <a:spcPct val="107000"/>
                        </a:lnSpc>
                        <a:spcAft>
                          <a:spcPts val="0"/>
                        </a:spcAft>
                      </a:pPr>
                      <a:r>
                        <a:rPr lang="en-ID" sz="1800">
                          <a:effectLst/>
                        </a:rPr>
                        <a:t>5</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buka</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1800">
                          <a:effectLst/>
                        </a:rPr>
                        <a:t>membuka / dibuka</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err="1">
                          <a:effectLst/>
                        </a:rPr>
                        <a:t>Petugas</a:t>
                      </a:r>
                      <a:r>
                        <a:rPr lang="en-ID" sz="2000" b="1" dirty="0">
                          <a:effectLst/>
                        </a:rPr>
                        <a:t> </a:t>
                      </a:r>
                      <a:r>
                        <a:rPr lang="en-ID" sz="2000" b="1" dirty="0" err="1">
                          <a:effectLst/>
                        </a:rPr>
                        <a:t>membuka</a:t>
                      </a:r>
                      <a:r>
                        <a:rPr lang="en-ID" sz="2000" b="1" dirty="0">
                          <a:effectLst/>
                        </a:rPr>
                        <a:t> </a:t>
                      </a:r>
                      <a:r>
                        <a:rPr lang="en-ID" sz="2000" b="1" dirty="0" err="1">
                          <a:effectLst/>
                        </a:rPr>
                        <a:t>pintu</a:t>
                      </a:r>
                      <a:r>
                        <a:rPr lang="en-ID" sz="2000" b="1" dirty="0">
                          <a:effectLst/>
                        </a:rPr>
                        <a:t> </a:t>
                      </a:r>
                      <a:r>
                        <a:rPr lang="en-ID" sz="2000" b="1" dirty="0" err="1">
                          <a:effectLst/>
                        </a:rPr>
                        <a:t>kantor</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The officer opened the office door.</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D" sz="2000" b="1" dirty="0" err="1">
                          <a:effectLst/>
                        </a:rPr>
                        <a:t>Pintu</a:t>
                      </a:r>
                      <a:r>
                        <a:rPr lang="en-ID" sz="2000" b="1" dirty="0">
                          <a:effectLst/>
                        </a:rPr>
                        <a:t> </a:t>
                      </a:r>
                      <a:r>
                        <a:rPr lang="en-ID" sz="2000" b="1" dirty="0" err="1">
                          <a:effectLst/>
                        </a:rPr>
                        <a:t>kantor</a:t>
                      </a:r>
                      <a:r>
                        <a:rPr lang="en-ID" sz="2000" b="1" dirty="0">
                          <a:effectLst/>
                        </a:rPr>
                        <a:t> </a:t>
                      </a:r>
                      <a:r>
                        <a:rPr lang="en-ID" sz="2000" b="1" dirty="0" err="1">
                          <a:effectLst/>
                        </a:rPr>
                        <a:t>dibuka</a:t>
                      </a:r>
                      <a:r>
                        <a:rPr lang="en-ID" sz="2000" b="1" dirty="0">
                          <a:effectLst/>
                        </a:rPr>
                        <a:t> oleh </a:t>
                      </a:r>
                      <a:r>
                        <a:rPr lang="en-ID" sz="2000" b="1" dirty="0" err="1">
                          <a:effectLst/>
                        </a:rPr>
                        <a:t>petugas</a:t>
                      </a:r>
                      <a:r>
                        <a:rPr lang="en-ID" sz="2000" b="1" dirty="0">
                          <a:effectLst/>
                        </a:rPr>
                        <a:t>.</a:t>
                      </a:r>
                    </a:p>
                    <a:p>
                      <a:pPr>
                        <a:lnSpc>
                          <a:spcPct val="107000"/>
                        </a:lnSpc>
                        <a:spcAft>
                          <a:spcPts val="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The office door was opened by the officer.</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87482485"/>
                  </a:ext>
                </a:extLst>
              </a:tr>
            </a:tbl>
          </a:graphicData>
        </a:graphic>
      </p:graphicFrame>
    </p:spTree>
    <p:extLst>
      <p:ext uri="{BB962C8B-B14F-4D97-AF65-F5344CB8AC3E}">
        <p14:creationId xmlns:p14="http://schemas.microsoft.com/office/powerpoint/2010/main" val="282297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ngin Jogging Secara Benar, Perhatikan Hal-hal Berikut Ini – PriceArea.com">
            <a:extLst>
              <a:ext uri="{FF2B5EF4-FFF2-40B4-BE49-F238E27FC236}">
                <a16:creationId xmlns:a16="http://schemas.microsoft.com/office/drawing/2014/main" id="{15FF193C-4373-4254-BD36-A74A6DF54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035" y="1705622"/>
            <a:ext cx="6413951" cy="50196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191036" y="103030"/>
            <a:ext cx="11829329" cy="1429555"/>
          </a:xfrm>
          <a:prstGeom prst="rect">
            <a:avLst/>
          </a:prstGeom>
          <a:solidFill>
            <a:schemeClr val="accent4">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t>PRAKTIK BERBICARA: </a:t>
            </a:r>
          </a:p>
          <a:p>
            <a:pPr algn="ctr"/>
            <a:r>
              <a:rPr lang="en-US" sz="3200" b="1" dirty="0" err="1"/>
              <a:t>Jelaskan</a:t>
            </a:r>
            <a:r>
              <a:rPr lang="en-US" sz="3200" b="1" dirty="0"/>
              <a:t> </a:t>
            </a:r>
            <a:r>
              <a:rPr lang="en-US" sz="3200" b="1" dirty="0" err="1"/>
              <a:t>bagaimana</a:t>
            </a:r>
            <a:r>
              <a:rPr lang="en-US" sz="3200" b="1" dirty="0"/>
              <a:t> </a:t>
            </a:r>
            <a:r>
              <a:rPr lang="en-US" sz="3200" b="1" dirty="0" err="1"/>
              <a:t>cara</a:t>
            </a:r>
            <a:r>
              <a:rPr lang="en-US" sz="3200" b="1" dirty="0"/>
              <a:t> </a:t>
            </a:r>
            <a:r>
              <a:rPr lang="en-US" sz="3200" b="1" dirty="0" err="1"/>
              <a:t>melakukan</a:t>
            </a:r>
            <a:r>
              <a:rPr lang="en-US" sz="3200" b="1" dirty="0"/>
              <a:t> </a:t>
            </a:r>
            <a:r>
              <a:rPr lang="en-US" sz="3200" b="1" dirty="0" err="1"/>
              <a:t>olahraga</a:t>
            </a:r>
            <a:r>
              <a:rPr lang="en-US" sz="3200" b="1" dirty="0"/>
              <a:t> </a:t>
            </a:r>
            <a:r>
              <a:rPr lang="en-US" sz="3200" b="1" dirty="0" err="1"/>
              <a:t>favorit</a:t>
            </a:r>
            <a:r>
              <a:rPr lang="en-US" sz="3200" b="1" dirty="0"/>
              <a:t> Anda!</a:t>
            </a:r>
          </a:p>
        </p:txBody>
      </p:sp>
      <p:sp>
        <p:nvSpPr>
          <p:cNvPr id="8" name="Right Arrow 7"/>
          <p:cNvSpPr/>
          <p:nvPr/>
        </p:nvSpPr>
        <p:spPr>
          <a:xfrm rot="20126842">
            <a:off x="4926609" y="2156537"/>
            <a:ext cx="1596981" cy="119773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Rounded MT Bold" panose="020F0704030504030204" pitchFamily="34" charset="0"/>
              </a:rPr>
              <a:t>CONTOH</a:t>
            </a:r>
          </a:p>
        </p:txBody>
      </p:sp>
      <p:sp>
        <p:nvSpPr>
          <p:cNvPr id="4" name="Content Placeholder 3">
            <a:extLst>
              <a:ext uri="{FF2B5EF4-FFF2-40B4-BE49-F238E27FC236}">
                <a16:creationId xmlns:a16="http://schemas.microsoft.com/office/drawing/2014/main" id="{D026EC35-6259-43DD-8F89-8E91DAA87C37}"/>
              </a:ext>
            </a:extLst>
          </p:cNvPr>
          <p:cNvSpPr>
            <a:spLocks noGrp="1"/>
          </p:cNvSpPr>
          <p:nvPr>
            <p:ph idx="1"/>
          </p:nvPr>
        </p:nvSpPr>
        <p:spPr>
          <a:xfrm>
            <a:off x="6719637" y="1878890"/>
            <a:ext cx="5300728" cy="4351338"/>
          </a:xfrm>
        </p:spPr>
        <p:txBody>
          <a:bodyPr/>
          <a:lstStyle/>
          <a:p>
            <a:pPr marL="0" indent="0">
              <a:buNone/>
            </a:pPr>
            <a:r>
              <a:rPr lang="en-US" dirty="0"/>
              <a:t>Cara </a:t>
            </a:r>
            <a:r>
              <a:rPr lang="en-US" dirty="0" err="1"/>
              <a:t>olahraga</a:t>
            </a:r>
            <a:r>
              <a:rPr lang="en-US" dirty="0"/>
              <a:t> </a:t>
            </a:r>
            <a:r>
              <a:rPr lang="en-US" dirty="0" err="1"/>
              <a:t>lari</a:t>
            </a:r>
            <a:endParaRPr lang="en-US" dirty="0"/>
          </a:p>
          <a:p>
            <a:r>
              <a:rPr lang="en-US" dirty="0" err="1"/>
              <a:t>Pakai</a:t>
            </a:r>
            <a:r>
              <a:rPr lang="en-US" dirty="0"/>
              <a:t> </a:t>
            </a:r>
            <a:r>
              <a:rPr lang="en-US" dirty="0" err="1"/>
              <a:t>sepatu</a:t>
            </a:r>
            <a:r>
              <a:rPr lang="en-US" dirty="0"/>
              <a:t> dan baju yang </a:t>
            </a:r>
            <a:r>
              <a:rPr lang="en-US" dirty="0" err="1"/>
              <a:t>nyaman</a:t>
            </a:r>
            <a:endParaRPr lang="en-US" dirty="0"/>
          </a:p>
          <a:p>
            <a:r>
              <a:rPr lang="en-ID" dirty="0" err="1"/>
              <a:t>Pilih</a:t>
            </a:r>
            <a:r>
              <a:rPr lang="en-ID" dirty="0"/>
              <a:t> </a:t>
            </a:r>
            <a:r>
              <a:rPr lang="en-ID" dirty="0" err="1"/>
              <a:t>rute</a:t>
            </a:r>
            <a:r>
              <a:rPr lang="en-ID" dirty="0"/>
              <a:t> yang </a:t>
            </a:r>
            <a:r>
              <a:rPr lang="en-ID" dirty="0" err="1"/>
              <a:t>tepat</a:t>
            </a:r>
            <a:endParaRPr lang="en-US" dirty="0"/>
          </a:p>
          <a:p>
            <a:r>
              <a:rPr lang="en-US" dirty="0" err="1"/>
              <a:t>Lakukan</a:t>
            </a:r>
            <a:r>
              <a:rPr lang="en-US" dirty="0"/>
              <a:t> </a:t>
            </a:r>
            <a:r>
              <a:rPr lang="en-US" dirty="0" err="1"/>
              <a:t>pemanasan</a:t>
            </a:r>
            <a:endParaRPr lang="en-US" dirty="0"/>
          </a:p>
          <a:p>
            <a:r>
              <a:rPr lang="en-ID" dirty="0" err="1"/>
              <a:t>Gerakkan</a:t>
            </a:r>
            <a:r>
              <a:rPr lang="en-ID" dirty="0"/>
              <a:t> kaki dan </a:t>
            </a:r>
            <a:r>
              <a:rPr lang="en-ID" dirty="0" err="1"/>
              <a:t>tangan</a:t>
            </a:r>
            <a:r>
              <a:rPr lang="en-ID" dirty="0"/>
              <a:t> </a:t>
            </a:r>
            <a:r>
              <a:rPr lang="en-ID" dirty="0" err="1"/>
              <a:t>untuk</a:t>
            </a:r>
            <a:r>
              <a:rPr lang="en-ID" dirty="0"/>
              <a:t> </a:t>
            </a:r>
            <a:r>
              <a:rPr lang="en-ID" dirty="0" err="1"/>
              <a:t>lari</a:t>
            </a:r>
            <a:r>
              <a:rPr lang="en-ID" dirty="0"/>
              <a:t> </a:t>
            </a:r>
            <a:r>
              <a:rPr lang="en-ID" dirty="0" err="1"/>
              <a:t>santai</a:t>
            </a:r>
            <a:endParaRPr lang="en-ID" dirty="0"/>
          </a:p>
          <a:p>
            <a:r>
              <a:rPr lang="en-ID" dirty="0" err="1"/>
              <a:t>Lakukan</a:t>
            </a:r>
            <a:r>
              <a:rPr lang="en-ID" dirty="0"/>
              <a:t> </a:t>
            </a:r>
            <a:r>
              <a:rPr lang="en-ID" dirty="0" err="1"/>
              <a:t>lari</a:t>
            </a:r>
            <a:r>
              <a:rPr lang="en-ID" dirty="0"/>
              <a:t> </a:t>
            </a:r>
            <a:r>
              <a:rPr lang="en-ID" dirty="0" err="1"/>
              <a:t>sampai</a:t>
            </a:r>
            <a:r>
              <a:rPr lang="en-ID" dirty="0"/>
              <a:t> Anda </a:t>
            </a:r>
            <a:r>
              <a:rPr lang="en-ID" dirty="0" err="1"/>
              <a:t>lelah</a:t>
            </a:r>
            <a:endParaRPr lang="en-ID" dirty="0"/>
          </a:p>
          <a:p>
            <a:r>
              <a:rPr lang="en-ID" dirty="0" err="1"/>
              <a:t>Setelah</a:t>
            </a:r>
            <a:r>
              <a:rPr lang="en-ID" dirty="0"/>
              <a:t> </a:t>
            </a:r>
            <a:r>
              <a:rPr lang="en-ID" dirty="0" err="1"/>
              <a:t>lari</a:t>
            </a:r>
            <a:r>
              <a:rPr lang="en-ID" dirty="0"/>
              <a:t>, </a:t>
            </a:r>
            <a:r>
              <a:rPr lang="en-ID" dirty="0" err="1"/>
              <a:t>lakukan</a:t>
            </a:r>
            <a:r>
              <a:rPr lang="en-ID" dirty="0"/>
              <a:t> </a:t>
            </a:r>
            <a:r>
              <a:rPr lang="en-ID" dirty="0" err="1"/>
              <a:t>pendinginan</a:t>
            </a:r>
            <a:endParaRPr lang="en-ID" dirty="0"/>
          </a:p>
          <a:p>
            <a:endParaRPr lang="en-ID" dirty="0"/>
          </a:p>
        </p:txBody>
      </p:sp>
    </p:spTree>
    <p:extLst>
      <p:ext uri="{BB962C8B-B14F-4D97-AF65-F5344CB8AC3E}">
        <p14:creationId xmlns:p14="http://schemas.microsoft.com/office/powerpoint/2010/main" val="369649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8DBB1-065B-443E-8B69-9830A714F889}"/>
              </a:ext>
            </a:extLst>
          </p:cNvPr>
          <p:cNvSpPr>
            <a:spLocks noGrp="1"/>
          </p:cNvSpPr>
          <p:nvPr>
            <p:ph type="title"/>
          </p:nvPr>
        </p:nvSpPr>
        <p:spPr>
          <a:xfrm>
            <a:off x="838200" y="365126"/>
            <a:ext cx="10515600" cy="703654"/>
          </a:xfrm>
        </p:spPr>
        <p:txBody>
          <a:bodyPr/>
          <a:lstStyle/>
          <a:p>
            <a:pPr algn="ctr"/>
            <a:r>
              <a:rPr lang="en-US" b="1" dirty="0"/>
              <a:t>Kata untuk </a:t>
            </a:r>
            <a:r>
              <a:rPr lang="en-US" b="1" dirty="0" err="1"/>
              <a:t>olahraga</a:t>
            </a:r>
            <a:endParaRPr lang="en-ID" b="1" dirty="0"/>
          </a:p>
        </p:txBody>
      </p:sp>
      <p:graphicFrame>
        <p:nvGraphicFramePr>
          <p:cNvPr id="4" name="Table 4">
            <a:extLst>
              <a:ext uri="{FF2B5EF4-FFF2-40B4-BE49-F238E27FC236}">
                <a16:creationId xmlns:a16="http://schemas.microsoft.com/office/drawing/2014/main" id="{C025FDBC-DA88-4B19-AEBF-7BBF51F764F9}"/>
              </a:ext>
            </a:extLst>
          </p:cNvPr>
          <p:cNvGraphicFramePr>
            <a:graphicFrameLocks noGrp="1"/>
          </p:cNvGraphicFramePr>
          <p:nvPr>
            <p:ph idx="1"/>
            <p:extLst>
              <p:ext uri="{D42A27DB-BD31-4B8C-83A1-F6EECF244321}">
                <p14:modId xmlns:p14="http://schemas.microsoft.com/office/powerpoint/2010/main" val="2920080969"/>
              </p:ext>
            </p:extLst>
          </p:nvPr>
        </p:nvGraphicFramePr>
        <p:xfrm>
          <a:off x="838200" y="1121971"/>
          <a:ext cx="10515600" cy="525508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894831496"/>
                    </a:ext>
                  </a:extLst>
                </a:gridCol>
                <a:gridCol w="2628900">
                  <a:extLst>
                    <a:ext uri="{9D8B030D-6E8A-4147-A177-3AD203B41FA5}">
                      <a16:colId xmlns:a16="http://schemas.microsoft.com/office/drawing/2014/main" val="3497198313"/>
                    </a:ext>
                  </a:extLst>
                </a:gridCol>
                <a:gridCol w="2628900">
                  <a:extLst>
                    <a:ext uri="{9D8B030D-6E8A-4147-A177-3AD203B41FA5}">
                      <a16:colId xmlns:a16="http://schemas.microsoft.com/office/drawing/2014/main" val="698965038"/>
                    </a:ext>
                  </a:extLst>
                </a:gridCol>
                <a:gridCol w="2628900">
                  <a:extLst>
                    <a:ext uri="{9D8B030D-6E8A-4147-A177-3AD203B41FA5}">
                      <a16:colId xmlns:a16="http://schemas.microsoft.com/office/drawing/2014/main" val="2365839157"/>
                    </a:ext>
                  </a:extLst>
                </a:gridCol>
              </a:tblGrid>
              <a:tr h="656885">
                <a:tc>
                  <a:txBody>
                    <a:bodyPr/>
                    <a:lstStyle/>
                    <a:p>
                      <a:endParaRPr lang="en-ID" sz="3200" dirty="0"/>
                    </a:p>
                  </a:txBody>
                  <a:tcPr/>
                </a:tc>
                <a:tc>
                  <a:txBody>
                    <a:bodyPr/>
                    <a:lstStyle/>
                    <a:p>
                      <a:endParaRPr lang="en-ID" sz="3200"/>
                    </a:p>
                  </a:txBody>
                  <a:tcPr/>
                </a:tc>
                <a:tc>
                  <a:txBody>
                    <a:bodyPr/>
                    <a:lstStyle/>
                    <a:p>
                      <a:endParaRPr lang="en-ID" sz="3200"/>
                    </a:p>
                  </a:txBody>
                  <a:tcPr/>
                </a:tc>
                <a:tc>
                  <a:txBody>
                    <a:bodyPr/>
                    <a:lstStyle/>
                    <a:p>
                      <a:endParaRPr lang="en-ID" sz="3200"/>
                    </a:p>
                  </a:txBody>
                  <a:tcPr/>
                </a:tc>
                <a:extLst>
                  <a:ext uri="{0D108BD9-81ED-4DB2-BD59-A6C34878D82A}">
                    <a16:rowId xmlns:a16="http://schemas.microsoft.com/office/drawing/2014/main" val="1093740095"/>
                  </a:ext>
                </a:extLst>
              </a:tr>
              <a:tr h="656885">
                <a:tc>
                  <a:txBody>
                    <a:bodyPr/>
                    <a:lstStyle/>
                    <a:p>
                      <a:r>
                        <a:rPr lang="en-US" sz="3200" dirty="0" err="1"/>
                        <a:t>Lari</a:t>
                      </a:r>
                      <a:r>
                        <a:rPr lang="en-US" sz="3200" dirty="0"/>
                        <a:t> </a:t>
                      </a:r>
                      <a:endParaRPr lang="en-ID" sz="3200" dirty="0"/>
                    </a:p>
                  </a:txBody>
                  <a:tcPr/>
                </a:tc>
                <a:tc>
                  <a:txBody>
                    <a:bodyPr/>
                    <a:lstStyle/>
                    <a:p>
                      <a:r>
                        <a:rPr lang="en-US" sz="3200" dirty="0"/>
                        <a:t>Run</a:t>
                      </a:r>
                      <a:endParaRPr lang="en-ID" sz="3200" dirty="0"/>
                    </a:p>
                  </a:txBody>
                  <a:tcPr/>
                </a:tc>
                <a:tc>
                  <a:txBody>
                    <a:bodyPr/>
                    <a:lstStyle/>
                    <a:p>
                      <a:r>
                        <a:rPr lang="en-US" sz="3200" dirty="0" err="1"/>
                        <a:t>Dorong</a:t>
                      </a:r>
                      <a:endParaRPr lang="en-ID" sz="3200" dirty="0"/>
                    </a:p>
                  </a:txBody>
                  <a:tcPr/>
                </a:tc>
                <a:tc>
                  <a:txBody>
                    <a:bodyPr/>
                    <a:lstStyle/>
                    <a:p>
                      <a:r>
                        <a:rPr lang="en-US" sz="3200" dirty="0"/>
                        <a:t>Push</a:t>
                      </a:r>
                      <a:endParaRPr lang="en-ID" sz="3200" dirty="0"/>
                    </a:p>
                  </a:txBody>
                  <a:tcPr/>
                </a:tc>
                <a:extLst>
                  <a:ext uri="{0D108BD9-81ED-4DB2-BD59-A6C34878D82A}">
                    <a16:rowId xmlns:a16="http://schemas.microsoft.com/office/drawing/2014/main" val="274259099"/>
                  </a:ext>
                </a:extLst>
              </a:tr>
              <a:tr h="656885">
                <a:tc>
                  <a:txBody>
                    <a:bodyPr/>
                    <a:lstStyle/>
                    <a:p>
                      <a:r>
                        <a:rPr lang="en-US" sz="3200" dirty="0" err="1"/>
                        <a:t>Tendang</a:t>
                      </a:r>
                      <a:endParaRPr lang="en-ID" sz="3200" dirty="0"/>
                    </a:p>
                  </a:txBody>
                  <a:tcPr/>
                </a:tc>
                <a:tc>
                  <a:txBody>
                    <a:bodyPr/>
                    <a:lstStyle/>
                    <a:p>
                      <a:r>
                        <a:rPr lang="en-US" sz="3200" dirty="0"/>
                        <a:t>Kick</a:t>
                      </a:r>
                      <a:endParaRPr lang="en-ID" sz="3200" dirty="0"/>
                    </a:p>
                  </a:txBody>
                  <a:tcPr/>
                </a:tc>
                <a:tc>
                  <a:txBody>
                    <a:bodyPr/>
                    <a:lstStyle/>
                    <a:p>
                      <a:r>
                        <a:rPr lang="en-US" sz="3200" dirty="0" err="1"/>
                        <a:t>Jongkok</a:t>
                      </a:r>
                      <a:endParaRPr lang="en-ID" sz="3200" dirty="0"/>
                    </a:p>
                  </a:txBody>
                  <a:tcPr/>
                </a:tc>
                <a:tc>
                  <a:txBody>
                    <a:bodyPr/>
                    <a:lstStyle/>
                    <a:p>
                      <a:r>
                        <a:rPr lang="en-US" sz="3200" dirty="0"/>
                        <a:t>Squat </a:t>
                      </a:r>
                      <a:endParaRPr lang="en-ID" sz="3200" dirty="0"/>
                    </a:p>
                  </a:txBody>
                  <a:tcPr/>
                </a:tc>
                <a:extLst>
                  <a:ext uri="{0D108BD9-81ED-4DB2-BD59-A6C34878D82A}">
                    <a16:rowId xmlns:a16="http://schemas.microsoft.com/office/drawing/2014/main" val="3877589256"/>
                  </a:ext>
                </a:extLst>
              </a:tr>
              <a:tr h="656885">
                <a:tc>
                  <a:txBody>
                    <a:bodyPr/>
                    <a:lstStyle/>
                    <a:p>
                      <a:r>
                        <a:rPr lang="en-US" sz="3200" dirty="0" err="1"/>
                        <a:t>Lompat</a:t>
                      </a:r>
                      <a:endParaRPr lang="en-ID" sz="3200" dirty="0"/>
                    </a:p>
                  </a:txBody>
                  <a:tcPr/>
                </a:tc>
                <a:tc>
                  <a:txBody>
                    <a:bodyPr/>
                    <a:lstStyle/>
                    <a:p>
                      <a:r>
                        <a:rPr lang="en-US" sz="3200" dirty="0"/>
                        <a:t>Jump</a:t>
                      </a:r>
                      <a:endParaRPr lang="en-ID" sz="3200" dirty="0"/>
                    </a:p>
                  </a:txBody>
                  <a:tcPr/>
                </a:tc>
                <a:tc>
                  <a:txBody>
                    <a:bodyPr/>
                    <a:lstStyle/>
                    <a:p>
                      <a:r>
                        <a:rPr lang="en-US" sz="3200" dirty="0" err="1"/>
                        <a:t>Berdiri</a:t>
                      </a:r>
                      <a:endParaRPr lang="en-ID" sz="3200" dirty="0"/>
                    </a:p>
                  </a:txBody>
                  <a:tcPr/>
                </a:tc>
                <a:tc>
                  <a:txBody>
                    <a:bodyPr/>
                    <a:lstStyle/>
                    <a:p>
                      <a:r>
                        <a:rPr lang="en-US" sz="3200" dirty="0"/>
                        <a:t>Stand up</a:t>
                      </a:r>
                      <a:endParaRPr lang="en-ID" sz="3200" dirty="0"/>
                    </a:p>
                  </a:txBody>
                  <a:tcPr/>
                </a:tc>
                <a:extLst>
                  <a:ext uri="{0D108BD9-81ED-4DB2-BD59-A6C34878D82A}">
                    <a16:rowId xmlns:a16="http://schemas.microsoft.com/office/drawing/2014/main" val="1839535271"/>
                  </a:ext>
                </a:extLst>
              </a:tr>
              <a:tr h="656885">
                <a:tc>
                  <a:txBody>
                    <a:bodyPr/>
                    <a:lstStyle/>
                    <a:p>
                      <a:r>
                        <a:rPr lang="en-US" sz="3200" dirty="0"/>
                        <a:t>Tarik</a:t>
                      </a:r>
                      <a:endParaRPr lang="en-ID" sz="3200" dirty="0"/>
                    </a:p>
                  </a:txBody>
                  <a:tcPr/>
                </a:tc>
                <a:tc>
                  <a:txBody>
                    <a:bodyPr/>
                    <a:lstStyle/>
                    <a:p>
                      <a:r>
                        <a:rPr lang="en-US" sz="3200" dirty="0"/>
                        <a:t>Pull</a:t>
                      </a:r>
                      <a:endParaRPr lang="en-ID" sz="3200" dirty="0"/>
                    </a:p>
                  </a:txBody>
                  <a:tcPr/>
                </a:tc>
                <a:tc>
                  <a:txBody>
                    <a:bodyPr/>
                    <a:lstStyle/>
                    <a:p>
                      <a:r>
                        <a:rPr lang="en-US" sz="3200" dirty="0"/>
                        <a:t>Duduk</a:t>
                      </a:r>
                      <a:endParaRPr lang="en-ID" sz="3200" dirty="0"/>
                    </a:p>
                  </a:txBody>
                  <a:tcPr/>
                </a:tc>
                <a:tc>
                  <a:txBody>
                    <a:bodyPr/>
                    <a:lstStyle/>
                    <a:p>
                      <a:r>
                        <a:rPr lang="en-US" sz="3200" dirty="0"/>
                        <a:t>Sit </a:t>
                      </a:r>
                      <a:endParaRPr lang="en-ID" sz="3200" dirty="0"/>
                    </a:p>
                  </a:txBody>
                  <a:tcPr/>
                </a:tc>
                <a:extLst>
                  <a:ext uri="{0D108BD9-81ED-4DB2-BD59-A6C34878D82A}">
                    <a16:rowId xmlns:a16="http://schemas.microsoft.com/office/drawing/2014/main" val="3425457592"/>
                  </a:ext>
                </a:extLst>
              </a:tr>
              <a:tr h="656885">
                <a:tc>
                  <a:txBody>
                    <a:bodyPr/>
                    <a:lstStyle/>
                    <a:p>
                      <a:r>
                        <a:rPr lang="en-US" sz="3200" dirty="0" err="1"/>
                        <a:t>Angkat</a:t>
                      </a:r>
                      <a:endParaRPr lang="en-ID" sz="3200" dirty="0"/>
                    </a:p>
                  </a:txBody>
                  <a:tcPr/>
                </a:tc>
                <a:tc>
                  <a:txBody>
                    <a:bodyPr/>
                    <a:lstStyle/>
                    <a:p>
                      <a:r>
                        <a:rPr lang="en-US" sz="3200" dirty="0"/>
                        <a:t>Lift </a:t>
                      </a:r>
                      <a:endParaRPr lang="en-ID" sz="3200" dirty="0"/>
                    </a:p>
                  </a:txBody>
                  <a:tcPr/>
                </a:tc>
                <a:tc>
                  <a:txBody>
                    <a:bodyPr/>
                    <a:lstStyle/>
                    <a:p>
                      <a:r>
                        <a:rPr lang="en-US" sz="3200" dirty="0" err="1"/>
                        <a:t>Pakai</a:t>
                      </a:r>
                      <a:endParaRPr lang="en-ID" sz="3200" dirty="0"/>
                    </a:p>
                  </a:txBody>
                  <a:tcPr/>
                </a:tc>
                <a:tc>
                  <a:txBody>
                    <a:bodyPr/>
                    <a:lstStyle/>
                    <a:p>
                      <a:r>
                        <a:rPr lang="en-US" sz="3200" dirty="0"/>
                        <a:t>Wear </a:t>
                      </a:r>
                      <a:endParaRPr lang="en-ID" sz="3200" dirty="0"/>
                    </a:p>
                  </a:txBody>
                  <a:tcPr/>
                </a:tc>
                <a:extLst>
                  <a:ext uri="{0D108BD9-81ED-4DB2-BD59-A6C34878D82A}">
                    <a16:rowId xmlns:a16="http://schemas.microsoft.com/office/drawing/2014/main" val="2763298939"/>
                  </a:ext>
                </a:extLst>
              </a:tr>
              <a:tr h="656885">
                <a:tc>
                  <a:txBody>
                    <a:bodyPr/>
                    <a:lstStyle/>
                    <a:p>
                      <a:r>
                        <a:rPr lang="en-US" sz="3200" dirty="0" err="1"/>
                        <a:t>bernafas</a:t>
                      </a:r>
                      <a:endParaRPr lang="en-ID" sz="3200" dirty="0"/>
                    </a:p>
                  </a:txBody>
                  <a:tcPr/>
                </a:tc>
                <a:tc>
                  <a:txBody>
                    <a:bodyPr/>
                    <a:lstStyle/>
                    <a:p>
                      <a:r>
                        <a:rPr lang="en-US" sz="3200" dirty="0"/>
                        <a:t>Breathing</a:t>
                      </a:r>
                      <a:endParaRPr lang="en-ID" sz="3200" dirty="0"/>
                    </a:p>
                  </a:txBody>
                  <a:tcPr/>
                </a:tc>
                <a:tc>
                  <a:txBody>
                    <a:bodyPr/>
                    <a:lstStyle/>
                    <a:p>
                      <a:r>
                        <a:rPr lang="en-US" sz="3200" dirty="0" err="1"/>
                        <a:t>Lempar</a:t>
                      </a:r>
                      <a:endParaRPr lang="en-ID" sz="3200" dirty="0"/>
                    </a:p>
                  </a:txBody>
                  <a:tcPr/>
                </a:tc>
                <a:tc>
                  <a:txBody>
                    <a:bodyPr/>
                    <a:lstStyle/>
                    <a:p>
                      <a:r>
                        <a:rPr lang="en-US" sz="3200" dirty="0"/>
                        <a:t>Throw </a:t>
                      </a:r>
                      <a:endParaRPr lang="en-ID" sz="3200" dirty="0"/>
                    </a:p>
                  </a:txBody>
                  <a:tcPr/>
                </a:tc>
                <a:extLst>
                  <a:ext uri="{0D108BD9-81ED-4DB2-BD59-A6C34878D82A}">
                    <a16:rowId xmlns:a16="http://schemas.microsoft.com/office/drawing/2014/main" val="3095832529"/>
                  </a:ext>
                </a:extLst>
              </a:tr>
              <a:tr h="656885">
                <a:tc>
                  <a:txBody>
                    <a:bodyPr/>
                    <a:lstStyle/>
                    <a:p>
                      <a:r>
                        <a:rPr lang="en-US" sz="3200" dirty="0" err="1"/>
                        <a:t>Pukul</a:t>
                      </a:r>
                      <a:r>
                        <a:rPr lang="en-US" sz="3200" dirty="0"/>
                        <a:t> </a:t>
                      </a:r>
                      <a:endParaRPr lang="en-ID" sz="3200" dirty="0"/>
                    </a:p>
                  </a:txBody>
                  <a:tcPr/>
                </a:tc>
                <a:tc>
                  <a:txBody>
                    <a:bodyPr/>
                    <a:lstStyle/>
                    <a:p>
                      <a:r>
                        <a:rPr lang="en-US" sz="3200" dirty="0"/>
                        <a:t>Punch/hit</a:t>
                      </a:r>
                      <a:endParaRPr lang="en-ID" sz="3200" dirty="0"/>
                    </a:p>
                  </a:txBody>
                  <a:tcPr/>
                </a:tc>
                <a:tc>
                  <a:txBody>
                    <a:bodyPr/>
                    <a:lstStyle/>
                    <a:p>
                      <a:r>
                        <a:rPr lang="en-US" sz="3200" dirty="0" err="1"/>
                        <a:t>Tangkap</a:t>
                      </a:r>
                      <a:endParaRPr lang="en-ID" sz="3200" dirty="0"/>
                    </a:p>
                  </a:txBody>
                  <a:tcPr/>
                </a:tc>
                <a:tc>
                  <a:txBody>
                    <a:bodyPr/>
                    <a:lstStyle/>
                    <a:p>
                      <a:r>
                        <a:rPr lang="en-US" sz="3200" dirty="0"/>
                        <a:t>Catch </a:t>
                      </a:r>
                      <a:endParaRPr lang="en-ID" sz="3200" dirty="0"/>
                    </a:p>
                  </a:txBody>
                  <a:tcPr/>
                </a:tc>
                <a:extLst>
                  <a:ext uri="{0D108BD9-81ED-4DB2-BD59-A6C34878D82A}">
                    <a16:rowId xmlns:a16="http://schemas.microsoft.com/office/drawing/2014/main" val="2205214666"/>
                  </a:ext>
                </a:extLst>
              </a:tr>
            </a:tbl>
          </a:graphicData>
        </a:graphic>
      </p:graphicFrame>
    </p:spTree>
    <p:extLst>
      <p:ext uri="{BB962C8B-B14F-4D97-AF65-F5344CB8AC3E}">
        <p14:creationId xmlns:p14="http://schemas.microsoft.com/office/powerpoint/2010/main" val="2568609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ngin Jogging Secara Benar, Perhatikan Hal-hal Berikut Ini – PriceArea.com">
            <a:extLst>
              <a:ext uri="{FF2B5EF4-FFF2-40B4-BE49-F238E27FC236}">
                <a16:creationId xmlns:a16="http://schemas.microsoft.com/office/drawing/2014/main" id="{15FF193C-4373-4254-BD36-A74A6DF54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035" y="1705622"/>
            <a:ext cx="6413951" cy="501961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191036" y="103030"/>
            <a:ext cx="11829329" cy="1429555"/>
          </a:xfrm>
          <a:prstGeom prst="rect">
            <a:avLst/>
          </a:prstGeom>
          <a:solidFill>
            <a:schemeClr val="accent4">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t>PRAKTIK BERBICARA: </a:t>
            </a:r>
          </a:p>
          <a:p>
            <a:pPr algn="ctr"/>
            <a:r>
              <a:rPr lang="en-US" sz="3200" b="1" dirty="0" err="1"/>
              <a:t>Jelaskan</a:t>
            </a:r>
            <a:r>
              <a:rPr lang="en-US" sz="3200" b="1" dirty="0"/>
              <a:t> </a:t>
            </a:r>
            <a:r>
              <a:rPr lang="en-US" sz="3200" b="1" dirty="0" err="1"/>
              <a:t>bagaimana</a:t>
            </a:r>
            <a:r>
              <a:rPr lang="en-US" sz="3200" b="1" dirty="0"/>
              <a:t> </a:t>
            </a:r>
            <a:r>
              <a:rPr lang="en-US" sz="3200" b="1" dirty="0" err="1"/>
              <a:t>cara</a:t>
            </a:r>
            <a:r>
              <a:rPr lang="en-US" sz="3200" b="1" dirty="0"/>
              <a:t> </a:t>
            </a:r>
            <a:r>
              <a:rPr lang="en-US" sz="3200" b="1" dirty="0" err="1"/>
              <a:t>melakukan</a:t>
            </a:r>
            <a:r>
              <a:rPr lang="en-US" sz="3200" b="1" dirty="0"/>
              <a:t> </a:t>
            </a:r>
            <a:r>
              <a:rPr lang="en-US" sz="3200" b="1" dirty="0" err="1"/>
              <a:t>olahraga</a:t>
            </a:r>
            <a:r>
              <a:rPr lang="en-US" sz="3200" b="1" dirty="0"/>
              <a:t> </a:t>
            </a:r>
            <a:r>
              <a:rPr lang="en-US" sz="3200" b="1" dirty="0" err="1"/>
              <a:t>favorit</a:t>
            </a:r>
            <a:r>
              <a:rPr lang="en-US" sz="3200" b="1" dirty="0"/>
              <a:t> Anda!</a:t>
            </a:r>
          </a:p>
        </p:txBody>
      </p:sp>
      <p:sp>
        <p:nvSpPr>
          <p:cNvPr id="8" name="Right Arrow 7"/>
          <p:cNvSpPr/>
          <p:nvPr/>
        </p:nvSpPr>
        <p:spPr>
          <a:xfrm rot="20126842">
            <a:off x="4926609" y="2156537"/>
            <a:ext cx="1596981" cy="119773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Rounded MT Bold" panose="020F0704030504030204" pitchFamily="34" charset="0"/>
              </a:rPr>
              <a:t>CONTOH</a:t>
            </a:r>
          </a:p>
        </p:txBody>
      </p:sp>
      <p:sp>
        <p:nvSpPr>
          <p:cNvPr id="4" name="Content Placeholder 3">
            <a:extLst>
              <a:ext uri="{FF2B5EF4-FFF2-40B4-BE49-F238E27FC236}">
                <a16:creationId xmlns:a16="http://schemas.microsoft.com/office/drawing/2014/main" id="{D026EC35-6259-43DD-8F89-8E91DAA87C37}"/>
              </a:ext>
            </a:extLst>
          </p:cNvPr>
          <p:cNvSpPr>
            <a:spLocks noGrp="1"/>
          </p:cNvSpPr>
          <p:nvPr>
            <p:ph idx="1"/>
          </p:nvPr>
        </p:nvSpPr>
        <p:spPr>
          <a:xfrm>
            <a:off x="6700237" y="1878891"/>
            <a:ext cx="5300728" cy="4351338"/>
          </a:xfrm>
        </p:spPr>
        <p:txBody>
          <a:bodyPr/>
          <a:lstStyle/>
          <a:p>
            <a:pPr marL="0" indent="0">
              <a:buNone/>
            </a:pPr>
            <a:r>
              <a:rPr lang="en-US" dirty="0"/>
              <a:t>Cara </a:t>
            </a:r>
            <a:r>
              <a:rPr lang="en-US" dirty="0" err="1"/>
              <a:t>olahraga</a:t>
            </a:r>
            <a:r>
              <a:rPr lang="en-US" dirty="0"/>
              <a:t> </a:t>
            </a:r>
            <a:r>
              <a:rPr lang="en-US" dirty="0" err="1"/>
              <a:t>lari</a:t>
            </a:r>
            <a:endParaRPr lang="en-US" dirty="0"/>
          </a:p>
          <a:p>
            <a:r>
              <a:rPr lang="en-US" dirty="0" err="1"/>
              <a:t>Pakai</a:t>
            </a:r>
            <a:r>
              <a:rPr lang="en-US" dirty="0"/>
              <a:t> </a:t>
            </a:r>
            <a:r>
              <a:rPr lang="en-US" dirty="0" err="1"/>
              <a:t>sepatu</a:t>
            </a:r>
            <a:r>
              <a:rPr lang="en-US" dirty="0"/>
              <a:t> dan baju yang </a:t>
            </a:r>
            <a:r>
              <a:rPr lang="en-US" dirty="0" err="1"/>
              <a:t>nyaman</a:t>
            </a:r>
            <a:endParaRPr lang="en-US" dirty="0"/>
          </a:p>
          <a:p>
            <a:r>
              <a:rPr lang="en-ID" dirty="0" err="1"/>
              <a:t>Pilih</a:t>
            </a:r>
            <a:r>
              <a:rPr lang="en-ID" dirty="0"/>
              <a:t> </a:t>
            </a:r>
            <a:r>
              <a:rPr lang="en-ID" dirty="0" err="1"/>
              <a:t>rute</a:t>
            </a:r>
            <a:r>
              <a:rPr lang="en-ID" dirty="0"/>
              <a:t> yang </a:t>
            </a:r>
            <a:r>
              <a:rPr lang="en-ID" dirty="0" err="1"/>
              <a:t>tepat</a:t>
            </a:r>
            <a:endParaRPr lang="en-US" dirty="0"/>
          </a:p>
          <a:p>
            <a:r>
              <a:rPr lang="en-US" dirty="0" err="1"/>
              <a:t>Lakukan</a:t>
            </a:r>
            <a:r>
              <a:rPr lang="en-US" dirty="0"/>
              <a:t> </a:t>
            </a:r>
            <a:r>
              <a:rPr lang="en-US" dirty="0" err="1"/>
              <a:t>pemanasan</a:t>
            </a:r>
            <a:endParaRPr lang="en-US" dirty="0"/>
          </a:p>
          <a:p>
            <a:r>
              <a:rPr lang="en-ID" dirty="0" err="1"/>
              <a:t>Gerakkan</a:t>
            </a:r>
            <a:r>
              <a:rPr lang="en-ID" dirty="0"/>
              <a:t> kaki dan </a:t>
            </a:r>
            <a:r>
              <a:rPr lang="en-ID" dirty="0" err="1"/>
              <a:t>tangan</a:t>
            </a:r>
            <a:r>
              <a:rPr lang="en-ID" dirty="0"/>
              <a:t> </a:t>
            </a:r>
            <a:r>
              <a:rPr lang="en-ID" dirty="0" err="1"/>
              <a:t>untuk</a:t>
            </a:r>
            <a:r>
              <a:rPr lang="en-ID" dirty="0"/>
              <a:t> </a:t>
            </a:r>
            <a:r>
              <a:rPr lang="en-ID" dirty="0" err="1"/>
              <a:t>lari</a:t>
            </a:r>
            <a:r>
              <a:rPr lang="en-ID" dirty="0"/>
              <a:t> </a:t>
            </a:r>
            <a:r>
              <a:rPr lang="en-ID" dirty="0" err="1"/>
              <a:t>santai</a:t>
            </a:r>
            <a:endParaRPr lang="en-ID" dirty="0"/>
          </a:p>
          <a:p>
            <a:r>
              <a:rPr lang="en-ID" dirty="0" err="1"/>
              <a:t>Lakukan</a:t>
            </a:r>
            <a:r>
              <a:rPr lang="en-ID" dirty="0"/>
              <a:t> </a:t>
            </a:r>
            <a:r>
              <a:rPr lang="en-ID" dirty="0" err="1"/>
              <a:t>lari</a:t>
            </a:r>
            <a:r>
              <a:rPr lang="en-ID" dirty="0"/>
              <a:t> </a:t>
            </a:r>
            <a:r>
              <a:rPr lang="en-ID" dirty="0" err="1"/>
              <a:t>sampai</a:t>
            </a:r>
            <a:r>
              <a:rPr lang="en-ID" dirty="0"/>
              <a:t> Anda </a:t>
            </a:r>
            <a:r>
              <a:rPr lang="en-ID" dirty="0" err="1"/>
              <a:t>lelah</a:t>
            </a:r>
            <a:endParaRPr lang="en-ID" dirty="0"/>
          </a:p>
          <a:p>
            <a:r>
              <a:rPr lang="en-ID" dirty="0" err="1"/>
              <a:t>Setelah</a:t>
            </a:r>
            <a:r>
              <a:rPr lang="en-ID" dirty="0"/>
              <a:t> </a:t>
            </a:r>
            <a:r>
              <a:rPr lang="en-ID" dirty="0" err="1"/>
              <a:t>lari</a:t>
            </a:r>
            <a:r>
              <a:rPr lang="en-ID" dirty="0"/>
              <a:t>, </a:t>
            </a:r>
            <a:r>
              <a:rPr lang="en-ID" dirty="0" err="1"/>
              <a:t>lakukan</a:t>
            </a:r>
            <a:r>
              <a:rPr lang="en-ID" dirty="0"/>
              <a:t> </a:t>
            </a:r>
            <a:r>
              <a:rPr lang="en-ID" dirty="0" err="1"/>
              <a:t>pendinginan</a:t>
            </a:r>
            <a:endParaRPr lang="en-ID" dirty="0"/>
          </a:p>
          <a:p>
            <a:endParaRPr lang="en-ID" dirty="0"/>
          </a:p>
        </p:txBody>
      </p:sp>
    </p:spTree>
    <p:extLst>
      <p:ext uri="{BB962C8B-B14F-4D97-AF65-F5344CB8AC3E}">
        <p14:creationId xmlns:p14="http://schemas.microsoft.com/office/powerpoint/2010/main" val="199502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A44AC1-687B-47C2-B73C-F6B53BF983B4}"/>
              </a:ext>
            </a:extLst>
          </p:cNvPr>
          <p:cNvSpPr>
            <a:spLocks noGrp="1"/>
          </p:cNvSpPr>
          <p:nvPr>
            <p:ph idx="1"/>
          </p:nvPr>
        </p:nvSpPr>
        <p:spPr>
          <a:xfrm>
            <a:off x="191035" y="1638795"/>
            <a:ext cx="7397297" cy="3965874"/>
          </a:xfrm>
        </p:spPr>
        <p:txBody>
          <a:bodyPr/>
          <a:lstStyle/>
          <a:p>
            <a:pPr marL="0" indent="0">
              <a:buNone/>
            </a:pPr>
            <a:r>
              <a:rPr lang="en-US" dirty="0"/>
              <a:t>1. </a:t>
            </a:r>
            <a:r>
              <a:rPr lang="en-US" dirty="0" err="1"/>
              <a:t>Olahraga</a:t>
            </a:r>
            <a:r>
              <a:rPr lang="en-US" dirty="0"/>
              <a:t> </a:t>
            </a:r>
            <a:r>
              <a:rPr lang="en-US" dirty="0" err="1"/>
              <a:t>apa</a:t>
            </a:r>
            <a:r>
              <a:rPr lang="en-US" dirty="0"/>
              <a:t> yang Anda </a:t>
            </a:r>
            <a:r>
              <a:rPr lang="en-US" dirty="0" err="1"/>
              <a:t>suka</a:t>
            </a:r>
            <a:r>
              <a:rPr lang="en-US" dirty="0"/>
              <a:t>?</a:t>
            </a:r>
            <a:br>
              <a:rPr lang="en-US" dirty="0"/>
            </a:br>
            <a:r>
              <a:rPr lang="en-US" dirty="0"/>
              <a:t>2. </a:t>
            </a:r>
            <a:r>
              <a:rPr lang="en-US" dirty="0" err="1"/>
              <a:t>Mengapa</a:t>
            </a:r>
            <a:r>
              <a:rPr lang="en-US" dirty="0"/>
              <a:t> Anda </a:t>
            </a:r>
            <a:r>
              <a:rPr lang="en-US" dirty="0" err="1"/>
              <a:t>suka</a:t>
            </a:r>
            <a:r>
              <a:rPr lang="en-US" dirty="0"/>
              <a:t> </a:t>
            </a:r>
            <a:r>
              <a:rPr lang="en-US" dirty="0" err="1"/>
              <a:t>olahraga</a:t>
            </a:r>
            <a:r>
              <a:rPr lang="en-US" dirty="0"/>
              <a:t> </a:t>
            </a:r>
            <a:r>
              <a:rPr lang="en-US" dirty="0" err="1"/>
              <a:t>itu</a:t>
            </a:r>
            <a:r>
              <a:rPr lang="en-US" dirty="0"/>
              <a:t>?</a:t>
            </a:r>
            <a:br>
              <a:rPr lang="en-US" dirty="0"/>
            </a:br>
            <a:r>
              <a:rPr lang="en-US" dirty="0"/>
              <a:t>3. Di mana Anda </a:t>
            </a:r>
            <a:r>
              <a:rPr lang="en-US" dirty="0" err="1"/>
              <a:t>melakukan</a:t>
            </a:r>
            <a:r>
              <a:rPr lang="en-US" dirty="0"/>
              <a:t> </a:t>
            </a:r>
            <a:r>
              <a:rPr lang="en-US" dirty="0" err="1"/>
              <a:t>olahraga</a:t>
            </a:r>
            <a:r>
              <a:rPr lang="en-US" dirty="0"/>
              <a:t> </a:t>
            </a:r>
            <a:r>
              <a:rPr lang="en-US" dirty="0" err="1"/>
              <a:t>itu</a:t>
            </a:r>
            <a:r>
              <a:rPr lang="en-US" dirty="0"/>
              <a:t>?</a:t>
            </a:r>
            <a:br>
              <a:rPr lang="en-US" dirty="0"/>
            </a:br>
            <a:r>
              <a:rPr lang="en-US" dirty="0"/>
              <a:t>4. Kapan </a:t>
            </a:r>
            <a:r>
              <a:rPr lang="en-US" dirty="0" err="1"/>
              <a:t>terakhir</a:t>
            </a:r>
            <a:r>
              <a:rPr lang="en-US" dirty="0"/>
              <a:t> Anda </a:t>
            </a:r>
            <a:r>
              <a:rPr lang="en-US" dirty="0" err="1"/>
              <a:t>olahraga</a:t>
            </a:r>
            <a:r>
              <a:rPr lang="en-US" dirty="0"/>
              <a:t>?</a:t>
            </a:r>
            <a:br>
              <a:rPr lang="en-US" dirty="0"/>
            </a:br>
            <a:r>
              <a:rPr lang="en-US" dirty="0"/>
              <a:t>5. </a:t>
            </a:r>
            <a:r>
              <a:rPr lang="en-US" dirty="0" err="1"/>
              <a:t>Berapa</a:t>
            </a:r>
            <a:r>
              <a:rPr lang="en-US" dirty="0"/>
              <a:t> kali </a:t>
            </a:r>
            <a:r>
              <a:rPr lang="en-US" dirty="0" err="1"/>
              <a:t>dalam</a:t>
            </a:r>
            <a:r>
              <a:rPr lang="en-US" dirty="0"/>
              <a:t> </a:t>
            </a:r>
            <a:r>
              <a:rPr lang="en-US" dirty="0" err="1"/>
              <a:t>seminggu</a:t>
            </a:r>
            <a:r>
              <a:rPr lang="en-US" dirty="0"/>
              <a:t> Anda </a:t>
            </a:r>
            <a:r>
              <a:rPr lang="en-US" dirty="0" err="1"/>
              <a:t>olahraga</a:t>
            </a:r>
            <a:r>
              <a:rPr lang="en-US" dirty="0"/>
              <a:t>?</a:t>
            </a:r>
            <a:br>
              <a:rPr lang="en-US" dirty="0"/>
            </a:br>
            <a:r>
              <a:rPr lang="en-US" dirty="0"/>
              <a:t>6. dengan </a:t>
            </a:r>
            <a:r>
              <a:rPr lang="en-US" dirty="0" err="1"/>
              <a:t>siapa</a:t>
            </a:r>
            <a:r>
              <a:rPr lang="en-US" dirty="0"/>
              <a:t> Anda </a:t>
            </a:r>
            <a:r>
              <a:rPr lang="en-US" dirty="0" err="1"/>
              <a:t>olahraga</a:t>
            </a:r>
            <a:r>
              <a:rPr lang="en-US" dirty="0"/>
              <a:t>?</a:t>
            </a:r>
            <a:endParaRPr lang="en-ID" dirty="0"/>
          </a:p>
        </p:txBody>
      </p:sp>
      <p:sp>
        <p:nvSpPr>
          <p:cNvPr id="4" name="Title 1">
            <a:extLst>
              <a:ext uri="{FF2B5EF4-FFF2-40B4-BE49-F238E27FC236}">
                <a16:creationId xmlns:a16="http://schemas.microsoft.com/office/drawing/2014/main" id="{ABC17809-9C79-4709-99E4-A26432C779B7}"/>
              </a:ext>
            </a:extLst>
          </p:cNvPr>
          <p:cNvSpPr txBox="1">
            <a:spLocks/>
          </p:cNvSpPr>
          <p:nvPr/>
        </p:nvSpPr>
        <p:spPr>
          <a:xfrm>
            <a:off x="0" y="0"/>
            <a:ext cx="8763001" cy="1532585"/>
          </a:xfrm>
          <a:prstGeom prst="rect">
            <a:avLst/>
          </a:prstGeom>
          <a:solidFill>
            <a:schemeClr val="accent4">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t>PRAKTIK BERBICARA: </a:t>
            </a:r>
          </a:p>
          <a:p>
            <a:pPr algn="ctr"/>
            <a:r>
              <a:rPr lang="en-US" sz="3200" b="1" dirty="0" err="1"/>
              <a:t>Deskripsi</a:t>
            </a:r>
            <a:r>
              <a:rPr lang="en-US" sz="3200" b="1" dirty="0"/>
              <a:t> </a:t>
            </a:r>
            <a:r>
              <a:rPr lang="en-US" sz="3200" b="1" dirty="0" err="1"/>
              <a:t>aktivitas</a:t>
            </a:r>
            <a:r>
              <a:rPr lang="en-US" sz="3200" b="1" dirty="0"/>
              <a:t> </a:t>
            </a:r>
            <a:r>
              <a:rPr lang="en-US" sz="3200" b="1" dirty="0" err="1"/>
              <a:t>olahraga</a:t>
            </a:r>
            <a:r>
              <a:rPr lang="en-US" sz="3200" b="1" dirty="0"/>
              <a:t> Anda!</a:t>
            </a:r>
          </a:p>
        </p:txBody>
      </p:sp>
      <p:pic>
        <p:nvPicPr>
          <p:cNvPr id="3076" name="Picture 4" descr="Ronaldo wallpaper 4K 💥">
            <a:extLst>
              <a:ext uri="{FF2B5EF4-FFF2-40B4-BE49-F238E27FC236}">
                <a16:creationId xmlns:a16="http://schemas.microsoft.com/office/drawing/2014/main" id="{7F2E7A86-8D2F-401D-A9B9-F955FB9E9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0" y="0"/>
            <a:ext cx="3429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8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7 Olahraga Tradisional Ini Hanya Ada di Indonesia – Edoo">
            <a:extLst>
              <a:ext uri="{FF2B5EF4-FFF2-40B4-BE49-F238E27FC236}">
                <a16:creationId xmlns:a16="http://schemas.microsoft.com/office/drawing/2014/main" id="{6EC74B1A-3FE6-44E9-8320-01C1C067C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924" y="290875"/>
            <a:ext cx="4492832" cy="297474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epak Takraw, Sejarah dan Keunikannya | Adhyaksa Digital">
            <a:extLst>
              <a:ext uri="{FF2B5EF4-FFF2-40B4-BE49-F238E27FC236}">
                <a16:creationId xmlns:a16="http://schemas.microsoft.com/office/drawing/2014/main" id="{C6FB5CB7-DCCB-4BB7-B04E-2B9848809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5756" y="290875"/>
            <a:ext cx="4476561" cy="297474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radisi Lompat Batu di Nias, Prosesi Sakral soal Pengakuan Diri">
            <a:extLst>
              <a:ext uri="{FF2B5EF4-FFF2-40B4-BE49-F238E27FC236}">
                <a16:creationId xmlns:a16="http://schemas.microsoft.com/office/drawing/2014/main" id="{2776D75E-9995-4E22-812B-865DACA4E4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924" y="3265622"/>
            <a:ext cx="4844143" cy="272483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lways Aura Farming">
            <a:extLst>
              <a:ext uri="{FF2B5EF4-FFF2-40B4-BE49-F238E27FC236}">
                <a16:creationId xmlns:a16="http://schemas.microsoft.com/office/drawing/2014/main" id="{83233034-3B40-475D-B880-233932750744}"/>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826829" y="3265622"/>
            <a:ext cx="3606140" cy="3595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688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641</Words>
  <Application>Microsoft Office PowerPoint</Application>
  <PresentationFormat>Widescreen</PresentationFormat>
  <Paragraphs>119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Adobe Gothic Std B</vt:lpstr>
      <vt:lpstr>American Purpose</vt:lpstr>
      <vt:lpstr>Arial</vt:lpstr>
      <vt:lpstr>Arial Rounded MT Bold</vt:lpstr>
      <vt:lpstr>Calibri</vt:lpstr>
      <vt:lpstr>Calibri Light</vt:lpstr>
      <vt:lpstr>Office Theme</vt:lpstr>
      <vt:lpstr>Olahraga </vt:lpstr>
      <vt:lpstr>Apa olahraga favoritmu?</vt:lpstr>
      <vt:lpstr>PowerPoint Presentation</vt:lpstr>
      <vt:lpstr>Apakah kamu suka olahraga? (do you like sports?) - ya, aku suka olahraga Berapa kali kamu olahraga? (how often you exercise?) - aku olahraga seminggu sekali / sebulan sekali/ sehari dua kali</vt:lpstr>
      <vt:lpstr>Saya sangat suka berenang. Saya selalu berenang di laut Saya suka main tenis meja. Saya sering main di rumah  Saya kurang suka voli. Saya jarang main voli Saya tidak suka sepak bola. Saya tidak pernah main sepakbola</vt:lpstr>
      <vt:lpstr>PowerPoint Presentation</vt:lpstr>
      <vt:lpstr>PowerPoint Presentation</vt:lpstr>
      <vt:lpstr>PowerPoint Presentation</vt:lpstr>
      <vt:lpstr>Kata untuk olahraga</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Olahraga </dc:title>
  <dc:creator>DELL</dc:creator>
  <cp:lastModifiedBy>DELL</cp:lastModifiedBy>
  <cp:revision>3</cp:revision>
  <dcterms:created xsi:type="dcterms:W3CDTF">2025-11-11T02:05:52Z</dcterms:created>
  <dcterms:modified xsi:type="dcterms:W3CDTF">2025-11-11T16:40:06Z</dcterms:modified>
</cp:coreProperties>
</file>