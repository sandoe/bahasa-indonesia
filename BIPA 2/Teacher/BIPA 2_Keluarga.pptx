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6"/>
  </p:notesMasterIdLst>
  <p:sldIdLst>
    <p:sldId id="256" r:id="rId2"/>
    <p:sldId id="268" r:id="rId3"/>
    <p:sldId id="273" r:id="rId4"/>
    <p:sldId id="269" r:id="rId5"/>
    <p:sldId id="258" r:id="rId6"/>
    <p:sldId id="259" r:id="rId7"/>
    <p:sldId id="279" r:id="rId8"/>
    <p:sldId id="262" r:id="rId9"/>
    <p:sldId id="263" r:id="rId10"/>
    <p:sldId id="267" r:id="rId11"/>
    <p:sldId id="280" r:id="rId12"/>
    <p:sldId id="257" r:id="rId13"/>
    <p:sldId id="275" r:id="rId14"/>
    <p:sldId id="266" r:id="rId15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7"/>
    </p:embeddedFont>
    <p:embeddedFont>
      <p:font typeface="Berlin Sans FB" panose="020E0602020502020306" pitchFamily="34" charset="0"/>
      <p:regular r:id="rId18"/>
      <p:bold r:id="rId19"/>
    </p:embeddedFont>
    <p:embeddedFont>
      <p:font typeface="Chelsea Market" panose="020B0604020202020204" charset="0"/>
      <p:regular r:id="rId20"/>
    </p:embeddedFont>
    <p:embeddedFont>
      <p:font typeface="Comfortaa" panose="020B0604020202020204" charset="0"/>
      <p:regular r:id="rId21"/>
      <p:bold r:id="rId22"/>
    </p:embeddedFont>
    <p:embeddedFont>
      <p:font typeface="Comic Sans MS" panose="030F0702030302020204" pitchFamily="66" charset="0"/>
      <p:regular r:id="rId23"/>
      <p:bold r:id="rId24"/>
      <p:italic r:id="rId25"/>
      <p:boldItalic r:id="rId26"/>
    </p:embeddedFont>
    <p:embeddedFont>
      <p:font typeface="Fira Sans Extra Condensed Medium" panose="020B0604020202020204" charset="0"/>
      <p:regular r:id="rId27"/>
      <p:bold r:id="rId28"/>
      <p:italic r:id="rId29"/>
      <p:boldItalic r:id="rId30"/>
    </p:embeddedFont>
    <p:embeddedFont>
      <p:font typeface="Josefin Slab" panose="020B0604020202020204" charset="0"/>
      <p:regular r:id="rId31"/>
      <p:bold r:id="rId32"/>
      <p:italic r:id="rId33"/>
      <p:boldItalic r:id="rId34"/>
    </p:embeddedFont>
    <p:embeddedFont>
      <p:font typeface="Josefin Slab SemiBold" panose="020B0604020202020204" charset="0"/>
      <p:regular r:id="rId35"/>
      <p:bold r:id="rId36"/>
      <p:italic r:id="rId37"/>
      <p:boldItalic r:id="rId38"/>
    </p:embeddedFont>
    <p:embeddedFont>
      <p:font typeface="Nunito Light" panose="020B0604020202020204" charset="0"/>
      <p:regular r:id="rId39"/>
    </p:embeddedFont>
    <p:embeddedFont>
      <p:font typeface="Patrick Hand SC" panose="020B0604020202020204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60" y="138"/>
      </p:cViewPr>
      <p:guideLst>
        <p:guide orient="horz" pos="32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44043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a632c5bda9_0_4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a632c5bda9_0_4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0939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1e91212a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1e91212a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394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1e91212a8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1e91212a8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0185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f24606696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f24606696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1492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24606696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24606696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775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570;gf24606696c_0_111:notes">
            <a:extLst>
              <a:ext uri="{FF2B5EF4-FFF2-40B4-BE49-F238E27FC236}">
                <a16:creationId xmlns:a16="http://schemas.microsoft.com/office/drawing/2014/main" id="{74C6ECA1-4FB7-4ECD-A19F-C6767C7AA00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6867" name="Google Shape;571;gf24606696c_0_111:notes">
            <a:extLst>
              <a:ext uri="{FF2B5EF4-FFF2-40B4-BE49-F238E27FC236}">
                <a16:creationId xmlns:a16="http://schemas.microsoft.com/office/drawing/2014/main" id="{C3779EA2-E98C-44FE-BB05-AC67FCE6E8C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f04bfa067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f04bfa067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278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584350" y="2391099"/>
            <a:ext cx="20874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-743825" y="1713213"/>
            <a:ext cx="7172875" cy="3869375"/>
            <a:chOff x="202750" y="921725"/>
            <a:chExt cx="7172875" cy="3869375"/>
          </a:xfrm>
        </p:grpSpPr>
        <p:sp>
          <p:nvSpPr>
            <p:cNvPr id="11" name="Google Shape;11;p2"/>
            <p:cNvSpPr/>
            <p:nvPr/>
          </p:nvSpPr>
          <p:spPr>
            <a:xfrm>
              <a:off x="202750" y="921725"/>
              <a:ext cx="7172875" cy="3869375"/>
            </a:xfrm>
            <a:custGeom>
              <a:avLst/>
              <a:gdLst/>
              <a:ahLst/>
              <a:cxnLst/>
              <a:rect l="l" t="t" r="r" b="b"/>
              <a:pathLst>
                <a:path w="286915" h="154775" extrusionOk="0">
                  <a:moveTo>
                    <a:pt x="11987" y="1"/>
                  </a:moveTo>
                  <a:cubicBezTo>
                    <a:pt x="10286" y="1"/>
                    <a:pt x="8605" y="288"/>
                    <a:pt x="7013" y="946"/>
                  </a:cubicBezTo>
                  <a:cubicBezTo>
                    <a:pt x="4719" y="1891"/>
                    <a:pt x="2688" y="3658"/>
                    <a:pt x="1852" y="5985"/>
                  </a:cubicBezTo>
                  <a:cubicBezTo>
                    <a:pt x="1" y="11146"/>
                    <a:pt x="4372" y="16301"/>
                    <a:pt x="8460" y="19946"/>
                  </a:cubicBezTo>
                  <a:cubicBezTo>
                    <a:pt x="23320" y="33206"/>
                    <a:pt x="40302" y="46479"/>
                    <a:pt x="58119" y="56281"/>
                  </a:cubicBezTo>
                  <a:cubicBezTo>
                    <a:pt x="61391" y="58080"/>
                    <a:pt x="64688" y="59752"/>
                    <a:pt x="68011" y="61307"/>
                  </a:cubicBezTo>
                  <a:cubicBezTo>
                    <a:pt x="79143" y="66475"/>
                    <a:pt x="91279" y="68930"/>
                    <a:pt x="102688" y="73494"/>
                  </a:cubicBezTo>
                  <a:cubicBezTo>
                    <a:pt x="113467" y="77807"/>
                    <a:pt x="124393" y="83212"/>
                    <a:pt x="131277" y="92558"/>
                  </a:cubicBezTo>
                  <a:cubicBezTo>
                    <a:pt x="140327" y="104834"/>
                    <a:pt x="141112" y="122195"/>
                    <a:pt x="151698" y="133173"/>
                  </a:cubicBezTo>
                  <a:cubicBezTo>
                    <a:pt x="159160" y="140912"/>
                    <a:pt x="169778" y="143663"/>
                    <a:pt x="180063" y="145270"/>
                  </a:cubicBezTo>
                  <a:cubicBezTo>
                    <a:pt x="185262" y="146080"/>
                    <a:pt x="191189" y="145926"/>
                    <a:pt x="196196" y="147545"/>
                  </a:cubicBezTo>
                  <a:cubicBezTo>
                    <a:pt x="201126" y="149139"/>
                    <a:pt x="205664" y="150714"/>
                    <a:pt x="210889" y="151646"/>
                  </a:cubicBezTo>
                  <a:cubicBezTo>
                    <a:pt x="222571" y="153732"/>
                    <a:pt x="234410" y="154775"/>
                    <a:pt x="246276" y="154775"/>
                  </a:cubicBezTo>
                  <a:cubicBezTo>
                    <a:pt x="247318" y="154775"/>
                    <a:pt x="248361" y="154767"/>
                    <a:pt x="249403" y="154751"/>
                  </a:cubicBezTo>
                  <a:cubicBezTo>
                    <a:pt x="255998" y="154648"/>
                    <a:pt x="262580" y="154224"/>
                    <a:pt x="269149" y="153478"/>
                  </a:cubicBezTo>
                  <a:cubicBezTo>
                    <a:pt x="270733" y="153295"/>
                    <a:pt x="284030" y="150559"/>
                    <a:pt x="286520" y="150559"/>
                  </a:cubicBezTo>
                  <a:cubicBezTo>
                    <a:pt x="286747" y="150559"/>
                    <a:pt x="286884" y="150581"/>
                    <a:pt x="286914" y="150631"/>
                  </a:cubicBezTo>
                  <a:cubicBezTo>
                    <a:pt x="281155" y="141336"/>
                    <a:pt x="271983" y="134510"/>
                    <a:pt x="262014" y="130024"/>
                  </a:cubicBezTo>
                  <a:cubicBezTo>
                    <a:pt x="252045" y="125538"/>
                    <a:pt x="241240" y="123217"/>
                    <a:pt x="230461" y="121392"/>
                  </a:cubicBezTo>
                  <a:cubicBezTo>
                    <a:pt x="219926" y="119605"/>
                    <a:pt x="209231" y="118242"/>
                    <a:pt x="199159" y="114681"/>
                  </a:cubicBezTo>
                  <a:cubicBezTo>
                    <a:pt x="189993" y="111442"/>
                    <a:pt x="181869" y="106293"/>
                    <a:pt x="175775" y="98670"/>
                  </a:cubicBezTo>
                  <a:cubicBezTo>
                    <a:pt x="169676" y="91047"/>
                    <a:pt x="171328" y="80178"/>
                    <a:pt x="165466" y="72311"/>
                  </a:cubicBezTo>
                  <a:cubicBezTo>
                    <a:pt x="162059" y="67735"/>
                    <a:pt x="156731" y="65048"/>
                    <a:pt x="151486" y="62798"/>
                  </a:cubicBezTo>
                  <a:cubicBezTo>
                    <a:pt x="128739" y="53041"/>
                    <a:pt x="110542" y="48992"/>
                    <a:pt x="104108" y="43348"/>
                  </a:cubicBezTo>
                  <a:cubicBezTo>
                    <a:pt x="100264" y="39980"/>
                    <a:pt x="94313" y="38354"/>
                    <a:pt x="89685" y="36407"/>
                  </a:cubicBezTo>
                  <a:cubicBezTo>
                    <a:pt x="83713" y="33887"/>
                    <a:pt x="79060" y="30738"/>
                    <a:pt x="73552" y="27479"/>
                  </a:cubicBezTo>
                  <a:cubicBezTo>
                    <a:pt x="61108" y="20119"/>
                    <a:pt x="46157" y="18422"/>
                    <a:pt x="33855" y="10741"/>
                  </a:cubicBezTo>
                  <a:cubicBezTo>
                    <a:pt x="29632" y="8106"/>
                    <a:pt x="25820" y="4809"/>
                    <a:pt x="21392" y="2527"/>
                  </a:cubicBezTo>
                  <a:cubicBezTo>
                    <a:pt x="18499" y="1030"/>
                    <a:pt x="15206" y="1"/>
                    <a:pt x="11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688500" y="1911650"/>
              <a:ext cx="93700" cy="27125"/>
            </a:xfrm>
            <a:custGeom>
              <a:avLst/>
              <a:gdLst/>
              <a:ahLst/>
              <a:cxnLst/>
              <a:rect l="l" t="t" r="r" b="b"/>
              <a:pathLst>
                <a:path w="3748" h="1085" extrusionOk="0">
                  <a:moveTo>
                    <a:pt x="3314" y="1"/>
                  </a:moveTo>
                  <a:cubicBezTo>
                    <a:pt x="3298" y="1"/>
                    <a:pt x="3282" y="2"/>
                    <a:pt x="3265" y="4"/>
                  </a:cubicBezTo>
                  <a:cubicBezTo>
                    <a:pt x="2683" y="81"/>
                    <a:pt x="2099" y="120"/>
                    <a:pt x="1513" y="120"/>
                  </a:cubicBezTo>
                  <a:cubicBezTo>
                    <a:pt x="1174" y="120"/>
                    <a:pt x="834" y="107"/>
                    <a:pt x="495" y="81"/>
                  </a:cubicBezTo>
                  <a:cubicBezTo>
                    <a:pt x="489" y="81"/>
                    <a:pt x="483" y="81"/>
                    <a:pt x="477" y="81"/>
                  </a:cubicBezTo>
                  <a:cubicBezTo>
                    <a:pt x="232" y="81"/>
                    <a:pt x="0" y="325"/>
                    <a:pt x="13" y="563"/>
                  </a:cubicBezTo>
                  <a:cubicBezTo>
                    <a:pt x="19" y="827"/>
                    <a:pt x="232" y="1039"/>
                    <a:pt x="495" y="1045"/>
                  </a:cubicBezTo>
                  <a:cubicBezTo>
                    <a:pt x="834" y="1071"/>
                    <a:pt x="1174" y="1084"/>
                    <a:pt x="1513" y="1084"/>
                  </a:cubicBezTo>
                  <a:cubicBezTo>
                    <a:pt x="2099" y="1084"/>
                    <a:pt x="2683" y="1046"/>
                    <a:pt x="3265" y="968"/>
                  </a:cubicBezTo>
                  <a:cubicBezTo>
                    <a:pt x="3394" y="962"/>
                    <a:pt x="3516" y="910"/>
                    <a:pt x="3606" y="827"/>
                  </a:cubicBezTo>
                  <a:cubicBezTo>
                    <a:pt x="3696" y="737"/>
                    <a:pt x="3747" y="615"/>
                    <a:pt x="3747" y="486"/>
                  </a:cubicBezTo>
                  <a:cubicBezTo>
                    <a:pt x="3741" y="269"/>
                    <a:pt x="3560" y="1"/>
                    <a:pt x="3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513025" y="1985975"/>
              <a:ext cx="100125" cy="27350"/>
            </a:xfrm>
            <a:custGeom>
              <a:avLst/>
              <a:gdLst/>
              <a:ahLst/>
              <a:cxnLst/>
              <a:rect l="l" t="t" r="r" b="b"/>
              <a:pathLst>
                <a:path w="4005" h="1094" extrusionOk="0">
                  <a:moveTo>
                    <a:pt x="3531" y="0"/>
                  </a:moveTo>
                  <a:cubicBezTo>
                    <a:pt x="3524" y="0"/>
                    <a:pt x="3517" y="0"/>
                    <a:pt x="3510" y="1"/>
                  </a:cubicBezTo>
                  <a:lnTo>
                    <a:pt x="495" y="129"/>
                  </a:lnTo>
                  <a:cubicBezTo>
                    <a:pt x="245" y="142"/>
                    <a:pt x="0" y="348"/>
                    <a:pt x="13" y="611"/>
                  </a:cubicBezTo>
                  <a:cubicBezTo>
                    <a:pt x="26" y="862"/>
                    <a:pt x="215" y="1094"/>
                    <a:pt x="474" y="1094"/>
                  </a:cubicBezTo>
                  <a:cubicBezTo>
                    <a:pt x="481" y="1094"/>
                    <a:pt x="488" y="1094"/>
                    <a:pt x="495" y="1093"/>
                  </a:cubicBezTo>
                  <a:lnTo>
                    <a:pt x="3510" y="965"/>
                  </a:lnTo>
                  <a:cubicBezTo>
                    <a:pt x="3767" y="952"/>
                    <a:pt x="4005" y="746"/>
                    <a:pt x="3992" y="483"/>
                  </a:cubicBezTo>
                  <a:cubicBezTo>
                    <a:pt x="3986" y="232"/>
                    <a:pt x="3790" y="0"/>
                    <a:pt x="3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806725" y="2659650"/>
              <a:ext cx="74275" cy="27175"/>
            </a:xfrm>
            <a:custGeom>
              <a:avLst/>
              <a:gdLst/>
              <a:ahLst/>
              <a:cxnLst/>
              <a:rect l="l" t="t" r="r" b="b"/>
              <a:pathLst>
                <a:path w="2971" h="1087" extrusionOk="0">
                  <a:moveTo>
                    <a:pt x="483" y="0"/>
                  </a:moveTo>
                  <a:cubicBezTo>
                    <a:pt x="213" y="0"/>
                    <a:pt x="1" y="212"/>
                    <a:pt x="1" y="482"/>
                  </a:cubicBezTo>
                  <a:cubicBezTo>
                    <a:pt x="7" y="746"/>
                    <a:pt x="219" y="958"/>
                    <a:pt x="483" y="965"/>
                  </a:cubicBezTo>
                  <a:lnTo>
                    <a:pt x="2488" y="1087"/>
                  </a:lnTo>
                  <a:cubicBezTo>
                    <a:pt x="2752" y="1087"/>
                    <a:pt x="2970" y="868"/>
                    <a:pt x="2970" y="605"/>
                  </a:cubicBezTo>
                  <a:cubicBezTo>
                    <a:pt x="2964" y="341"/>
                    <a:pt x="2752" y="129"/>
                    <a:pt x="2488" y="123"/>
                  </a:cubicBezTo>
                  <a:lnTo>
                    <a:pt x="4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140000" y="2747150"/>
              <a:ext cx="61875" cy="24150"/>
            </a:xfrm>
            <a:custGeom>
              <a:avLst/>
              <a:gdLst/>
              <a:ahLst/>
              <a:cxnLst/>
              <a:rect l="l" t="t" r="r" b="b"/>
              <a:pathLst>
                <a:path w="2475" h="966" extrusionOk="0">
                  <a:moveTo>
                    <a:pt x="482" y="1"/>
                  </a:moveTo>
                  <a:cubicBezTo>
                    <a:pt x="219" y="1"/>
                    <a:pt x="0" y="220"/>
                    <a:pt x="0" y="483"/>
                  </a:cubicBezTo>
                  <a:cubicBezTo>
                    <a:pt x="0" y="753"/>
                    <a:pt x="219" y="965"/>
                    <a:pt x="482" y="965"/>
                  </a:cubicBezTo>
                  <a:lnTo>
                    <a:pt x="1993" y="965"/>
                  </a:lnTo>
                  <a:cubicBezTo>
                    <a:pt x="2256" y="965"/>
                    <a:pt x="2475" y="753"/>
                    <a:pt x="2475" y="483"/>
                  </a:cubicBezTo>
                  <a:cubicBezTo>
                    <a:pt x="2475" y="220"/>
                    <a:pt x="2256" y="1"/>
                    <a:pt x="19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865750" y="408925"/>
            <a:ext cx="4806000" cy="18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500"/>
              <a:buNone/>
              <a:defRPr sz="55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932425" y="-228600"/>
            <a:ext cx="9508497" cy="4224847"/>
            <a:chOff x="932425" y="-228600"/>
            <a:chExt cx="9508497" cy="4224847"/>
          </a:xfrm>
        </p:grpSpPr>
        <p:sp>
          <p:nvSpPr>
            <p:cNvPr id="19" name="Google Shape;19;p3"/>
            <p:cNvSpPr/>
            <p:nvPr/>
          </p:nvSpPr>
          <p:spPr>
            <a:xfrm>
              <a:off x="932425" y="-228600"/>
              <a:ext cx="9508497" cy="4224847"/>
            </a:xfrm>
            <a:custGeom>
              <a:avLst/>
              <a:gdLst/>
              <a:ahLst/>
              <a:cxnLst/>
              <a:rect l="l" t="t" r="r" b="b"/>
              <a:pathLst>
                <a:path w="60555" h="26906" extrusionOk="0">
                  <a:moveTo>
                    <a:pt x="30368" y="1"/>
                  </a:moveTo>
                  <a:cubicBezTo>
                    <a:pt x="29859" y="1"/>
                    <a:pt x="29289" y="93"/>
                    <a:pt x="28992" y="105"/>
                  </a:cubicBezTo>
                  <a:lnTo>
                    <a:pt x="25316" y="255"/>
                  </a:lnTo>
                  <a:cubicBezTo>
                    <a:pt x="24289" y="297"/>
                    <a:pt x="23262" y="343"/>
                    <a:pt x="22235" y="382"/>
                  </a:cubicBezTo>
                  <a:cubicBezTo>
                    <a:pt x="21241" y="420"/>
                    <a:pt x="20858" y="575"/>
                    <a:pt x="19992" y="1085"/>
                  </a:cubicBezTo>
                  <a:cubicBezTo>
                    <a:pt x="18442" y="1998"/>
                    <a:pt x="16834" y="2805"/>
                    <a:pt x="15216" y="3589"/>
                  </a:cubicBezTo>
                  <a:cubicBezTo>
                    <a:pt x="10132" y="6050"/>
                    <a:pt x="3799" y="8371"/>
                    <a:pt x="918" y="13609"/>
                  </a:cubicBezTo>
                  <a:cubicBezTo>
                    <a:pt x="1" y="15277"/>
                    <a:pt x="44" y="16824"/>
                    <a:pt x="912" y="18515"/>
                  </a:cubicBezTo>
                  <a:cubicBezTo>
                    <a:pt x="3962" y="24466"/>
                    <a:pt x="10965" y="25739"/>
                    <a:pt x="17006" y="26454"/>
                  </a:cubicBezTo>
                  <a:cubicBezTo>
                    <a:pt x="17872" y="26557"/>
                    <a:pt x="18795" y="26736"/>
                    <a:pt x="19683" y="26736"/>
                  </a:cubicBezTo>
                  <a:cubicBezTo>
                    <a:pt x="19821" y="26736"/>
                    <a:pt x="19959" y="26731"/>
                    <a:pt x="20095" y="26722"/>
                  </a:cubicBezTo>
                  <a:cubicBezTo>
                    <a:pt x="20696" y="26679"/>
                    <a:pt x="21227" y="26546"/>
                    <a:pt x="21817" y="26546"/>
                  </a:cubicBezTo>
                  <a:cubicBezTo>
                    <a:pt x="21917" y="26546"/>
                    <a:pt x="22020" y="26549"/>
                    <a:pt x="22125" y="26558"/>
                  </a:cubicBezTo>
                  <a:lnTo>
                    <a:pt x="22310" y="26574"/>
                  </a:lnTo>
                  <a:cubicBezTo>
                    <a:pt x="24357" y="26746"/>
                    <a:pt x="26382" y="26905"/>
                    <a:pt x="28439" y="26905"/>
                  </a:cubicBezTo>
                  <a:cubicBezTo>
                    <a:pt x="28546" y="26905"/>
                    <a:pt x="28654" y="26905"/>
                    <a:pt x="28762" y="26904"/>
                  </a:cubicBezTo>
                  <a:cubicBezTo>
                    <a:pt x="31570" y="26880"/>
                    <a:pt x="34392" y="26703"/>
                    <a:pt x="37183" y="26397"/>
                  </a:cubicBezTo>
                  <a:cubicBezTo>
                    <a:pt x="40909" y="25991"/>
                    <a:pt x="44586" y="25231"/>
                    <a:pt x="48222" y="24336"/>
                  </a:cubicBezTo>
                  <a:cubicBezTo>
                    <a:pt x="51765" y="23463"/>
                    <a:pt x="55234" y="22562"/>
                    <a:pt x="58428" y="20736"/>
                  </a:cubicBezTo>
                  <a:cubicBezTo>
                    <a:pt x="59364" y="20201"/>
                    <a:pt x="60356" y="19457"/>
                    <a:pt x="60455" y="18383"/>
                  </a:cubicBezTo>
                  <a:cubicBezTo>
                    <a:pt x="60555" y="17316"/>
                    <a:pt x="59658" y="16354"/>
                    <a:pt x="58636" y="16034"/>
                  </a:cubicBezTo>
                  <a:cubicBezTo>
                    <a:pt x="58242" y="15911"/>
                    <a:pt x="57836" y="15862"/>
                    <a:pt x="57425" y="15862"/>
                  </a:cubicBezTo>
                  <a:cubicBezTo>
                    <a:pt x="56769" y="15862"/>
                    <a:pt x="56103" y="15987"/>
                    <a:pt x="55461" y="16136"/>
                  </a:cubicBezTo>
                  <a:cubicBezTo>
                    <a:pt x="52270" y="16878"/>
                    <a:pt x="49222" y="18146"/>
                    <a:pt x="46130" y="19209"/>
                  </a:cubicBezTo>
                  <a:cubicBezTo>
                    <a:pt x="42962" y="20297"/>
                    <a:pt x="39753" y="21288"/>
                    <a:pt x="36473" y="21983"/>
                  </a:cubicBezTo>
                  <a:cubicBezTo>
                    <a:pt x="33633" y="22584"/>
                    <a:pt x="30836" y="22859"/>
                    <a:pt x="28061" y="22859"/>
                  </a:cubicBezTo>
                  <a:cubicBezTo>
                    <a:pt x="23194" y="22859"/>
                    <a:pt x="18394" y="22011"/>
                    <a:pt x="13550" y="20582"/>
                  </a:cubicBezTo>
                  <a:cubicBezTo>
                    <a:pt x="12514" y="20277"/>
                    <a:pt x="11473" y="19930"/>
                    <a:pt x="10585" y="19315"/>
                  </a:cubicBezTo>
                  <a:cubicBezTo>
                    <a:pt x="9696" y="18702"/>
                    <a:pt x="8969" y="17781"/>
                    <a:pt x="8814" y="16713"/>
                  </a:cubicBezTo>
                  <a:cubicBezTo>
                    <a:pt x="8634" y="15469"/>
                    <a:pt x="9239" y="14249"/>
                    <a:pt x="9947" y="13211"/>
                  </a:cubicBezTo>
                  <a:cubicBezTo>
                    <a:pt x="11915" y="10335"/>
                    <a:pt x="15499" y="7337"/>
                    <a:pt x="19073" y="6824"/>
                  </a:cubicBezTo>
                  <a:cubicBezTo>
                    <a:pt x="23152" y="6237"/>
                    <a:pt x="27106" y="4191"/>
                    <a:pt x="30457" y="1792"/>
                  </a:cubicBezTo>
                  <a:cubicBezTo>
                    <a:pt x="30759" y="1575"/>
                    <a:pt x="31069" y="1342"/>
                    <a:pt x="31241" y="1011"/>
                  </a:cubicBezTo>
                  <a:cubicBezTo>
                    <a:pt x="31675" y="181"/>
                    <a:pt x="31080" y="1"/>
                    <a:pt x="30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2168661" y="1664453"/>
              <a:ext cx="176022" cy="45380"/>
            </a:xfrm>
            <a:custGeom>
              <a:avLst/>
              <a:gdLst/>
              <a:ahLst/>
              <a:cxnLst/>
              <a:rect l="l" t="t" r="r" b="b"/>
              <a:pathLst>
                <a:path w="1121" h="289" extrusionOk="0">
                  <a:moveTo>
                    <a:pt x="135" y="215"/>
                  </a:moveTo>
                  <a:lnTo>
                    <a:pt x="135" y="215"/>
                  </a:lnTo>
                  <a:cubicBezTo>
                    <a:pt x="133" y="215"/>
                    <a:pt x="131" y="215"/>
                    <a:pt x="129" y="215"/>
                  </a:cubicBezTo>
                  <a:lnTo>
                    <a:pt x="129" y="215"/>
                  </a:lnTo>
                  <a:lnTo>
                    <a:pt x="129" y="215"/>
                  </a:lnTo>
                  <a:lnTo>
                    <a:pt x="135" y="215"/>
                  </a:lnTo>
                  <a:close/>
                  <a:moveTo>
                    <a:pt x="403" y="1"/>
                  </a:moveTo>
                  <a:cubicBezTo>
                    <a:pt x="369" y="1"/>
                    <a:pt x="334" y="2"/>
                    <a:pt x="300" y="3"/>
                  </a:cubicBezTo>
                  <a:cubicBezTo>
                    <a:pt x="225" y="6"/>
                    <a:pt x="150" y="15"/>
                    <a:pt x="76" y="25"/>
                  </a:cubicBezTo>
                  <a:cubicBezTo>
                    <a:pt x="53" y="29"/>
                    <a:pt x="28" y="52"/>
                    <a:pt x="17" y="71"/>
                  </a:cubicBezTo>
                  <a:cubicBezTo>
                    <a:pt x="4" y="94"/>
                    <a:pt x="0" y="121"/>
                    <a:pt x="7" y="147"/>
                  </a:cubicBezTo>
                  <a:cubicBezTo>
                    <a:pt x="14" y="172"/>
                    <a:pt x="30" y="193"/>
                    <a:pt x="52" y="206"/>
                  </a:cubicBezTo>
                  <a:cubicBezTo>
                    <a:pt x="69" y="214"/>
                    <a:pt x="87" y="219"/>
                    <a:pt x="105" y="219"/>
                  </a:cubicBezTo>
                  <a:cubicBezTo>
                    <a:pt x="113" y="219"/>
                    <a:pt x="121" y="218"/>
                    <a:pt x="129" y="216"/>
                  </a:cubicBezTo>
                  <a:lnTo>
                    <a:pt x="129" y="216"/>
                  </a:lnTo>
                  <a:lnTo>
                    <a:pt x="129" y="216"/>
                  </a:lnTo>
                  <a:lnTo>
                    <a:pt x="114" y="217"/>
                  </a:lnTo>
                  <a:cubicBezTo>
                    <a:pt x="119" y="217"/>
                    <a:pt x="124" y="216"/>
                    <a:pt x="129" y="215"/>
                  </a:cubicBezTo>
                  <a:lnTo>
                    <a:pt x="129" y="215"/>
                  </a:lnTo>
                  <a:lnTo>
                    <a:pt x="129" y="216"/>
                  </a:lnTo>
                  <a:lnTo>
                    <a:pt x="129" y="216"/>
                  </a:lnTo>
                  <a:lnTo>
                    <a:pt x="141" y="214"/>
                  </a:lnTo>
                  <a:lnTo>
                    <a:pt x="135" y="215"/>
                  </a:lnTo>
                  <a:lnTo>
                    <a:pt x="135" y="215"/>
                  </a:lnTo>
                  <a:cubicBezTo>
                    <a:pt x="223" y="204"/>
                    <a:pt x="311" y="198"/>
                    <a:pt x="399" y="198"/>
                  </a:cubicBezTo>
                  <a:cubicBezTo>
                    <a:pt x="495" y="198"/>
                    <a:pt x="590" y="205"/>
                    <a:pt x="685" y="217"/>
                  </a:cubicBezTo>
                  <a:lnTo>
                    <a:pt x="658" y="214"/>
                  </a:lnTo>
                  <a:lnTo>
                    <a:pt x="658" y="214"/>
                  </a:lnTo>
                  <a:cubicBezTo>
                    <a:pt x="769" y="229"/>
                    <a:pt x="879" y="252"/>
                    <a:pt x="985" y="285"/>
                  </a:cubicBezTo>
                  <a:cubicBezTo>
                    <a:pt x="993" y="287"/>
                    <a:pt x="1002" y="288"/>
                    <a:pt x="1010" y="288"/>
                  </a:cubicBezTo>
                  <a:cubicBezTo>
                    <a:pt x="1053" y="288"/>
                    <a:pt x="1098" y="258"/>
                    <a:pt x="1107" y="215"/>
                  </a:cubicBezTo>
                  <a:cubicBezTo>
                    <a:pt x="1120" y="162"/>
                    <a:pt x="1089" y="110"/>
                    <a:pt x="1038" y="94"/>
                  </a:cubicBezTo>
                  <a:cubicBezTo>
                    <a:pt x="831" y="32"/>
                    <a:pt x="618" y="1"/>
                    <a:pt x="4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3641215" y="3300619"/>
              <a:ext cx="201931" cy="60454"/>
            </a:xfrm>
            <a:custGeom>
              <a:avLst/>
              <a:gdLst/>
              <a:ahLst/>
              <a:cxnLst/>
              <a:rect l="l" t="t" r="r" b="b"/>
              <a:pathLst>
                <a:path w="1286" h="385" extrusionOk="0">
                  <a:moveTo>
                    <a:pt x="103" y="1"/>
                  </a:moveTo>
                  <a:cubicBezTo>
                    <a:pt x="86" y="1"/>
                    <a:pt x="69" y="5"/>
                    <a:pt x="53" y="14"/>
                  </a:cubicBezTo>
                  <a:cubicBezTo>
                    <a:pt x="31" y="27"/>
                    <a:pt x="15" y="48"/>
                    <a:pt x="8" y="73"/>
                  </a:cubicBezTo>
                  <a:cubicBezTo>
                    <a:pt x="1" y="99"/>
                    <a:pt x="5" y="127"/>
                    <a:pt x="17" y="149"/>
                  </a:cubicBezTo>
                  <a:cubicBezTo>
                    <a:pt x="32" y="171"/>
                    <a:pt x="52" y="187"/>
                    <a:pt x="76" y="195"/>
                  </a:cubicBezTo>
                  <a:lnTo>
                    <a:pt x="76" y="194"/>
                  </a:lnTo>
                  <a:cubicBezTo>
                    <a:pt x="353" y="297"/>
                    <a:pt x="644" y="360"/>
                    <a:pt x="938" y="378"/>
                  </a:cubicBezTo>
                  <a:cubicBezTo>
                    <a:pt x="1002" y="383"/>
                    <a:pt x="1065" y="384"/>
                    <a:pt x="1129" y="384"/>
                  </a:cubicBezTo>
                  <a:cubicBezTo>
                    <a:pt x="1148" y="384"/>
                    <a:pt x="1166" y="384"/>
                    <a:pt x="1185" y="384"/>
                  </a:cubicBezTo>
                  <a:cubicBezTo>
                    <a:pt x="1236" y="383"/>
                    <a:pt x="1286" y="338"/>
                    <a:pt x="1284" y="285"/>
                  </a:cubicBezTo>
                  <a:cubicBezTo>
                    <a:pt x="1282" y="231"/>
                    <a:pt x="1241" y="186"/>
                    <a:pt x="1186" y="186"/>
                  </a:cubicBezTo>
                  <a:cubicBezTo>
                    <a:pt x="1186" y="186"/>
                    <a:pt x="1185" y="186"/>
                    <a:pt x="1185" y="186"/>
                  </a:cubicBezTo>
                  <a:cubicBezTo>
                    <a:pt x="1164" y="186"/>
                    <a:pt x="1144" y="186"/>
                    <a:pt x="1123" y="186"/>
                  </a:cubicBezTo>
                  <a:cubicBezTo>
                    <a:pt x="994" y="186"/>
                    <a:pt x="864" y="178"/>
                    <a:pt x="735" y="160"/>
                  </a:cubicBezTo>
                  <a:lnTo>
                    <a:pt x="735" y="160"/>
                  </a:lnTo>
                  <a:lnTo>
                    <a:pt x="762" y="164"/>
                  </a:lnTo>
                  <a:cubicBezTo>
                    <a:pt x="546" y="135"/>
                    <a:pt x="334" y="81"/>
                    <a:pt x="129" y="4"/>
                  </a:cubicBezTo>
                  <a:cubicBezTo>
                    <a:pt x="121" y="2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646785" y="3779064"/>
              <a:ext cx="240401" cy="58569"/>
            </a:xfrm>
            <a:custGeom>
              <a:avLst/>
              <a:gdLst/>
              <a:ahLst/>
              <a:cxnLst/>
              <a:rect l="l" t="t" r="r" b="b"/>
              <a:pathLst>
                <a:path w="1531" h="373" extrusionOk="0">
                  <a:moveTo>
                    <a:pt x="109" y="0"/>
                  </a:moveTo>
                  <a:cubicBezTo>
                    <a:pt x="66" y="0"/>
                    <a:pt x="26" y="29"/>
                    <a:pt x="14" y="73"/>
                  </a:cubicBezTo>
                  <a:cubicBezTo>
                    <a:pt x="0" y="125"/>
                    <a:pt x="31" y="179"/>
                    <a:pt x="83" y="194"/>
                  </a:cubicBezTo>
                  <a:cubicBezTo>
                    <a:pt x="422" y="305"/>
                    <a:pt x="776" y="365"/>
                    <a:pt x="1133" y="372"/>
                  </a:cubicBezTo>
                  <a:cubicBezTo>
                    <a:pt x="1158" y="373"/>
                    <a:pt x="1184" y="373"/>
                    <a:pt x="1209" y="373"/>
                  </a:cubicBezTo>
                  <a:cubicBezTo>
                    <a:pt x="1283" y="373"/>
                    <a:pt x="1356" y="371"/>
                    <a:pt x="1429" y="367"/>
                  </a:cubicBezTo>
                  <a:cubicBezTo>
                    <a:pt x="1480" y="364"/>
                    <a:pt x="1530" y="324"/>
                    <a:pt x="1527" y="268"/>
                  </a:cubicBezTo>
                  <a:cubicBezTo>
                    <a:pt x="1525" y="219"/>
                    <a:pt x="1486" y="169"/>
                    <a:pt x="1434" y="169"/>
                  </a:cubicBezTo>
                  <a:cubicBezTo>
                    <a:pt x="1432" y="169"/>
                    <a:pt x="1431" y="169"/>
                    <a:pt x="1429" y="169"/>
                  </a:cubicBezTo>
                  <a:cubicBezTo>
                    <a:pt x="1355" y="173"/>
                    <a:pt x="1281" y="176"/>
                    <a:pt x="1207" y="176"/>
                  </a:cubicBezTo>
                  <a:cubicBezTo>
                    <a:pt x="1051" y="176"/>
                    <a:pt x="894" y="165"/>
                    <a:pt x="740" y="144"/>
                  </a:cubicBezTo>
                  <a:lnTo>
                    <a:pt x="740" y="144"/>
                  </a:lnTo>
                  <a:lnTo>
                    <a:pt x="766" y="148"/>
                  </a:lnTo>
                  <a:cubicBezTo>
                    <a:pt x="552" y="119"/>
                    <a:pt x="341" y="71"/>
                    <a:pt x="135" y="4"/>
                  </a:cubicBezTo>
                  <a:cubicBezTo>
                    <a:pt x="126" y="2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5032903" y="3737139"/>
              <a:ext cx="110858" cy="41925"/>
            </a:xfrm>
            <a:custGeom>
              <a:avLst/>
              <a:gdLst/>
              <a:ahLst/>
              <a:cxnLst/>
              <a:rect l="l" t="t" r="r" b="b"/>
              <a:pathLst>
                <a:path w="706" h="267" extrusionOk="0">
                  <a:moveTo>
                    <a:pt x="601" y="1"/>
                  </a:moveTo>
                  <a:cubicBezTo>
                    <a:pt x="593" y="1"/>
                    <a:pt x="584" y="2"/>
                    <a:pt x="577" y="6"/>
                  </a:cubicBezTo>
                  <a:cubicBezTo>
                    <a:pt x="506" y="35"/>
                    <a:pt x="431" y="55"/>
                    <a:pt x="355" y="66"/>
                  </a:cubicBezTo>
                  <a:lnTo>
                    <a:pt x="382" y="61"/>
                  </a:lnTo>
                  <a:lnTo>
                    <a:pt x="382" y="61"/>
                  </a:lnTo>
                  <a:cubicBezTo>
                    <a:pt x="343" y="67"/>
                    <a:pt x="304" y="69"/>
                    <a:pt x="264" y="69"/>
                  </a:cubicBezTo>
                  <a:cubicBezTo>
                    <a:pt x="227" y="69"/>
                    <a:pt x="190" y="67"/>
                    <a:pt x="153" y="62"/>
                  </a:cubicBezTo>
                  <a:lnTo>
                    <a:pt x="153" y="62"/>
                  </a:lnTo>
                  <a:cubicBezTo>
                    <a:pt x="146" y="61"/>
                    <a:pt x="140" y="60"/>
                    <a:pt x="133" y="58"/>
                  </a:cubicBezTo>
                  <a:cubicBezTo>
                    <a:pt x="125" y="56"/>
                    <a:pt x="117" y="55"/>
                    <a:pt x="109" y="55"/>
                  </a:cubicBezTo>
                  <a:cubicBezTo>
                    <a:pt x="91" y="55"/>
                    <a:pt x="73" y="60"/>
                    <a:pt x="57" y="69"/>
                  </a:cubicBezTo>
                  <a:cubicBezTo>
                    <a:pt x="34" y="81"/>
                    <a:pt x="18" y="103"/>
                    <a:pt x="11" y="128"/>
                  </a:cubicBezTo>
                  <a:cubicBezTo>
                    <a:pt x="0" y="176"/>
                    <a:pt x="25" y="240"/>
                    <a:pt x="80" y="249"/>
                  </a:cubicBezTo>
                  <a:cubicBezTo>
                    <a:pt x="141" y="261"/>
                    <a:pt x="203" y="266"/>
                    <a:pt x="265" y="266"/>
                  </a:cubicBezTo>
                  <a:cubicBezTo>
                    <a:pt x="389" y="266"/>
                    <a:pt x="513" y="243"/>
                    <a:pt x="630" y="196"/>
                  </a:cubicBezTo>
                  <a:cubicBezTo>
                    <a:pt x="654" y="188"/>
                    <a:pt x="675" y="172"/>
                    <a:pt x="689" y="151"/>
                  </a:cubicBezTo>
                  <a:cubicBezTo>
                    <a:pt x="701" y="128"/>
                    <a:pt x="706" y="100"/>
                    <a:pt x="698" y="74"/>
                  </a:cubicBezTo>
                  <a:cubicBezTo>
                    <a:pt x="692" y="50"/>
                    <a:pt x="675" y="29"/>
                    <a:pt x="653" y="15"/>
                  </a:cubicBezTo>
                  <a:cubicBezTo>
                    <a:pt x="638" y="7"/>
                    <a:pt x="619" y="1"/>
                    <a:pt x="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387161" y="2890165"/>
              <a:ext cx="131271" cy="38628"/>
            </a:xfrm>
            <a:custGeom>
              <a:avLst/>
              <a:gdLst/>
              <a:ahLst/>
              <a:cxnLst/>
              <a:rect l="l" t="t" r="r" b="b"/>
              <a:pathLst>
                <a:path w="836" h="246" extrusionOk="0">
                  <a:moveTo>
                    <a:pt x="504" y="1"/>
                  </a:moveTo>
                  <a:cubicBezTo>
                    <a:pt x="363" y="1"/>
                    <a:pt x="221" y="18"/>
                    <a:pt x="83" y="52"/>
                  </a:cubicBezTo>
                  <a:cubicBezTo>
                    <a:pt x="32" y="67"/>
                    <a:pt x="1" y="121"/>
                    <a:pt x="15" y="173"/>
                  </a:cubicBezTo>
                  <a:cubicBezTo>
                    <a:pt x="27" y="218"/>
                    <a:pt x="67" y="246"/>
                    <a:pt x="111" y="246"/>
                  </a:cubicBezTo>
                  <a:cubicBezTo>
                    <a:pt x="120" y="246"/>
                    <a:pt x="128" y="245"/>
                    <a:pt x="136" y="243"/>
                  </a:cubicBezTo>
                  <a:cubicBezTo>
                    <a:pt x="195" y="228"/>
                    <a:pt x="255" y="216"/>
                    <a:pt x="315" y="208"/>
                  </a:cubicBezTo>
                  <a:lnTo>
                    <a:pt x="315" y="208"/>
                  </a:lnTo>
                  <a:lnTo>
                    <a:pt x="289" y="211"/>
                  </a:lnTo>
                  <a:cubicBezTo>
                    <a:pt x="360" y="202"/>
                    <a:pt x="433" y="197"/>
                    <a:pt x="505" y="197"/>
                  </a:cubicBezTo>
                  <a:cubicBezTo>
                    <a:pt x="577" y="197"/>
                    <a:pt x="649" y="202"/>
                    <a:pt x="721" y="211"/>
                  </a:cubicBezTo>
                  <a:lnTo>
                    <a:pt x="695" y="208"/>
                  </a:lnTo>
                  <a:lnTo>
                    <a:pt x="707" y="210"/>
                  </a:lnTo>
                  <a:cubicBezTo>
                    <a:pt x="717" y="211"/>
                    <a:pt x="726" y="212"/>
                    <a:pt x="735" y="212"/>
                  </a:cubicBezTo>
                  <a:cubicBezTo>
                    <a:pt x="752" y="212"/>
                    <a:pt x="768" y="209"/>
                    <a:pt x="784" y="200"/>
                  </a:cubicBezTo>
                  <a:cubicBezTo>
                    <a:pt x="806" y="187"/>
                    <a:pt x="822" y="166"/>
                    <a:pt x="830" y="141"/>
                  </a:cubicBezTo>
                  <a:cubicBezTo>
                    <a:pt x="836" y="115"/>
                    <a:pt x="833" y="88"/>
                    <a:pt x="819" y="65"/>
                  </a:cubicBezTo>
                  <a:cubicBezTo>
                    <a:pt x="806" y="45"/>
                    <a:pt x="785" y="22"/>
                    <a:pt x="760" y="19"/>
                  </a:cubicBezTo>
                  <a:cubicBezTo>
                    <a:pt x="675" y="7"/>
                    <a:pt x="590" y="1"/>
                    <a:pt x="5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3"/>
          <p:cNvSpPr txBox="1">
            <a:spLocks noGrp="1"/>
          </p:cNvSpPr>
          <p:nvPr>
            <p:ph type="ctrTitle"/>
          </p:nvPr>
        </p:nvSpPr>
        <p:spPr>
          <a:xfrm>
            <a:off x="6015600" y="1200700"/>
            <a:ext cx="2408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6015600" y="1626100"/>
            <a:ext cx="24084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3896487" y="1413403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1pPr>
            <a:lvl2pPr marL="914400" lvl="1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marL="1371600" lvl="2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marL="1828800" lvl="3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marL="2286000" lvl="4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marL="2743200" lvl="5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marL="4114800" lvl="8" indent="-3111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300"/>
              <a:buFont typeface="Josefin Slab"/>
              <a:buChar char="■"/>
              <a:defRPr sz="13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grpSp>
        <p:nvGrpSpPr>
          <p:cNvPr id="31" name="Google Shape;31;p4"/>
          <p:cNvGrpSpPr/>
          <p:nvPr/>
        </p:nvGrpSpPr>
        <p:grpSpPr>
          <a:xfrm rot="367901">
            <a:off x="2885200" y="-1205108"/>
            <a:ext cx="6800252" cy="1779110"/>
            <a:chOff x="3270900" y="2843975"/>
            <a:chExt cx="1469475" cy="375975"/>
          </a:xfrm>
        </p:grpSpPr>
        <p:sp>
          <p:nvSpPr>
            <p:cNvPr id="32" name="Google Shape;32;p4"/>
            <p:cNvSpPr/>
            <p:nvPr/>
          </p:nvSpPr>
          <p:spPr>
            <a:xfrm>
              <a:off x="3270900" y="2843975"/>
              <a:ext cx="1469475" cy="375975"/>
            </a:xfrm>
            <a:custGeom>
              <a:avLst/>
              <a:gdLst/>
              <a:ahLst/>
              <a:cxnLst/>
              <a:rect l="l" t="t" r="r" b="b"/>
              <a:pathLst>
                <a:path w="58779" h="15039" extrusionOk="0">
                  <a:moveTo>
                    <a:pt x="40" y="251"/>
                  </a:moveTo>
                  <a:cubicBezTo>
                    <a:pt x="0" y="251"/>
                    <a:pt x="108" y="313"/>
                    <a:pt x="425" y="472"/>
                  </a:cubicBezTo>
                  <a:cubicBezTo>
                    <a:pt x="883" y="701"/>
                    <a:pt x="1509" y="808"/>
                    <a:pt x="2169" y="870"/>
                  </a:cubicBezTo>
                  <a:lnTo>
                    <a:pt x="2169" y="870"/>
                  </a:lnTo>
                  <a:cubicBezTo>
                    <a:pt x="1206" y="656"/>
                    <a:pt x="142" y="251"/>
                    <a:pt x="40" y="251"/>
                  </a:cubicBezTo>
                  <a:close/>
                  <a:moveTo>
                    <a:pt x="10025" y="1"/>
                  </a:moveTo>
                  <a:cubicBezTo>
                    <a:pt x="9252" y="1"/>
                    <a:pt x="8347" y="54"/>
                    <a:pt x="7228" y="181"/>
                  </a:cubicBezTo>
                  <a:cubicBezTo>
                    <a:pt x="5795" y="343"/>
                    <a:pt x="4856" y="538"/>
                    <a:pt x="3475" y="957"/>
                  </a:cubicBezTo>
                  <a:lnTo>
                    <a:pt x="3475" y="957"/>
                  </a:lnTo>
                  <a:cubicBezTo>
                    <a:pt x="3050" y="932"/>
                    <a:pt x="2602" y="911"/>
                    <a:pt x="2169" y="870"/>
                  </a:cubicBezTo>
                  <a:lnTo>
                    <a:pt x="2169" y="870"/>
                  </a:lnTo>
                  <a:cubicBezTo>
                    <a:pt x="2516" y="947"/>
                    <a:pt x="2850" y="1000"/>
                    <a:pt x="3121" y="1000"/>
                  </a:cubicBezTo>
                  <a:cubicBezTo>
                    <a:pt x="3256" y="1000"/>
                    <a:pt x="3376" y="987"/>
                    <a:pt x="3474" y="957"/>
                  </a:cubicBezTo>
                  <a:cubicBezTo>
                    <a:pt x="3474" y="957"/>
                    <a:pt x="3475" y="957"/>
                    <a:pt x="3475" y="957"/>
                  </a:cubicBezTo>
                  <a:lnTo>
                    <a:pt x="3475" y="957"/>
                  </a:lnTo>
                  <a:cubicBezTo>
                    <a:pt x="3921" y="982"/>
                    <a:pt x="4343" y="1010"/>
                    <a:pt x="4696" y="1067"/>
                  </a:cubicBezTo>
                  <a:cubicBezTo>
                    <a:pt x="6111" y="1291"/>
                    <a:pt x="7522" y="1547"/>
                    <a:pt x="8918" y="1867"/>
                  </a:cubicBezTo>
                  <a:cubicBezTo>
                    <a:pt x="11944" y="2558"/>
                    <a:pt x="14923" y="3538"/>
                    <a:pt x="17647" y="5046"/>
                  </a:cubicBezTo>
                  <a:cubicBezTo>
                    <a:pt x="21049" y="6930"/>
                    <a:pt x="23627" y="7708"/>
                    <a:pt x="26956" y="9717"/>
                  </a:cubicBezTo>
                  <a:cubicBezTo>
                    <a:pt x="33431" y="13626"/>
                    <a:pt x="41225" y="15038"/>
                    <a:pt x="48933" y="15038"/>
                  </a:cubicBezTo>
                  <a:cubicBezTo>
                    <a:pt x="51669" y="15038"/>
                    <a:pt x="54395" y="14860"/>
                    <a:pt x="57046" y="14552"/>
                  </a:cubicBezTo>
                  <a:cubicBezTo>
                    <a:pt x="57853" y="14459"/>
                    <a:pt x="58778" y="13851"/>
                    <a:pt x="58687" y="13045"/>
                  </a:cubicBezTo>
                  <a:cubicBezTo>
                    <a:pt x="58643" y="12668"/>
                    <a:pt x="58365" y="12363"/>
                    <a:pt x="58068" y="12126"/>
                  </a:cubicBezTo>
                  <a:cubicBezTo>
                    <a:pt x="56243" y="10673"/>
                    <a:pt x="53649" y="10981"/>
                    <a:pt x="51319" y="10871"/>
                  </a:cubicBezTo>
                  <a:cubicBezTo>
                    <a:pt x="49167" y="10768"/>
                    <a:pt x="47138" y="9869"/>
                    <a:pt x="44999" y="9606"/>
                  </a:cubicBezTo>
                  <a:cubicBezTo>
                    <a:pt x="33862" y="8232"/>
                    <a:pt x="26530" y="2093"/>
                    <a:pt x="18708" y="1371"/>
                  </a:cubicBezTo>
                  <a:cubicBezTo>
                    <a:pt x="14172" y="953"/>
                    <a:pt x="13284" y="1"/>
                    <a:pt x="10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845125" y="2930600"/>
              <a:ext cx="13800" cy="4825"/>
            </a:xfrm>
            <a:custGeom>
              <a:avLst/>
              <a:gdLst/>
              <a:ahLst/>
              <a:cxnLst/>
              <a:rect l="l" t="t" r="r" b="b"/>
              <a:pathLst>
                <a:path w="552" h="193" extrusionOk="0">
                  <a:moveTo>
                    <a:pt x="480" y="0"/>
                  </a:moveTo>
                  <a:cubicBezTo>
                    <a:pt x="344" y="6"/>
                    <a:pt x="210" y="27"/>
                    <a:pt x="75" y="42"/>
                  </a:cubicBezTo>
                  <a:cubicBezTo>
                    <a:pt x="55" y="43"/>
                    <a:pt x="36" y="51"/>
                    <a:pt x="23" y="64"/>
                  </a:cubicBezTo>
                  <a:cubicBezTo>
                    <a:pt x="9" y="78"/>
                    <a:pt x="0" y="97"/>
                    <a:pt x="0" y="117"/>
                  </a:cubicBezTo>
                  <a:cubicBezTo>
                    <a:pt x="2" y="152"/>
                    <a:pt x="31" y="192"/>
                    <a:pt x="70" y="192"/>
                  </a:cubicBezTo>
                  <a:cubicBezTo>
                    <a:pt x="71" y="192"/>
                    <a:pt x="73" y="192"/>
                    <a:pt x="75" y="192"/>
                  </a:cubicBezTo>
                  <a:cubicBezTo>
                    <a:pt x="218" y="178"/>
                    <a:pt x="359" y="168"/>
                    <a:pt x="499" y="144"/>
                  </a:cubicBezTo>
                  <a:cubicBezTo>
                    <a:pt x="533" y="137"/>
                    <a:pt x="550" y="103"/>
                    <a:pt x="552" y="73"/>
                  </a:cubicBezTo>
                  <a:cubicBezTo>
                    <a:pt x="552" y="67"/>
                    <a:pt x="552" y="60"/>
                    <a:pt x="550" y="54"/>
                  </a:cubicBezTo>
                  <a:cubicBezTo>
                    <a:pt x="540" y="22"/>
                    <a:pt x="512" y="1"/>
                    <a:pt x="4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3855900" y="2919575"/>
              <a:ext cx="10825" cy="5700"/>
            </a:xfrm>
            <a:custGeom>
              <a:avLst/>
              <a:gdLst/>
              <a:ahLst/>
              <a:cxnLst/>
              <a:rect l="l" t="t" r="r" b="b"/>
              <a:pathLst>
                <a:path w="433" h="228" extrusionOk="0">
                  <a:moveTo>
                    <a:pt x="128" y="203"/>
                  </a:moveTo>
                  <a:cubicBezTo>
                    <a:pt x="126" y="204"/>
                    <a:pt x="126" y="204"/>
                    <a:pt x="126" y="204"/>
                  </a:cubicBezTo>
                  <a:cubicBezTo>
                    <a:pt x="126" y="204"/>
                    <a:pt x="127" y="204"/>
                    <a:pt x="128" y="203"/>
                  </a:cubicBezTo>
                  <a:close/>
                  <a:moveTo>
                    <a:pt x="302" y="0"/>
                  </a:moveTo>
                  <a:cubicBezTo>
                    <a:pt x="267" y="3"/>
                    <a:pt x="235" y="8"/>
                    <a:pt x="202" y="17"/>
                  </a:cubicBezTo>
                  <a:cubicBezTo>
                    <a:pt x="138" y="36"/>
                    <a:pt x="79" y="68"/>
                    <a:pt x="28" y="111"/>
                  </a:cubicBezTo>
                  <a:cubicBezTo>
                    <a:pt x="1" y="134"/>
                    <a:pt x="3" y="184"/>
                    <a:pt x="28" y="208"/>
                  </a:cubicBezTo>
                  <a:cubicBezTo>
                    <a:pt x="41" y="221"/>
                    <a:pt x="58" y="227"/>
                    <a:pt x="76" y="227"/>
                  </a:cubicBezTo>
                  <a:cubicBezTo>
                    <a:pt x="93" y="227"/>
                    <a:pt x="110" y="221"/>
                    <a:pt x="124" y="208"/>
                  </a:cubicBezTo>
                  <a:lnTo>
                    <a:pt x="123" y="206"/>
                  </a:lnTo>
                  <a:cubicBezTo>
                    <a:pt x="126" y="204"/>
                    <a:pt x="128" y="202"/>
                    <a:pt x="131" y="200"/>
                  </a:cubicBezTo>
                  <a:lnTo>
                    <a:pt x="131" y="200"/>
                  </a:lnTo>
                  <a:cubicBezTo>
                    <a:pt x="131" y="200"/>
                    <a:pt x="129" y="202"/>
                    <a:pt x="128" y="203"/>
                  </a:cubicBezTo>
                  <a:lnTo>
                    <a:pt x="128" y="203"/>
                  </a:lnTo>
                  <a:cubicBezTo>
                    <a:pt x="128" y="203"/>
                    <a:pt x="129" y="202"/>
                    <a:pt x="129" y="202"/>
                  </a:cubicBezTo>
                  <a:cubicBezTo>
                    <a:pt x="135" y="198"/>
                    <a:pt x="140" y="194"/>
                    <a:pt x="145" y="190"/>
                  </a:cubicBezTo>
                  <a:cubicBezTo>
                    <a:pt x="156" y="183"/>
                    <a:pt x="167" y="177"/>
                    <a:pt x="179" y="170"/>
                  </a:cubicBezTo>
                  <a:cubicBezTo>
                    <a:pt x="184" y="167"/>
                    <a:pt x="190" y="165"/>
                    <a:pt x="197" y="162"/>
                  </a:cubicBezTo>
                  <a:cubicBezTo>
                    <a:pt x="197" y="161"/>
                    <a:pt x="198" y="161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199" y="161"/>
                    <a:pt x="199" y="161"/>
                  </a:cubicBezTo>
                  <a:cubicBezTo>
                    <a:pt x="200" y="161"/>
                    <a:pt x="201" y="160"/>
                    <a:pt x="203" y="159"/>
                  </a:cubicBezTo>
                  <a:lnTo>
                    <a:pt x="203" y="159"/>
                  </a:lnTo>
                  <a:cubicBezTo>
                    <a:pt x="202" y="160"/>
                    <a:pt x="200" y="160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200" y="160"/>
                    <a:pt x="203" y="159"/>
                  </a:cubicBezTo>
                  <a:cubicBezTo>
                    <a:pt x="204" y="158"/>
                    <a:pt x="204" y="158"/>
                    <a:pt x="205" y="158"/>
                  </a:cubicBezTo>
                  <a:lnTo>
                    <a:pt x="205" y="158"/>
                  </a:lnTo>
                  <a:cubicBezTo>
                    <a:pt x="205" y="158"/>
                    <a:pt x="204" y="159"/>
                    <a:pt x="203" y="159"/>
                  </a:cubicBezTo>
                  <a:lnTo>
                    <a:pt x="203" y="159"/>
                  </a:lnTo>
                  <a:cubicBezTo>
                    <a:pt x="204" y="159"/>
                    <a:pt x="205" y="158"/>
                    <a:pt x="205" y="158"/>
                  </a:cubicBezTo>
                  <a:lnTo>
                    <a:pt x="205" y="158"/>
                  </a:lnTo>
                  <a:cubicBezTo>
                    <a:pt x="217" y="153"/>
                    <a:pt x="230" y="149"/>
                    <a:pt x="242" y="146"/>
                  </a:cubicBezTo>
                  <a:cubicBezTo>
                    <a:pt x="256" y="142"/>
                    <a:pt x="267" y="140"/>
                    <a:pt x="280" y="136"/>
                  </a:cubicBezTo>
                  <a:lnTo>
                    <a:pt x="300" y="133"/>
                  </a:lnTo>
                  <a:lnTo>
                    <a:pt x="303" y="133"/>
                  </a:lnTo>
                  <a:cubicBezTo>
                    <a:pt x="300" y="134"/>
                    <a:pt x="299" y="134"/>
                    <a:pt x="299" y="134"/>
                  </a:cubicBezTo>
                  <a:cubicBezTo>
                    <a:pt x="299" y="134"/>
                    <a:pt x="305" y="133"/>
                    <a:pt x="306" y="133"/>
                  </a:cubicBezTo>
                  <a:cubicBezTo>
                    <a:pt x="319" y="132"/>
                    <a:pt x="333" y="131"/>
                    <a:pt x="345" y="131"/>
                  </a:cubicBezTo>
                  <a:cubicBezTo>
                    <a:pt x="348" y="131"/>
                    <a:pt x="350" y="131"/>
                    <a:pt x="352" y="131"/>
                  </a:cubicBezTo>
                  <a:cubicBezTo>
                    <a:pt x="362" y="131"/>
                    <a:pt x="373" y="129"/>
                    <a:pt x="382" y="126"/>
                  </a:cubicBezTo>
                  <a:cubicBezTo>
                    <a:pt x="391" y="123"/>
                    <a:pt x="398" y="120"/>
                    <a:pt x="405" y="116"/>
                  </a:cubicBezTo>
                  <a:cubicBezTo>
                    <a:pt x="422" y="106"/>
                    <a:pt x="433" y="88"/>
                    <a:pt x="432" y="69"/>
                  </a:cubicBezTo>
                  <a:cubicBezTo>
                    <a:pt x="432" y="49"/>
                    <a:pt x="421" y="32"/>
                    <a:pt x="405" y="22"/>
                  </a:cubicBezTo>
                  <a:cubicBezTo>
                    <a:pt x="398" y="16"/>
                    <a:pt x="391" y="11"/>
                    <a:pt x="382" y="8"/>
                  </a:cubicBezTo>
                  <a:cubicBezTo>
                    <a:pt x="370" y="4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065050" y="3127375"/>
              <a:ext cx="26350" cy="6400"/>
            </a:xfrm>
            <a:custGeom>
              <a:avLst/>
              <a:gdLst/>
              <a:ahLst/>
              <a:cxnLst/>
              <a:rect l="l" t="t" r="r" b="b"/>
              <a:pathLst>
                <a:path w="1054" h="256" extrusionOk="0">
                  <a:moveTo>
                    <a:pt x="893" y="3"/>
                  </a:moveTo>
                  <a:cubicBezTo>
                    <a:pt x="864" y="4"/>
                    <a:pt x="836" y="6"/>
                    <a:pt x="807" y="9"/>
                  </a:cubicBezTo>
                  <a:cubicBezTo>
                    <a:pt x="750" y="14"/>
                    <a:pt x="694" y="20"/>
                    <a:pt x="637" y="26"/>
                  </a:cubicBezTo>
                  <a:lnTo>
                    <a:pt x="295" y="63"/>
                  </a:lnTo>
                  <a:cubicBezTo>
                    <a:pt x="258" y="67"/>
                    <a:pt x="220" y="70"/>
                    <a:pt x="183" y="77"/>
                  </a:cubicBezTo>
                  <a:cubicBezTo>
                    <a:pt x="150" y="83"/>
                    <a:pt x="119" y="90"/>
                    <a:pt x="88" y="100"/>
                  </a:cubicBezTo>
                  <a:cubicBezTo>
                    <a:pt x="1" y="124"/>
                    <a:pt x="19" y="253"/>
                    <a:pt x="109" y="253"/>
                  </a:cubicBezTo>
                  <a:lnTo>
                    <a:pt x="128" y="254"/>
                  </a:lnTo>
                  <a:lnTo>
                    <a:pt x="143" y="254"/>
                  </a:lnTo>
                  <a:cubicBezTo>
                    <a:pt x="125" y="254"/>
                    <a:pt x="162" y="256"/>
                    <a:pt x="161" y="256"/>
                  </a:cubicBezTo>
                  <a:lnTo>
                    <a:pt x="194" y="256"/>
                  </a:lnTo>
                  <a:cubicBezTo>
                    <a:pt x="222" y="256"/>
                    <a:pt x="251" y="251"/>
                    <a:pt x="279" y="247"/>
                  </a:cubicBezTo>
                  <a:lnTo>
                    <a:pt x="449" y="230"/>
                  </a:lnTo>
                  <a:cubicBezTo>
                    <a:pt x="563" y="217"/>
                    <a:pt x="678" y="205"/>
                    <a:pt x="791" y="191"/>
                  </a:cubicBezTo>
                  <a:cubicBezTo>
                    <a:pt x="828" y="186"/>
                    <a:pt x="866" y="184"/>
                    <a:pt x="902" y="177"/>
                  </a:cubicBezTo>
                  <a:cubicBezTo>
                    <a:pt x="918" y="174"/>
                    <a:pt x="932" y="169"/>
                    <a:pt x="946" y="166"/>
                  </a:cubicBezTo>
                  <a:cubicBezTo>
                    <a:pt x="955" y="164"/>
                    <a:pt x="963" y="162"/>
                    <a:pt x="972" y="160"/>
                  </a:cubicBezTo>
                  <a:cubicBezTo>
                    <a:pt x="989" y="155"/>
                    <a:pt x="1004" y="146"/>
                    <a:pt x="1017" y="135"/>
                  </a:cubicBezTo>
                  <a:cubicBezTo>
                    <a:pt x="1054" y="106"/>
                    <a:pt x="1042" y="38"/>
                    <a:pt x="1002" y="18"/>
                  </a:cubicBezTo>
                  <a:cubicBezTo>
                    <a:pt x="967" y="1"/>
                    <a:pt x="930" y="4"/>
                    <a:pt x="893" y="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4439100" y="3121250"/>
              <a:ext cx="21650" cy="7400"/>
            </a:xfrm>
            <a:custGeom>
              <a:avLst/>
              <a:gdLst/>
              <a:ahLst/>
              <a:cxnLst/>
              <a:rect l="l" t="t" r="r" b="b"/>
              <a:pathLst>
                <a:path w="866" h="296" extrusionOk="0">
                  <a:moveTo>
                    <a:pt x="770" y="0"/>
                  </a:moveTo>
                  <a:cubicBezTo>
                    <a:pt x="750" y="1"/>
                    <a:pt x="730" y="4"/>
                    <a:pt x="711" y="10"/>
                  </a:cubicBezTo>
                  <a:lnTo>
                    <a:pt x="622" y="30"/>
                  </a:lnTo>
                  <a:lnTo>
                    <a:pt x="434" y="72"/>
                  </a:lnTo>
                  <a:lnTo>
                    <a:pt x="61" y="154"/>
                  </a:lnTo>
                  <a:cubicBezTo>
                    <a:pt x="23" y="166"/>
                    <a:pt x="1" y="205"/>
                    <a:pt x="11" y="243"/>
                  </a:cubicBezTo>
                  <a:cubicBezTo>
                    <a:pt x="20" y="275"/>
                    <a:pt x="49" y="295"/>
                    <a:pt x="81" y="295"/>
                  </a:cubicBezTo>
                  <a:cubicBezTo>
                    <a:pt x="87" y="295"/>
                    <a:pt x="93" y="295"/>
                    <a:pt x="99" y="293"/>
                  </a:cubicBezTo>
                  <a:lnTo>
                    <a:pt x="100" y="293"/>
                  </a:lnTo>
                  <a:lnTo>
                    <a:pt x="474" y="215"/>
                  </a:lnTo>
                  <a:lnTo>
                    <a:pt x="659" y="176"/>
                  </a:lnTo>
                  <a:lnTo>
                    <a:pt x="752" y="157"/>
                  </a:lnTo>
                  <a:cubicBezTo>
                    <a:pt x="771" y="154"/>
                    <a:pt x="790" y="149"/>
                    <a:pt x="807" y="139"/>
                  </a:cubicBezTo>
                  <a:cubicBezTo>
                    <a:pt x="826" y="128"/>
                    <a:pt x="841" y="111"/>
                    <a:pt x="851" y="92"/>
                  </a:cubicBezTo>
                  <a:cubicBezTo>
                    <a:pt x="865" y="69"/>
                    <a:pt x="857" y="38"/>
                    <a:pt x="833" y="23"/>
                  </a:cubicBezTo>
                  <a:cubicBezTo>
                    <a:pt x="814" y="10"/>
                    <a:pt x="793" y="2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4463250" y="3129575"/>
              <a:ext cx="22075" cy="7975"/>
            </a:xfrm>
            <a:custGeom>
              <a:avLst/>
              <a:gdLst/>
              <a:ahLst/>
              <a:cxnLst/>
              <a:rect l="l" t="t" r="r" b="b"/>
              <a:pathLst>
                <a:path w="883" h="319" extrusionOk="0">
                  <a:moveTo>
                    <a:pt x="794" y="1"/>
                  </a:moveTo>
                  <a:cubicBezTo>
                    <a:pt x="768" y="1"/>
                    <a:pt x="742" y="8"/>
                    <a:pt x="717" y="14"/>
                  </a:cubicBezTo>
                  <a:cubicBezTo>
                    <a:pt x="685" y="21"/>
                    <a:pt x="653" y="31"/>
                    <a:pt x="622" y="39"/>
                  </a:cubicBezTo>
                  <a:cubicBezTo>
                    <a:pt x="561" y="56"/>
                    <a:pt x="500" y="73"/>
                    <a:pt x="439" y="91"/>
                  </a:cubicBezTo>
                  <a:cubicBezTo>
                    <a:pt x="379" y="108"/>
                    <a:pt x="318" y="125"/>
                    <a:pt x="258" y="145"/>
                  </a:cubicBezTo>
                  <a:lnTo>
                    <a:pt x="70" y="206"/>
                  </a:lnTo>
                  <a:cubicBezTo>
                    <a:pt x="0" y="222"/>
                    <a:pt x="20" y="319"/>
                    <a:pt x="81" y="319"/>
                  </a:cubicBezTo>
                  <a:cubicBezTo>
                    <a:pt x="87" y="319"/>
                    <a:pt x="93" y="318"/>
                    <a:pt x="100" y="316"/>
                  </a:cubicBezTo>
                  <a:lnTo>
                    <a:pt x="100" y="317"/>
                  </a:lnTo>
                  <a:lnTo>
                    <a:pt x="293" y="276"/>
                  </a:lnTo>
                  <a:cubicBezTo>
                    <a:pt x="356" y="264"/>
                    <a:pt x="417" y="248"/>
                    <a:pt x="478" y="233"/>
                  </a:cubicBezTo>
                  <a:cubicBezTo>
                    <a:pt x="539" y="219"/>
                    <a:pt x="601" y="204"/>
                    <a:pt x="662" y="188"/>
                  </a:cubicBezTo>
                  <a:cubicBezTo>
                    <a:pt x="694" y="179"/>
                    <a:pt x="727" y="172"/>
                    <a:pt x="757" y="163"/>
                  </a:cubicBezTo>
                  <a:cubicBezTo>
                    <a:pt x="798" y="150"/>
                    <a:pt x="847" y="140"/>
                    <a:pt x="867" y="99"/>
                  </a:cubicBezTo>
                  <a:cubicBezTo>
                    <a:pt x="883" y="70"/>
                    <a:pt x="873" y="33"/>
                    <a:pt x="845" y="15"/>
                  </a:cubicBezTo>
                  <a:cubicBezTo>
                    <a:pt x="829" y="4"/>
                    <a:pt x="812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088575" y="3140300"/>
              <a:ext cx="15225" cy="3725"/>
            </a:xfrm>
            <a:custGeom>
              <a:avLst/>
              <a:gdLst/>
              <a:ahLst/>
              <a:cxnLst/>
              <a:rect l="l" t="t" r="r" b="b"/>
              <a:pathLst>
                <a:path w="609" h="149" extrusionOk="0">
                  <a:moveTo>
                    <a:pt x="574" y="1"/>
                  </a:moveTo>
                  <a:cubicBezTo>
                    <a:pt x="553" y="1"/>
                    <a:pt x="534" y="8"/>
                    <a:pt x="514" y="14"/>
                  </a:cubicBezTo>
                  <a:cubicBezTo>
                    <a:pt x="492" y="19"/>
                    <a:pt x="471" y="25"/>
                    <a:pt x="449" y="31"/>
                  </a:cubicBezTo>
                  <a:cubicBezTo>
                    <a:pt x="406" y="44"/>
                    <a:pt x="362" y="54"/>
                    <a:pt x="316" y="62"/>
                  </a:cubicBezTo>
                  <a:cubicBezTo>
                    <a:pt x="250" y="73"/>
                    <a:pt x="184" y="78"/>
                    <a:pt x="117" y="78"/>
                  </a:cubicBezTo>
                  <a:cubicBezTo>
                    <a:pt x="94" y="78"/>
                    <a:pt x="71" y="78"/>
                    <a:pt x="49" y="76"/>
                  </a:cubicBezTo>
                  <a:cubicBezTo>
                    <a:pt x="48" y="76"/>
                    <a:pt x="47" y="76"/>
                    <a:pt x="46" y="76"/>
                  </a:cubicBezTo>
                  <a:cubicBezTo>
                    <a:pt x="0" y="76"/>
                    <a:pt x="0" y="146"/>
                    <a:pt x="46" y="146"/>
                  </a:cubicBezTo>
                  <a:cubicBezTo>
                    <a:pt x="47" y="146"/>
                    <a:pt x="48" y="146"/>
                    <a:pt x="49" y="146"/>
                  </a:cubicBezTo>
                  <a:cubicBezTo>
                    <a:pt x="77" y="148"/>
                    <a:pt x="106" y="149"/>
                    <a:pt x="135" y="149"/>
                  </a:cubicBezTo>
                  <a:cubicBezTo>
                    <a:pt x="200" y="149"/>
                    <a:pt x="266" y="144"/>
                    <a:pt x="330" y="134"/>
                  </a:cubicBezTo>
                  <a:cubicBezTo>
                    <a:pt x="377" y="127"/>
                    <a:pt x="422" y="118"/>
                    <a:pt x="467" y="106"/>
                  </a:cubicBezTo>
                  <a:cubicBezTo>
                    <a:pt x="488" y="99"/>
                    <a:pt x="509" y="92"/>
                    <a:pt x="530" y="84"/>
                  </a:cubicBezTo>
                  <a:cubicBezTo>
                    <a:pt x="553" y="75"/>
                    <a:pt x="582" y="68"/>
                    <a:pt x="597" y="48"/>
                  </a:cubicBezTo>
                  <a:cubicBezTo>
                    <a:pt x="608" y="34"/>
                    <a:pt x="608" y="6"/>
                    <a:pt x="585" y="1"/>
                  </a:cubicBezTo>
                  <a:cubicBezTo>
                    <a:pt x="582" y="1"/>
                    <a:pt x="578" y="1"/>
                    <a:pt x="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3790950" y="710225"/>
            <a:ext cx="4633200" cy="10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 idx="2"/>
          </p:nvPr>
        </p:nvSpPr>
        <p:spPr>
          <a:xfrm flipH="1">
            <a:off x="1496306" y="2714675"/>
            <a:ext cx="2731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 flipH="1">
            <a:off x="1496306" y="3176125"/>
            <a:ext cx="2731200" cy="10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ctrTitle" idx="3"/>
          </p:nvPr>
        </p:nvSpPr>
        <p:spPr>
          <a:xfrm flipH="1">
            <a:off x="5019381" y="2714675"/>
            <a:ext cx="2628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4"/>
          </p:nvPr>
        </p:nvSpPr>
        <p:spPr>
          <a:xfrm flipH="1">
            <a:off x="5019381" y="3176125"/>
            <a:ext cx="2628300" cy="10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>
            <a:off x="-913970" y="-717282"/>
            <a:ext cx="7924225" cy="2960105"/>
            <a:chOff x="1163125" y="4466300"/>
            <a:chExt cx="1482050" cy="573875"/>
          </a:xfrm>
        </p:grpSpPr>
        <p:sp>
          <p:nvSpPr>
            <p:cNvPr id="46" name="Google Shape;46;p5"/>
            <p:cNvSpPr/>
            <p:nvPr/>
          </p:nvSpPr>
          <p:spPr>
            <a:xfrm>
              <a:off x="1163125" y="4466300"/>
              <a:ext cx="1482050" cy="573875"/>
            </a:xfrm>
            <a:custGeom>
              <a:avLst/>
              <a:gdLst/>
              <a:ahLst/>
              <a:cxnLst/>
              <a:rect l="l" t="t" r="r" b="b"/>
              <a:pathLst>
                <a:path w="59282" h="22955" extrusionOk="0">
                  <a:moveTo>
                    <a:pt x="59206" y="0"/>
                  </a:moveTo>
                  <a:cubicBezTo>
                    <a:pt x="59201" y="0"/>
                    <a:pt x="59195" y="4"/>
                    <a:pt x="59188" y="13"/>
                  </a:cubicBezTo>
                  <a:lnTo>
                    <a:pt x="49580" y="3488"/>
                  </a:lnTo>
                  <a:cubicBezTo>
                    <a:pt x="49404" y="3866"/>
                    <a:pt x="49242" y="3992"/>
                    <a:pt x="49076" y="3992"/>
                  </a:cubicBezTo>
                  <a:cubicBezTo>
                    <a:pt x="48743" y="3992"/>
                    <a:pt x="48390" y="3490"/>
                    <a:pt x="47869" y="3490"/>
                  </a:cubicBezTo>
                  <a:cubicBezTo>
                    <a:pt x="47660" y="3490"/>
                    <a:pt x="47424" y="3571"/>
                    <a:pt x="47150" y="3799"/>
                  </a:cubicBezTo>
                  <a:cubicBezTo>
                    <a:pt x="46575" y="4279"/>
                    <a:pt x="8390" y="7892"/>
                    <a:pt x="4800" y="14575"/>
                  </a:cubicBezTo>
                  <a:cubicBezTo>
                    <a:pt x="3738" y="16555"/>
                    <a:pt x="1179" y="15755"/>
                    <a:pt x="590" y="17776"/>
                  </a:cubicBezTo>
                  <a:cubicBezTo>
                    <a:pt x="0" y="19797"/>
                    <a:pt x="1001" y="22299"/>
                    <a:pt x="3208" y="22955"/>
                  </a:cubicBezTo>
                  <a:cubicBezTo>
                    <a:pt x="3305" y="20620"/>
                    <a:pt x="5507" y="18897"/>
                    <a:pt x="7320" y="17755"/>
                  </a:cubicBezTo>
                  <a:cubicBezTo>
                    <a:pt x="9378" y="16460"/>
                    <a:pt x="11678" y="15617"/>
                    <a:pt x="13950" y="14787"/>
                  </a:cubicBezTo>
                  <a:cubicBezTo>
                    <a:pt x="19133" y="12891"/>
                    <a:pt x="24368" y="10983"/>
                    <a:pt x="29840" y="10269"/>
                  </a:cubicBezTo>
                  <a:cubicBezTo>
                    <a:pt x="35848" y="9485"/>
                    <a:pt x="42042" y="10154"/>
                    <a:pt x="47918" y="8679"/>
                  </a:cubicBezTo>
                  <a:cubicBezTo>
                    <a:pt x="50927" y="7925"/>
                    <a:pt x="54869" y="6755"/>
                    <a:pt x="56980" y="4385"/>
                  </a:cubicBezTo>
                  <a:cubicBezTo>
                    <a:pt x="57800" y="3464"/>
                    <a:pt x="58458" y="2369"/>
                    <a:pt x="58926" y="1230"/>
                  </a:cubicBezTo>
                  <a:cubicBezTo>
                    <a:pt x="58983" y="1089"/>
                    <a:pt x="59281" y="0"/>
                    <a:pt x="59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2108050" y="4644775"/>
              <a:ext cx="24625" cy="6150"/>
            </a:xfrm>
            <a:custGeom>
              <a:avLst/>
              <a:gdLst/>
              <a:ahLst/>
              <a:cxnLst/>
              <a:rect l="l" t="t" r="r" b="b"/>
              <a:pathLst>
                <a:path w="985" h="246" extrusionOk="0">
                  <a:moveTo>
                    <a:pt x="880" y="1"/>
                  </a:moveTo>
                  <a:cubicBezTo>
                    <a:pt x="872" y="1"/>
                    <a:pt x="864" y="2"/>
                    <a:pt x="856" y="3"/>
                  </a:cubicBezTo>
                  <a:cubicBezTo>
                    <a:pt x="829" y="7"/>
                    <a:pt x="805" y="12"/>
                    <a:pt x="779" y="15"/>
                  </a:cubicBezTo>
                  <a:lnTo>
                    <a:pt x="805" y="12"/>
                  </a:lnTo>
                  <a:lnTo>
                    <a:pt x="805" y="12"/>
                  </a:lnTo>
                  <a:cubicBezTo>
                    <a:pt x="620" y="36"/>
                    <a:pt x="435" y="48"/>
                    <a:pt x="249" y="48"/>
                  </a:cubicBezTo>
                  <a:cubicBezTo>
                    <a:pt x="199" y="48"/>
                    <a:pt x="149" y="47"/>
                    <a:pt x="100" y="45"/>
                  </a:cubicBezTo>
                  <a:cubicBezTo>
                    <a:pt x="45" y="46"/>
                    <a:pt x="1" y="90"/>
                    <a:pt x="1" y="145"/>
                  </a:cubicBezTo>
                  <a:cubicBezTo>
                    <a:pt x="2" y="198"/>
                    <a:pt x="45" y="242"/>
                    <a:pt x="100" y="244"/>
                  </a:cubicBezTo>
                  <a:lnTo>
                    <a:pt x="99" y="244"/>
                  </a:lnTo>
                  <a:cubicBezTo>
                    <a:pt x="145" y="245"/>
                    <a:pt x="192" y="246"/>
                    <a:pt x="239" y="246"/>
                  </a:cubicBezTo>
                  <a:cubicBezTo>
                    <a:pt x="463" y="246"/>
                    <a:pt x="687" y="229"/>
                    <a:pt x="908" y="194"/>
                  </a:cubicBezTo>
                  <a:cubicBezTo>
                    <a:pt x="934" y="188"/>
                    <a:pt x="955" y="171"/>
                    <a:pt x="967" y="149"/>
                  </a:cubicBezTo>
                  <a:cubicBezTo>
                    <a:pt x="981" y="126"/>
                    <a:pt x="984" y="98"/>
                    <a:pt x="978" y="73"/>
                  </a:cubicBezTo>
                  <a:cubicBezTo>
                    <a:pt x="971" y="48"/>
                    <a:pt x="955" y="26"/>
                    <a:pt x="933" y="14"/>
                  </a:cubicBezTo>
                  <a:cubicBezTo>
                    <a:pt x="916" y="5"/>
                    <a:pt x="898" y="1"/>
                    <a:pt x="8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2127650" y="4653150"/>
              <a:ext cx="15275" cy="6125"/>
            </a:xfrm>
            <a:custGeom>
              <a:avLst/>
              <a:gdLst/>
              <a:ahLst/>
              <a:cxnLst/>
              <a:rect l="l" t="t" r="r" b="b"/>
              <a:pathLst>
                <a:path w="611" h="245" extrusionOk="0">
                  <a:moveTo>
                    <a:pt x="518" y="1"/>
                  </a:moveTo>
                  <a:cubicBezTo>
                    <a:pt x="516" y="1"/>
                    <a:pt x="514" y="1"/>
                    <a:pt x="511" y="1"/>
                  </a:cubicBezTo>
                  <a:lnTo>
                    <a:pt x="99" y="47"/>
                  </a:lnTo>
                  <a:cubicBezTo>
                    <a:pt x="74" y="47"/>
                    <a:pt x="48" y="57"/>
                    <a:pt x="29" y="75"/>
                  </a:cubicBezTo>
                  <a:cubicBezTo>
                    <a:pt x="12" y="94"/>
                    <a:pt x="1" y="119"/>
                    <a:pt x="1" y="146"/>
                  </a:cubicBezTo>
                  <a:cubicBezTo>
                    <a:pt x="1" y="171"/>
                    <a:pt x="12" y="196"/>
                    <a:pt x="29" y="215"/>
                  </a:cubicBezTo>
                  <a:cubicBezTo>
                    <a:pt x="46" y="231"/>
                    <a:pt x="69" y="244"/>
                    <a:pt x="92" y="244"/>
                  </a:cubicBezTo>
                  <a:cubicBezTo>
                    <a:pt x="94" y="244"/>
                    <a:pt x="97" y="244"/>
                    <a:pt x="99" y="244"/>
                  </a:cubicBezTo>
                  <a:lnTo>
                    <a:pt x="511" y="199"/>
                  </a:lnTo>
                  <a:cubicBezTo>
                    <a:pt x="538" y="197"/>
                    <a:pt x="563" y="188"/>
                    <a:pt x="582" y="170"/>
                  </a:cubicBezTo>
                  <a:cubicBezTo>
                    <a:pt x="600" y="151"/>
                    <a:pt x="610" y="126"/>
                    <a:pt x="610" y="100"/>
                  </a:cubicBezTo>
                  <a:cubicBezTo>
                    <a:pt x="610" y="74"/>
                    <a:pt x="600" y="49"/>
                    <a:pt x="582" y="30"/>
                  </a:cubicBezTo>
                  <a:cubicBezTo>
                    <a:pt x="566" y="15"/>
                    <a:pt x="542" y="1"/>
                    <a:pt x="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847675" y="4703275"/>
              <a:ext cx="19600" cy="3675"/>
            </a:xfrm>
            <a:custGeom>
              <a:avLst/>
              <a:gdLst/>
              <a:ahLst/>
              <a:cxnLst/>
              <a:rect l="l" t="t" r="r" b="b"/>
              <a:pathLst>
                <a:path w="784" h="147" extrusionOk="0">
                  <a:moveTo>
                    <a:pt x="320" y="0"/>
                  </a:moveTo>
                  <a:cubicBezTo>
                    <a:pt x="236" y="0"/>
                    <a:pt x="153" y="5"/>
                    <a:pt x="70" y="13"/>
                  </a:cubicBezTo>
                  <a:cubicBezTo>
                    <a:pt x="35" y="18"/>
                    <a:pt x="1" y="42"/>
                    <a:pt x="4" y="80"/>
                  </a:cubicBezTo>
                  <a:cubicBezTo>
                    <a:pt x="5" y="111"/>
                    <a:pt x="30" y="145"/>
                    <a:pt x="64" y="145"/>
                  </a:cubicBezTo>
                  <a:cubicBezTo>
                    <a:pt x="66" y="145"/>
                    <a:pt x="68" y="145"/>
                    <a:pt x="70" y="145"/>
                  </a:cubicBezTo>
                  <a:lnTo>
                    <a:pt x="70" y="146"/>
                  </a:lnTo>
                  <a:cubicBezTo>
                    <a:pt x="145" y="139"/>
                    <a:pt x="221" y="136"/>
                    <a:pt x="296" y="136"/>
                  </a:cubicBezTo>
                  <a:cubicBezTo>
                    <a:pt x="332" y="136"/>
                    <a:pt x="367" y="136"/>
                    <a:pt x="402" y="138"/>
                  </a:cubicBezTo>
                  <a:cubicBezTo>
                    <a:pt x="456" y="141"/>
                    <a:pt x="512" y="141"/>
                    <a:pt x="567" y="144"/>
                  </a:cubicBezTo>
                  <a:cubicBezTo>
                    <a:pt x="570" y="144"/>
                    <a:pt x="572" y="144"/>
                    <a:pt x="575" y="144"/>
                  </a:cubicBezTo>
                  <a:cubicBezTo>
                    <a:pt x="582" y="144"/>
                    <a:pt x="590" y="143"/>
                    <a:pt x="597" y="142"/>
                  </a:cubicBezTo>
                  <a:cubicBezTo>
                    <a:pt x="597" y="142"/>
                    <a:pt x="604" y="140"/>
                    <a:pt x="606" y="139"/>
                  </a:cubicBezTo>
                  <a:lnTo>
                    <a:pt x="606" y="139"/>
                  </a:lnTo>
                  <a:cubicBezTo>
                    <a:pt x="612" y="138"/>
                    <a:pt x="617" y="138"/>
                    <a:pt x="622" y="138"/>
                  </a:cubicBezTo>
                  <a:cubicBezTo>
                    <a:pt x="631" y="138"/>
                    <a:pt x="640" y="139"/>
                    <a:pt x="649" y="140"/>
                  </a:cubicBezTo>
                  <a:cubicBezTo>
                    <a:pt x="677" y="140"/>
                    <a:pt x="704" y="142"/>
                    <a:pt x="732" y="144"/>
                  </a:cubicBezTo>
                  <a:cubicBezTo>
                    <a:pt x="732" y="144"/>
                    <a:pt x="733" y="144"/>
                    <a:pt x="734" y="144"/>
                  </a:cubicBezTo>
                  <a:cubicBezTo>
                    <a:pt x="777" y="144"/>
                    <a:pt x="784" y="77"/>
                    <a:pt x="742" y="66"/>
                  </a:cubicBezTo>
                  <a:cubicBezTo>
                    <a:pt x="716" y="59"/>
                    <a:pt x="689" y="51"/>
                    <a:pt x="662" y="45"/>
                  </a:cubicBezTo>
                  <a:cubicBezTo>
                    <a:pt x="647" y="43"/>
                    <a:pt x="634" y="40"/>
                    <a:pt x="619" y="35"/>
                  </a:cubicBezTo>
                  <a:lnTo>
                    <a:pt x="619" y="35"/>
                  </a:lnTo>
                  <a:cubicBezTo>
                    <a:pt x="617" y="33"/>
                    <a:pt x="611" y="29"/>
                    <a:pt x="611" y="29"/>
                  </a:cubicBezTo>
                  <a:cubicBezTo>
                    <a:pt x="603" y="25"/>
                    <a:pt x="593" y="22"/>
                    <a:pt x="584" y="21"/>
                  </a:cubicBezTo>
                  <a:cubicBezTo>
                    <a:pt x="525" y="11"/>
                    <a:pt x="465" y="4"/>
                    <a:pt x="405" y="2"/>
                  </a:cubicBezTo>
                  <a:cubicBezTo>
                    <a:pt x="376" y="1"/>
                    <a:pt x="348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1871875" y="4706825"/>
              <a:ext cx="14075" cy="2900"/>
            </a:xfrm>
            <a:custGeom>
              <a:avLst/>
              <a:gdLst/>
              <a:ahLst/>
              <a:cxnLst/>
              <a:rect l="l" t="t" r="r" b="b"/>
              <a:pathLst>
                <a:path w="563" h="116" extrusionOk="0">
                  <a:moveTo>
                    <a:pt x="396" y="1"/>
                  </a:moveTo>
                  <a:cubicBezTo>
                    <a:pt x="357" y="1"/>
                    <a:pt x="319" y="1"/>
                    <a:pt x="280" y="2"/>
                  </a:cubicBezTo>
                  <a:lnTo>
                    <a:pt x="50" y="9"/>
                  </a:lnTo>
                  <a:cubicBezTo>
                    <a:pt x="24" y="9"/>
                    <a:pt x="2" y="32"/>
                    <a:pt x="1" y="59"/>
                  </a:cubicBezTo>
                  <a:cubicBezTo>
                    <a:pt x="2" y="85"/>
                    <a:pt x="24" y="107"/>
                    <a:pt x="50" y="107"/>
                  </a:cubicBezTo>
                  <a:lnTo>
                    <a:pt x="280" y="115"/>
                  </a:lnTo>
                  <a:cubicBezTo>
                    <a:pt x="317" y="116"/>
                    <a:pt x="355" y="116"/>
                    <a:pt x="392" y="116"/>
                  </a:cubicBezTo>
                  <a:lnTo>
                    <a:pt x="451" y="116"/>
                  </a:lnTo>
                  <a:cubicBezTo>
                    <a:pt x="473" y="114"/>
                    <a:pt x="495" y="111"/>
                    <a:pt x="517" y="104"/>
                  </a:cubicBezTo>
                  <a:cubicBezTo>
                    <a:pt x="563" y="94"/>
                    <a:pt x="563" y="23"/>
                    <a:pt x="517" y="13"/>
                  </a:cubicBezTo>
                  <a:cubicBezTo>
                    <a:pt x="497" y="6"/>
                    <a:pt x="476" y="2"/>
                    <a:pt x="4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1515225" y="4762750"/>
              <a:ext cx="14550" cy="4375"/>
            </a:xfrm>
            <a:custGeom>
              <a:avLst/>
              <a:gdLst/>
              <a:ahLst/>
              <a:cxnLst/>
              <a:rect l="l" t="t" r="r" b="b"/>
              <a:pathLst>
                <a:path w="582" h="175" extrusionOk="0">
                  <a:moveTo>
                    <a:pt x="379" y="1"/>
                  </a:moveTo>
                  <a:cubicBezTo>
                    <a:pt x="353" y="1"/>
                    <a:pt x="326" y="3"/>
                    <a:pt x="299" y="4"/>
                  </a:cubicBezTo>
                  <a:lnTo>
                    <a:pt x="82" y="15"/>
                  </a:lnTo>
                  <a:cubicBezTo>
                    <a:pt x="41" y="18"/>
                    <a:pt x="1" y="51"/>
                    <a:pt x="3" y="94"/>
                  </a:cubicBezTo>
                  <a:cubicBezTo>
                    <a:pt x="5" y="132"/>
                    <a:pt x="34" y="174"/>
                    <a:pt x="74" y="174"/>
                  </a:cubicBezTo>
                  <a:cubicBezTo>
                    <a:pt x="76" y="174"/>
                    <a:pt x="79" y="174"/>
                    <a:pt x="82" y="173"/>
                  </a:cubicBezTo>
                  <a:lnTo>
                    <a:pt x="82" y="174"/>
                  </a:lnTo>
                  <a:lnTo>
                    <a:pt x="273" y="152"/>
                  </a:lnTo>
                  <a:cubicBezTo>
                    <a:pt x="306" y="149"/>
                    <a:pt x="338" y="146"/>
                    <a:pt x="371" y="141"/>
                  </a:cubicBezTo>
                  <a:cubicBezTo>
                    <a:pt x="406" y="136"/>
                    <a:pt x="439" y="128"/>
                    <a:pt x="474" y="121"/>
                  </a:cubicBezTo>
                  <a:cubicBezTo>
                    <a:pt x="508" y="114"/>
                    <a:pt x="565" y="112"/>
                    <a:pt x="576" y="71"/>
                  </a:cubicBezTo>
                  <a:cubicBezTo>
                    <a:pt x="582" y="49"/>
                    <a:pt x="573" y="27"/>
                    <a:pt x="554" y="16"/>
                  </a:cubicBezTo>
                  <a:cubicBezTo>
                    <a:pt x="538" y="6"/>
                    <a:pt x="519" y="5"/>
                    <a:pt x="501" y="5"/>
                  </a:cubicBezTo>
                  <a:cubicBezTo>
                    <a:pt x="498" y="5"/>
                    <a:pt x="494" y="5"/>
                    <a:pt x="491" y="5"/>
                  </a:cubicBezTo>
                  <a:lnTo>
                    <a:pt x="396" y="1"/>
                  </a:lnTo>
                  <a:cubicBezTo>
                    <a:pt x="390" y="1"/>
                    <a:pt x="385" y="1"/>
                    <a:pt x="3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535125" y="4754350"/>
              <a:ext cx="11325" cy="3525"/>
            </a:xfrm>
            <a:custGeom>
              <a:avLst/>
              <a:gdLst/>
              <a:ahLst/>
              <a:cxnLst/>
              <a:rect l="l" t="t" r="r" b="b"/>
              <a:pathLst>
                <a:path w="453" h="141" extrusionOk="0">
                  <a:moveTo>
                    <a:pt x="139" y="1"/>
                  </a:moveTo>
                  <a:cubicBezTo>
                    <a:pt x="116" y="1"/>
                    <a:pt x="93" y="1"/>
                    <a:pt x="70" y="1"/>
                  </a:cubicBezTo>
                  <a:cubicBezTo>
                    <a:pt x="32" y="1"/>
                    <a:pt x="2" y="33"/>
                    <a:pt x="1" y="71"/>
                  </a:cubicBezTo>
                  <a:cubicBezTo>
                    <a:pt x="2" y="108"/>
                    <a:pt x="32" y="139"/>
                    <a:pt x="70" y="140"/>
                  </a:cubicBezTo>
                  <a:cubicBezTo>
                    <a:pt x="93" y="140"/>
                    <a:pt x="116" y="140"/>
                    <a:pt x="139" y="140"/>
                  </a:cubicBezTo>
                  <a:cubicBezTo>
                    <a:pt x="174" y="140"/>
                    <a:pt x="208" y="140"/>
                    <a:pt x="242" y="138"/>
                  </a:cubicBezTo>
                  <a:cubicBezTo>
                    <a:pt x="271" y="137"/>
                    <a:pt x="298" y="134"/>
                    <a:pt x="327" y="131"/>
                  </a:cubicBezTo>
                  <a:cubicBezTo>
                    <a:pt x="359" y="126"/>
                    <a:pt x="394" y="126"/>
                    <a:pt x="424" y="110"/>
                  </a:cubicBezTo>
                  <a:cubicBezTo>
                    <a:pt x="452" y="92"/>
                    <a:pt x="452" y="49"/>
                    <a:pt x="424" y="32"/>
                  </a:cubicBezTo>
                  <a:cubicBezTo>
                    <a:pt x="395" y="15"/>
                    <a:pt x="361" y="15"/>
                    <a:pt x="330" y="10"/>
                  </a:cubicBezTo>
                  <a:cubicBezTo>
                    <a:pt x="300" y="7"/>
                    <a:pt x="272" y="4"/>
                    <a:pt x="242" y="3"/>
                  </a:cubicBezTo>
                  <a:cubicBezTo>
                    <a:pt x="208" y="1"/>
                    <a:pt x="174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2371975" y="4664625"/>
              <a:ext cx="17450" cy="4625"/>
            </a:xfrm>
            <a:custGeom>
              <a:avLst/>
              <a:gdLst/>
              <a:ahLst/>
              <a:cxnLst/>
              <a:rect l="l" t="t" r="r" b="b"/>
              <a:pathLst>
                <a:path w="698" h="185" extrusionOk="0">
                  <a:moveTo>
                    <a:pt x="614" y="1"/>
                  </a:moveTo>
                  <a:cubicBezTo>
                    <a:pt x="612" y="1"/>
                    <a:pt x="609" y="1"/>
                    <a:pt x="607" y="1"/>
                  </a:cubicBezTo>
                  <a:cubicBezTo>
                    <a:pt x="595" y="1"/>
                    <a:pt x="582" y="2"/>
                    <a:pt x="571" y="3"/>
                  </a:cubicBezTo>
                  <a:lnTo>
                    <a:pt x="496" y="11"/>
                  </a:lnTo>
                  <a:cubicBezTo>
                    <a:pt x="447" y="15"/>
                    <a:pt x="399" y="21"/>
                    <a:pt x="349" y="26"/>
                  </a:cubicBezTo>
                  <a:cubicBezTo>
                    <a:pt x="248" y="40"/>
                    <a:pt x="147" y="56"/>
                    <a:pt x="46" y="72"/>
                  </a:cubicBezTo>
                  <a:cubicBezTo>
                    <a:pt x="17" y="75"/>
                    <a:pt x="0" y="110"/>
                    <a:pt x="4" y="135"/>
                  </a:cubicBezTo>
                  <a:cubicBezTo>
                    <a:pt x="8" y="159"/>
                    <a:pt x="29" y="185"/>
                    <a:pt x="55" y="185"/>
                  </a:cubicBezTo>
                  <a:cubicBezTo>
                    <a:pt x="57" y="185"/>
                    <a:pt x="59" y="185"/>
                    <a:pt x="61" y="184"/>
                  </a:cubicBezTo>
                  <a:lnTo>
                    <a:pt x="62" y="184"/>
                  </a:lnTo>
                  <a:cubicBezTo>
                    <a:pt x="164" y="173"/>
                    <a:pt x="266" y="163"/>
                    <a:pt x="367" y="150"/>
                  </a:cubicBezTo>
                  <a:cubicBezTo>
                    <a:pt x="416" y="143"/>
                    <a:pt x="464" y="136"/>
                    <a:pt x="512" y="129"/>
                  </a:cubicBezTo>
                  <a:lnTo>
                    <a:pt x="582" y="116"/>
                  </a:lnTo>
                  <a:cubicBezTo>
                    <a:pt x="596" y="114"/>
                    <a:pt x="609" y="112"/>
                    <a:pt x="621" y="109"/>
                  </a:cubicBezTo>
                  <a:cubicBezTo>
                    <a:pt x="636" y="105"/>
                    <a:pt x="650" y="99"/>
                    <a:pt x="663" y="92"/>
                  </a:cubicBezTo>
                  <a:cubicBezTo>
                    <a:pt x="697" y="71"/>
                    <a:pt x="690" y="19"/>
                    <a:pt x="652" y="7"/>
                  </a:cubicBezTo>
                  <a:cubicBezTo>
                    <a:pt x="640" y="3"/>
                    <a:pt x="627" y="1"/>
                    <a:pt x="6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398725" y="4652425"/>
              <a:ext cx="11450" cy="4725"/>
            </a:xfrm>
            <a:custGeom>
              <a:avLst/>
              <a:gdLst/>
              <a:ahLst/>
              <a:cxnLst/>
              <a:rect l="l" t="t" r="r" b="b"/>
              <a:pathLst>
                <a:path w="458" h="189" extrusionOk="0">
                  <a:moveTo>
                    <a:pt x="383" y="0"/>
                  </a:moveTo>
                  <a:cubicBezTo>
                    <a:pt x="369" y="0"/>
                    <a:pt x="356" y="2"/>
                    <a:pt x="343" y="4"/>
                  </a:cubicBezTo>
                  <a:lnTo>
                    <a:pt x="304" y="12"/>
                  </a:lnTo>
                  <a:lnTo>
                    <a:pt x="218" y="30"/>
                  </a:lnTo>
                  <a:cubicBezTo>
                    <a:pt x="162" y="43"/>
                    <a:pt x="106" y="59"/>
                    <a:pt x="50" y="74"/>
                  </a:cubicBezTo>
                  <a:cubicBezTo>
                    <a:pt x="19" y="82"/>
                    <a:pt x="1" y="115"/>
                    <a:pt x="9" y="145"/>
                  </a:cubicBezTo>
                  <a:cubicBezTo>
                    <a:pt x="17" y="172"/>
                    <a:pt x="40" y="189"/>
                    <a:pt x="66" y="189"/>
                  </a:cubicBezTo>
                  <a:cubicBezTo>
                    <a:pt x="71" y="189"/>
                    <a:pt x="77" y="188"/>
                    <a:pt x="82" y="186"/>
                  </a:cubicBezTo>
                  <a:cubicBezTo>
                    <a:pt x="138" y="174"/>
                    <a:pt x="195" y="160"/>
                    <a:pt x="249" y="144"/>
                  </a:cubicBezTo>
                  <a:lnTo>
                    <a:pt x="332" y="121"/>
                  </a:lnTo>
                  <a:cubicBezTo>
                    <a:pt x="344" y="117"/>
                    <a:pt x="359" y="114"/>
                    <a:pt x="372" y="109"/>
                  </a:cubicBezTo>
                  <a:cubicBezTo>
                    <a:pt x="389" y="103"/>
                    <a:pt x="404" y="96"/>
                    <a:pt x="419" y="86"/>
                  </a:cubicBezTo>
                  <a:cubicBezTo>
                    <a:pt x="457" y="62"/>
                    <a:pt x="441" y="3"/>
                    <a:pt x="396" y="1"/>
                  </a:cubicBezTo>
                  <a:cubicBezTo>
                    <a:pt x="391" y="1"/>
                    <a:pt x="387" y="0"/>
                    <a:pt x="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5"/>
          <p:cNvGrpSpPr/>
          <p:nvPr/>
        </p:nvGrpSpPr>
        <p:grpSpPr>
          <a:xfrm>
            <a:off x="-427395" y="4438289"/>
            <a:ext cx="3188703" cy="867033"/>
            <a:chOff x="1296625" y="5272425"/>
            <a:chExt cx="751450" cy="204325"/>
          </a:xfrm>
        </p:grpSpPr>
        <p:sp>
          <p:nvSpPr>
            <p:cNvPr id="56" name="Google Shape;56;p5"/>
            <p:cNvSpPr/>
            <p:nvPr/>
          </p:nvSpPr>
          <p:spPr>
            <a:xfrm>
              <a:off x="1296625" y="5272425"/>
              <a:ext cx="751450" cy="204325"/>
            </a:xfrm>
            <a:custGeom>
              <a:avLst/>
              <a:gdLst/>
              <a:ahLst/>
              <a:cxnLst/>
              <a:rect l="l" t="t" r="r" b="b"/>
              <a:pathLst>
                <a:path w="30058" h="8173" extrusionOk="0">
                  <a:moveTo>
                    <a:pt x="1831" y="0"/>
                  </a:moveTo>
                  <a:cubicBezTo>
                    <a:pt x="1359" y="0"/>
                    <a:pt x="921" y="261"/>
                    <a:pt x="576" y="977"/>
                  </a:cubicBezTo>
                  <a:cubicBezTo>
                    <a:pt x="0" y="2170"/>
                    <a:pt x="458" y="4179"/>
                    <a:pt x="1209" y="5205"/>
                  </a:cubicBezTo>
                  <a:cubicBezTo>
                    <a:pt x="2352" y="6765"/>
                    <a:pt x="4549" y="7016"/>
                    <a:pt x="6482" y="7078"/>
                  </a:cubicBezTo>
                  <a:cubicBezTo>
                    <a:pt x="12255" y="7267"/>
                    <a:pt x="18061" y="6994"/>
                    <a:pt x="23788" y="7750"/>
                  </a:cubicBezTo>
                  <a:cubicBezTo>
                    <a:pt x="25169" y="7932"/>
                    <a:pt x="26573" y="8173"/>
                    <a:pt x="27959" y="8173"/>
                  </a:cubicBezTo>
                  <a:cubicBezTo>
                    <a:pt x="28665" y="8173"/>
                    <a:pt x="29367" y="8110"/>
                    <a:pt x="30058" y="7945"/>
                  </a:cubicBezTo>
                  <a:cubicBezTo>
                    <a:pt x="26482" y="6211"/>
                    <a:pt x="22600" y="5194"/>
                    <a:pt x="18632" y="4954"/>
                  </a:cubicBezTo>
                  <a:cubicBezTo>
                    <a:pt x="16764" y="4841"/>
                    <a:pt x="14885" y="4902"/>
                    <a:pt x="13025" y="4685"/>
                  </a:cubicBezTo>
                  <a:cubicBezTo>
                    <a:pt x="9662" y="4293"/>
                    <a:pt x="6423" y="2958"/>
                    <a:pt x="3732" y="908"/>
                  </a:cubicBezTo>
                  <a:cubicBezTo>
                    <a:pt x="3126" y="447"/>
                    <a:pt x="2449" y="0"/>
                    <a:pt x="18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1429850" y="5340900"/>
              <a:ext cx="17250" cy="14500"/>
            </a:xfrm>
            <a:custGeom>
              <a:avLst/>
              <a:gdLst/>
              <a:ahLst/>
              <a:cxnLst/>
              <a:rect l="l" t="t" r="r" b="b"/>
              <a:pathLst>
                <a:path w="690" h="580" extrusionOk="0">
                  <a:moveTo>
                    <a:pt x="217" y="194"/>
                  </a:moveTo>
                  <a:cubicBezTo>
                    <a:pt x="217" y="194"/>
                    <a:pt x="218" y="195"/>
                    <a:pt x="219" y="196"/>
                  </a:cubicBezTo>
                  <a:lnTo>
                    <a:pt x="219" y="196"/>
                  </a:lnTo>
                  <a:lnTo>
                    <a:pt x="218" y="196"/>
                  </a:lnTo>
                  <a:cubicBezTo>
                    <a:pt x="217" y="194"/>
                    <a:pt x="217" y="194"/>
                    <a:pt x="217" y="194"/>
                  </a:cubicBezTo>
                  <a:close/>
                  <a:moveTo>
                    <a:pt x="364" y="341"/>
                  </a:moveTo>
                  <a:cubicBezTo>
                    <a:pt x="365" y="342"/>
                    <a:pt x="365" y="342"/>
                    <a:pt x="366" y="342"/>
                  </a:cubicBezTo>
                  <a:lnTo>
                    <a:pt x="364" y="341"/>
                  </a:lnTo>
                  <a:close/>
                  <a:moveTo>
                    <a:pt x="68" y="0"/>
                  </a:moveTo>
                  <a:cubicBezTo>
                    <a:pt x="56" y="0"/>
                    <a:pt x="46" y="3"/>
                    <a:pt x="37" y="8"/>
                  </a:cubicBezTo>
                  <a:cubicBezTo>
                    <a:pt x="6" y="28"/>
                    <a:pt x="1" y="61"/>
                    <a:pt x="15" y="94"/>
                  </a:cubicBezTo>
                  <a:cubicBezTo>
                    <a:pt x="59" y="194"/>
                    <a:pt x="122" y="285"/>
                    <a:pt x="199" y="363"/>
                  </a:cubicBezTo>
                  <a:cubicBezTo>
                    <a:pt x="239" y="403"/>
                    <a:pt x="282" y="438"/>
                    <a:pt x="328" y="471"/>
                  </a:cubicBezTo>
                  <a:cubicBezTo>
                    <a:pt x="374" y="503"/>
                    <a:pt x="425" y="528"/>
                    <a:pt x="478" y="545"/>
                  </a:cubicBezTo>
                  <a:cubicBezTo>
                    <a:pt x="506" y="554"/>
                    <a:pt x="534" y="563"/>
                    <a:pt x="563" y="569"/>
                  </a:cubicBezTo>
                  <a:cubicBezTo>
                    <a:pt x="585" y="576"/>
                    <a:pt x="608" y="579"/>
                    <a:pt x="631" y="579"/>
                  </a:cubicBezTo>
                  <a:cubicBezTo>
                    <a:pt x="641" y="579"/>
                    <a:pt x="650" y="579"/>
                    <a:pt x="660" y="578"/>
                  </a:cubicBezTo>
                  <a:cubicBezTo>
                    <a:pt x="689" y="573"/>
                    <a:pt x="686" y="535"/>
                    <a:pt x="667" y="522"/>
                  </a:cubicBezTo>
                  <a:cubicBezTo>
                    <a:pt x="647" y="508"/>
                    <a:pt x="625" y="497"/>
                    <a:pt x="602" y="489"/>
                  </a:cubicBezTo>
                  <a:cubicBezTo>
                    <a:pt x="579" y="479"/>
                    <a:pt x="557" y="468"/>
                    <a:pt x="534" y="455"/>
                  </a:cubicBezTo>
                  <a:cubicBezTo>
                    <a:pt x="491" y="431"/>
                    <a:pt x="450" y="400"/>
                    <a:pt x="408" y="373"/>
                  </a:cubicBezTo>
                  <a:cubicBezTo>
                    <a:pt x="397" y="367"/>
                    <a:pt x="388" y="359"/>
                    <a:pt x="377" y="352"/>
                  </a:cubicBezTo>
                  <a:lnTo>
                    <a:pt x="365" y="341"/>
                  </a:lnTo>
                  <a:cubicBezTo>
                    <a:pt x="364" y="341"/>
                    <a:pt x="363" y="340"/>
                    <a:pt x="363" y="340"/>
                  </a:cubicBezTo>
                  <a:lnTo>
                    <a:pt x="363" y="340"/>
                  </a:lnTo>
                  <a:lnTo>
                    <a:pt x="356" y="335"/>
                  </a:lnTo>
                  <a:cubicBezTo>
                    <a:pt x="336" y="319"/>
                    <a:pt x="317" y="302"/>
                    <a:pt x="299" y="284"/>
                  </a:cubicBezTo>
                  <a:cubicBezTo>
                    <a:pt x="281" y="268"/>
                    <a:pt x="263" y="249"/>
                    <a:pt x="247" y="230"/>
                  </a:cubicBezTo>
                  <a:cubicBezTo>
                    <a:pt x="238" y="221"/>
                    <a:pt x="231" y="212"/>
                    <a:pt x="223" y="201"/>
                  </a:cubicBezTo>
                  <a:lnTo>
                    <a:pt x="219" y="197"/>
                  </a:lnTo>
                  <a:cubicBezTo>
                    <a:pt x="214" y="190"/>
                    <a:pt x="211" y="185"/>
                    <a:pt x="206" y="179"/>
                  </a:cubicBezTo>
                  <a:cubicBezTo>
                    <a:pt x="173" y="133"/>
                    <a:pt x="144" y="83"/>
                    <a:pt x="121" y="30"/>
                  </a:cubicBezTo>
                  <a:cubicBezTo>
                    <a:pt x="113" y="11"/>
                    <a:pt x="90" y="0"/>
                    <a:pt x="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1436300" y="5366700"/>
              <a:ext cx="19050" cy="9500"/>
            </a:xfrm>
            <a:custGeom>
              <a:avLst/>
              <a:gdLst/>
              <a:ahLst/>
              <a:cxnLst/>
              <a:rect l="l" t="t" r="r" b="b"/>
              <a:pathLst>
                <a:path w="762" h="380" extrusionOk="0">
                  <a:moveTo>
                    <a:pt x="556" y="240"/>
                  </a:moveTo>
                  <a:lnTo>
                    <a:pt x="556" y="240"/>
                  </a:lnTo>
                  <a:cubicBezTo>
                    <a:pt x="558" y="240"/>
                    <a:pt x="560" y="240"/>
                    <a:pt x="562" y="240"/>
                  </a:cubicBezTo>
                  <a:cubicBezTo>
                    <a:pt x="562" y="240"/>
                    <a:pt x="558" y="240"/>
                    <a:pt x="556" y="240"/>
                  </a:cubicBezTo>
                  <a:close/>
                  <a:moveTo>
                    <a:pt x="65" y="0"/>
                  </a:moveTo>
                  <a:cubicBezTo>
                    <a:pt x="50" y="0"/>
                    <a:pt x="35" y="6"/>
                    <a:pt x="23" y="18"/>
                  </a:cubicBezTo>
                  <a:cubicBezTo>
                    <a:pt x="0" y="41"/>
                    <a:pt x="0" y="78"/>
                    <a:pt x="23" y="102"/>
                  </a:cubicBezTo>
                  <a:cubicBezTo>
                    <a:pt x="169" y="252"/>
                    <a:pt x="361" y="348"/>
                    <a:pt x="567" y="375"/>
                  </a:cubicBezTo>
                  <a:cubicBezTo>
                    <a:pt x="584" y="378"/>
                    <a:pt x="600" y="380"/>
                    <a:pt x="617" y="380"/>
                  </a:cubicBezTo>
                  <a:cubicBezTo>
                    <a:pt x="656" y="380"/>
                    <a:pt x="695" y="372"/>
                    <a:pt x="731" y="356"/>
                  </a:cubicBezTo>
                  <a:cubicBezTo>
                    <a:pt x="749" y="350"/>
                    <a:pt x="760" y="333"/>
                    <a:pt x="761" y="313"/>
                  </a:cubicBezTo>
                  <a:cubicBezTo>
                    <a:pt x="761" y="290"/>
                    <a:pt x="742" y="275"/>
                    <a:pt x="722" y="269"/>
                  </a:cubicBezTo>
                  <a:cubicBezTo>
                    <a:pt x="700" y="261"/>
                    <a:pt x="677" y="255"/>
                    <a:pt x="653" y="252"/>
                  </a:cubicBezTo>
                  <a:cubicBezTo>
                    <a:pt x="638" y="249"/>
                    <a:pt x="622" y="248"/>
                    <a:pt x="607" y="246"/>
                  </a:cubicBezTo>
                  <a:cubicBezTo>
                    <a:pt x="603" y="246"/>
                    <a:pt x="600" y="245"/>
                    <a:pt x="597" y="245"/>
                  </a:cubicBezTo>
                  <a:cubicBezTo>
                    <a:pt x="598" y="245"/>
                    <a:pt x="599" y="245"/>
                    <a:pt x="600" y="245"/>
                  </a:cubicBezTo>
                  <a:lnTo>
                    <a:pt x="600" y="245"/>
                  </a:lnTo>
                  <a:cubicBezTo>
                    <a:pt x="599" y="245"/>
                    <a:pt x="597" y="245"/>
                    <a:pt x="595" y="245"/>
                  </a:cubicBezTo>
                  <a:cubicBezTo>
                    <a:pt x="586" y="243"/>
                    <a:pt x="577" y="242"/>
                    <a:pt x="568" y="241"/>
                  </a:cubicBezTo>
                  <a:lnTo>
                    <a:pt x="560" y="240"/>
                  </a:lnTo>
                  <a:cubicBezTo>
                    <a:pt x="556" y="240"/>
                    <a:pt x="554" y="240"/>
                    <a:pt x="555" y="240"/>
                  </a:cubicBezTo>
                  <a:cubicBezTo>
                    <a:pt x="555" y="240"/>
                    <a:pt x="555" y="240"/>
                    <a:pt x="556" y="240"/>
                  </a:cubicBezTo>
                  <a:lnTo>
                    <a:pt x="556" y="240"/>
                  </a:lnTo>
                  <a:cubicBezTo>
                    <a:pt x="553" y="240"/>
                    <a:pt x="550" y="239"/>
                    <a:pt x="546" y="238"/>
                  </a:cubicBezTo>
                  <a:cubicBezTo>
                    <a:pt x="534" y="236"/>
                    <a:pt x="520" y="234"/>
                    <a:pt x="508" y="231"/>
                  </a:cubicBezTo>
                  <a:cubicBezTo>
                    <a:pt x="460" y="220"/>
                    <a:pt x="412" y="207"/>
                    <a:pt x="367" y="189"/>
                  </a:cubicBezTo>
                  <a:lnTo>
                    <a:pt x="358" y="184"/>
                  </a:lnTo>
                  <a:lnTo>
                    <a:pt x="339" y="176"/>
                  </a:lnTo>
                  <a:cubicBezTo>
                    <a:pt x="325" y="171"/>
                    <a:pt x="313" y="164"/>
                    <a:pt x="301" y="158"/>
                  </a:cubicBezTo>
                  <a:cubicBezTo>
                    <a:pt x="276" y="145"/>
                    <a:pt x="253" y="132"/>
                    <a:pt x="230" y="117"/>
                  </a:cubicBezTo>
                  <a:cubicBezTo>
                    <a:pt x="218" y="110"/>
                    <a:pt x="207" y="101"/>
                    <a:pt x="195" y="93"/>
                  </a:cubicBezTo>
                  <a:lnTo>
                    <a:pt x="178" y="81"/>
                  </a:lnTo>
                  <a:lnTo>
                    <a:pt x="176" y="79"/>
                  </a:lnTo>
                  <a:lnTo>
                    <a:pt x="170" y="74"/>
                  </a:lnTo>
                  <a:cubicBezTo>
                    <a:pt x="148" y="57"/>
                    <a:pt x="127" y="38"/>
                    <a:pt x="107" y="18"/>
                  </a:cubicBezTo>
                  <a:cubicBezTo>
                    <a:pt x="95" y="6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 flipH="1">
            <a:off x="7395697" y="-80305"/>
            <a:ext cx="2282259" cy="1699577"/>
            <a:chOff x="4858550" y="1156475"/>
            <a:chExt cx="384925" cy="286650"/>
          </a:xfrm>
        </p:grpSpPr>
        <p:sp>
          <p:nvSpPr>
            <p:cNvPr id="62" name="Google Shape;62;p6"/>
            <p:cNvSpPr/>
            <p:nvPr/>
          </p:nvSpPr>
          <p:spPr>
            <a:xfrm>
              <a:off x="4858550" y="1156475"/>
              <a:ext cx="384925" cy="286650"/>
            </a:xfrm>
            <a:custGeom>
              <a:avLst/>
              <a:gdLst/>
              <a:ahLst/>
              <a:cxnLst/>
              <a:rect l="l" t="t" r="r" b="b"/>
              <a:pathLst>
                <a:path w="15397" h="11466" extrusionOk="0">
                  <a:moveTo>
                    <a:pt x="12124" y="1"/>
                  </a:moveTo>
                  <a:cubicBezTo>
                    <a:pt x="11083" y="1"/>
                    <a:pt x="10204" y="261"/>
                    <a:pt x="9468" y="1127"/>
                  </a:cubicBezTo>
                  <a:cubicBezTo>
                    <a:pt x="8392" y="2392"/>
                    <a:pt x="7694" y="3730"/>
                    <a:pt x="6351" y="4830"/>
                  </a:cubicBezTo>
                  <a:cubicBezTo>
                    <a:pt x="4727" y="6161"/>
                    <a:pt x="2801" y="7142"/>
                    <a:pt x="1077" y="8355"/>
                  </a:cubicBezTo>
                  <a:cubicBezTo>
                    <a:pt x="708" y="8615"/>
                    <a:pt x="331" y="8908"/>
                    <a:pt x="188" y="9310"/>
                  </a:cubicBezTo>
                  <a:cubicBezTo>
                    <a:pt x="1" y="9840"/>
                    <a:pt x="286" y="10436"/>
                    <a:pt x="755" y="10795"/>
                  </a:cubicBezTo>
                  <a:cubicBezTo>
                    <a:pt x="1223" y="11153"/>
                    <a:pt x="1840" y="11310"/>
                    <a:pt x="2447" y="11392"/>
                  </a:cubicBezTo>
                  <a:cubicBezTo>
                    <a:pt x="2821" y="11441"/>
                    <a:pt x="3197" y="11465"/>
                    <a:pt x="3574" y="11465"/>
                  </a:cubicBezTo>
                  <a:cubicBezTo>
                    <a:pt x="5277" y="11465"/>
                    <a:pt x="6978" y="10978"/>
                    <a:pt x="8468" y="10211"/>
                  </a:cubicBezTo>
                  <a:cubicBezTo>
                    <a:pt x="10287" y="9276"/>
                    <a:pt x="11821" y="7946"/>
                    <a:pt x="13207" y="6528"/>
                  </a:cubicBezTo>
                  <a:cubicBezTo>
                    <a:pt x="13865" y="5856"/>
                    <a:pt x="14505" y="5143"/>
                    <a:pt x="14842" y="4298"/>
                  </a:cubicBezTo>
                  <a:cubicBezTo>
                    <a:pt x="15168" y="3479"/>
                    <a:pt x="15396" y="2121"/>
                    <a:pt x="15166" y="1255"/>
                  </a:cubicBezTo>
                  <a:cubicBezTo>
                    <a:pt x="14910" y="289"/>
                    <a:pt x="14264" y="199"/>
                    <a:pt x="13244" y="78"/>
                  </a:cubicBezTo>
                  <a:cubicBezTo>
                    <a:pt x="12852" y="31"/>
                    <a:pt x="12478" y="1"/>
                    <a:pt x="12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5158650" y="1313650"/>
              <a:ext cx="23475" cy="3650"/>
            </a:xfrm>
            <a:custGeom>
              <a:avLst/>
              <a:gdLst/>
              <a:ahLst/>
              <a:cxnLst/>
              <a:rect l="l" t="t" r="r" b="b"/>
              <a:pathLst>
                <a:path w="939" h="146" extrusionOk="0">
                  <a:moveTo>
                    <a:pt x="615" y="0"/>
                  </a:moveTo>
                  <a:cubicBezTo>
                    <a:pt x="569" y="0"/>
                    <a:pt x="524" y="1"/>
                    <a:pt x="478" y="1"/>
                  </a:cubicBezTo>
                  <a:lnTo>
                    <a:pt x="69" y="3"/>
                  </a:lnTo>
                  <a:cubicBezTo>
                    <a:pt x="31" y="4"/>
                    <a:pt x="0" y="34"/>
                    <a:pt x="0" y="71"/>
                  </a:cubicBezTo>
                  <a:cubicBezTo>
                    <a:pt x="1" y="109"/>
                    <a:pt x="31" y="140"/>
                    <a:pt x="69" y="141"/>
                  </a:cubicBezTo>
                  <a:lnTo>
                    <a:pt x="69" y="142"/>
                  </a:lnTo>
                  <a:lnTo>
                    <a:pt x="478" y="144"/>
                  </a:lnTo>
                  <a:cubicBezTo>
                    <a:pt x="523" y="144"/>
                    <a:pt x="568" y="145"/>
                    <a:pt x="613" y="145"/>
                  </a:cubicBezTo>
                  <a:cubicBezTo>
                    <a:pt x="635" y="145"/>
                    <a:pt x="658" y="145"/>
                    <a:pt x="680" y="144"/>
                  </a:cubicBezTo>
                  <a:lnTo>
                    <a:pt x="782" y="141"/>
                  </a:lnTo>
                  <a:lnTo>
                    <a:pt x="834" y="140"/>
                  </a:lnTo>
                  <a:cubicBezTo>
                    <a:pt x="847" y="140"/>
                    <a:pt x="860" y="139"/>
                    <a:pt x="871" y="135"/>
                  </a:cubicBezTo>
                  <a:cubicBezTo>
                    <a:pt x="882" y="131"/>
                    <a:pt x="892" y="126"/>
                    <a:pt x="902" y="121"/>
                  </a:cubicBezTo>
                  <a:cubicBezTo>
                    <a:pt x="939" y="103"/>
                    <a:pt x="939" y="42"/>
                    <a:pt x="902" y="24"/>
                  </a:cubicBezTo>
                  <a:cubicBezTo>
                    <a:pt x="892" y="18"/>
                    <a:pt x="882" y="13"/>
                    <a:pt x="871" y="9"/>
                  </a:cubicBezTo>
                  <a:cubicBezTo>
                    <a:pt x="862" y="7"/>
                    <a:pt x="851" y="5"/>
                    <a:pt x="841" y="5"/>
                  </a:cubicBezTo>
                  <a:cubicBezTo>
                    <a:pt x="839" y="5"/>
                    <a:pt x="837" y="5"/>
                    <a:pt x="834" y="5"/>
                  </a:cubicBezTo>
                  <a:lnTo>
                    <a:pt x="782" y="4"/>
                  </a:lnTo>
                  <a:lnTo>
                    <a:pt x="684" y="1"/>
                  </a:lnTo>
                  <a:cubicBezTo>
                    <a:pt x="661" y="0"/>
                    <a:pt x="638" y="0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5162050" y="1326350"/>
              <a:ext cx="9600" cy="4500"/>
            </a:xfrm>
            <a:custGeom>
              <a:avLst/>
              <a:gdLst/>
              <a:ahLst/>
              <a:cxnLst/>
              <a:rect l="l" t="t" r="r" b="b"/>
              <a:pathLst>
                <a:path w="384" h="180" extrusionOk="0">
                  <a:moveTo>
                    <a:pt x="272" y="7"/>
                  </a:moveTo>
                  <a:lnTo>
                    <a:pt x="274" y="7"/>
                  </a:lnTo>
                  <a:lnTo>
                    <a:pt x="277" y="8"/>
                  </a:lnTo>
                  <a:lnTo>
                    <a:pt x="277" y="8"/>
                  </a:lnTo>
                  <a:cubicBezTo>
                    <a:pt x="276" y="8"/>
                    <a:pt x="274" y="7"/>
                    <a:pt x="272" y="7"/>
                  </a:cubicBezTo>
                  <a:close/>
                  <a:moveTo>
                    <a:pt x="277" y="174"/>
                  </a:moveTo>
                  <a:lnTo>
                    <a:pt x="270" y="175"/>
                  </a:lnTo>
                  <a:lnTo>
                    <a:pt x="270" y="175"/>
                  </a:lnTo>
                  <a:cubicBezTo>
                    <a:pt x="271" y="174"/>
                    <a:pt x="272" y="174"/>
                    <a:pt x="273" y="174"/>
                  </a:cubicBezTo>
                  <a:close/>
                  <a:moveTo>
                    <a:pt x="172" y="1"/>
                  </a:moveTo>
                  <a:lnTo>
                    <a:pt x="88" y="2"/>
                  </a:lnTo>
                  <a:cubicBezTo>
                    <a:pt x="65" y="3"/>
                    <a:pt x="43" y="11"/>
                    <a:pt x="26" y="28"/>
                  </a:cubicBezTo>
                  <a:cubicBezTo>
                    <a:pt x="10" y="44"/>
                    <a:pt x="0" y="66"/>
                    <a:pt x="0" y="89"/>
                  </a:cubicBezTo>
                  <a:cubicBezTo>
                    <a:pt x="1" y="137"/>
                    <a:pt x="40" y="176"/>
                    <a:pt x="88" y="177"/>
                  </a:cubicBezTo>
                  <a:lnTo>
                    <a:pt x="88" y="178"/>
                  </a:lnTo>
                  <a:lnTo>
                    <a:pt x="172" y="179"/>
                  </a:lnTo>
                  <a:lnTo>
                    <a:pt x="234" y="179"/>
                  </a:lnTo>
                  <a:cubicBezTo>
                    <a:pt x="236" y="179"/>
                    <a:pt x="238" y="179"/>
                    <a:pt x="240" y="179"/>
                  </a:cubicBezTo>
                  <a:cubicBezTo>
                    <a:pt x="249" y="179"/>
                    <a:pt x="258" y="178"/>
                    <a:pt x="268" y="175"/>
                  </a:cubicBezTo>
                  <a:lnTo>
                    <a:pt x="268" y="175"/>
                  </a:lnTo>
                  <a:lnTo>
                    <a:pt x="281" y="174"/>
                  </a:lnTo>
                  <a:cubicBezTo>
                    <a:pt x="288" y="174"/>
                    <a:pt x="296" y="173"/>
                    <a:pt x="303" y="172"/>
                  </a:cubicBezTo>
                  <a:cubicBezTo>
                    <a:pt x="322" y="170"/>
                    <a:pt x="339" y="161"/>
                    <a:pt x="353" y="146"/>
                  </a:cubicBezTo>
                  <a:cubicBezTo>
                    <a:pt x="383" y="116"/>
                    <a:pt x="383" y="65"/>
                    <a:pt x="353" y="34"/>
                  </a:cubicBezTo>
                  <a:cubicBezTo>
                    <a:pt x="341" y="23"/>
                    <a:pt x="328" y="16"/>
                    <a:pt x="314" y="10"/>
                  </a:cubicBezTo>
                  <a:cubicBezTo>
                    <a:pt x="303" y="8"/>
                    <a:pt x="292" y="7"/>
                    <a:pt x="281" y="7"/>
                  </a:cubicBezTo>
                  <a:lnTo>
                    <a:pt x="273" y="6"/>
                  </a:lnTo>
                  <a:lnTo>
                    <a:pt x="272" y="6"/>
                  </a:lnTo>
                  <a:lnTo>
                    <a:pt x="273" y="6"/>
                  </a:lnTo>
                  <a:lnTo>
                    <a:pt x="270" y="6"/>
                  </a:lnTo>
                  <a:lnTo>
                    <a:pt x="270" y="6"/>
                  </a:lnTo>
                  <a:cubicBezTo>
                    <a:pt x="259" y="3"/>
                    <a:pt x="248" y="1"/>
                    <a:pt x="2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4944000" y="1355175"/>
              <a:ext cx="16250" cy="4200"/>
            </a:xfrm>
            <a:custGeom>
              <a:avLst/>
              <a:gdLst/>
              <a:ahLst/>
              <a:cxnLst/>
              <a:rect l="l" t="t" r="r" b="b"/>
              <a:pathLst>
                <a:path w="650" h="168" extrusionOk="0">
                  <a:moveTo>
                    <a:pt x="334" y="0"/>
                  </a:moveTo>
                  <a:lnTo>
                    <a:pt x="84" y="2"/>
                  </a:lnTo>
                  <a:cubicBezTo>
                    <a:pt x="41" y="2"/>
                    <a:pt x="0" y="39"/>
                    <a:pt x="2" y="84"/>
                  </a:cubicBezTo>
                  <a:cubicBezTo>
                    <a:pt x="3" y="129"/>
                    <a:pt x="39" y="165"/>
                    <a:pt x="84" y="166"/>
                  </a:cubicBezTo>
                  <a:lnTo>
                    <a:pt x="84" y="165"/>
                  </a:lnTo>
                  <a:lnTo>
                    <a:pt x="334" y="167"/>
                  </a:lnTo>
                  <a:lnTo>
                    <a:pt x="459" y="167"/>
                  </a:lnTo>
                  <a:cubicBezTo>
                    <a:pt x="463" y="167"/>
                    <a:pt x="467" y="167"/>
                    <a:pt x="471" y="167"/>
                  </a:cubicBezTo>
                  <a:cubicBezTo>
                    <a:pt x="492" y="167"/>
                    <a:pt x="513" y="165"/>
                    <a:pt x="535" y="159"/>
                  </a:cubicBezTo>
                  <a:cubicBezTo>
                    <a:pt x="555" y="154"/>
                    <a:pt x="575" y="147"/>
                    <a:pt x="595" y="139"/>
                  </a:cubicBezTo>
                  <a:cubicBezTo>
                    <a:pt x="649" y="123"/>
                    <a:pt x="649" y="45"/>
                    <a:pt x="595" y="28"/>
                  </a:cubicBezTo>
                  <a:lnTo>
                    <a:pt x="538" y="9"/>
                  </a:lnTo>
                  <a:cubicBezTo>
                    <a:pt x="518" y="4"/>
                    <a:pt x="498" y="1"/>
                    <a:pt x="478" y="1"/>
                  </a:cubicBezTo>
                  <a:cubicBezTo>
                    <a:pt x="472" y="1"/>
                    <a:pt x="467" y="1"/>
                    <a:pt x="462" y="1"/>
                  </a:cubicBezTo>
                  <a:cubicBezTo>
                    <a:pt x="420" y="0"/>
                    <a:pt x="377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4958550" y="1363500"/>
              <a:ext cx="9700" cy="4550"/>
            </a:xfrm>
            <a:custGeom>
              <a:avLst/>
              <a:gdLst/>
              <a:ahLst/>
              <a:cxnLst/>
              <a:rect l="l" t="t" r="r" b="b"/>
              <a:pathLst>
                <a:path w="388" h="182" extrusionOk="0">
                  <a:moveTo>
                    <a:pt x="90" y="0"/>
                  </a:moveTo>
                  <a:cubicBezTo>
                    <a:pt x="40" y="1"/>
                    <a:pt x="0" y="42"/>
                    <a:pt x="0" y="91"/>
                  </a:cubicBezTo>
                  <a:cubicBezTo>
                    <a:pt x="1" y="141"/>
                    <a:pt x="40" y="181"/>
                    <a:pt x="90" y="182"/>
                  </a:cubicBezTo>
                  <a:lnTo>
                    <a:pt x="90" y="181"/>
                  </a:lnTo>
                  <a:lnTo>
                    <a:pt x="160" y="180"/>
                  </a:lnTo>
                  <a:lnTo>
                    <a:pt x="197" y="180"/>
                  </a:lnTo>
                  <a:cubicBezTo>
                    <a:pt x="208" y="180"/>
                    <a:pt x="219" y="178"/>
                    <a:pt x="230" y="174"/>
                  </a:cubicBezTo>
                  <a:cubicBezTo>
                    <a:pt x="236" y="172"/>
                    <a:pt x="241" y="170"/>
                    <a:pt x="248" y="168"/>
                  </a:cubicBezTo>
                  <a:cubicBezTo>
                    <a:pt x="294" y="154"/>
                    <a:pt x="388" y="161"/>
                    <a:pt x="388" y="91"/>
                  </a:cubicBezTo>
                  <a:cubicBezTo>
                    <a:pt x="387" y="64"/>
                    <a:pt x="369" y="42"/>
                    <a:pt x="344" y="33"/>
                  </a:cubicBezTo>
                  <a:cubicBezTo>
                    <a:pt x="333" y="30"/>
                    <a:pt x="323" y="27"/>
                    <a:pt x="312" y="26"/>
                  </a:cubicBezTo>
                  <a:cubicBezTo>
                    <a:pt x="290" y="23"/>
                    <a:pt x="269" y="18"/>
                    <a:pt x="248" y="13"/>
                  </a:cubicBezTo>
                  <a:cubicBezTo>
                    <a:pt x="241" y="11"/>
                    <a:pt x="236" y="9"/>
                    <a:pt x="230" y="7"/>
                  </a:cubicBezTo>
                  <a:cubicBezTo>
                    <a:pt x="219" y="4"/>
                    <a:pt x="208" y="1"/>
                    <a:pt x="197" y="1"/>
                  </a:cubicBezTo>
                  <a:lnTo>
                    <a:pt x="162" y="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5079800" y="1221025"/>
              <a:ext cx="15625" cy="4950"/>
            </a:xfrm>
            <a:custGeom>
              <a:avLst/>
              <a:gdLst/>
              <a:ahLst/>
              <a:cxnLst/>
              <a:rect l="l" t="t" r="r" b="b"/>
              <a:pathLst>
                <a:path w="625" h="198" extrusionOk="0">
                  <a:moveTo>
                    <a:pt x="467" y="45"/>
                  </a:moveTo>
                  <a:cubicBezTo>
                    <a:pt x="469" y="46"/>
                    <a:pt x="471" y="47"/>
                    <a:pt x="473" y="47"/>
                  </a:cubicBezTo>
                  <a:cubicBezTo>
                    <a:pt x="470" y="46"/>
                    <a:pt x="468" y="45"/>
                    <a:pt x="467" y="45"/>
                  </a:cubicBezTo>
                  <a:close/>
                  <a:moveTo>
                    <a:pt x="388" y="179"/>
                  </a:moveTo>
                  <a:lnTo>
                    <a:pt x="388" y="179"/>
                  </a:lnTo>
                  <a:cubicBezTo>
                    <a:pt x="388" y="179"/>
                    <a:pt x="389" y="179"/>
                    <a:pt x="391" y="180"/>
                  </a:cubicBezTo>
                  <a:lnTo>
                    <a:pt x="391" y="180"/>
                  </a:lnTo>
                  <a:cubicBezTo>
                    <a:pt x="389" y="179"/>
                    <a:pt x="388" y="179"/>
                    <a:pt x="388" y="179"/>
                  </a:cubicBezTo>
                  <a:close/>
                  <a:moveTo>
                    <a:pt x="235" y="1"/>
                  </a:moveTo>
                  <a:cubicBezTo>
                    <a:pt x="230" y="1"/>
                    <a:pt x="224" y="1"/>
                    <a:pt x="218" y="1"/>
                  </a:cubicBezTo>
                  <a:cubicBezTo>
                    <a:pt x="171" y="3"/>
                    <a:pt x="122" y="8"/>
                    <a:pt x="76" y="17"/>
                  </a:cubicBezTo>
                  <a:cubicBezTo>
                    <a:pt x="30" y="25"/>
                    <a:pt x="1" y="82"/>
                    <a:pt x="15" y="124"/>
                  </a:cubicBezTo>
                  <a:cubicBezTo>
                    <a:pt x="26" y="162"/>
                    <a:pt x="62" y="188"/>
                    <a:pt x="101" y="188"/>
                  </a:cubicBezTo>
                  <a:cubicBezTo>
                    <a:pt x="108" y="188"/>
                    <a:pt x="115" y="187"/>
                    <a:pt x="122" y="185"/>
                  </a:cubicBezTo>
                  <a:lnTo>
                    <a:pt x="122" y="184"/>
                  </a:lnTo>
                  <a:cubicBezTo>
                    <a:pt x="132" y="182"/>
                    <a:pt x="141" y="180"/>
                    <a:pt x="151" y="179"/>
                  </a:cubicBezTo>
                  <a:cubicBezTo>
                    <a:pt x="151" y="179"/>
                    <a:pt x="152" y="179"/>
                    <a:pt x="154" y="179"/>
                  </a:cubicBezTo>
                  <a:lnTo>
                    <a:pt x="154" y="179"/>
                  </a:lnTo>
                  <a:cubicBezTo>
                    <a:pt x="157" y="178"/>
                    <a:pt x="161" y="178"/>
                    <a:pt x="162" y="178"/>
                  </a:cubicBezTo>
                  <a:cubicBezTo>
                    <a:pt x="182" y="176"/>
                    <a:pt x="201" y="175"/>
                    <a:pt x="221" y="174"/>
                  </a:cubicBezTo>
                  <a:cubicBezTo>
                    <a:pt x="237" y="173"/>
                    <a:pt x="254" y="173"/>
                    <a:pt x="270" y="173"/>
                  </a:cubicBezTo>
                  <a:cubicBezTo>
                    <a:pt x="293" y="173"/>
                    <a:pt x="316" y="174"/>
                    <a:pt x="338" y="175"/>
                  </a:cubicBezTo>
                  <a:cubicBezTo>
                    <a:pt x="356" y="176"/>
                    <a:pt x="375" y="180"/>
                    <a:pt x="393" y="180"/>
                  </a:cubicBezTo>
                  <a:lnTo>
                    <a:pt x="393" y="180"/>
                  </a:lnTo>
                  <a:cubicBezTo>
                    <a:pt x="393" y="180"/>
                    <a:pt x="393" y="180"/>
                    <a:pt x="393" y="180"/>
                  </a:cubicBezTo>
                  <a:cubicBezTo>
                    <a:pt x="401" y="182"/>
                    <a:pt x="409" y="183"/>
                    <a:pt x="417" y="183"/>
                  </a:cubicBezTo>
                  <a:cubicBezTo>
                    <a:pt x="420" y="183"/>
                    <a:pt x="423" y="182"/>
                    <a:pt x="426" y="182"/>
                  </a:cubicBezTo>
                  <a:cubicBezTo>
                    <a:pt x="429" y="182"/>
                    <a:pt x="433" y="181"/>
                    <a:pt x="436" y="181"/>
                  </a:cubicBezTo>
                  <a:cubicBezTo>
                    <a:pt x="431" y="180"/>
                    <a:pt x="429" y="180"/>
                    <a:pt x="429" y="180"/>
                  </a:cubicBezTo>
                  <a:lnTo>
                    <a:pt x="429" y="180"/>
                  </a:lnTo>
                  <a:cubicBezTo>
                    <a:pt x="430" y="180"/>
                    <a:pt x="431" y="180"/>
                    <a:pt x="432" y="180"/>
                  </a:cubicBezTo>
                  <a:lnTo>
                    <a:pt x="438" y="181"/>
                  </a:lnTo>
                  <a:cubicBezTo>
                    <a:pt x="462" y="185"/>
                    <a:pt x="484" y="191"/>
                    <a:pt x="507" y="193"/>
                  </a:cubicBezTo>
                  <a:cubicBezTo>
                    <a:pt x="527" y="194"/>
                    <a:pt x="546" y="195"/>
                    <a:pt x="565" y="197"/>
                  </a:cubicBezTo>
                  <a:cubicBezTo>
                    <a:pt x="566" y="197"/>
                    <a:pt x="568" y="197"/>
                    <a:pt x="569" y="197"/>
                  </a:cubicBezTo>
                  <a:cubicBezTo>
                    <a:pt x="604" y="197"/>
                    <a:pt x="624" y="143"/>
                    <a:pt x="597" y="120"/>
                  </a:cubicBezTo>
                  <a:cubicBezTo>
                    <a:pt x="579" y="105"/>
                    <a:pt x="561" y="90"/>
                    <a:pt x="541" y="78"/>
                  </a:cubicBezTo>
                  <a:cubicBezTo>
                    <a:pt x="522" y="65"/>
                    <a:pt x="500" y="56"/>
                    <a:pt x="477" y="49"/>
                  </a:cubicBezTo>
                  <a:lnTo>
                    <a:pt x="469" y="46"/>
                  </a:lnTo>
                  <a:cubicBezTo>
                    <a:pt x="467" y="45"/>
                    <a:pt x="466" y="45"/>
                    <a:pt x="467" y="45"/>
                  </a:cubicBezTo>
                  <a:lnTo>
                    <a:pt x="467" y="45"/>
                  </a:lnTo>
                  <a:cubicBezTo>
                    <a:pt x="467" y="45"/>
                    <a:pt x="467" y="45"/>
                    <a:pt x="467" y="45"/>
                  </a:cubicBezTo>
                  <a:lnTo>
                    <a:pt x="467" y="45"/>
                  </a:lnTo>
                  <a:cubicBezTo>
                    <a:pt x="465" y="43"/>
                    <a:pt x="462" y="41"/>
                    <a:pt x="461" y="40"/>
                  </a:cubicBezTo>
                  <a:cubicBezTo>
                    <a:pt x="448" y="32"/>
                    <a:pt x="433" y="27"/>
                    <a:pt x="417" y="24"/>
                  </a:cubicBezTo>
                  <a:cubicBezTo>
                    <a:pt x="398" y="19"/>
                    <a:pt x="378" y="14"/>
                    <a:pt x="357" y="11"/>
                  </a:cubicBezTo>
                  <a:cubicBezTo>
                    <a:pt x="318" y="4"/>
                    <a:pt x="276" y="1"/>
                    <a:pt x="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ctrTitle"/>
          </p:nvPr>
        </p:nvSpPr>
        <p:spPr>
          <a:xfrm flipH="1">
            <a:off x="718500" y="3006700"/>
            <a:ext cx="4501200" cy="10461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subTitle" idx="1"/>
          </p:nvPr>
        </p:nvSpPr>
        <p:spPr>
          <a:xfrm flipH="1">
            <a:off x="717600" y="3929875"/>
            <a:ext cx="4501200" cy="6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2427450" y="1542300"/>
            <a:ext cx="4289100" cy="20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3" name="Google Shape;73;p8"/>
          <p:cNvGrpSpPr/>
          <p:nvPr/>
        </p:nvGrpSpPr>
        <p:grpSpPr>
          <a:xfrm rot="367901">
            <a:off x="2708625" y="-537233"/>
            <a:ext cx="6800252" cy="1779110"/>
            <a:chOff x="3270900" y="2843975"/>
            <a:chExt cx="1469475" cy="375975"/>
          </a:xfrm>
        </p:grpSpPr>
        <p:sp>
          <p:nvSpPr>
            <p:cNvPr id="74" name="Google Shape;74;p8"/>
            <p:cNvSpPr/>
            <p:nvPr/>
          </p:nvSpPr>
          <p:spPr>
            <a:xfrm>
              <a:off x="3270900" y="2843975"/>
              <a:ext cx="1469475" cy="375975"/>
            </a:xfrm>
            <a:custGeom>
              <a:avLst/>
              <a:gdLst/>
              <a:ahLst/>
              <a:cxnLst/>
              <a:rect l="l" t="t" r="r" b="b"/>
              <a:pathLst>
                <a:path w="58779" h="15039" extrusionOk="0">
                  <a:moveTo>
                    <a:pt x="40" y="251"/>
                  </a:moveTo>
                  <a:cubicBezTo>
                    <a:pt x="0" y="251"/>
                    <a:pt x="108" y="313"/>
                    <a:pt x="425" y="472"/>
                  </a:cubicBezTo>
                  <a:cubicBezTo>
                    <a:pt x="883" y="701"/>
                    <a:pt x="1509" y="808"/>
                    <a:pt x="2169" y="870"/>
                  </a:cubicBezTo>
                  <a:lnTo>
                    <a:pt x="2169" y="870"/>
                  </a:lnTo>
                  <a:cubicBezTo>
                    <a:pt x="1206" y="656"/>
                    <a:pt x="142" y="251"/>
                    <a:pt x="40" y="251"/>
                  </a:cubicBezTo>
                  <a:close/>
                  <a:moveTo>
                    <a:pt x="10025" y="1"/>
                  </a:moveTo>
                  <a:cubicBezTo>
                    <a:pt x="9252" y="1"/>
                    <a:pt x="8347" y="54"/>
                    <a:pt x="7228" y="181"/>
                  </a:cubicBezTo>
                  <a:cubicBezTo>
                    <a:pt x="5795" y="343"/>
                    <a:pt x="4856" y="538"/>
                    <a:pt x="3475" y="957"/>
                  </a:cubicBezTo>
                  <a:lnTo>
                    <a:pt x="3475" y="957"/>
                  </a:lnTo>
                  <a:cubicBezTo>
                    <a:pt x="3050" y="932"/>
                    <a:pt x="2602" y="911"/>
                    <a:pt x="2169" y="870"/>
                  </a:cubicBezTo>
                  <a:lnTo>
                    <a:pt x="2169" y="870"/>
                  </a:lnTo>
                  <a:cubicBezTo>
                    <a:pt x="2516" y="947"/>
                    <a:pt x="2850" y="1000"/>
                    <a:pt x="3121" y="1000"/>
                  </a:cubicBezTo>
                  <a:cubicBezTo>
                    <a:pt x="3256" y="1000"/>
                    <a:pt x="3376" y="987"/>
                    <a:pt x="3474" y="957"/>
                  </a:cubicBezTo>
                  <a:cubicBezTo>
                    <a:pt x="3474" y="957"/>
                    <a:pt x="3475" y="957"/>
                    <a:pt x="3475" y="957"/>
                  </a:cubicBezTo>
                  <a:lnTo>
                    <a:pt x="3475" y="957"/>
                  </a:lnTo>
                  <a:cubicBezTo>
                    <a:pt x="3921" y="982"/>
                    <a:pt x="4343" y="1010"/>
                    <a:pt x="4696" y="1067"/>
                  </a:cubicBezTo>
                  <a:cubicBezTo>
                    <a:pt x="6111" y="1291"/>
                    <a:pt x="7522" y="1547"/>
                    <a:pt x="8918" y="1867"/>
                  </a:cubicBezTo>
                  <a:cubicBezTo>
                    <a:pt x="11944" y="2558"/>
                    <a:pt x="14923" y="3538"/>
                    <a:pt x="17647" y="5046"/>
                  </a:cubicBezTo>
                  <a:cubicBezTo>
                    <a:pt x="21049" y="6930"/>
                    <a:pt x="23627" y="7708"/>
                    <a:pt x="26956" y="9717"/>
                  </a:cubicBezTo>
                  <a:cubicBezTo>
                    <a:pt x="33431" y="13626"/>
                    <a:pt x="41225" y="15038"/>
                    <a:pt x="48933" y="15038"/>
                  </a:cubicBezTo>
                  <a:cubicBezTo>
                    <a:pt x="51669" y="15038"/>
                    <a:pt x="54395" y="14860"/>
                    <a:pt x="57046" y="14552"/>
                  </a:cubicBezTo>
                  <a:cubicBezTo>
                    <a:pt x="57853" y="14459"/>
                    <a:pt x="58778" y="13851"/>
                    <a:pt x="58687" y="13045"/>
                  </a:cubicBezTo>
                  <a:cubicBezTo>
                    <a:pt x="58643" y="12668"/>
                    <a:pt x="58365" y="12363"/>
                    <a:pt x="58068" y="12126"/>
                  </a:cubicBezTo>
                  <a:cubicBezTo>
                    <a:pt x="56243" y="10673"/>
                    <a:pt x="53649" y="10981"/>
                    <a:pt x="51319" y="10871"/>
                  </a:cubicBezTo>
                  <a:cubicBezTo>
                    <a:pt x="49167" y="10768"/>
                    <a:pt x="47138" y="9869"/>
                    <a:pt x="44999" y="9606"/>
                  </a:cubicBezTo>
                  <a:cubicBezTo>
                    <a:pt x="33862" y="8232"/>
                    <a:pt x="26530" y="2093"/>
                    <a:pt x="18708" y="1371"/>
                  </a:cubicBezTo>
                  <a:cubicBezTo>
                    <a:pt x="14172" y="953"/>
                    <a:pt x="13284" y="1"/>
                    <a:pt x="10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3845125" y="2930600"/>
              <a:ext cx="13800" cy="4825"/>
            </a:xfrm>
            <a:custGeom>
              <a:avLst/>
              <a:gdLst/>
              <a:ahLst/>
              <a:cxnLst/>
              <a:rect l="l" t="t" r="r" b="b"/>
              <a:pathLst>
                <a:path w="552" h="193" extrusionOk="0">
                  <a:moveTo>
                    <a:pt x="480" y="0"/>
                  </a:moveTo>
                  <a:cubicBezTo>
                    <a:pt x="344" y="6"/>
                    <a:pt x="210" y="27"/>
                    <a:pt x="75" y="42"/>
                  </a:cubicBezTo>
                  <a:cubicBezTo>
                    <a:pt x="55" y="43"/>
                    <a:pt x="36" y="51"/>
                    <a:pt x="23" y="64"/>
                  </a:cubicBezTo>
                  <a:cubicBezTo>
                    <a:pt x="9" y="78"/>
                    <a:pt x="0" y="97"/>
                    <a:pt x="0" y="117"/>
                  </a:cubicBezTo>
                  <a:cubicBezTo>
                    <a:pt x="2" y="152"/>
                    <a:pt x="31" y="192"/>
                    <a:pt x="70" y="192"/>
                  </a:cubicBezTo>
                  <a:cubicBezTo>
                    <a:pt x="71" y="192"/>
                    <a:pt x="73" y="192"/>
                    <a:pt x="75" y="192"/>
                  </a:cubicBezTo>
                  <a:cubicBezTo>
                    <a:pt x="218" y="178"/>
                    <a:pt x="359" y="168"/>
                    <a:pt x="499" y="144"/>
                  </a:cubicBezTo>
                  <a:cubicBezTo>
                    <a:pt x="533" y="137"/>
                    <a:pt x="550" y="103"/>
                    <a:pt x="552" y="73"/>
                  </a:cubicBezTo>
                  <a:cubicBezTo>
                    <a:pt x="552" y="67"/>
                    <a:pt x="552" y="60"/>
                    <a:pt x="550" y="54"/>
                  </a:cubicBezTo>
                  <a:cubicBezTo>
                    <a:pt x="540" y="22"/>
                    <a:pt x="512" y="1"/>
                    <a:pt x="4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3855900" y="2919575"/>
              <a:ext cx="10825" cy="5700"/>
            </a:xfrm>
            <a:custGeom>
              <a:avLst/>
              <a:gdLst/>
              <a:ahLst/>
              <a:cxnLst/>
              <a:rect l="l" t="t" r="r" b="b"/>
              <a:pathLst>
                <a:path w="433" h="228" extrusionOk="0">
                  <a:moveTo>
                    <a:pt x="128" y="203"/>
                  </a:moveTo>
                  <a:cubicBezTo>
                    <a:pt x="126" y="204"/>
                    <a:pt x="126" y="204"/>
                    <a:pt x="126" y="204"/>
                  </a:cubicBezTo>
                  <a:cubicBezTo>
                    <a:pt x="126" y="204"/>
                    <a:pt x="127" y="204"/>
                    <a:pt x="128" y="203"/>
                  </a:cubicBezTo>
                  <a:close/>
                  <a:moveTo>
                    <a:pt x="302" y="0"/>
                  </a:moveTo>
                  <a:cubicBezTo>
                    <a:pt x="267" y="3"/>
                    <a:pt x="235" y="8"/>
                    <a:pt x="202" y="17"/>
                  </a:cubicBezTo>
                  <a:cubicBezTo>
                    <a:pt x="138" y="36"/>
                    <a:pt x="79" y="68"/>
                    <a:pt x="28" y="111"/>
                  </a:cubicBezTo>
                  <a:cubicBezTo>
                    <a:pt x="1" y="134"/>
                    <a:pt x="3" y="184"/>
                    <a:pt x="28" y="208"/>
                  </a:cubicBezTo>
                  <a:cubicBezTo>
                    <a:pt x="41" y="221"/>
                    <a:pt x="58" y="227"/>
                    <a:pt x="76" y="227"/>
                  </a:cubicBezTo>
                  <a:cubicBezTo>
                    <a:pt x="93" y="227"/>
                    <a:pt x="110" y="221"/>
                    <a:pt x="124" y="208"/>
                  </a:cubicBezTo>
                  <a:lnTo>
                    <a:pt x="123" y="206"/>
                  </a:lnTo>
                  <a:cubicBezTo>
                    <a:pt x="126" y="204"/>
                    <a:pt x="128" y="202"/>
                    <a:pt x="131" y="200"/>
                  </a:cubicBezTo>
                  <a:lnTo>
                    <a:pt x="131" y="200"/>
                  </a:lnTo>
                  <a:cubicBezTo>
                    <a:pt x="131" y="200"/>
                    <a:pt x="129" y="202"/>
                    <a:pt x="128" y="203"/>
                  </a:cubicBezTo>
                  <a:lnTo>
                    <a:pt x="128" y="203"/>
                  </a:lnTo>
                  <a:cubicBezTo>
                    <a:pt x="128" y="203"/>
                    <a:pt x="129" y="202"/>
                    <a:pt x="129" y="202"/>
                  </a:cubicBezTo>
                  <a:cubicBezTo>
                    <a:pt x="135" y="198"/>
                    <a:pt x="140" y="194"/>
                    <a:pt x="145" y="190"/>
                  </a:cubicBezTo>
                  <a:cubicBezTo>
                    <a:pt x="156" y="183"/>
                    <a:pt x="167" y="177"/>
                    <a:pt x="179" y="170"/>
                  </a:cubicBezTo>
                  <a:cubicBezTo>
                    <a:pt x="184" y="167"/>
                    <a:pt x="190" y="165"/>
                    <a:pt x="197" y="162"/>
                  </a:cubicBezTo>
                  <a:cubicBezTo>
                    <a:pt x="197" y="161"/>
                    <a:pt x="198" y="161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199" y="161"/>
                    <a:pt x="199" y="161"/>
                  </a:cubicBezTo>
                  <a:cubicBezTo>
                    <a:pt x="200" y="161"/>
                    <a:pt x="201" y="160"/>
                    <a:pt x="203" y="159"/>
                  </a:cubicBezTo>
                  <a:lnTo>
                    <a:pt x="203" y="159"/>
                  </a:lnTo>
                  <a:cubicBezTo>
                    <a:pt x="202" y="160"/>
                    <a:pt x="200" y="160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200" y="160"/>
                    <a:pt x="203" y="159"/>
                  </a:cubicBezTo>
                  <a:cubicBezTo>
                    <a:pt x="204" y="158"/>
                    <a:pt x="204" y="158"/>
                    <a:pt x="205" y="158"/>
                  </a:cubicBezTo>
                  <a:lnTo>
                    <a:pt x="205" y="158"/>
                  </a:lnTo>
                  <a:cubicBezTo>
                    <a:pt x="205" y="158"/>
                    <a:pt x="204" y="159"/>
                    <a:pt x="203" y="159"/>
                  </a:cubicBezTo>
                  <a:lnTo>
                    <a:pt x="203" y="159"/>
                  </a:lnTo>
                  <a:cubicBezTo>
                    <a:pt x="204" y="159"/>
                    <a:pt x="205" y="158"/>
                    <a:pt x="205" y="158"/>
                  </a:cubicBezTo>
                  <a:lnTo>
                    <a:pt x="205" y="158"/>
                  </a:lnTo>
                  <a:cubicBezTo>
                    <a:pt x="217" y="153"/>
                    <a:pt x="230" y="149"/>
                    <a:pt x="242" y="146"/>
                  </a:cubicBezTo>
                  <a:cubicBezTo>
                    <a:pt x="256" y="142"/>
                    <a:pt x="267" y="140"/>
                    <a:pt x="280" y="136"/>
                  </a:cubicBezTo>
                  <a:lnTo>
                    <a:pt x="300" y="133"/>
                  </a:lnTo>
                  <a:lnTo>
                    <a:pt x="303" y="133"/>
                  </a:lnTo>
                  <a:cubicBezTo>
                    <a:pt x="300" y="134"/>
                    <a:pt x="299" y="134"/>
                    <a:pt x="299" y="134"/>
                  </a:cubicBezTo>
                  <a:cubicBezTo>
                    <a:pt x="299" y="134"/>
                    <a:pt x="305" y="133"/>
                    <a:pt x="306" y="133"/>
                  </a:cubicBezTo>
                  <a:cubicBezTo>
                    <a:pt x="319" y="132"/>
                    <a:pt x="333" y="131"/>
                    <a:pt x="345" y="131"/>
                  </a:cubicBezTo>
                  <a:cubicBezTo>
                    <a:pt x="348" y="131"/>
                    <a:pt x="350" y="131"/>
                    <a:pt x="352" y="131"/>
                  </a:cubicBezTo>
                  <a:cubicBezTo>
                    <a:pt x="362" y="131"/>
                    <a:pt x="373" y="129"/>
                    <a:pt x="382" y="126"/>
                  </a:cubicBezTo>
                  <a:cubicBezTo>
                    <a:pt x="391" y="123"/>
                    <a:pt x="398" y="120"/>
                    <a:pt x="405" y="116"/>
                  </a:cubicBezTo>
                  <a:cubicBezTo>
                    <a:pt x="422" y="106"/>
                    <a:pt x="433" y="88"/>
                    <a:pt x="432" y="69"/>
                  </a:cubicBezTo>
                  <a:cubicBezTo>
                    <a:pt x="432" y="49"/>
                    <a:pt x="421" y="32"/>
                    <a:pt x="405" y="22"/>
                  </a:cubicBezTo>
                  <a:cubicBezTo>
                    <a:pt x="398" y="16"/>
                    <a:pt x="391" y="11"/>
                    <a:pt x="382" y="8"/>
                  </a:cubicBezTo>
                  <a:cubicBezTo>
                    <a:pt x="370" y="4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4065050" y="3127375"/>
              <a:ext cx="26350" cy="6400"/>
            </a:xfrm>
            <a:custGeom>
              <a:avLst/>
              <a:gdLst/>
              <a:ahLst/>
              <a:cxnLst/>
              <a:rect l="l" t="t" r="r" b="b"/>
              <a:pathLst>
                <a:path w="1054" h="256" extrusionOk="0">
                  <a:moveTo>
                    <a:pt x="893" y="3"/>
                  </a:moveTo>
                  <a:cubicBezTo>
                    <a:pt x="864" y="4"/>
                    <a:pt x="836" y="6"/>
                    <a:pt x="807" y="9"/>
                  </a:cubicBezTo>
                  <a:cubicBezTo>
                    <a:pt x="750" y="14"/>
                    <a:pt x="694" y="20"/>
                    <a:pt x="637" y="26"/>
                  </a:cubicBezTo>
                  <a:lnTo>
                    <a:pt x="295" y="63"/>
                  </a:lnTo>
                  <a:cubicBezTo>
                    <a:pt x="258" y="67"/>
                    <a:pt x="220" y="70"/>
                    <a:pt x="183" y="77"/>
                  </a:cubicBezTo>
                  <a:cubicBezTo>
                    <a:pt x="150" y="83"/>
                    <a:pt x="119" y="90"/>
                    <a:pt x="88" y="100"/>
                  </a:cubicBezTo>
                  <a:cubicBezTo>
                    <a:pt x="1" y="124"/>
                    <a:pt x="19" y="253"/>
                    <a:pt x="109" y="253"/>
                  </a:cubicBezTo>
                  <a:lnTo>
                    <a:pt x="128" y="254"/>
                  </a:lnTo>
                  <a:lnTo>
                    <a:pt x="143" y="254"/>
                  </a:lnTo>
                  <a:cubicBezTo>
                    <a:pt x="125" y="254"/>
                    <a:pt x="162" y="256"/>
                    <a:pt x="161" y="256"/>
                  </a:cubicBezTo>
                  <a:lnTo>
                    <a:pt x="194" y="256"/>
                  </a:lnTo>
                  <a:cubicBezTo>
                    <a:pt x="222" y="256"/>
                    <a:pt x="251" y="251"/>
                    <a:pt x="279" y="247"/>
                  </a:cubicBezTo>
                  <a:lnTo>
                    <a:pt x="449" y="230"/>
                  </a:lnTo>
                  <a:cubicBezTo>
                    <a:pt x="563" y="217"/>
                    <a:pt x="678" y="205"/>
                    <a:pt x="791" y="191"/>
                  </a:cubicBezTo>
                  <a:cubicBezTo>
                    <a:pt x="828" y="186"/>
                    <a:pt x="866" y="184"/>
                    <a:pt x="902" y="177"/>
                  </a:cubicBezTo>
                  <a:cubicBezTo>
                    <a:pt x="918" y="174"/>
                    <a:pt x="932" y="169"/>
                    <a:pt x="946" y="166"/>
                  </a:cubicBezTo>
                  <a:cubicBezTo>
                    <a:pt x="955" y="164"/>
                    <a:pt x="963" y="162"/>
                    <a:pt x="972" y="160"/>
                  </a:cubicBezTo>
                  <a:cubicBezTo>
                    <a:pt x="989" y="155"/>
                    <a:pt x="1004" y="146"/>
                    <a:pt x="1017" y="135"/>
                  </a:cubicBezTo>
                  <a:cubicBezTo>
                    <a:pt x="1054" y="106"/>
                    <a:pt x="1042" y="38"/>
                    <a:pt x="1002" y="18"/>
                  </a:cubicBezTo>
                  <a:cubicBezTo>
                    <a:pt x="967" y="1"/>
                    <a:pt x="930" y="4"/>
                    <a:pt x="893" y="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439100" y="3121250"/>
              <a:ext cx="21650" cy="7400"/>
            </a:xfrm>
            <a:custGeom>
              <a:avLst/>
              <a:gdLst/>
              <a:ahLst/>
              <a:cxnLst/>
              <a:rect l="l" t="t" r="r" b="b"/>
              <a:pathLst>
                <a:path w="866" h="296" extrusionOk="0">
                  <a:moveTo>
                    <a:pt x="770" y="0"/>
                  </a:moveTo>
                  <a:cubicBezTo>
                    <a:pt x="750" y="1"/>
                    <a:pt x="730" y="4"/>
                    <a:pt x="711" y="10"/>
                  </a:cubicBezTo>
                  <a:lnTo>
                    <a:pt x="622" y="30"/>
                  </a:lnTo>
                  <a:lnTo>
                    <a:pt x="434" y="72"/>
                  </a:lnTo>
                  <a:lnTo>
                    <a:pt x="61" y="154"/>
                  </a:lnTo>
                  <a:cubicBezTo>
                    <a:pt x="23" y="166"/>
                    <a:pt x="1" y="205"/>
                    <a:pt x="11" y="243"/>
                  </a:cubicBezTo>
                  <a:cubicBezTo>
                    <a:pt x="20" y="275"/>
                    <a:pt x="49" y="295"/>
                    <a:pt x="81" y="295"/>
                  </a:cubicBezTo>
                  <a:cubicBezTo>
                    <a:pt x="87" y="295"/>
                    <a:pt x="93" y="295"/>
                    <a:pt x="99" y="293"/>
                  </a:cubicBezTo>
                  <a:lnTo>
                    <a:pt x="100" y="293"/>
                  </a:lnTo>
                  <a:lnTo>
                    <a:pt x="474" y="215"/>
                  </a:lnTo>
                  <a:lnTo>
                    <a:pt x="659" y="176"/>
                  </a:lnTo>
                  <a:lnTo>
                    <a:pt x="752" y="157"/>
                  </a:lnTo>
                  <a:cubicBezTo>
                    <a:pt x="771" y="154"/>
                    <a:pt x="790" y="149"/>
                    <a:pt x="807" y="139"/>
                  </a:cubicBezTo>
                  <a:cubicBezTo>
                    <a:pt x="826" y="128"/>
                    <a:pt x="841" y="111"/>
                    <a:pt x="851" y="92"/>
                  </a:cubicBezTo>
                  <a:cubicBezTo>
                    <a:pt x="865" y="69"/>
                    <a:pt x="857" y="38"/>
                    <a:pt x="833" y="23"/>
                  </a:cubicBezTo>
                  <a:cubicBezTo>
                    <a:pt x="814" y="10"/>
                    <a:pt x="793" y="2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4463250" y="3129575"/>
              <a:ext cx="22075" cy="7975"/>
            </a:xfrm>
            <a:custGeom>
              <a:avLst/>
              <a:gdLst/>
              <a:ahLst/>
              <a:cxnLst/>
              <a:rect l="l" t="t" r="r" b="b"/>
              <a:pathLst>
                <a:path w="883" h="319" extrusionOk="0">
                  <a:moveTo>
                    <a:pt x="794" y="1"/>
                  </a:moveTo>
                  <a:cubicBezTo>
                    <a:pt x="768" y="1"/>
                    <a:pt x="742" y="8"/>
                    <a:pt x="717" y="14"/>
                  </a:cubicBezTo>
                  <a:cubicBezTo>
                    <a:pt x="685" y="21"/>
                    <a:pt x="653" y="31"/>
                    <a:pt x="622" y="39"/>
                  </a:cubicBezTo>
                  <a:cubicBezTo>
                    <a:pt x="561" y="56"/>
                    <a:pt x="500" y="73"/>
                    <a:pt x="439" y="91"/>
                  </a:cubicBezTo>
                  <a:cubicBezTo>
                    <a:pt x="379" y="108"/>
                    <a:pt x="318" y="125"/>
                    <a:pt x="258" y="145"/>
                  </a:cubicBezTo>
                  <a:lnTo>
                    <a:pt x="70" y="206"/>
                  </a:lnTo>
                  <a:cubicBezTo>
                    <a:pt x="0" y="222"/>
                    <a:pt x="20" y="319"/>
                    <a:pt x="81" y="319"/>
                  </a:cubicBezTo>
                  <a:cubicBezTo>
                    <a:pt x="87" y="319"/>
                    <a:pt x="93" y="318"/>
                    <a:pt x="100" y="316"/>
                  </a:cubicBezTo>
                  <a:lnTo>
                    <a:pt x="100" y="317"/>
                  </a:lnTo>
                  <a:lnTo>
                    <a:pt x="293" y="276"/>
                  </a:lnTo>
                  <a:cubicBezTo>
                    <a:pt x="356" y="264"/>
                    <a:pt x="417" y="248"/>
                    <a:pt x="478" y="233"/>
                  </a:cubicBezTo>
                  <a:cubicBezTo>
                    <a:pt x="539" y="219"/>
                    <a:pt x="601" y="204"/>
                    <a:pt x="662" y="188"/>
                  </a:cubicBezTo>
                  <a:cubicBezTo>
                    <a:pt x="694" y="179"/>
                    <a:pt x="727" y="172"/>
                    <a:pt x="757" y="163"/>
                  </a:cubicBezTo>
                  <a:cubicBezTo>
                    <a:pt x="798" y="150"/>
                    <a:pt x="847" y="140"/>
                    <a:pt x="867" y="99"/>
                  </a:cubicBezTo>
                  <a:cubicBezTo>
                    <a:pt x="883" y="70"/>
                    <a:pt x="873" y="33"/>
                    <a:pt x="845" y="15"/>
                  </a:cubicBezTo>
                  <a:cubicBezTo>
                    <a:pt x="829" y="4"/>
                    <a:pt x="812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088575" y="3140300"/>
              <a:ext cx="15225" cy="3725"/>
            </a:xfrm>
            <a:custGeom>
              <a:avLst/>
              <a:gdLst/>
              <a:ahLst/>
              <a:cxnLst/>
              <a:rect l="l" t="t" r="r" b="b"/>
              <a:pathLst>
                <a:path w="609" h="149" extrusionOk="0">
                  <a:moveTo>
                    <a:pt x="574" y="1"/>
                  </a:moveTo>
                  <a:cubicBezTo>
                    <a:pt x="553" y="1"/>
                    <a:pt x="534" y="8"/>
                    <a:pt x="514" y="14"/>
                  </a:cubicBezTo>
                  <a:cubicBezTo>
                    <a:pt x="492" y="19"/>
                    <a:pt x="471" y="25"/>
                    <a:pt x="449" y="31"/>
                  </a:cubicBezTo>
                  <a:cubicBezTo>
                    <a:pt x="406" y="44"/>
                    <a:pt x="362" y="54"/>
                    <a:pt x="316" y="62"/>
                  </a:cubicBezTo>
                  <a:cubicBezTo>
                    <a:pt x="250" y="73"/>
                    <a:pt x="184" y="78"/>
                    <a:pt x="117" y="78"/>
                  </a:cubicBezTo>
                  <a:cubicBezTo>
                    <a:pt x="94" y="78"/>
                    <a:pt x="71" y="78"/>
                    <a:pt x="49" y="76"/>
                  </a:cubicBezTo>
                  <a:cubicBezTo>
                    <a:pt x="48" y="76"/>
                    <a:pt x="47" y="76"/>
                    <a:pt x="46" y="76"/>
                  </a:cubicBezTo>
                  <a:cubicBezTo>
                    <a:pt x="0" y="76"/>
                    <a:pt x="0" y="146"/>
                    <a:pt x="46" y="146"/>
                  </a:cubicBezTo>
                  <a:cubicBezTo>
                    <a:pt x="47" y="146"/>
                    <a:pt x="48" y="146"/>
                    <a:pt x="49" y="146"/>
                  </a:cubicBezTo>
                  <a:cubicBezTo>
                    <a:pt x="77" y="148"/>
                    <a:pt x="106" y="149"/>
                    <a:pt x="135" y="149"/>
                  </a:cubicBezTo>
                  <a:cubicBezTo>
                    <a:pt x="200" y="149"/>
                    <a:pt x="266" y="144"/>
                    <a:pt x="330" y="134"/>
                  </a:cubicBezTo>
                  <a:cubicBezTo>
                    <a:pt x="377" y="127"/>
                    <a:pt x="422" y="118"/>
                    <a:pt x="467" y="106"/>
                  </a:cubicBezTo>
                  <a:cubicBezTo>
                    <a:pt x="488" y="99"/>
                    <a:pt x="509" y="92"/>
                    <a:pt x="530" y="84"/>
                  </a:cubicBezTo>
                  <a:cubicBezTo>
                    <a:pt x="553" y="75"/>
                    <a:pt x="582" y="68"/>
                    <a:pt x="597" y="48"/>
                  </a:cubicBezTo>
                  <a:cubicBezTo>
                    <a:pt x="608" y="34"/>
                    <a:pt x="608" y="6"/>
                    <a:pt x="585" y="1"/>
                  </a:cubicBezTo>
                  <a:cubicBezTo>
                    <a:pt x="582" y="1"/>
                    <a:pt x="578" y="1"/>
                    <a:pt x="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9"/>
          <p:cNvGrpSpPr/>
          <p:nvPr/>
        </p:nvGrpSpPr>
        <p:grpSpPr>
          <a:xfrm>
            <a:off x="-859800" y="-489834"/>
            <a:ext cx="6475026" cy="3467735"/>
            <a:chOff x="-859800" y="-489834"/>
            <a:chExt cx="6475026" cy="3467735"/>
          </a:xfrm>
        </p:grpSpPr>
        <p:sp>
          <p:nvSpPr>
            <p:cNvPr id="83" name="Google Shape;83;p9"/>
            <p:cNvSpPr/>
            <p:nvPr/>
          </p:nvSpPr>
          <p:spPr>
            <a:xfrm>
              <a:off x="-859800" y="-489834"/>
              <a:ext cx="6475026" cy="3467735"/>
            </a:xfrm>
            <a:custGeom>
              <a:avLst/>
              <a:gdLst/>
              <a:ahLst/>
              <a:cxnLst/>
              <a:rect l="l" t="t" r="r" b="b"/>
              <a:pathLst>
                <a:path w="40144" h="21499" extrusionOk="0">
                  <a:moveTo>
                    <a:pt x="37082" y="1"/>
                  </a:moveTo>
                  <a:cubicBezTo>
                    <a:pt x="37030" y="1"/>
                    <a:pt x="36980" y="3"/>
                    <a:pt x="36931" y="7"/>
                  </a:cubicBezTo>
                  <a:cubicBezTo>
                    <a:pt x="35241" y="146"/>
                    <a:pt x="34183" y="2200"/>
                    <a:pt x="32993" y="3189"/>
                  </a:cubicBezTo>
                  <a:cubicBezTo>
                    <a:pt x="30766" y="5040"/>
                    <a:pt x="27809" y="5923"/>
                    <a:pt x="25130" y="6891"/>
                  </a:cubicBezTo>
                  <a:cubicBezTo>
                    <a:pt x="19428" y="8949"/>
                    <a:pt x="13925" y="11546"/>
                    <a:pt x="8151" y="13394"/>
                  </a:cubicBezTo>
                  <a:cubicBezTo>
                    <a:pt x="6456" y="13936"/>
                    <a:pt x="4716" y="14423"/>
                    <a:pt x="3194" y="15346"/>
                  </a:cubicBezTo>
                  <a:cubicBezTo>
                    <a:pt x="1671" y="16271"/>
                    <a:pt x="361" y="17718"/>
                    <a:pt x="70" y="19475"/>
                  </a:cubicBezTo>
                  <a:cubicBezTo>
                    <a:pt x="6" y="19869"/>
                    <a:pt x="1" y="20307"/>
                    <a:pt x="236" y="20630"/>
                  </a:cubicBezTo>
                  <a:cubicBezTo>
                    <a:pt x="405" y="20866"/>
                    <a:pt x="676" y="21007"/>
                    <a:pt x="945" y="21115"/>
                  </a:cubicBezTo>
                  <a:cubicBezTo>
                    <a:pt x="1608" y="21382"/>
                    <a:pt x="2310" y="21498"/>
                    <a:pt x="3020" y="21498"/>
                  </a:cubicBezTo>
                  <a:cubicBezTo>
                    <a:pt x="4181" y="21498"/>
                    <a:pt x="5363" y="21188"/>
                    <a:pt x="6433" y="20718"/>
                  </a:cubicBezTo>
                  <a:cubicBezTo>
                    <a:pt x="8157" y="19961"/>
                    <a:pt x="9679" y="18818"/>
                    <a:pt x="11294" y="17848"/>
                  </a:cubicBezTo>
                  <a:cubicBezTo>
                    <a:pt x="15824" y="15125"/>
                    <a:pt x="21022" y="13783"/>
                    <a:pt x="25991" y="11988"/>
                  </a:cubicBezTo>
                  <a:cubicBezTo>
                    <a:pt x="30566" y="10335"/>
                    <a:pt x="35249" y="8146"/>
                    <a:pt x="38462" y="4366"/>
                  </a:cubicBezTo>
                  <a:cubicBezTo>
                    <a:pt x="39191" y="3509"/>
                    <a:pt x="40144" y="2493"/>
                    <a:pt x="39551" y="1320"/>
                  </a:cubicBezTo>
                  <a:cubicBezTo>
                    <a:pt x="39166" y="560"/>
                    <a:pt x="37955" y="1"/>
                    <a:pt x="370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84;p9"/>
            <p:cNvGrpSpPr/>
            <p:nvPr/>
          </p:nvGrpSpPr>
          <p:grpSpPr>
            <a:xfrm>
              <a:off x="2219922" y="1563358"/>
              <a:ext cx="239200" cy="60809"/>
              <a:chOff x="2701150" y="1792225"/>
              <a:chExt cx="37075" cy="9425"/>
            </a:xfrm>
          </p:grpSpPr>
          <p:sp>
            <p:nvSpPr>
              <p:cNvPr id="85" name="Google Shape;85;p9"/>
              <p:cNvSpPr/>
              <p:nvPr/>
            </p:nvSpPr>
            <p:spPr>
              <a:xfrm>
                <a:off x="2701150" y="1792225"/>
                <a:ext cx="19100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764" h="202" extrusionOk="0">
                    <a:moveTo>
                      <a:pt x="673" y="1"/>
                    </a:moveTo>
                    <a:cubicBezTo>
                      <a:pt x="659" y="1"/>
                      <a:pt x="644" y="3"/>
                      <a:pt x="630" y="4"/>
                    </a:cubicBezTo>
                    <a:cubicBezTo>
                      <a:pt x="604" y="6"/>
                      <a:pt x="577" y="8"/>
                      <a:pt x="552" y="10"/>
                    </a:cubicBezTo>
                    <a:cubicBezTo>
                      <a:pt x="492" y="17"/>
                      <a:pt x="433" y="26"/>
                      <a:pt x="373" y="35"/>
                    </a:cubicBezTo>
                    <a:cubicBezTo>
                      <a:pt x="264" y="51"/>
                      <a:pt x="155" y="70"/>
                      <a:pt x="45" y="87"/>
                    </a:cubicBezTo>
                    <a:cubicBezTo>
                      <a:pt x="17" y="91"/>
                      <a:pt x="0" y="125"/>
                      <a:pt x="4" y="150"/>
                    </a:cubicBezTo>
                    <a:cubicBezTo>
                      <a:pt x="7" y="175"/>
                      <a:pt x="31" y="201"/>
                      <a:pt x="58" y="201"/>
                    </a:cubicBezTo>
                    <a:cubicBezTo>
                      <a:pt x="59" y="201"/>
                      <a:pt x="60" y="201"/>
                      <a:pt x="61" y="201"/>
                    </a:cubicBezTo>
                    <a:cubicBezTo>
                      <a:pt x="171" y="190"/>
                      <a:pt x="281" y="179"/>
                      <a:pt x="392" y="168"/>
                    </a:cubicBezTo>
                    <a:cubicBezTo>
                      <a:pt x="448" y="162"/>
                      <a:pt x="505" y="155"/>
                      <a:pt x="561" y="147"/>
                    </a:cubicBezTo>
                    <a:cubicBezTo>
                      <a:pt x="590" y="143"/>
                      <a:pt x="619" y="138"/>
                      <a:pt x="647" y="133"/>
                    </a:cubicBezTo>
                    <a:cubicBezTo>
                      <a:pt x="662" y="131"/>
                      <a:pt x="676" y="129"/>
                      <a:pt x="690" y="125"/>
                    </a:cubicBezTo>
                    <a:cubicBezTo>
                      <a:pt x="708" y="120"/>
                      <a:pt x="725" y="111"/>
                      <a:pt x="738" y="97"/>
                    </a:cubicBezTo>
                    <a:cubicBezTo>
                      <a:pt x="764" y="78"/>
                      <a:pt x="757" y="28"/>
                      <a:pt x="728" y="16"/>
                    </a:cubicBezTo>
                    <a:cubicBezTo>
                      <a:pt x="711" y="6"/>
                      <a:pt x="692" y="2"/>
                      <a:pt x="6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9"/>
              <p:cNvSpPr/>
              <p:nvPr/>
            </p:nvSpPr>
            <p:spPr>
              <a:xfrm>
                <a:off x="2720900" y="1795025"/>
                <a:ext cx="17325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265" extrusionOk="0">
                    <a:moveTo>
                      <a:pt x="590" y="0"/>
                    </a:moveTo>
                    <a:cubicBezTo>
                      <a:pt x="573" y="3"/>
                      <a:pt x="557" y="5"/>
                      <a:pt x="541" y="10"/>
                    </a:cubicBezTo>
                    <a:lnTo>
                      <a:pt x="471" y="23"/>
                    </a:lnTo>
                    <a:cubicBezTo>
                      <a:pt x="426" y="34"/>
                      <a:pt x="380" y="43"/>
                      <a:pt x="335" y="54"/>
                    </a:cubicBezTo>
                    <a:lnTo>
                      <a:pt x="62" y="121"/>
                    </a:lnTo>
                    <a:cubicBezTo>
                      <a:pt x="23" y="133"/>
                      <a:pt x="0" y="172"/>
                      <a:pt x="11" y="211"/>
                    </a:cubicBezTo>
                    <a:cubicBezTo>
                      <a:pt x="20" y="244"/>
                      <a:pt x="51" y="265"/>
                      <a:pt x="83" y="265"/>
                    </a:cubicBezTo>
                    <a:cubicBezTo>
                      <a:pt x="89" y="265"/>
                      <a:pt x="94" y="264"/>
                      <a:pt x="100" y="263"/>
                    </a:cubicBezTo>
                    <a:lnTo>
                      <a:pt x="100" y="264"/>
                    </a:lnTo>
                    <a:lnTo>
                      <a:pt x="377" y="204"/>
                    </a:lnTo>
                    <a:cubicBezTo>
                      <a:pt x="423" y="195"/>
                      <a:pt x="468" y="185"/>
                      <a:pt x="512" y="173"/>
                    </a:cubicBezTo>
                    <a:lnTo>
                      <a:pt x="581" y="156"/>
                    </a:lnTo>
                    <a:cubicBezTo>
                      <a:pt x="608" y="150"/>
                      <a:pt x="633" y="139"/>
                      <a:pt x="656" y="124"/>
                    </a:cubicBezTo>
                    <a:cubicBezTo>
                      <a:pt x="680" y="109"/>
                      <a:pt x="692" y="79"/>
                      <a:pt x="685" y="51"/>
                    </a:cubicBezTo>
                    <a:cubicBezTo>
                      <a:pt x="676" y="25"/>
                      <a:pt x="652" y="6"/>
                      <a:pt x="624" y="5"/>
                    </a:cubicBezTo>
                    <a:cubicBezTo>
                      <a:pt x="613" y="3"/>
                      <a:pt x="601" y="2"/>
                      <a:pt x="5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9"/>
            <p:cNvGrpSpPr/>
            <p:nvPr/>
          </p:nvGrpSpPr>
          <p:grpSpPr>
            <a:xfrm>
              <a:off x="3776397" y="509596"/>
              <a:ext cx="239200" cy="60809"/>
              <a:chOff x="2701150" y="1792225"/>
              <a:chExt cx="37075" cy="9425"/>
            </a:xfrm>
          </p:grpSpPr>
          <p:sp>
            <p:nvSpPr>
              <p:cNvPr id="88" name="Google Shape;88;p9"/>
              <p:cNvSpPr/>
              <p:nvPr/>
            </p:nvSpPr>
            <p:spPr>
              <a:xfrm>
                <a:off x="2701150" y="1792225"/>
                <a:ext cx="19100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764" h="202" extrusionOk="0">
                    <a:moveTo>
                      <a:pt x="673" y="1"/>
                    </a:moveTo>
                    <a:cubicBezTo>
                      <a:pt x="659" y="1"/>
                      <a:pt x="644" y="3"/>
                      <a:pt x="630" y="4"/>
                    </a:cubicBezTo>
                    <a:cubicBezTo>
                      <a:pt x="604" y="6"/>
                      <a:pt x="577" y="8"/>
                      <a:pt x="552" y="10"/>
                    </a:cubicBezTo>
                    <a:cubicBezTo>
                      <a:pt x="492" y="17"/>
                      <a:pt x="433" y="26"/>
                      <a:pt x="373" y="35"/>
                    </a:cubicBezTo>
                    <a:cubicBezTo>
                      <a:pt x="264" y="51"/>
                      <a:pt x="155" y="70"/>
                      <a:pt x="45" y="87"/>
                    </a:cubicBezTo>
                    <a:cubicBezTo>
                      <a:pt x="17" y="91"/>
                      <a:pt x="0" y="125"/>
                      <a:pt x="4" y="150"/>
                    </a:cubicBezTo>
                    <a:cubicBezTo>
                      <a:pt x="7" y="175"/>
                      <a:pt x="31" y="201"/>
                      <a:pt x="58" y="201"/>
                    </a:cubicBezTo>
                    <a:cubicBezTo>
                      <a:pt x="59" y="201"/>
                      <a:pt x="60" y="201"/>
                      <a:pt x="61" y="201"/>
                    </a:cubicBezTo>
                    <a:cubicBezTo>
                      <a:pt x="171" y="190"/>
                      <a:pt x="281" y="179"/>
                      <a:pt x="392" y="168"/>
                    </a:cubicBezTo>
                    <a:cubicBezTo>
                      <a:pt x="448" y="162"/>
                      <a:pt x="505" y="155"/>
                      <a:pt x="561" y="147"/>
                    </a:cubicBezTo>
                    <a:cubicBezTo>
                      <a:pt x="590" y="143"/>
                      <a:pt x="619" y="138"/>
                      <a:pt x="647" y="133"/>
                    </a:cubicBezTo>
                    <a:cubicBezTo>
                      <a:pt x="662" y="131"/>
                      <a:pt x="676" y="129"/>
                      <a:pt x="690" y="125"/>
                    </a:cubicBezTo>
                    <a:cubicBezTo>
                      <a:pt x="708" y="120"/>
                      <a:pt x="725" y="111"/>
                      <a:pt x="738" y="97"/>
                    </a:cubicBezTo>
                    <a:cubicBezTo>
                      <a:pt x="764" y="78"/>
                      <a:pt x="757" y="28"/>
                      <a:pt x="728" y="16"/>
                    </a:cubicBezTo>
                    <a:cubicBezTo>
                      <a:pt x="711" y="6"/>
                      <a:pt x="692" y="2"/>
                      <a:pt x="6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9"/>
              <p:cNvSpPr/>
              <p:nvPr/>
            </p:nvSpPr>
            <p:spPr>
              <a:xfrm>
                <a:off x="2720900" y="1795025"/>
                <a:ext cx="17325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265" extrusionOk="0">
                    <a:moveTo>
                      <a:pt x="590" y="0"/>
                    </a:moveTo>
                    <a:cubicBezTo>
                      <a:pt x="573" y="3"/>
                      <a:pt x="557" y="5"/>
                      <a:pt x="541" y="10"/>
                    </a:cubicBezTo>
                    <a:lnTo>
                      <a:pt x="471" y="23"/>
                    </a:lnTo>
                    <a:cubicBezTo>
                      <a:pt x="426" y="34"/>
                      <a:pt x="380" y="43"/>
                      <a:pt x="335" y="54"/>
                    </a:cubicBezTo>
                    <a:lnTo>
                      <a:pt x="62" y="121"/>
                    </a:lnTo>
                    <a:cubicBezTo>
                      <a:pt x="23" y="133"/>
                      <a:pt x="0" y="172"/>
                      <a:pt x="11" y="211"/>
                    </a:cubicBezTo>
                    <a:cubicBezTo>
                      <a:pt x="20" y="244"/>
                      <a:pt x="51" y="265"/>
                      <a:pt x="83" y="265"/>
                    </a:cubicBezTo>
                    <a:cubicBezTo>
                      <a:pt x="89" y="265"/>
                      <a:pt x="94" y="264"/>
                      <a:pt x="100" y="263"/>
                    </a:cubicBezTo>
                    <a:lnTo>
                      <a:pt x="100" y="264"/>
                    </a:lnTo>
                    <a:lnTo>
                      <a:pt x="377" y="204"/>
                    </a:lnTo>
                    <a:cubicBezTo>
                      <a:pt x="423" y="195"/>
                      <a:pt x="468" y="185"/>
                      <a:pt x="512" y="173"/>
                    </a:cubicBezTo>
                    <a:lnTo>
                      <a:pt x="581" y="156"/>
                    </a:lnTo>
                    <a:cubicBezTo>
                      <a:pt x="608" y="150"/>
                      <a:pt x="633" y="139"/>
                      <a:pt x="656" y="124"/>
                    </a:cubicBezTo>
                    <a:cubicBezTo>
                      <a:pt x="680" y="109"/>
                      <a:pt x="692" y="79"/>
                      <a:pt x="685" y="51"/>
                    </a:cubicBezTo>
                    <a:cubicBezTo>
                      <a:pt x="676" y="25"/>
                      <a:pt x="652" y="6"/>
                      <a:pt x="624" y="5"/>
                    </a:cubicBezTo>
                    <a:cubicBezTo>
                      <a:pt x="613" y="3"/>
                      <a:pt x="601" y="2"/>
                      <a:pt x="5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" name="Google Shape;90;p9"/>
            <p:cNvGrpSpPr/>
            <p:nvPr/>
          </p:nvGrpSpPr>
          <p:grpSpPr>
            <a:xfrm>
              <a:off x="224772" y="1896296"/>
              <a:ext cx="239200" cy="60809"/>
              <a:chOff x="2701150" y="1792225"/>
              <a:chExt cx="37075" cy="9425"/>
            </a:xfrm>
          </p:grpSpPr>
          <p:sp>
            <p:nvSpPr>
              <p:cNvPr id="91" name="Google Shape;91;p9"/>
              <p:cNvSpPr/>
              <p:nvPr/>
            </p:nvSpPr>
            <p:spPr>
              <a:xfrm>
                <a:off x="2701150" y="1792225"/>
                <a:ext cx="19100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764" h="202" extrusionOk="0">
                    <a:moveTo>
                      <a:pt x="673" y="1"/>
                    </a:moveTo>
                    <a:cubicBezTo>
                      <a:pt x="659" y="1"/>
                      <a:pt x="644" y="3"/>
                      <a:pt x="630" y="4"/>
                    </a:cubicBezTo>
                    <a:cubicBezTo>
                      <a:pt x="604" y="6"/>
                      <a:pt x="577" y="8"/>
                      <a:pt x="552" y="10"/>
                    </a:cubicBezTo>
                    <a:cubicBezTo>
                      <a:pt x="492" y="17"/>
                      <a:pt x="433" y="26"/>
                      <a:pt x="373" y="35"/>
                    </a:cubicBezTo>
                    <a:cubicBezTo>
                      <a:pt x="264" y="51"/>
                      <a:pt x="155" y="70"/>
                      <a:pt x="45" y="87"/>
                    </a:cubicBezTo>
                    <a:cubicBezTo>
                      <a:pt x="17" y="91"/>
                      <a:pt x="0" y="125"/>
                      <a:pt x="4" y="150"/>
                    </a:cubicBezTo>
                    <a:cubicBezTo>
                      <a:pt x="7" y="175"/>
                      <a:pt x="31" y="201"/>
                      <a:pt x="58" y="201"/>
                    </a:cubicBezTo>
                    <a:cubicBezTo>
                      <a:pt x="59" y="201"/>
                      <a:pt x="60" y="201"/>
                      <a:pt x="61" y="201"/>
                    </a:cubicBezTo>
                    <a:cubicBezTo>
                      <a:pt x="171" y="190"/>
                      <a:pt x="281" y="179"/>
                      <a:pt x="392" y="168"/>
                    </a:cubicBezTo>
                    <a:cubicBezTo>
                      <a:pt x="448" y="162"/>
                      <a:pt x="505" y="155"/>
                      <a:pt x="561" y="147"/>
                    </a:cubicBezTo>
                    <a:cubicBezTo>
                      <a:pt x="590" y="143"/>
                      <a:pt x="619" y="138"/>
                      <a:pt x="647" y="133"/>
                    </a:cubicBezTo>
                    <a:cubicBezTo>
                      <a:pt x="662" y="131"/>
                      <a:pt x="676" y="129"/>
                      <a:pt x="690" y="125"/>
                    </a:cubicBezTo>
                    <a:cubicBezTo>
                      <a:pt x="708" y="120"/>
                      <a:pt x="725" y="111"/>
                      <a:pt x="738" y="97"/>
                    </a:cubicBezTo>
                    <a:cubicBezTo>
                      <a:pt x="764" y="78"/>
                      <a:pt x="757" y="28"/>
                      <a:pt x="728" y="16"/>
                    </a:cubicBezTo>
                    <a:cubicBezTo>
                      <a:pt x="711" y="6"/>
                      <a:pt x="692" y="2"/>
                      <a:pt x="6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9"/>
              <p:cNvSpPr/>
              <p:nvPr/>
            </p:nvSpPr>
            <p:spPr>
              <a:xfrm>
                <a:off x="2720900" y="1795025"/>
                <a:ext cx="17325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265" extrusionOk="0">
                    <a:moveTo>
                      <a:pt x="590" y="0"/>
                    </a:moveTo>
                    <a:cubicBezTo>
                      <a:pt x="573" y="3"/>
                      <a:pt x="557" y="5"/>
                      <a:pt x="541" y="10"/>
                    </a:cubicBezTo>
                    <a:lnTo>
                      <a:pt x="471" y="23"/>
                    </a:lnTo>
                    <a:cubicBezTo>
                      <a:pt x="426" y="34"/>
                      <a:pt x="380" y="43"/>
                      <a:pt x="335" y="54"/>
                    </a:cubicBezTo>
                    <a:lnTo>
                      <a:pt x="62" y="121"/>
                    </a:lnTo>
                    <a:cubicBezTo>
                      <a:pt x="23" y="133"/>
                      <a:pt x="0" y="172"/>
                      <a:pt x="11" y="211"/>
                    </a:cubicBezTo>
                    <a:cubicBezTo>
                      <a:pt x="20" y="244"/>
                      <a:pt x="51" y="265"/>
                      <a:pt x="83" y="265"/>
                    </a:cubicBezTo>
                    <a:cubicBezTo>
                      <a:pt x="89" y="265"/>
                      <a:pt x="94" y="264"/>
                      <a:pt x="100" y="263"/>
                    </a:cubicBezTo>
                    <a:lnTo>
                      <a:pt x="100" y="264"/>
                    </a:lnTo>
                    <a:lnTo>
                      <a:pt x="377" y="204"/>
                    </a:lnTo>
                    <a:cubicBezTo>
                      <a:pt x="423" y="195"/>
                      <a:pt x="468" y="185"/>
                      <a:pt x="512" y="173"/>
                    </a:cubicBezTo>
                    <a:lnTo>
                      <a:pt x="581" y="156"/>
                    </a:lnTo>
                    <a:cubicBezTo>
                      <a:pt x="608" y="150"/>
                      <a:pt x="633" y="139"/>
                      <a:pt x="656" y="124"/>
                    </a:cubicBezTo>
                    <a:cubicBezTo>
                      <a:pt x="680" y="109"/>
                      <a:pt x="692" y="79"/>
                      <a:pt x="685" y="51"/>
                    </a:cubicBezTo>
                    <a:cubicBezTo>
                      <a:pt x="676" y="25"/>
                      <a:pt x="652" y="6"/>
                      <a:pt x="624" y="5"/>
                    </a:cubicBezTo>
                    <a:cubicBezTo>
                      <a:pt x="613" y="3"/>
                      <a:pt x="601" y="2"/>
                      <a:pt x="5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3" name="Google Shape;93;p9"/>
          <p:cNvSpPr txBox="1">
            <a:spLocks noGrp="1"/>
          </p:cNvSpPr>
          <p:nvPr>
            <p:ph type="ctrTitle"/>
          </p:nvPr>
        </p:nvSpPr>
        <p:spPr>
          <a:xfrm flipH="1">
            <a:off x="2923200" y="1859675"/>
            <a:ext cx="3297600" cy="10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1"/>
          </p:nvPr>
        </p:nvSpPr>
        <p:spPr>
          <a:xfrm flipH="1">
            <a:off x="2923175" y="3084413"/>
            <a:ext cx="32976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 txBox="1">
            <a:spLocks noGrp="1"/>
          </p:cNvSpPr>
          <p:nvPr>
            <p:ph type="title"/>
          </p:nvPr>
        </p:nvSpPr>
        <p:spPr>
          <a:xfrm>
            <a:off x="3790950" y="710225"/>
            <a:ext cx="4633200" cy="10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>
            <a:spLocks noGrp="1"/>
          </p:cNvSpPr>
          <p:nvPr>
            <p:ph type="subTitle" idx="1"/>
          </p:nvPr>
        </p:nvSpPr>
        <p:spPr>
          <a:xfrm flipH="1">
            <a:off x="2001750" y="2083946"/>
            <a:ext cx="5140500" cy="4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title" hasCustomPrompt="1"/>
          </p:nvPr>
        </p:nvSpPr>
        <p:spPr>
          <a:xfrm flipH="1">
            <a:off x="2122200" y="961525"/>
            <a:ext cx="4899600" cy="126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grpSp>
        <p:nvGrpSpPr>
          <p:cNvPr id="100" name="Google Shape;100;p11"/>
          <p:cNvGrpSpPr/>
          <p:nvPr/>
        </p:nvGrpSpPr>
        <p:grpSpPr>
          <a:xfrm>
            <a:off x="-977955" y="2160156"/>
            <a:ext cx="4962265" cy="3680139"/>
            <a:chOff x="4822800" y="2395325"/>
            <a:chExt cx="807450" cy="598825"/>
          </a:xfrm>
        </p:grpSpPr>
        <p:sp>
          <p:nvSpPr>
            <p:cNvPr id="101" name="Google Shape;101;p11"/>
            <p:cNvSpPr/>
            <p:nvPr/>
          </p:nvSpPr>
          <p:spPr>
            <a:xfrm>
              <a:off x="5094575" y="2654525"/>
              <a:ext cx="12650" cy="3625"/>
            </a:xfrm>
            <a:custGeom>
              <a:avLst/>
              <a:gdLst/>
              <a:ahLst/>
              <a:cxnLst/>
              <a:rect l="l" t="t" r="r" b="b"/>
              <a:pathLst>
                <a:path w="506" h="145" extrusionOk="0">
                  <a:moveTo>
                    <a:pt x="70" y="0"/>
                  </a:moveTo>
                  <a:cubicBezTo>
                    <a:pt x="34" y="0"/>
                    <a:pt x="0" y="37"/>
                    <a:pt x="2" y="72"/>
                  </a:cubicBezTo>
                  <a:cubicBezTo>
                    <a:pt x="3" y="107"/>
                    <a:pt x="32" y="145"/>
                    <a:pt x="70" y="145"/>
                  </a:cubicBezTo>
                  <a:cubicBezTo>
                    <a:pt x="71" y="145"/>
                    <a:pt x="73" y="145"/>
                    <a:pt x="74" y="145"/>
                  </a:cubicBezTo>
                  <a:cubicBezTo>
                    <a:pt x="143" y="138"/>
                    <a:pt x="210" y="133"/>
                    <a:pt x="279" y="127"/>
                  </a:cubicBezTo>
                  <a:cubicBezTo>
                    <a:pt x="312" y="124"/>
                    <a:pt x="346" y="121"/>
                    <a:pt x="379" y="118"/>
                  </a:cubicBezTo>
                  <a:cubicBezTo>
                    <a:pt x="398" y="116"/>
                    <a:pt x="416" y="112"/>
                    <a:pt x="435" y="109"/>
                  </a:cubicBezTo>
                  <a:cubicBezTo>
                    <a:pt x="452" y="107"/>
                    <a:pt x="467" y="102"/>
                    <a:pt x="483" y="97"/>
                  </a:cubicBezTo>
                  <a:cubicBezTo>
                    <a:pt x="505" y="88"/>
                    <a:pt x="505" y="56"/>
                    <a:pt x="483" y="48"/>
                  </a:cubicBezTo>
                  <a:cubicBezTo>
                    <a:pt x="467" y="42"/>
                    <a:pt x="452" y="38"/>
                    <a:pt x="435" y="36"/>
                  </a:cubicBezTo>
                  <a:cubicBezTo>
                    <a:pt x="416" y="33"/>
                    <a:pt x="398" y="29"/>
                    <a:pt x="379" y="27"/>
                  </a:cubicBezTo>
                  <a:cubicBezTo>
                    <a:pt x="346" y="22"/>
                    <a:pt x="312" y="21"/>
                    <a:pt x="279" y="18"/>
                  </a:cubicBezTo>
                  <a:cubicBezTo>
                    <a:pt x="210" y="11"/>
                    <a:pt x="143" y="7"/>
                    <a:pt x="74" y="0"/>
                  </a:cubicBezTo>
                  <a:cubicBezTo>
                    <a:pt x="73" y="0"/>
                    <a:pt x="71" y="0"/>
                    <a:pt x="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5106150" y="2668325"/>
              <a:ext cx="8925" cy="3875"/>
            </a:xfrm>
            <a:custGeom>
              <a:avLst/>
              <a:gdLst/>
              <a:ahLst/>
              <a:cxnLst/>
              <a:rect l="l" t="t" r="r" b="b"/>
              <a:pathLst>
                <a:path w="357" h="155" extrusionOk="0">
                  <a:moveTo>
                    <a:pt x="154" y="1"/>
                  </a:moveTo>
                  <a:cubicBezTo>
                    <a:pt x="128" y="1"/>
                    <a:pt x="101" y="2"/>
                    <a:pt x="75" y="3"/>
                  </a:cubicBezTo>
                  <a:cubicBezTo>
                    <a:pt x="34" y="3"/>
                    <a:pt x="1" y="36"/>
                    <a:pt x="0" y="78"/>
                  </a:cubicBezTo>
                  <a:cubicBezTo>
                    <a:pt x="1" y="119"/>
                    <a:pt x="34" y="151"/>
                    <a:pt x="75" y="152"/>
                  </a:cubicBezTo>
                  <a:cubicBezTo>
                    <a:pt x="104" y="152"/>
                    <a:pt x="133" y="154"/>
                    <a:pt x="161" y="154"/>
                  </a:cubicBezTo>
                  <a:cubicBezTo>
                    <a:pt x="171" y="154"/>
                    <a:pt x="180" y="154"/>
                    <a:pt x="190" y="154"/>
                  </a:cubicBezTo>
                  <a:lnTo>
                    <a:pt x="245" y="150"/>
                  </a:lnTo>
                  <a:cubicBezTo>
                    <a:pt x="255" y="150"/>
                    <a:pt x="265" y="149"/>
                    <a:pt x="275" y="148"/>
                  </a:cubicBezTo>
                  <a:cubicBezTo>
                    <a:pt x="298" y="147"/>
                    <a:pt x="320" y="137"/>
                    <a:pt x="333" y="120"/>
                  </a:cubicBezTo>
                  <a:cubicBezTo>
                    <a:pt x="357" y="96"/>
                    <a:pt x="357" y="59"/>
                    <a:pt x="333" y="35"/>
                  </a:cubicBezTo>
                  <a:cubicBezTo>
                    <a:pt x="320" y="18"/>
                    <a:pt x="298" y="7"/>
                    <a:pt x="275" y="6"/>
                  </a:cubicBezTo>
                  <a:cubicBezTo>
                    <a:pt x="265" y="5"/>
                    <a:pt x="255" y="5"/>
                    <a:pt x="245" y="5"/>
                  </a:cubicBezTo>
                  <a:lnTo>
                    <a:pt x="190" y="2"/>
                  </a:lnTo>
                  <a:cubicBezTo>
                    <a:pt x="178" y="1"/>
                    <a:pt x="166" y="1"/>
                    <a:pt x="1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4822800" y="2395325"/>
              <a:ext cx="807450" cy="598825"/>
            </a:xfrm>
            <a:custGeom>
              <a:avLst/>
              <a:gdLst/>
              <a:ahLst/>
              <a:cxnLst/>
              <a:rect l="l" t="t" r="r" b="b"/>
              <a:pathLst>
                <a:path w="32298" h="23953" extrusionOk="0">
                  <a:moveTo>
                    <a:pt x="5555" y="1"/>
                  </a:moveTo>
                  <a:cubicBezTo>
                    <a:pt x="3688" y="1"/>
                    <a:pt x="1707" y="413"/>
                    <a:pt x="0" y="571"/>
                  </a:cubicBezTo>
                  <a:cubicBezTo>
                    <a:pt x="2931" y="938"/>
                    <a:pt x="4272" y="2206"/>
                    <a:pt x="6023" y="3779"/>
                  </a:cubicBezTo>
                  <a:cubicBezTo>
                    <a:pt x="7865" y="5435"/>
                    <a:pt x="9279" y="7799"/>
                    <a:pt x="10017" y="10455"/>
                  </a:cubicBezTo>
                  <a:cubicBezTo>
                    <a:pt x="10241" y="11259"/>
                    <a:pt x="10409" y="12099"/>
                    <a:pt x="10773" y="12822"/>
                  </a:cubicBezTo>
                  <a:cubicBezTo>
                    <a:pt x="11147" y="13561"/>
                    <a:pt x="11706" y="14129"/>
                    <a:pt x="12295" y="14611"/>
                  </a:cubicBezTo>
                  <a:cubicBezTo>
                    <a:pt x="15119" y="16922"/>
                    <a:pt x="18633" y="17424"/>
                    <a:pt x="21910" y="18507"/>
                  </a:cubicBezTo>
                  <a:cubicBezTo>
                    <a:pt x="22992" y="18864"/>
                    <a:pt x="24051" y="19287"/>
                    <a:pt x="25081" y="19772"/>
                  </a:cubicBezTo>
                  <a:cubicBezTo>
                    <a:pt x="26833" y="20595"/>
                    <a:pt x="28937" y="21544"/>
                    <a:pt x="30375" y="23061"/>
                  </a:cubicBezTo>
                  <a:cubicBezTo>
                    <a:pt x="30682" y="23384"/>
                    <a:pt x="31130" y="23952"/>
                    <a:pt x="31503" y="23952"/>
                  </a:cubicBezTo>
                  <a:cubicBezTo>
                    <a:pt x="31688" y="23952"/>
                    <a:pt x="31855" y="23813"/>
                    <a:pt x="31977" y="23437"/>
                  </a:cubicBezTo>
                  <a:cubicBezTo>
                    <a:pt x="32297" y="22448"/>
                    <a:pt x="32268" y="20901"/>
                    <a:pt x="31982" y="19913"/>
                  </a:cubicBezTo>
                  <a:cubicBezTo>
                    <a:pt x="31609" y="18622"/>
                    <a:pt x="30656" y="17722"/>
                    <a:pt x="29677" y="17069"/>
                  </a:cubicBezTo>
                  <a:cubicBezTo>
                    <a:pt x="27475" y="15600"/>
                    <a:pt x="24964" y="15023"/>
                    <a:pt x="22573" y="14102"/>
                  </a:cubicBezTo>
                  <a:cubicBezTo>
                    <a:pt x="20181" y="13180"/>
                    <a:pt x="17756" y="11773"/>
                    <a:pt x="16373" y="9204"/>
                  </a:cubicBezTo>
                  <a:cubicBezTo>
                    <a:pt x="15763" y="8075"/>
                    <a:pt x="15389" y="6778"/>
                    <a:pt x="14833" y="5608"/>
                  </a:cubicBezTo>
                  <a:cubicBezTo>
                    <a:pt x="13503" y="2812"/>
                    <a:pt x="10931" y="1449"/>
                    <a:pt x="8419" y="466"/>
                  </a:cubicBezTo>
                  <a:cubicBezTo>
                    <a:pt x="7538" y="121"/>
                    <a:pt x="6563" y="1"/>
                    <a:pt x="5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4999325" y="2416675"/>
              <a:ext cx="14800" cy="4675"/>
            </a:xfrm>
            <a:custGeom>
              <a:avLst/>
              <a:gdLst/>
              <a:ahLst/>
              <a:cxnLst/>
              <a:rect l="l" t="t" r="r" b="b"/>
              <a:pathLst>
                <a:path w="592" h="187" extrusionOk="0">
                  <a:moveTo>
                    <a:pt x="227" y="1"/>
                  </a:moveTo>
                  <a:cubicBezTo>
                    <a:pt x="221" y="1"/>
                    <a:pt x="215" y="1"/>
                    <a:pt x="209" y="1"/>
                  </a:cubicBezTo>
                  <a:cubicBezTo>
                    <a:pt x="169" y="1"/>
                    <a:pt x="129" y="4"/>
                    <a:pt x="89" y="9"/>
                  </a:cubicBezTo>
                  <a:cubicBezTo>
                    <a:pt x="65" y="9"/>
                    <a:pt x="43" y="19"/>
                    <a:pt x="26" y="36"/>
                  </a:cubicBezTo>
                  <a:cubicBezTo>
                    <a:pt x="10" y="52"/>
                    <a:pt x="0" y="74"/>
                    <a:pt x="0" y="98"/>
                  </a:cubicBezTo>
                  <a:cubicBezTo>
                    <a:pt x="0" y="121"/>
                    <a:pt x="10" y="143"/>
                    <a:pt x="26" y="160"/>
                  </a:cubicBezTo>
                  <a:cubicBezTo>
                    <a:pt x="41" y="173"/>
                    <a:pt x="62" y="187"/>
                    <a:pt x="84" y="187"/>
                  </a:cubicBezTo>
                  <a:cubicBezTo>
                    <a:pt x="86" y="187"/>
                    <a:pt x="87" y="187"/>
                    <a:pt x="89" y="187"/>
                  </a:cubicBezTo>
                  <a:lnTo>
                    <a:pt x="89" y="186"/>
                  </a:lnTo>
                  <a:cubicBezTo>
                    <a:pt x="127" y="180"/>
                    <a:pt x="165" y="178"/>
                    <a:pt x="204" y="176"/>
                  </a:cubicBezTo>
                  <a:cubicBezTo>
                    <a:pt x="216" y="176"/>
                    <a:pt x="229" y="177"/>
                    <a:pt x="243" y="177"/>
                  </a:cubicBezTo>
                  <a:cubicBezTo>
                    <a:pt x="249" y="177"/>
                    <a:pt x="256" y="176"/>
                    <a:pt x="263" y="176"/>
                  </a:cubicBezTo>
                  <a:lnTo>
                    <a:pt x="278" y="174"/>
                  </a:lnTo>
                  <a:lnTo>
                    <a:pt x="278" y="174"/>
                  </a:lnTo>
                  <a:cubicBezTo>
                    <a:pt x="280" y="174"/>
                    <a:pt x="282" y="175"/>
                    <a:pt x="284" y="175"/>
                  </a:cubicBezTo>
                  <a:cubicBezTo>
                    <a:pt x="286" y="175"/>
                    <a:pt x="288" y="174"/>
                    <a:pt x="290" y="174"/>
                  </a:cubicBezTo>
                  <a:lnTo>
                    <a:pt x="322" y="174"/>
                  </a:lnTo>
                  <a:cubicBezTo>
                    <a:pt x="332" y="174"/>
                    <a:pt x="342" y="175"/>
                    <a:pt x="351" y="175"/>
                  </a:cubicBezTo>
                  <a:cubicBezTo>
                    <a:pt x="365" y="175"/>
                    <a:pt x="379" y="174"/>
                    <a:pt x="392" y="169"/>
                  </a:cubicBezTo>
                  <a:lnTo>
                    <a:pt x="404" y="169"/>
                  </a:lnTo>
                  <a:cubicBezTo>
                    <a:pt x="414" y="169"/>
                    <a:pt x="425" y="169"/>
                    <a:pt x="434" y="170"/>
                  </a:cubicBezTo>
                  <a:cubicBezTo>
                    <a:pt x="453" y="171"/>
                    <a:pt x="471" y="172"/>
                    <a:pt x="489" y="174"/>
                  </a:cubicBezTo>
                  <a:cubicBezTo>
                    <a:pt x="497" y="175"/>
                    <a:pt x="504" y="175"/>
                    <a:pt x="512" y="175"/>
                  </a:cubicBezTo>
                  <a:cubicBezTo>
                    <a:pt x="526" y="175"/>
                    <a:pt x="540" y="174"/>
                    <a:pt x="554" y="172"/>
                  </a:cubicBezTo>
                  <a:cubicBezTo>
                    <a:pt x="583" y="168"/>
                    <a:pt x="592" y="124"/>
                    <a:pt x="571" y="105"/>
                  </a:cubicBezTo>
                  <a:cubicBezTo>
                    <a:pt x="539" y="77"/>
                    <a:pt x="498" y="63"/>
                    <a:pt x="458" y="50"/>
                  </a:cubicBezTo>
                  <a:lnTo>
                    <a:pt x="428" y="39"/>
                  </a:lnTo>
                  <a:lnTo>
                    <a:pt x="413" y="35"/>
                  </a:lnTo>
                  <a:lnTo>
                    <a:pt x="411" y="34"/>
                  </a:lnTo>
                  <a:lnTo>
                    <a:pt x="411" y="34"/>
                  </a:lnTo>
                  <a:cubicBezTo>
                    <a:pt x="408" y="32"/>
                    <a:pt x="404" y="29"/>
                    <a:pt x="401" y="27"/>
                  </a:cubicBezTo>
                  <a:cubicBezTo>
                    <a:pt x="392" y="22"/>
                    <a:pt x="383" y="19"/>
                    <a:pt x="373" y="17"/>
                  </a:cubicBezTo>
                  <a:cubicBezTo>
                    <a:pt x="363" y="15"/>
                    <a:pt x="352" y="14"/>
                    <a:pt x="343" y="13"/>
                  </a:cubicBezTo>
                  <a:cubicBezTo>
                    <a:pt x="328" y="11"/>
                    <a:pt x="313" y="8"/>
                    <a:pt x="298" y="6"/>
                  </a:cubicBezTo>
                  <a:cubicBezTo>
                    <a:pt x="295" y="6"/>
                    <a:pt x="289" y="5"/>
                    <a:pt x="285" y="5"/>
                  </a:cubicBezTo>
                  <a:lnTo>
                    <a:pt x="285" y="5"/>
                  </a:lnTo>
                  <a:cubicBezTo>
                    <a:pt x="285" y="5"/>
                    <a:pt x="285" y="5"/>
                    <a:pt x="285" y="5"/>
                  </a:cubicBezTo>
                  <a:cubicBezTo>
                    <a:pt x="265" y="2"/>
                    <a:pt x="246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4999025" y="2416600"/>
              <a:ext cx="5025" cy="4925"/>
            </a:xfrm>
            <a:custGeom>
              <a:avLst/>
              <a:gdLst/>
              <a:ahLst/>
              <a:cxnLst/>
              <a:rect l="l" t="t" r="r" b="b"/>
              <a:pathLst>
                <a:path w="201" h="197" extrusionOk="0">
                  <a:moveTo>
                    <a:pt x="101" y="1"/>
                  </a:moveTo>
                  <a:cubicBezTo>
                    <a:pt x="49" y="1"/>
                    <a:pt x="0" y="46"/>
                    <a:pt x="3" y="99"/>
                  </a:cubicBezTo>
                  <a:cubicBezTo>
                    <a:pt x="4" y="153"/>
                    <a:pt x="47" y="197"/>
                    <a:pt x="101" y="197"/>
                  </a:cubicBezTo>
                  <a:cubicBezTo>
                    <a:pt x="152" y="197"/>
                    <a:pt x="201" y="153"/>
                    <a:pt x="199" y="99"/>
                  </a:cubicBezTo>
                  <a:cubicBezTo>
                    <a:pt x="198" y="45"/>
                    <a:pt x="154" y="2"/>
                    <a:pt x="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1"/>
            <p:cNvSpPr/>
            <p:nvPr/>
          </p:nvSpPr>
          <p:spPr>
            <a:xfrm>
              <a:off x="5016350" y="2430825"/>
              <a:ext cx="14400" cy="4225"/>
            </a:xfrm>
            <a:custGeom>
              <a:avLst/>
              <a:gdLst/>
              <a:ahLst/>
              <a:cxnLst/>
              <a:rect l="l" t="t" r="r" b="b"/>
              <a:pathLst>
                <a:path w="576" h="169" extrusionOk="0">
                  <a:moveTo>
                    <a:pt x="414" y="0"/>
                  </a:moveTo>
                  <a:cubicBezTo>
                    <a:pt x="375" y="0"/>
                    <a:pt x="335" y="2"/>
                    <a:pt x="296" y="5"/>
                  </a:cubicBezTo>
                  <a:cubicBezTo>
                    <a:pt x="214" y="13"/>
                    <a:pt x="132" y="28"/>
                    <a:pt x="52" y="49"/>
                  </a:cubicBezTo>
                  <a:cubicBezTo>
                    <a:pt x="19" y="57"/>
                    <a:pt x="0" y="91"/>
                    <a:pt x="9" y="125"/>
                  </a:cubicBezTo>
                  <a:cubicBezTo>
                    <a:pt x="17" y="151"/>
                    <a:pt x="42" y="169"/>
                    <a:pt x="69" y="169"/>
                  </a:cubicBezTo>
                  <a:cubicBezTo>
                    <a:pt x="74" y="169"/>
                    <a:pt x="79" y="168"/>
                    <a:pt x="84" y="167"/>
                  </a:cubicBezTo>
                  <a:cubicBezTo>
                    <a:pt x="120" y="158"/>
                    <a:pt x="157" y="150"/>
                    <a:pt x="195" y="144"/>
                  </a:cubicBezTo>
                  <a:lnTo>
                    <a:pt x="223" y="139"/>
                  </a:lnTo>
                  <a:lnTo>
                    <a:pt x="238" y="137"/>
                  </a:lnTo>
                  <a:lnTo>
                    <a:pt x="241" y="137"/>
                  </a:lnTo>
                  <a:cubicBezTo>
                    <a:pt x="259" y="135"/>
                    <a:pt x="280" y="133"/>
                    <a:pt x="300" y="131"/>
                  </a:cubicBezTo>
                  <a:cubicBezTo>
                    <a:pt x="336" y="128"/>
                    <a:pt x="374" y="127"/>
                    <a:pt x="412" y="126"/>
                  </a:cubicBezTo>
                  <a:lnTo>
                    <a:pt x="468" y="126"/>
                  </a:lnTo>
                  <a:cubicBezTo>
                    <a:pt x="471" y="126"/>
                    <a:pt x="474" y="126"/>
                    <a:pt x="477" y="126"/>
                  </a:cubicBezTo>
                  <a:cubicBezTo>
                    <a:pt x="497" y="126"/>
                    <a:pt x="516" y="123"/>
                    <a:pt x="536" y="116"/>
                  </a:cubicBezTo>
                  <a:cubicBezTo>
                    <a:pt x="555" y="111"/>
                    <a:pt x="569" y="94"/>
                    <a:pt x="573" y="73"/>
                  </a:cubicBezTo>
                  <a:cubicBezTo>
                    <a:pt x="576" y="53"/>
                    <a:pt x="565" y="32"/>
                    <a:pt x="547" y="22"/>
                  </a:cubicBezTo>
                  <a:cubicBezTo>
                    <a:pt x="537" y="16"/>
                    <a:pt x="525" y="11"/>
                    <a:pt x="513" y="6"/>
                  </a:cubicBezTo>
                  <a:cubicBezTo>
                    <a:pt x="500" y="3"/>
                    <a:pt x="487" y="2"/>
                    <a:pt x="475" y="2"/>
                  </a:cubicBezTo>
                  <a:cubicBezTo>
                    <a:pt x="455" y="1"/>
                    <a:pt x="436" y="0"/>
                    <a:pt x="4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1"/>
            <p:cNvSpPr/>
            <p:nvPr/>
          </p:nvSpPr>
          <p:spPr>
            <a:xfrm>
              <a:off x="5136400" y="2735125"/>
              <a:ext cx="10200" cy="3250"/>
            </a:xfrm>
            <a:custGeom>
              <a:avLst/>
              <a:gdLst/>
              <a:ahLst/>
              <a:cxnLst/>
              <a:rect l="l" t="t" r="r" b="b"/>
              <a:pathLst>
                <a:path w="408" h="130" extrusionOk="0">
                  <a:moveTo>
                    <a:pt x="131" y="0"/>
                  </a:moveTo>
                  <a:cubicBezTo>
                    <a:pt x="102" y="1"/>
                    <a:pt x="72" y="5"/>
                    <a:pt x="43" y="10"/>
                  </a:cubicBezTo>
                  <a:cubicBezTo>
                    <a:pt x="18" y="17"/>
                    <a:pt x="1" y="39"/>
                    <a:pt x="1" y="65"/>
                  </a:cubicBezTo>
                  <a:cubicBezTo>
                    <a:pt x="2" y="88"/>
                    <a:pt x="17" y="116"/>
                    <a:pt x="43" y="120"/>
                  </a:cubicBezTo>
                  <a:lnTo>
                    <a:pt x="43" y="119"/>
                  </a:lnTo>
                  <a:cubicBezTo>
                    <a:pt x="72" y="126"/>
                    <a:pt x="102" y="129"/>
                    <a:pt x="131" y="130"/>
                  </a:cubicBezTo>
                  <a:lnTo>
                    <a:pt x="205" y="130"/>
                  </a:lnTo>
                  <a:cubicBezTo>
                    <a:pt x="229" y="130"/>
                    <a:pt x="255" y="130"/>
                    <a:pt x="279" y="129"/>
                  </a:cubicBezTo>
                  <a:cubicBezTo>
                    <a:pt x="292" y="129"/>
                    <a:pt x="305" y="128"/>
                    <a:pt x="318" y="127"/>
                  </a:cubicBezTo>
                  <a:cubicBezTo>
                    <a:pt x="327" y="127"/>
                    <a:pt x="337" y="126"/>
                    <a:pt x="346" y="124"/>
                  </a:cubicBezTo>
                  <a:cubicBezTo>
                    <a:pt x="356" y="120"/>
                    <a:pt x="365" y="116"/>
                    <a:pt x="373" y="110"/>
                  </a:cubicBezTo>
                  <a:cubicBezTo>
                    <a:pt x="408" y="90"/>
                    <a:pt x="408" y="39"/>
                    <a:pt x="373" y="19"/>
                  </a:cubicBezTo>
                  <a:cubicBezTo>
                    <a:pt x="365" y="13"/>
                    <a:pt x="356" y="9"/>
                    <a:pt x="346" y="6"/>
                  </a:cubicBezTo>
                  <a:cubicBezTo>
                    <a:pt x="337" y="3"/>
                    <a:pt x="327" y="2"/>
                    <a:pt x="319" y="2"/>
                  </a:cubicBezTo>
                  <a:cubicBezTo>
                    <a:pt x="305" y="2"/>
                    <a:pt x="293" y="1"/>
                    <a:pt x="279" y="1"/>
                  </a:cubicBezTo>
                  <a:cubicBezTo>
                    <a:pt x="255" y="0"/>
                    <a:pt x="230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5140125" y="2750750"/>
              <a:ext cx="19950" cy="2875"/>
            </a:xfrm>
            <a:custGeom>
              <a:avLst/>
              <a:gdLst/>
              <a:ahLst/>
              <a:cxnLst/>
              <a:rect l="l" t="t" r="r" b="b"/>
              <a:pathLst>
                <a:path w="798" h="115" extrusionOk="0">
                  <a:moveTo>
                    <a:pt x="407" y="1"/>
                  </a:moveTo>
                  <a:lnTo>
                    <a:pt x="53" y="4"/>
                  </a:lnTo>
                  <a:cubicBezTo>
                    <a:pt x="24" y="4"/>
                    <a:pt x="1" y="27"/>
                    <a:pt x="0" y="56"/>
                  </a:cubicBezTo>
                  <a:cubicBezTo>
                    <a:pt x="1" y="85"/>
                    <a:pt x="24" y="108"/>
                    <a:pt x="53" y="109"/>
                  </a:cubicBezTo>
                  <a:lnTo>
                    <a:pt x="53" y="112"/>
                  </a:lnTo>
                  <a:lnTo>
                    <a:pt x="407" y="114"/>
                  </a:lnTo>
                  <a:lnTo>
                    <a:pt x="538" y="114"/>
                  </a:lnTo>
                  <a:cubicBezTo>
                    <a:pt x="554" y="113"/>
                    <a:pt x="571" y="109"/>
                    <a:pt x="584" y="108"/>
                  </a:cubicBezTo>
                  <a:lnTo>
                    <a:pt x="670" y="103"/>
                  </a:lnTo>
                  <a:cubicBezTo>
                    <a:pt x="701" y="103"/>
                    <a:pt x="733" y="99"/>
                    <a:pt x="764" y="90"/>
                  </a:cubicBezTo>
                  <a:cubicBezTo>
                    <a:pt x="797" y="81"/>
                    <a:pt x="797" y="34"/>
                    <a:pt x="764" y="25"/>
                  </a:cubicBezTo>
                  <a:cubicBezTo>
                    <a:pt x="733" y="16"/>
                    <a:pt x="701" y="12"/>
                    <a:pt x="670" y="12"/>
                  </a:cubicBezTo>
                  <a:lnTo>
                    <a:pt x="584" y="7"/>
                  </a:lnTo>
                  <a:cubicBezTo>
                    <a:pt x="571" y="6"/>
                    <a:pt x="555" y="2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5574550" y="2840650"/>
              <a:ext cx="12700" cy="3500"/>
            </a:xfrm>
            <a:custGeom>
              <a:avLst/>
              <a:gdLst/>
              <a:ahLst/>
              <a:cxnLst/>
              <a:rect l="l" t="t" r="r" b="b"/>
              <a:pathLst>
                <a:path w="508" h="140" extrusionOk="0">
                  <a:moveTo>
                    <a:pt x="54" y="1"/>
                  </a:moveTo>
                  <a:cubicBezTo>
                    <a:pt x="26" y="1"/>
                    <a:pt x="1" y="31"/>
                    <a:pt x="3" y="58"/>
                  </a:cubicBezTo>
                  <a:cubicBezTo>
                    <a:pt x="3" y="88"/>
                    <a:pt x="28" y="113"/>
                    <a:pt x="59" y="114"/>
                  </a:cubicBezTo>
                  <a:lnTo>
                    <a:pt x="275" y="136"/>
                  </a:lnTo>
                  <a:cubicBezTo>
                    <a:pt x="309" y="139"/>
                    <a:pt x="344" y="140"/>
                    <a:pt x="379" y="140"/>
                  </a:cubicBezTo>
                  <a:lnTo>
                    <a:pt x="435" y="140"/>
                  </a:lnTo>
                  <a:cubicBezTo>
                    <a:pt x="437" y="140"/>
                    <a:pt x="440" y="140"/>
                    <a:pt x="442" y="140"/>
                  </a:cubicBezTo>
                  <a:cubicBezTo>
                    <a:pt x="461" y="140"/>
                    <a:pt x="482" y="139"/>
                    <a:pt x="495" y="124"/>
                  </a:cubicBezTo>
                  <a:cubicBezTo>
                    <a:pt x="506" y="113"/>
                    <a:pt x="508" y="96"/>
                    <a:pt x="500" y="83"/>
                  </a:cubicBezTo>
                  <a:cubicBezTo>
                    <a:pt x="490" y="62"/>
                    <a:pt x="468" y="58"/>
                    <a:pt x="447" y="54"/>
                  </a:cubicBezTo>
                  <a:lnTo>
                    <a:pt x="396" y="43"/>
                  </a:lnTo>
                  <a:cubicBezTo>
                    <a:pt x="357" y="36"/>
                    <a:pt x="318" y="28"/>
                    <a:pt x="278" y="24"/>
                  </a:cubicBezTo>
                  <a:lnTo>
                    <a:pt x="59" y="1"/>
                  </a:lnTo>
                  <a:cubicBezTo>
                    <a:pt x="57" y="1"/>
                    <a:pt x="56" y="1"/>
                    <a:pt x="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>
              <a:off x="5569225" y="2853800"/>
              <a:ext cx="12600" cy="3100"/>
            </a:xfrm>
            <a:custGeom>
              <a:avLst/>
              <a:gdLst/>
              <a:ahLst/>
              <a:cxnLst/>
              <a:rect l="l" t="t" r="r" b="b"/>
              <a:pathLst>
                <a:path w="504" h="124" extrusionOk="0">
                  <a:moveTo>
                    <a:pt x="180" y="1"/>
                  </a:moveTo>
                  <a:cubicBezTo>
                    <a:pt x="148" y="1"/>
                    <a:pt x="117" y="1"/>
                    <a:pt x="85" y="1"/>
                  </a:cubicBezTo>
                  <a:cubicBezTo>
                    <a:pt x="84" y="1"/>
                    <a:pt x="82" y="1"/>
                    <a:pt x="81" y="1"/>
                  </a:cubicBezTo>
                  <a:cubicBezTo>
                    <a:pt x="1" y="1"/>
                    <a:pt x="1" y="123"/>
                    <a:pt x="81" y="123"/>
                  </a:cubicBezTo>
                  <a:cubicBezTo>
                    <a:pt x="82" y="123"/>
                    <a:pt x="84" y="123"/>
                    <a:pt x="85" y="123"/>
                  </a:cubicBezTo>
                  <a:lnTo>
                    <a:pt x="86" y="123"/>
                  </a:lnTo>
                  <a:cubicBezTo>
                    <a:pt x="122" y="123"/>
                    <a:pt x="157" y="124"/>
                    <a:pt x="193" y="124"/>
                  </a:cubicBezTo>
                  <a:cubicBezTo>
                    <a:pt x="220" y="124"/>
                    <a:pt x="248" y="124"/>
                    <a:pt x="275" y="122"/>
                  </a:cubicBezTo>
                  <a:lnTo>
                    <a:pt x="365" y="119"/>
                  </a:lnTo>
                  <a:cubicBezTo>
                    <a:pt x="383" y="119"/>
                    <a:pt x="401" y="117"/>
                    <a:pt x="418" y="113"/>
                  </a:cubicBezTo>
                  <a:cubicBezTo>
                    <a:pt x="430" y="110"/>
                    <a:pt x="433" y="105"/>
                    <a:pt x="442" y="104"/>
                  </a:cubicBezTo>
                  <a:cubicBezTo>
                    <a:pt x="452" y="103"/>
                    <a:pt x="458" y="101"/>
                    <a:pt x="467" y="99"/>
                  </a:cubicBezTo>
                  <a:cubicBezTo>
                    <a:pt x="503" y="93"/>
                    <a:pt x="503" y="33"/>
                    <a:pt x="467" y="25"/>
                  </a:cubicBezTo>
                  <a:cubicBezTo>
                    <a:pt x="458" y="23"/>
                    <a:pt x="450" y="21"/>
                    <a:pt x="442" y="20"/>
                  </a:cubicBezTo>
                  <a:cubicBezTo>
                    <a:pt x="436" y="19"/>
                    <a:pt x="430" y="17"/>
                    <a:pt x="424" y="14"/>
                  </a:cubicBezTo>
                  <a:cubicBezTo>
                    <a:pt x="408" y="8"/>
                    <a:pt x="392" y="6"/>
                    <a:pt x="375" y="6"/>
                  </a:cubicBezTo>
                  <a:cubicBezTo>
                    <a:pt x="372" y="6"/>
                    <a:pt x="369" y="6"/>
                    <a:pt x="365" y="6"/>
                  </a:cubicBezTo>
                  <a:lnTo>
                    <a:pt x="274" y="2"/>
                  </a:lnTo>
                  <a:cubicBezTo>
                    <a:pt x="243" y="1"/>
                    <a:pt x="211" y="1"/>
                    <a:pt x="1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5394250" y="2848825"/>
              <a:ext cx="14175" cy="2750"/>
            </a:xfrm>
            <a:custGeom>
              <a:avLst/>
              <a:gdLst/>
              <a:ahLst/>
              <a:cxnLst/>
              <a:rect l="l" t="t" r="r" b="b"/>
              <a:pathLst>
                <a:path w="567" h="110" extrusionOk="0">
                  <a:moveTo>
                    <a:pt x="102" y="1"/>
                  </a:moveTo>
                  <a:cubicBezTo>
                    <a:pt x="92" y="1"/>
                    <a:pt x="82" y="1"/>
                    <a:pt x="72" y="2"/>
                  </a:cubicBezTo>
                  <a:cubicBezTo>
                    <a:pt x="1" y="2"/>
                    <a:pt x="1" y="108"/>
                    <a:pt x="72" y="108"/>
                  </a:cubicBezTo>
                  <a:cubicBezTo>
                    <a:pt x="84" y="108"/>
                    <a:pt x="97" y="109"/>
                    <a:pt x="110" y="109"/>
                  </a:cubicBezTo>
                  <a:cubicBezTo>
                    <a:pt x="116" y="109"/>
                    <a:pt x="122" y="109"/>
                    <a:pt x="129" y="108"/>
                  </a:cubicBezTo>
                  <a:cubicBezTo>
                    <a:pt x="146" y="107"/>
                    <a:pt x="168" y="104"/>
                    <a:pt x="188" y="104"/>
                  </a:cubicBezTo>
                  <a:lnTo>
                    <a:pt x="303" y="100"/>
                  </a:lnTo>
                  <a:cubicBezTo>
                    <a:pt x="379" y="98"/>
                    <a:pt x="459" y="100"/>
                    <a:pt x="534" y="87"/>
                  </a:cubicBezTo>
                  <a:cubicBezTo>
                    <a:pt x="566" y="82"/>
                    <a:pt x="566" y="28"/>
                    <a:pt x="534" y="23"/>
                  </a:cubicBezTo>
                  <a:cubicBezTo>
                    <a:pt x="459" y="10"/>
                    <a:pt x="379" y="12"/>
                    <a:pt x="303" y="10"/>
                  </a:cubicBezTo>
                  <a:lnTo>
                    <a:pt x="191" y="6"/>
                  </a:lnTo>
                  <a:cubicBezTo>
                    <a:pt x="171" y="6"/>
                    <a:pt x="151" y="4"/>
                    <a:pt x="132" y="2"/>
                  </a:cubicBezTo>
                  <a:cubicBezTo>
                    <a:pt x="122" y="1"/>
                    <a:pt x="112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5178525" y="2618350"/>
              <a:ext cx="15000" cy="3650"/>
            </a:xfrm>
            <a:custGeom>
              <a:avLst/>
              <a:gdLst/>
              <a:ahLst/>
              <a:cxnLst/>
              <a:rect l="l" t="t" r="r" b="b"/>
              <a:pathLst>
                <a:path w="600" h="146" extrusionOk="0">
                  <a:moveTo>
                    <a:pt x="240" y="1"/>
                  </a:moveTo>
                  <a:cubicBezTo>
                    <a:pt x="222" y="1"/>
                    <a:pt x="204" y="1"/>
                    <a:pt x="186" y="3"/>
                  </a:cubicBezTo>
                  <a:cubicBezTo>
                    <a:pt x="137" y="3"/>
                    <a:pt x="90" y="9"/>
                    <a:pt x="44" y="24"/>
                  </a:cubicBezTo>
                  <a:cubicBezTo>
                    <a:pt x="17" y="31"/>
                    <a:pt x="0" y="57"/>
                    <a:pt x="4" y="84"/>
                  </a:cubicBezTo>
                  <a:cubicBezTo>
                    <a:pt x="8" y="111"/>
                    <a:pt x="31" y="132"/>
                    <a:pt x="58" y="132"/>
                  </a:cubicBezTo>
                  <a:cubicBezTo>
                    <a:pt x="69" y="133"/>
                    <a:pt x="79" y="134"/>
                    <a:pt x="89" y="134"/>
                  </a:cubicBezTo>
                  <a:cubicBezTo>
                    <a:pt x="100" y="134"/>
                    <a:pt x="110" y="133"/>
                    <a:pt x="121" y="132"/>
                  </a:cubicBezTo>
                  <a:cubicBezTo>
                    <a:pt x="142" y="131"/>
                    <a:pt x="163" y="130"/>
                    <a:pt x="183" y="130"/>
                  </a:cubicBezTo>
                  <a:cubicBezTo>
                    <a:pt x="195" y="130"/>
                    <a:pt x="208" y="130"/>
                    <a:pt x="221" y="130"/>
                  </a:cubicBezTo>
                  <a:cubicBezTo>
                    <a:pt x="251" y="130"/>
                    <a:pt x="281" y="131"/>
                    <a:pt x="311" y="131"/>
                  </a:cubicBezTo>
                  <a:cubicBezTo>
                    <a:pt x="355" y="133"/>
                    <a:pt x="395" y="137"/>
                    <a:pt x="436" y="141"/>
                  </a:cubicBezTo>
                  <a:cubicBezTo>
                    <a:pt x="459" y="143"/>
                    <a:pt x="485" y="145"/>
                    <a:pt x="510" y="145"/>
                  </a:cubicBezTo>
                  <a:cubicBezTo>
                    <a:pt x="529" y="145"/>
                    <a:pt x="547" y="144"/>
                    <a:pt x="564" y="140"/>
                  </a:cubicBezTo>
                  <a:cubicBezTo>
                    <a:pt x="591" y="132"/>
                    <a:pt x="599" y="100"/>
                    <a:pt x="580" y="81"/>
                  </a:cubicBezTo>
                  <a:cubicBezTo>
                    <a:pt x="548" y="51"/>
                    <a:pt x="497" y="35"/>
                    <a:pt x="455" y="25"/>
                  </a:cubicBezTo>
                  <a:cubicBezTo>
                    <a:pt x="408" y="14"/>
                    <a:pt x="362" y="7"/>
                    <a:pt x="315" y="4"/>
                  </a:cubicBezTo>
                  <a:cubicBezTo>
                    <a:pt x="289" y="2"/>
                    <a:pt x="265" y="1"/>
                    <a:pt x="2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ctrTitle"/>
          </p:nvPr>
        </p:nvSpPr>
        <p:spPr>
          <a:xfrm flipH="1">
            <a:off x="3138600" y="1749725"/>
            <a:ext cx="31608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"/>
          </p:nvPr>
        </p:nvSpPr>
        <p:spPr>
          <a:xfrm flipH="1">
            <a:off x="2844600" y="540000"/>
            <a:ext cx="3454800" cy="11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17" name="Google Shape;117;p13"/>
          <p:cNvGrpSpPr/>
          <p:nvPr/>
        </p:nvGrpSpPr>
        <p:grpSpPr>
          <a:xfrm>
            <a:off x="5855892" y="2765248"/>
            <a:ext cx="3850083" cy="3030809"/>
            <a:chOff x="5855892" y="2765248"/>
            <a:chExt cx="3850083" cy="3030809"/>
          </a:xfrm>
        </p:grpSpPr>
        <p:sp>
          <p:nvSpPr>
            <p:cNvPr id="118" name="Google Shape;118;p13"/>
            <p:cNvSpPr/>
            <p:nvPr/>
          </p:nvSpPr>
          <p:spPr>
            <a:xfrm flipH="1">
              <a:off x="5855892" y="2765248"/>
              <a:ext cx="3850083" cy="3030809"/>
            </a:xfrm>
            <a:custGeom>
              <a:avLst/>
              <a:gdLst/>
              <a:ahLst/>
              <a:cxnLst/>
              <a:rect l="l" t="t" r="r" b="b"/>
              <a:pathLst>
                <a:path w="22073" h="17376" extrusionOk="0">
                  <a:moveTo>
                    <a:pt x="1149" y="0"/>
                  </a:moveTo>
                  <a:cubicBezTo>
                    <a:pt x="1" y="0"/>
                    <a:pt x="975" y="2695"/>
                    <a:pt x="1358" y="3386"/>
                  </a:cubicBezTo>
                  <a:cubicBezTo>
                    <a:pt x="2198" y="4899"/>
                    <a:pt x="3524" y="6098"/>
                    <a:pt x="4943" y="7061"/>
                  </a:cubicBezTo>
                  <a:cubicBezTo>
                    <a:pt x="6771" y="8300"/>
                    <a:pt x="8801" y="9217"/>
                    <a:pt x="10658" y="10413"/>
                  </a:cubicBezTo>
                  <a:cubicBezTo>
                    <a:pt x="11457" y="10929"/>
                    <a:pt x="12230" y="11501"/>
                    <a:pt x="12866" y="12205"/>
                  </a:cubicBezTo>
                  <a:cubicBezTo>
                    <a:pt x="13900" y="13351"/>
                    <a:pt x="14533" y="14792"/>
                    <a:pt x="15350" y="16101"/>
                  </a:cubicBezTo>
                  <a:cubicBezTo>
                    <a:pt x="15612" y="16521"/>
                    <a:pt x="15913" y="16946"/>
                    <a:pt x="16354" y="17170"/>
                  </a:cubicBezTo>
                  <a:cubicBezTo>
                    <a:pt x="16670" y="17332"/>
                    <a:pt x="17026" y="17376"/>
                    <a:pt x="17384" y="17376"/>
                  </a:cubicBezTo>
                  <a:cubicBezTo>
                    <a:pt x="17538" y="17376"/>
                    <a:pt x="17691" y="17368"/>
                    <a:pt x="17843" y="17358"/>
                  </a:cubicBezTo>
                  <a:cubicBezTo>
                    <a:pt x="18720" y="17300"/>
                    <a:pt x="19595" y="17192"/>
                    <a:pt x="20459" y="17032"/>
                  </a:cubicBezTo>
                  <a:cubicBezTo>
                    <a:pt x="20939" y="16945"/>
                    <a:pt x="21463" y="16811"/>
                    <a:pt x="21742" y="16411"/>
                  </a:cubicBezTo>
                  <a:cubicBezTo>
                    <a:pt x="22072" y="15937"/>
                    <a:pt x="21926" y="15287"/>
                    <a:pt x="21702" y="14755"/>
                  </a:cubicBezTo>
                  <a:cubicBezTo>
                    <a:pt x="20625" y="12206"/>
                    <a:pt x="18172" y="10535"/>
                    <a:pt x="15740" y="9217"/>
                  </a:cubicBezTo>
                  <a:cubicBezTo>
                    <a:pt x="13914" y="8227"/>
                    <a:pt x="12030" y="7347"/>
                    <a:pt x="10191" y="6384"/>
                  </a:cubicBezTo>
                  <a:cubicBezTo>
                    <a:pt x="8553" y="5526"/>
                    <a:pt x="6939" y="4603"/>
                    <a:pt x="5465" y="3480"/>
                  </a:cubicBezTo>
                  <a:cubicBezTo>
                    <a:pt x="4223" y="2534"/>
                    <a:pt x="3150" y="816"/>
                    <a:pt x="1746" y="164"/>
                  </a:cubicBezTo>
                  <a:cubicBezTo>
                    <a:pt x="1502" y="51"/>
                    <a:pt x="1306" y="0"/>
                    <a:pt x="1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" name="Google Shape;119;p13"/>
            <p:cNvGrpSpPr/>
            <p:nvPr/>
          </p:nvGrpSpPr>
          <p:grpSpPr>
            <a:xfrm>
              <a:off x="8320882" y="3662814"/>
              <a:ext cx="301490" cy="101204"/>
              <a:chOff x="8273257" y="3662814"/>
              <a:chExt cx="301490" cy="101204"/>
            </a:xfrm>
          </p:grpSpPr>
          <p:sp>
            <p:nvSpPr>
              <p:cNvPr id="120" name="Google Shape;120;p13"/>
              <p:cNvSpPr/>
              <p:nvPr/>
            </p:nvSpPr>
            <p:spPr>
              <a:xfrm>
                <a:off x="8412651" y="3672361"/>
                <a:ext cx="162096" cy="91656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32" extrusionOk="0">
                    <a:moveTo>
                      <a:pt x="693" y="0"/>
                    </a:moveTo>
                    <a:cubicBezTo>
                      <a:pt x="688" y="0"/>
                      <a:pt x="683" y="1"/>
                      <a:pt x="677" y="2"/>
                    </a:cubicBezTo>
                    <a:cubicBezTo>
                      <a:pt x="663" y="6"/>
                      <a:pt x="650" y="8"/>
                      <a:pt x="637" y="12"/>
                    </a:cubicBezTo>
                    <a:cubicBezTo>
                      <a:pt x="619" y="17"/>
                      <a:pt x="601" y="24"/>
                      <a:pt x="585" y="32"/>
                    </a:cubicBezTo>
                    <a:lnTo>
                      <a:pt x="507" y="69"/>
                    </a:lnTo>
                    <a:cubicBezTo>
                      <a:pt x="455" y="92"/>
                      <a:pt x="404" y="119"/>
                      <a:pt x="354" y="144"/>
                    </a:cubicBezTo>
                    <a:lnTo>
                      <a:pt x="46" y="298"/>
                    </a:lnTo>
                    <a:cubicBezTo>
                      <a:pt x="12" y="319"/>
                      <a:pt x="0" y="363"/>
                      <a:pt x="21" y="396"/>
                    </a:cubicBezTo>
                    <a:cubicBezTo>
                      <a:pt x="35" y="419"/>
                      <a:pt x="59" y="431"/>
                      <a:pt x="84" y="431"/>
                    </a:cubicBezTo>
                    <a:cubicBezTo>
                      <a:pt x="96" y="431"/>
                      <a:pt x="108" y="429"/>
                      <a:pt x="119" y="423"/>
                    </a:cubicBezTo>
                    <a:lnTo>
                      <a:pt x="431" y="276"/>
                    </a:lnTo>
                    <a:cubicBezTo>
                      <a:pt x="483" y="252"/>
                      <a:pt x="535" y="228"/>
                      <a:pt x="586" y="203"/>
                    </a:cubicBezTo>
                    <a:lnTo>
                      <a:pt x="660" y="166"/>
                    </a:lnTo>
                    <a:cubicBezTo>
                      <a:pt x="688" y="150"/>
                      <a:pt x="715" y="130"/>
                      <a:pt x="739" y="108"/>
                    </a:cubicBezTo>
                    <a:cubicBezTo>
                      <a:pt x="760" y="88"/>
                      <a:pt x="764" y="57"/>
                      <a:pt x="750" y="31"/>
                    </a:cubicBezTo>
                    <a:cubicBezTo>
                      <a:pt x="738" y="12"/>
                      <a:pt x="716" y="0"/>
                      <a:pt x="6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8273257" y="3662814"/>
                <a:ext cx="153821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98" extrusionOk="0">
                    <a:moveTo>
                      <a:pt x="675" y="0"/>
                    </a:moveTo>
                    <a:cubicBezTo>
                      <a:pt x="674" y="0"/>
                      <a:pt x="674" y="0"/>
                      <a:pt x="674" y="0"/>
                    </a:cubicBezTo>
                    <a:cubicBezTo>
                      <a:pt x="618" y="1"/>
                      <a:pt x="563" y="15"/>
                      <a:pt x="509" y="28"/>
                    </a:cubicBezTo>
                    <a:cubicBezTo>
                      <a:pt x="454" y="41"/>
                      <a:pt x="403" y="53"/>
                      <a:pt x="350" y="70"/>
                    </a:cubicBezTo>
                    <a:cubicBezTo>
                      <a:pt x="244" y="105"/>
                      <a:pt x="139" y="145"/>
                      <a:pt x="37" y="189"/>
                    </a:cubicBezTo>
                    <a:cubicBezTo>
                      <a:pt x="8" y="202"/>
                      <a:pt x="0" y="244"/>
                      <a:pt x="15" y="268"/>
                    </a:cubicBezTo>
                    <a:cubicBezTo>
                      <a:pt x="27" y="287"/>
                      <a:pt x="46" y="297"/>
                      <a:pt x="66" y="297"/>
                    </a:cubicBezTo>
                    <a:cubicBezTo>
                      <a:pt x="76" y="297"/>
                      <a:pt x="86" y="295"/>
                      <a:pt x="96" y="289"/>
                    </a:cubicBezTo>
                    <a:cubicBezTo>
                      <a:pt x="188" y="248"/>
                      <a:pt x="287" y="210"/>
                      <a:pt x="387" y="176"/>
                    </a:cubicBezTo>
                    <a:cubicBezTo>
                      <a:pt x="436" y="159"/>
                      <a:pt x="486" y="141"/>
                      <a:pt x="535" y="123"/>
                    </a:cubicBezTo>
                    <a:cubicBezTo>
                      <a:pt x="588" y="108"/>
                      <a:pt x="641" y="90"/>
                      <a:pt x="692" y="68"/>
                    </a:cubicBezTo>
                    <a:cubicBezTo>
                      <a:pt x="725" y="52"/>
                      <a:pt x="708" y="0"/>
                      <a:pt x="6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13"/>
            <p:cNvGrpSpPr/>
            <p:nvPr/>
          </p:nvGrpSpPr>
          <p:grpSpPr>
            <a:xfrm>
              <a:off x="7235032" y="4603489"/>
              <a:ext cx="301490" cy="101204"/>
              <a:chOff x="8273257" y="3662814"/>
              <a:chExt cx="301490" cy="101204"/>
            </a:xfrm>
          </p:grpSpPr>
          <p:sp>
            <p:nvSpPr>
              <p:cNvPr id="123" name="Google Shape;123;p13"/>
              <p:cNvSpPr/>
              <p:nvPr/>
            </p:nvSpPr>
            <p:spPr>
              <a:xfrm>
                <a:off x="8412651" y="3672361"/>
                <a:ext cx="162096" cy="91656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32" extrusionOk="0">
                    <a:moveTo>
                      <a:pt x="693" y="0"/>
                    </a:moveTo>
                    <a:cubicBezTo>
                      <a:pt x="688" y="0"/>
                      <a:pt x="683" y="1"/>
                      <a:pt x="677" y="2"/>
                    </a:cubicBezTo>
                    <a:cubicBezTo>
                      <a:pt x="663" y="6"/>
                      <a:pt x="650" y="8"/>
                      <a:pt x="637" y="12"/>
                    </a:cubicBezTo>
                    <a:cubicBezTo>
                      <a:pt x="619" y="17"/>
                      <a:pt x="601" y="24"/>
                      <a:pt x="585" y="32"/>
                    </a:cubicBezTo>
                    <a:lnTo>
                      <a:pt x="507" y="69"/>
                    </a:lnTo>
                    <a:cubicBezTo>
                      <a:pt x="455" y="92"/>
                      <a:pt x="404" y="119"/>
                      <a:pt x="354" y="144"/>
                    </a:cubicBezTo>
                    <a:lnTo>
                      <a:pt x="46" y="298"/>
                    </a:lnTo>
                    <a:cubicBezTo>
                      <a:pt x="12" y="319"/>
                      <a:pt x="0" y="363"/>
                      <a:pt x="21" y="396"/>
                    </a:cubicBezTo>
                    <a:cubicBezTo>
                      <a:pt x="35" y="419"/>
                      <a:pt x="59" y="431"/>
                      <a:pt x="84" y="431"/>
                    </a:cubicBezTo>
                    <a:cubicBezTo>
                      <a:pt x="96" y="431"/>
                      <a:pt x="108" y="429"/>
                      <a:pt x="119" y="423"/>
                    </a:cubicBezTo>
                    <a:lnTo>
                      <a:pt x="431" y="276"/>
                    </a:lnTo>
                    <a:cubicBezTo>
                      <a:pt x="483" y="252"/>
                      <a:pt x="535" y="228"/>
                      <a:pt x="586" y="203"/>
                    </a:cubicBezTo>
                    <a:lnTo>
                      <a:pt x="660" y="166"/>
                    </a:lnTo>
                    <a:cubicBezTo>
                      <a:pt x="688" y="150"/>
                      <a:pt x="715" y="130"/>
                      <a:pt x="739" y="108"/>
                    </a:cubicBezTo>
                    <a:cubicBezTo>
                      <a:pt x="760" y="88"/>
                      <a:pt x="764" y="57"/>
                      <a:pt x="750" y="31"/>
                    </a:cubicBezTo>
                    <a:cubicBezTo>
                      <a:pt x="738" y="12"/>
                      <a:pt x="716" y="0"/>
                      <a:pt x="6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8273257" y="3662814"/>
                <a:ext cx="153821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98" extrusionOk="0">
                    <a:moveTo>
                      <a:pt x="675" y="0"/>
                    </a:moveTo>
                    <a:cubicBezTo>
                      <a:pt x="674" y="0"/>
                      <a:pt x="674" y="0"/>
                      <a:pt x="674" y="0"/>
                    </a:cubicBezTo>
                    <a:cubicBezTo>
                      <a:pt x="618" y="1"/>
                      <a:pt x="563" y="15"/>
                      <a:pt x="509" y="28"/>
                    </a:cubicBezTo>
                    <a:cubicBezTo>
                      <a:pt x="454" y="41"/>
                      <a:pt x="403" y="53"/>
                      <a:pt x="350" y="70"/>
                    </a:cubicBezTo>
                    <a:cubicBezTo>
                      <a:pt x="244" y="105"/>
                      <a:pt x="139" y="145"/>
                      <a:pt x="37" y="189"/>
                    </a:cubicBezTo>
                    <a:cubicBezTo>
                      <a:pt x="8" y="202"/>
                      <a:pt x="0" y="244"/>
                      <a:pt x="15" y="268"/>
                    </a:cubicBezTo>
                    <a:cubicBezTo>
                      <a:pt x="27" y="287"/>
                      <a:pt x="46" y="297"/>
                      <a:pt x="66" y="297"/>
                    </a:cubicBezTo>
                    <a:cubicBezTo>
                      <a:pt x="76" y="297"/>
                      <a:pt x="86" y="295"/>
                      <a:pt x="96" y="289"/>
                    </a:cubicBezTo>
                    <a:cubicBezTo>
                      <a:pt x="188" y="248"/>
                      <a:pt x="287" y="210"/>
                      <a:pt x="387" y="176"/>
                    </a:cubicBezTo>
                    <a:cubicBezTo>
                      <a:pt x="436" y="159"/>
                      <a:pt x="486" y="141"/>
                      <a:pt x="535" y="123"/>
                    </a:cubicBezTo>
                    <a:cubicBezTo>
                      <a:pt x="588" y="108"/>
                      <a:pt x="641" y="90"/>
                      <a:pt x="692" y="68"/>
                    </a:cubicBezTo>
                    <a:cubicBezTo>
                      <a:pt x="725" y="52"/>
                      <a:pt x="708" y="0"/>
                      <a:pt x="6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>
            <a:spLocks noGrp="1"/>
          </p:cNvSpPr>
          <p:nvPr>
            <p:ph type="body" idx="1"/>
          </p:nvPr>
        </p:nvSpPr>
        <p:spPr>
          <a:xfrm>
            <a:off x="720000" y="2350300"/>
            <a:ext cx="3904500" cy="22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 sz="1400">
                <a:solidFill>
                  <a:schemeClr val="accent4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>
                <a:solidFill>
                  <a:schemeClr val="accent4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>
                <a:solidFill>
                  <a:schemeClr val="accent4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720000" y="1717825"/>
            <a:ext cx="50724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2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5"/>
          <p:cNvGrpSpPr/>
          <p:nvPr/>
        </p:nvGrpSpPr>
        <p:grpSpPr>
          <a:xfrm>
            <a:off x="-1084500" y="-116746"/>
            <a:ext cx="9508497" cy="4534529"/>
            <a:chOff x="-1084500" y="-116750"/>
            <a:chExt cx="9508497" cy="4224847"/>
          </a:xfrm>
        </p:grpSpPr>
        <p:sp>
          <p:nvSpPr>
            <p:cNvPr id="130" name="Google Shape;130;p15"/>
            <p:cNvSpPr/>
            <p:nvPr/>
          </p:nvSpPr>
          <p:spPr>
            <a:xfrm flipH="1">
              <a:off x="-1084500" y="-116750"/>
              <a:ext cx="9508497" cy="4224847"/>
            </a:xfrm>
            <a:custGeom>
              <a:avLst/>
              <a:gdLst/>
              <a:ahLst/>
              <a:cxnLst/>
              <a:rect l="l" t="t" r="r" b="b"/>
              <a:pathLst>
                <a:path w="60555" h="26906" extrusionOk="0">
                  <a:moveTo>
                    <a:pt x="30368" y="1"/>
                  </a:moveTo>
                  <a:cubicBezTo>
                    <a:pt x="29859" y="1"/>
                    <a:pt x="29289" y="93"/>
                    <a:pt x="28992" y="105"/>
                  </a:cubicBezTo>
                  <a:lnTo>
                    <a:pt x="25316" y="255"/>
                  </a:lnTo>
                  <a:cubicBezTo>
                    <a:pt x="24289" y="297"/>
                    <a:pt x="23262" y="343"/>
                    <a:pt x="22235" y="382"/>
                  </a:cubicBezTo>
                  <a:cubicBezTo>
                    <a:pt x="21241" y="420"/>
                    <a:pt x="20858" y="575"/>
                    <a:pt x="19992" y="1085"/>
                  </a:cubicBezTo>
                  <a:cubicBezTo>
                    <a:pt x="18442" y="1998"/>
                    <a:pt x="16834" y="2805"/>
                    <a:pt x="15216" y="3589"/>
                  </a:cubicBezTo>
                  <a:cubicBezTo>
                    <a:pt x="10132" y="6050"/>
                    <a:pt x="3799" y="8371"/>
                    <a:pt x="918" y="13609"/>
                  </a:cubicBezTo>
                  <a:cubicBezTo>
                    <a:pt x="1" y="15277"/>
                    <a:pt x="44" y="16824"/>
                    <a:pt x="912" y="18515"/>
                  </a:cubicBezTo>
                  <a:cubicBezTo>
                    <a:pt x="3962" y="24466"/>
                    <a:pt x="10965" y="25739"/>
                    <a:pt x="17006" y="26454"/>
                  </a:cubicBezTo>
                  <a:cubicBezTo>
                    <a:pt x="17872" y="26557"/>
                    <a:pt x="18795" y="26736"/>
                    <a:pt x="19683" y="26736"/>
                  </a:cubicBezTo>
                  <a:cubicBezTo>
                    <a:pt x="19821" y="26736"/>
                    <a:pt x="19959" y="26731"/>
                    <a:pt x="20095" y="26722"/>
                  </a:cubicBezTo>
                  <a:cubicBezTo>
                    <a:pt x="20696" y="26679"/>
                    <a:pt x="21227" y="26546"/>
                    <a:pt x="21817" y="26546"/>
                  </a:cubicBezTo>
                  <a:cubicBezTo>
                    <a:pt x="21917" y="26546"/>
                    <a:pt x="22020" y="26549"/>
                    <a:pt x="22125" y="26558"/>
                  </a:cubicBezTo>
                  <a:lnTo>
                    <a:pt x="22310" y="26574"/>
                  </a:lnTo>
                  <a:cubicBezTo>
                    <a:pt x="24357" y="26746"/>
                    <a:pt x="26382" y="26905"/>
                    <a:pt x="28439" y="26905"/>
                  </a:cubicBezTo>
                  <a:cubicBezTo>
                    <a:pt x="28546" y="26905"/>
                    <a:pt x="28654" y="26905"/>
                    <a:pt x="28762" y="26904"/>
                  </a:cubicBezTo>
                  <a:cubicBezTo>
                    <a:pt x="31570" y="26880"/>
                    <a:pt x="34392" y="26703"/>
                    <a:pt x="37183" y="26397"/>
                  </a:cubicBezTo>
                  <a:cubicBezTo>
                    <a:pt x="40909" y="25991"/>
                    <a:pt x="44586" y="25231"/>
                    <a:pt x="48222" y="24336"/>
                  </a:cubicBezTo>
                  <a:cubicBezTo>
                    <a:pt x="51765" y="23463"/>
                    <a:pt x="55234" y="22562"/>
                    <a:pt x="58428" y="20736"/>
                  </a:cubicBezTo>
                  <a:cubicBezTo>
                    <a:pt x="59364" y="20201"/>
                    <a:pt x="60356" y="19457"/>
                    <a:pt x="60455" y="18383"/>
                  </a:cubicBezTo>
                  <a:cubicBezTo>
                    <a:pt x="60555" y="17316"/>
                    <a:pt x="59658" y="16354"/>
                    <a:pt x="58636" y="16034"/>
                  </a:cubicBezTo>
                  <a:cubicBezTo>
                    <a:pt x="58242" y="15911"/>
                    <a:pt x="57836" y="15862"/>
                    <a:pt x="57425" y="15862"/>
                  </a:cubicBezTo>
                  <a:cubicBezTo>
                    <a:pt x="56769" y="15862"/>
                    <a:pt x="56103" y="15987"/>
                    <a:pt x="55461" y="16136"/>
                  </a:cubicBezTo>
                  <a:cubicBezTo>
                    <a:pt x="52270" y="16878"/>
                    <a:pt x="49222" y="18146"/>
                    <a:pt x="46130" y="19209"/>
                  </a:cubicBezTo>
                  <a:cubicBezTo>
                    <a:pt x="42962" y="20297"/>
                    <a:pt x="39753" y="21288"/>
                    <a:pt x="36473" y="21983"/>
                  </a:cubicBezTo>
                  <a:cubicBezTo>
                    <a:pt x="33633" y="22584"/>
                    <a:pt x="30836" y="22859"/>
                    <a:pt x="28061" y="22859"/>
                  </a:cubicBezTo>
                  <a:cubicBezTo>
                    <a:pt x="23194" y="22859"/>
                    <a:pt x="18394" y="22011"/>
                    <a:pt x="13550" y="20582"/>
                  </a:cubicBezTo>
                  <a:cubicBezTo>
                    <a:pt x="12514" y="20277"/>
                    <a:pt x="11473" y="19930"/>
                    <a:pt x="10585" y="19315"/>
                  </a:cubicBezTo>
                  <a:cubicBezTo>
                    <a:pt x="9696" y="18702"/>
                    <a:pt x="8969" y="17781"/>
                    <a:pt x="8814" y="16713"/>
                  </a:cubicBezTo>
                  <a:cubicBezTo>
                    <a:pt x="8634" y="15469"/>
                    <a:pt x="9239" y="14249"/>
                    <a:pt x="9947" y="13211"/>
                  </a:cubicBezTo>
                  <a:cubicBezTo>
                    <a:pt x="11915" y="10335"/>
                    <a:pt x="15499" y="7337"/>
                    <a:pt x="19073" y="6824"/>
                  </a:cubicBezTo>
                  <a:cubicBezTo>
                    <a:pt x="23152" y="6237"/>
                    <a:pt x="27106" y="4191"/>
                    <a:pt x="30457" y="1792"/>
                  </a:cubicBezTo>
                  <a:cubicBezTo>
                    <a:pt x="30759" y="1575"/>
                    <a:pt x="31069" y="1342"/>
                    <a:pt x="31241" y="1011"/>
                  </a:cubicBezTo>
                  <a:cubicBezTo>
                    <a:pt x="31675" y="181"/>
                    <a:pt x="31080" y="1"/>
                    <a:pt x="30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 flipH="1">
              <a:off x="7011740" y="1776303"/>
              <a:ext cx="176022" cy="45380"/>
            </a:xfrm>
            <a:custGeom>
              <a:avLst/>
              <a:gdLst/>
              <a:ahLst/>
              <a:cxnLst/>
              <a:rect l="l" t="t" r="r" b="b"/>
              <a:pathLst>
                <a:path w="1121" h="289" extrusionOk="0">
                  <a:moveTo>
                    <a:pt x="135" y="215"/>
                  </a:moveTo>
                  <a:lnTo>
                    <a:pt x="135" y="215"/>
                  </a:lnTo>
                  <a:cubicBezTo>
                    <a:pt x="133" y="215"/>
                    <a:pt x="131" y="215"/>
                    <a:pt x="129" y="215"/>
                  </a:cubicBezTo>
                  <a:lnTo>
                    <a:pt x="129" y="215"/>
                  </a:lnTo>
                  <a:lnTo>
                    <a:pt x="129" y="215"/>
                  </a:lnTo>
                  <a:lnTo>
                    <a:pt x="135" y="215"/>
                  </a:lnTo>
                  <a:close/>
                  <a:moveTo>
                    <a:pt x="403" y="1"/>
                  </a:moveTo>
                  <a:cubicBezTo>
                    <a:pt x="369" y="1"/>
                    <a:pt x="334" y="2"/>
                    <a:pt x="300" y="3"/>
                  </a:cubicBezTo>
                  <a:cubicBezTo>
                    <a:pt x="225" y="6"/>
                    <a:pt x="150" y="15"/>
                    <a:pt x="76" y="25"/>
                  </a:cubicBezTo>
                  <a:cubicBezTo>
                    <a:pt x="53" y="29"/>
                    <a:pt x="28" y="52"/>
                    <a:pt x="17" y="71"/>
                  </a:cubicBezTo>
                  <a:cubicBezTo>
                    <a:pt x="4" y="94"/>
                    <a:pt x="0" y="121"/>
                    <a:pt x="7" y="147"/>
                  </a:cubicBezTo>
                  <a:cubicBezTo>
                    <a:pt x="14" y="172"/>
                    <a:pt x="30" y="193"/>
                    <a:pt x="52" y="206"/>
                  </a:cubicBezTo>
                  <a:cubicBezTo>
                    <a:pt x="69" y="214"/>
                    <a:pt x="87" y="219"/>
                    <a:pt x="105" y="219"/>
                  </a:cubicBezTo>
                  <a:cubicBezTo>
                    <a:pt x="113" y="219"/>
                    <a:pt x="121" y="218"/>
                    <a:pt x="129" y="216"/>
                  </a:cubicBezTo>
                  <a:lnTo>
                    <a:pt x="129" y="216"/>
                  </a:lnTo>
                  <a:lnTo>
                    <a:pt x="129" y="216"/>
                  </a:lnTo>
                  <a:lnTo>
                    <a:pt x="114" y="217"/>
                  </a:lnTo>
                  <a:cubicBezTo>
                    <a:pt x="119" y="217"/>
                    <a:pt x="124" y="216"/>
                    <a:pt x="129" y="215"/>
                  </a:cubicBezTo>
                  <a:lnTo>
                    <a:pt x="129" y="215"/>
                  </a:lnTo>
                  <a:lnTo>
                    <a:pt x="129" y="216"/>
                  </a:lnTo>
                  <a:lnTo>
                    <a:pt x="129" y="216"/>
                  </a:lnTo>
                  <a:lnTo>
                    <a:pt x="141" y="214"/>
                  </a:lnTo>
                  <a:lnTo>
                    <a:pt x="135" y="215"/>
                  </a:lnTo>
                  <a:lnTo>
                    <a:pt x="135" y="215"/>
                  </a:lnTo>
                  <a:cubicBezTo>
                    <a:pt x="223" y="204"/>
                    <a:pt x="311" y="198"/>
                    <a:pt x="399" y="198"/>
                  </a:cubicBezTo>
                  <a:cubicBezTo>
                    <a:pt x="495" y="198"/>
                    <a:pt x="590" y="205"/>
                    <a:pt x="685" y="217"/>
                  </a:cubicBezTo>
                  <a:lnTo>
                    <a:pt x="658" y="214"/>
                  </a:lnTo>
                  <a:lnTo>
                    <a:pt x="658" y="214"/>
                  </a:lnTo>
                  <a:cubicBezTo>
                    <a:pt x="769" y="229"/>
                    <a:pt x="879" y="252"/>
                    <a:pt x="985" y="285"/>
                  </a:cubicBezTo>
                  <a:cubicBezTo>
                    <a:pt x="993" y="287"/>
                    <a:pt x="1002" y="288"/>
                    <a:pt x="1010" y="288"/>
                  </a:cubicBezTo>
                  <a:cubicBezTo>
                    <a:pt x="1053" y="288"/>
                    <a:pt x="1098" y="258"/>
                    <a:pt x="1107" y="215"/>
                  </a:cubicBezTo>
                  <a:cubicBezTo>
                    <a:pt x="1120" y="162"/>
                    <a:pt x="1089" y="110"/>
                    <a:pt x="1038" y="94"/>
                  </a:cubicBezTo>
                  <a:cubicBezTo>
                    <a:pt x="831" y="32"/>
                    <a:pt x="618" y="1"/>
                    <a:pt x="4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 flipH="1">
              <a:off x="5513277" y="3412469"/>
              <a:ext cx="201931" cy="60454"/>
            </a:xfrm>
            <a:custGeom>
              <a:avLst/>
              <a:gdLst/>
              <a:ahLst/>
              <a:cxnLst/>
              <a:rect l="l" t="t" r="r" b="b"/>
              <a:pathLst>
                <a:path w="1286" h="385" extrusionOk="0">
                  <a:moveTo>
                    <a:pt x="103" y="1"/>
                  </a:moveTo>
                  <a:cubicBezTo>
                    <a:pt x="86" y="1"/>
                    <a:pt x="69" y="5"/>
                    <a:pt x="53" y="14"/>
                  </a:cubicBezTo>
                  <a:cubicBezTo>
                    <a:pt x="31" y="27"/>
                    <a:pt x="15" y="48"/>
                    <a:pt x="8" y="73"/>
                  </a:cubicBezTo>
                  <a:cubicBezTo>
                    <a:pt x="1" y="99"/>
                    <a:pt x="5" y="127"/>
                    <a:pt x="17" y="149"/>
                  </a:cubicBezTo>
                  <a:cubicBezTo>
                    <a:pt x="32" y="171"/>
                    <a:pt x="52" y="187"/>
                    <a:pt x="76" y="195"/>
                  </a:cubicBezTo>
                  <a:lnTo>
                    <a:pt x="76" y="194"/>
                  </a:lnTo>
                  <a:cubicBezTo>
                    <a:pt x="353" y="297"/>
                    <a:pt x="644" y="360"/>
                    <a:pt x="938" y="378"/>
                  </a:cubicBezTo>
                  <a:cubicBezTo>
                    <a:pt x="1002" y="383"/>
                    <a:pt x="1065" y="384"/>
                    <a:pt x="1129" y="384"/>
                  </a:cubicBezTo>
                  <a:cubicBezTo>
                    <a:pt x="1148" y="384"/>
                    <a:pt x="1166" y="384"/>
                    <a:pt x="1185" y="384"/>
                  </a:cubicBezTo>
                  <a:cubicBezTo>
                    <a:pt x="1236" y="383"/>
                    <a:pt x="1286" y="338"/>
                    <a:pt x="1284" y="285"/>
                  </a:cubicBezTo>
                  <a:cubicBezTo>
                    <a:pt x="1282" y="231"/>
                    <a:pt x="1241" y="186"/>
                    <a:pt x="1186" y="186"/>
                  </a:cubicBezTo>
                  <a:cubicBezTo>
                    <a:pt x="1186" y="186"/>
                    <a:pt x="1185" y="186"/>
                    <a:pt x="1185" y="186"/>
                  </a:cubicBezTo>
                  <a:cubicBezTo>
                    <a:pt x="1164" y="186"/>
                    <a:pt x="1144" y="186"/>
                    <a:pt x="1123" y="186"/>
                  </a:cubicBezTo>
                  <a:cubicBezTo>
                    <a:pt x="994" y="186"/>
                    <a:pt x="864" y="178"/>
                    <a:pt x="735" y="160"/>
                  </a:cubicBezTo>
                  <a:lnTo>
                    <a:pt x="735" y="160"/>
                  </a:lnTo>
                  <a:lnTo>
                    <a:pt x="762" y="164"/>
                  </a:lnTo>
                  <a:cubicBezTo>
                    <a:pt x="546" y="135"/>
                    <a:pt x="334" y="81"/>
                    <a:pt x="129" y="4"/>
                  </a:cubicBezTo>
                  <a:cubicBezTo>
                    <a:pt x="121" y="2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 flipH="1">
              <a:off x="4469236" y="3890914"/>
              <a:ext cx="240401" cy="58569"/>
            </a:xfrm>
            <a:custGeom>
              <a:avLst/>
              <a:gdLst/>
              <a:ahLst/>
              <a:cxnLst/>
              <a:rect l="l" t="t" r="r" b="b"/>
              <a:pathLst>
                <a:path w="1531" h="373" extrusionOk="0">
                  <a:moveTo>
                    <a:pt x="109" y="0"/>
                  </a:moveTo>
                  <a:cubicBezTo>
                    <a:pt x="66" y="0"/>
                    <a:pt x="26" y="29"/>
                    <a:pt x="14" y="73"/>
                  </a:cubicBezTo>
                  <a:cubicBezTo>
                    <a:pt x="0" y="125"/>
                    <a:pt x="31" y="179"/>
                    <a:pt x="83" y="194"/>
                  </a:cubicBezTo>
                  <a:cubicBezTo>
                    <a:pt x="422" y="305"/>
                    <a:pt x="776" y="365"/>
                    <a:pt x="1133" y="372"/>
                  </a:cubicBezTo>
                  <a:cubicBezTo>
                    <a:pt x="1158" y="373"/>
                    <a:pt x="1184" y="373"/>
                    <a:pt x="1209" y="373"/>
                  </a:cubicBezTo>
                  <a:cubicBezTo>
                    <a:pt x="1283" y="373"/>
                    <a:pt x="1356" y="371"/>
                    <a:pt x="1429" y="367"/>
                  </a:cubicBezTo>
                  <a:cubicBezTo>
                    <a:pt x="1480" y="364"/>
                    <a:pt x="1530" y="324"/>
                    <a:pt x="1527" y="268"/>
                  </a:cubicBezTo>
                  <a:cubicBezTo>
                    <a:pt x="1525" y="219"/>
                    <a:pt x="1486" y="169"/>
                    <a:pt x="1434" y="169"/>
                  </a:cubicBezTo>
                  <a:cubicBezTo>
                    <a:pt x="1432" y="169"/>
                    <a:pt x="1431" y="169"/>
                    <a:pt x="1429" y="169"/>
                  </a:cubicBezTo>
                  <a:cubicBezTo>
                    <a:pt x="1355" y="173"/>
                    <a:pt x="1281" y="176"/>
                    <a:pt x="1207" y="176"/>
                  </a:cubicBezTo>
                  <a:cubicBezTo>
                    <a:pt x="1051" y="176"/>
                    <a:pt x="894" y="165"/>
                    <a:pt x="740" y="144"/>
                  </a:cubicBezTo>
                  <a:lnTo>
                    <a:pt x="740" y="144"/>
                  </a:lnTo>
                  <a:lnTo>
                    <a:pt x="766" y="148"/>
                  </a:lnTo>
                  <a:cubicBezTo>
                    <a:pt x="552" y="119"/>
                    <a:pt x="341" y="71"/>
                    <a:pt x="135" y="4"/>
                  </a:cubicBezTo>
                  <a:cubicBezTo>
                    <a:pt x="126" y="2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 flipH="1">
              <a:off x="4212662" y="3848990"/>
              <a:ext cx="110858" cy="41925"/>
            </a:xfrm>
            <a:custGeom>
              <a:avLst/>
              <a:gdLst/>
              <a:ahLst/>
              <a:cxnLst/>
              <a:rect l="l" t="t" r="r" b="b"/>
              <a:pathLst>
                <a:path w="706" h="267" extrusionOk="0">
                  <a:moveTo>
                    <a:pt x="601" y="1"/>
                  </a:moveTo>
                  <a:cubicBezTo>
                    <a:pt x="593" y="1"/>
                    <a:pt x="584" y="2"/>
                    <a:pt x="577" y="6"/>
                  </a:cubicBezTo>
                  <a:cubicBezTo>
                    <a:pt x="506" y="35"/>
                    <a:pt x="431" y="55"/>
                    <a:pt x="355" y="66"/>
                  </a:cubicBezTo>
                  <a:lnTo>
                    <a:pt x="382" y="61"/>
                  </a:lnTo>
                  <a:lnTo>
                    <a:pt x="382" y="61"/>
                  </a:lnTo>
                  <a:cubicBezTo>
                    <a:pt x="343" y="67"/>
                    <a:pt x="304" y="69"/>
                    <a:pt x="264" y="69"/>
                  </a:cubicBezTo>
                  <a:cubicBezTo>
                    <a:pt x="227" y="69"/>
                    <a:pt x="190" y="67"/>
                    <a:pt x="153" y="62"/>
                  </a:cubicBezTo>
                  <a:lnTo>
                    <a:pt x="153" y="62"/>
                  </a:lnTo>
                  <a:cubicBezTo>
                    <a:pt x="146" y="61"/>
                    <a:pt x="140" y="60"/>
                    <a:pt x="133" y="58"/>
                  </a:cubicBezTo>
                  <a:cubicBezTo>
                    <a:pt x="125" y="56"/>
                    <a:pt x="117" y="55"/>
                    <a:pt x="109" y="55"/>
                  </a:cubicBezTo>
                  <a:cubicBezTo>
                    <a:pt x="91" y="55"/>
                    <a:pt x="73" y="60"/>
                    <a:pt x="57" y="69"/>
                  </a:cubicBezTo>
                  <a:cubicBezTo>
                    <a:pt x="34" y="81"/>
                    <a:pt x="18" y="103"/>
                    <a:pt x="11" y="128"/>
                  </a:cubicBezTo>
                  <a:cubicBezTo>
                    <a:pt x="0" y="176"/>
                    <a:pt x="25" y="240"/>
                    <a:pt x="80" y="249"/>
                  </a:cubicBezTo>
                  <a:cubicBezTo>
                    <a:pt x="141" y="261"/>
                    <a:pt x="203" y="266"/>
                    <a:pt x="265" y="266"/>
                  </a:cubicBezTo>
                  <a:cubicBezTo>
                    <a:pt x="389" y="266"/>
                    <a:pt x="513" y="243"/>
                    <a:pt x="630" y="196"/>
                  </a:cubicBezTo>
                  <a:cubicBezTo>
                    <a:pt x="654" y="188"/>
                    <a:pt x="675" y="172"/>
                    <a:pt x="689" y="151"/>
                  </a:cubicBezTo>
                  <a:cubicBezTo>
                    <a:pt x="701" y="128"/>
                    <a:pt x="706" y="100"/>
                    <a:pt x="698" y="74"/>
                  </a:cubicBezTo>
                  <a:cubicBezTo>
                    <a:pt x="692" y="50"/>
                    <a:pt x="675" y="29"/>
                    <a:pt x="653" y="15"/>
                  </a:cubicBezTo>
                  <a:cubicBezTo>
                    <a:pt x="638" y="7"/>
                    <a:pt x="619" y="1"/>
                    <a:pt x="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 flipH="1">
              <a:off x="7837990" y="3002015"/>
              <a:ext cx="131271" cy="38628"/>
            </a:xfrm>
            <a:custGeom>
              <a:avLst/>
              <a:gdLst/>
              <a:ahLst/>
              <a:cxnLst/>
              <a:rect l="l" t="t" r="r" b="b"/>
              <a:pathLst>
                <a:path w="836" h="246" extrusionOk="0">
                  <a:moveTo>
                    <a:pt x="504" y="1"/>
                  </a:moveTo>
                  <a:cubicBezTo>
                    <a:pt x="363" y="1"/>
                    <a:pt x="221" y="18"/>
                    <a:pt x="83" y="52"/>
                  </a:cubicBezTo>
                  <a:cubicBezTo>
                    <a:pt x="32" y="67"/>
                    <a:pt x="1" y="121"/>
                    <a:pt x="15" y="173"/>
                  </a:cubicBezTo>
                  <a:cubicBezTo>
                    <a:pt x="27" y="218"/>
                    <a:pt x="67" y="246"/>
                    <a:pt x="111" y="246"/>
                  </a:cubicBezTo>
                  <a:cubicBezTo>
                    <a:pt x="120" y="246"/>
                    <a:pt x="128" y="245"/>
                    <a:pt x="136" y="243"/>
                  </a:cubicBezTo>
                  <a:cubicBezTo>
                    <a:pt x="195" y="228"/>
                    <a:pt x="255" y="216"/>
                    <a:pt x="315" y="208"/>
                  </a:cubicBezTo>
                  <a:lnTo>
                    <a:pt x="315" y="208"/>
                  </a:lnTo>
                  <a:lnTo>
                    <a:pt x="289" y="211"/>
                  </a:lnTo>
                  <a:cubicBezTo>
                    <a:pt x="360" y="202"/>
                    <a:pt x="433" y="197"/>
                    <a:pt x="505" y="197"/>
                  </a:cubicBezTo>
                  <a:cubicBezTo>
                    <a:pt x="577" y="197"/>
                    <a:pt x="649" y="202"/>
                    <a:pt x="721" y="211"/>
                  </a:cubicBezTo>
                  <a:lnTo>
                    <a:pt x="695" y="208"/>
                  </a:lnTo>
                  <a:lnTo>
                    <a:pt x="707" y="210"/>
                  </a:lnTo>
                  <a:cubicBezTo>
                    <a:pt x="717" y="211"/>
                    <a:pt x="726" y="212"/>
                    <a:pt x="735" y="212"/>
                  </a:cubicBezTo>
                  <a:cubicBezTo>
                    <a:pt x="752" y="212"/>
                    <a:pt x="768" y="209"/>
                    <a:pt x="784" y="200"/>
                  </a:cubicBezTo>
                  <a:cubicBezTo>
                    <a:pt x="806" y="187"/>
                    <a:pt x="822" y="166"/>
                    <a:pt x="830" y="141"/>
                  </a:cubicBezTo>
                  <a:cubicBezTo>
                    <a:pt x="836" y="115"/>
                    <a:pt x="833" y="88"/>
                    <a:pt x="819" y="65"/>
                  </a:cubicBezTo>
                  <a:cubicBezTo>
                    <a:pt x="806" y="45"/>
                    <a:pt x="785" y="22"/>
                    <a:pt x="760" y="19"/>
                  </a:cubicBezTo>
                  <a:cubicBezTo>
                    <a:pt x="675" y="7"/>
                    <a:pt x="590" y="1"/>
                    <a:pt x="5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15"/>
          <p:cNvSpPr txBox="1">
            <a:spLocks noGrp="1"/>
          </p:cNvSpPr>
          <p:nvPr>
            <p:ph type="ctrTitle"/>
          </p:nvPr>
        </p:nvSpPr>
        <p:spPr>
          <a:xfrm>
            <a:off x="2000337" y="1200700"/>
            <a:ext cx="2408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1"/>
          </p:nvPr>
        </p:nvSpPr>
        <p:spPr>
          <a:xfrm>
            <a:off x="2000338" y="1626100"/>
            <a:ext cx="24084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 idx="2" hasCustomPrompt="1"/>
          </p:nvPr>
        </p:nvSpPr>
        <p:spPr>
          <a:xfrm>
            <a:off x="691225" y="1413400"/>
            <a:ext cx="94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>
            <a:spLocks noGrp="1"/>
          </p:cNvSpPr>
          <p:nvPr>
            <p:ph type="title"/>
          </p:nvPr>
        </p:nvSpPr>
        <p:spPr>
          <a:xfrm>
            <a:off x="720000" y="710225"/>
            <a:ext cx="3966300" cy="10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ctrTitle" idx="2"/>
          </p:nvPr>
        </p:nvSpPr>
        <p:spPr>
          <a:xfrm flipH="1">
            <a:off x="1232400" y="3048000"/>
            <a:ext cx="21954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subTitle" idx="1"/>
          </p:nvPr>
        </p:nvSpPr>
        <p:spPr>
          <a:xfrm flipH="1">
            <a:off x="1232375" y="3290722"/>
            <a:ext cx="2195400" cy="8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ctrTitle" idx="3"/>
          </p:nvPr>
        </p:nvSpPr>
        <p:spPr>
          <a:xfrm flipH="1">
            <a:off x="3474300" y="2133552"/>
            <a:ext cx="21954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4"/>
          </p:nvPr>
        </p:nvSpPr>
        <p:spPr>
          <a:xfrm flipH="1">
            <a:off x="3474300" y="2376322"/>
            <a:ext cx="2195400" cy="8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ctrTitle" idx="5"/>
          </p:nvPr>
        </p:nvSpPr>
        <p:spPr>
          <a:xfrm flipH="1">
            <a:off x="5716225" y="3047951"/>
            <a:ext cx="21954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subTitle" idx="6"/>
          </p:nvPr>
        </p:nvSpPr>
        <p:spPr>
          <a:xfrm flipH="1">
            <a:off x="5716200" y="3290722"/>
            <a:ext cx="2195400" cy="8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147" name="Google Shape;147;p16"/>
          <p:cNvGrpSpPr/>
          <p:nvPr/>
        </p:nvGrpSpPr>
        <p:grpSpPr>
          <a:xfrm>
            <a:off x="-231919" y="-2834150"/>
            <a:ext cx="9823823" cy="3955805"/>
            <a:chOff x="-231919" y="-2834150"/>
            <a:chExt cx="9823823" cy="3955805"/>
          </a:xfrm>
        </p:grpSpPr>
        <p:sp>
          <p:nvSpPr>
            <p:cNvPr id="148" name="Google Shape;148;p16"/>
            <p:cNvSpPr/>
            <p:nvPr/>
          </p:nvSpPr>
          <p:spPr>
            <a:xfrm>
              <a:off x="-231919" y="-2834150"/>
              <a:ext cx="9823823" cy="3955805"/>
            </a:xfrm>
            <a:custGeom>
              <a:avLst/>
              <a:gdLst/>
              <a:ahLst/>
              <a:cxnLst/>
              <a:rect l="l" t="t" r="r" b="b"/>
              <a:pathLst>
                <a:path w="67670" h="27249" extrusionOk="0">
                  <a:moveTo>
                    <a:pt x="3560" y="1"/>
                  </a:moveTo>
                  <a:cubicBezTo>
                    <a:pt x="3394" y="1"/>
                    <a:pt x="3170" y="111"/>
                    <a:pt x="2802" y="368"/>
                  </a:cubicBezTo>
                  <a:cubicBezTo>
                    <a:pt x="2208" y="783"/>
                    <a:pt x="1833" y="1618"/>
                    <a:pt x="1678" y="2302"/>
                  </a:cubicBezTo>
                  <a:cubicBezTo>
                    <a:pt x="928" y="5612"/>
                    <a:pt x="1" y="10647"/>
                    <a:pt x="2647" y="12773"/>
                  </a:cubicBezTo>
                  <a:cubicBezTo>
                    <a:pt x="7827" y="16938"/>
                    <a:pt x="17880" y="15971"/>
                    <a:pt x="24025" y="18503"/>
                  </a:cubicBezTo>
                  <a:cubicBezTo>
                    <a:pt x="27934" y="20114"/>
                    <a:pt x="31555" y="22514"/>
                    <a:pt x="35681" y="23440"/>
                  </a:cubicBezTo>
                  <a:cubicBezTo>
                    <a:pt x="37802" y="23915"/>
                    <a:pt x="39978" y="23983"/>
                    <a:pt x="42159" y="23983"/>
                  </a:cubicBezTo>
                  <a:cubicBezTo>
                    <a:pt x="43024" y="23983"/>
                    <a:pt x="43891" y="23972"/>
                    <a:pt x="44755" y="23972"/>
                  </a:cubicBezTo>
                  <a:cubicBezTo>
                    <a:pt x="45000" y="23972"/>
                    <a:pt x="45246" y="23973"/>
                    <a:pt x="45491" y="23975"/>
                  </a:cubicBezTo>
                  <a:cubicBezTo>
                    <a:pt x="51084" y="24026"/>
                    <a:pt x="56648" y="24790"/>
                    <a:pt x="62049" y="26248"/>
                  </a:cubicBezTo>
                  <a:cubicBezTo>
                    <a:pt x="63761" y="26711"/>
                    <a:pt x="65492" y="27248"/>
                    <a:pt x="67258" y="27248"/>
                  </a:cubicBezTo>
                  <a:cubicBezTo>
                    <a:pt x="67395" y="27248"/>
                    <a:pt x="67532" y="27245"/>
                    <a:pt x="67669" y="27238"/>
                  </a:cubicBezTo>
                  <a:cubicBezTo>
                    <a:pt x="66830" y="24189"/>
                    <a:pt x="63940" y="22096"/>
                    <a:pt x="60932" y="21123"/>
                  </a:cubicBezTo>
                  <a:cubicBezTo>
                    <a:pt x="57924" y="20149"/>
                    <a:pt x="54714" y="20060"/>
                    <a:pt x="51590" y="19569"/>
                  </a:cubicBezTo>
                  <a:cubicBezTo>
                    <a:pt x="44095" y="18395"/>
                    <a:pt x="37148" y="14931"/>
                    <a:pt x="29754" y="13234"/>
                  </a:cubicBezTo>
                  <a:cubicBezTo>
                    <a:pt x="26948" y="12589"/>
                    <a:pt x="21937" y="10851"/>
                    <a:pt x="19149" y="10133"/>
                  </a:cubicBezTo>
                  <a:cubicBezTo>
                    <a:pt x="17726" y="9767"/>
                    <a:pt x="16426" y="9689"/>
                    <a:pt x="15201" y="9689"/>
                  </a:cubicBezTo>
                  <a:cubicBezTo>
                    <a:pt x="14295" y="9689"/>
                    <a:pt x="13429" y="9732"/>
                    <a:pt x="12585" y="9732"/>
                  </a:cubicBezTo>
                  <a:cubicBezTo>
                    <a:pt x="10596" y="9732"/>
                    <a:pt x="8725" y="9495"/>
                    <a:pt x="6716" y="7905"/>
                  </a:cubicBezTo>
                  <a:cubicBezTo>
                    <a:pt x="5204" y="6711"/>
                    <a:pt x="5431" y="2166"/>
                    <a:pt x="4291" y="731"/>
                  </a:cubicBezTo>
                  <a:cubicBezTo>
                    <a:pt x="3950" y="300"/>
                    <a:pt x="3834" y="1"/>
                    <a:pt x="3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16"/>
            <p:cNvGrpSpPr/>
            <p:nvPr/>
          </p:nvGrpSpPr>
          <p:grpSpPr>
            <a:xfrm>
              <a:off x="5153723" y="231164"/>
              <a:ext cx="244251" cy="129674"/>
              <a:chOff x="4944000" y="1355175"/>
              <a:chExt cx="24250" cy="12875"/>
            </a:xfrm>
          </p:grpSpPr>
          <p:sp>
            <p:nvSpPr>
              <p:cNvPr id="150" name="Google Shape;150;p16"/>
              <p:cNvSpPr/>
              <p:nvPr/>
            </p:nvSpPr>
            <p:spPr>
              <a:xfrm>
                <a:off x="4944000" y="1355175"/>
                <a:ext cx="1625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8" extrusionOk="0">
                    <a:moveTo>
                      <a:pt x="334" y="0"/>
                    </a:moveTo>
                    <a:lnTo>
                      <a:pt x="84" y="2"/>
                    </a:lnTo>
                    <a:cubicBezTo>
                      <a:pt x="41" y="2"/>
                      <a:pt x="0" y="39"/>
                      <a:pt x="2" y="84"/>
                    </a:cubicBezTo>
                    <a:cubicBezTo>
                      <a:pt x="3" y="129"/>
                      <a:pt x="39" y="165"/>
                      <a:pt x="84" y="166"/>
                    </a:cubicBezTo>
                    <a:lnTo>
                      <a:pt x="84" y="165"/>
                    </a:lnTo>
                    <a:lnTo>
                      <a:pt x="334" y="167"/>
                    </a:lnTo>
                    <a:lnTo>
                      <a:pt x="459" y="167"/>
                    </a:lnTo>
                    <a:cubicBezTo>
                      <a:pt x="463" y="167"/>
                      <a:pt x="467" y="167"/>
                      <a:pt x="471" y="167"/>
                    </a:cubicBezTo>
                    <a:cubicBezTo>
                      <a:pt x="492" y="167"/>
                      <a:pt x="513" y="165"/>
                      <a:pt x="535" y="159"/>
                    </a:cubicBezTo>
                    <a:cubicBezTo>
                      <a:pt x="555" y="154"/>
                      <a:pt x="575" y="147"/>
                      <a:pt x="595" y="139"/>
                    </a:cubicBezTo>
                    <a:cubicBezTo>
                      <a:pt x="649" y="123"/>
                      <a:pt x="649" y="45"/>
                      <a:pt x="595" y="28"/>
                    </a:cubicBezTo>
                    <a:lnTo>
                      <a:pt x="538" y="9"/>
                    </a:lnTo>
                    <a:cubicBezTo>
                      <a:pt x="518" y="4"/>
                      <a:pt x="498" y="1"/>
                      <a:pt x="478" y="1"/>
                    </a:cubicBezTo>
                    <a:cubicBezTo>
                      <a:pt x="472" y="1"/>
                      <a:pt x="467" y="1"/>
                      <a:pt x="462" y="1"/>
                    </a:cubicBezTo>
                    <a:cubicBezTo>
                      <a:pt x="420" y="0"/>
                      <a:pt x="377" y="0"/>
                      <a:pt x="3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6"/>
              <p:cNvSpPr/>
              <p:nvPr/>
            </p:nvSpPr>
            <p:spPr>
              <a:xfrm>
                <a:off x="4958550" y="1363500"/>
                <a:ext cx="97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388" h="182" extrusionOk="0">
                    <a:moveTo>
                      <a:pt x="90" y="0"/>
                    </a:moveTo>
                    <a:cubicBezTo>
                      <a:pt x="40" y="1"/>
                      <a:pt x="0" y="42"/>
                      <a:pt x="0" y="91"/>
                    </a:cubicBezTo>
                    <a:cubicBezTo>
                      <a:pt x="1" y="141"/>
                      <a:pt x="40" y="181"/>
                      <a:pt x="90" y="182"/>
                    </a:cubicBezTo>
                    <a:lnTo>
                      <a:pt x="90" y="181"/>
                    </a:lnTo>
                    <a:lnTo>
                      <a:pt x="160" y="180"/>
                    </a:lnTo>
                    <a:lnTo>
                      <a:pt x="197" y="180"/>
                    </a:lnTo>
                    <a:cubicBezTo>
                      <a:pt x="208" y="180"/>
                      <a:pt x="219" y="178"/>
                      <a:pt x="230" y="174"/>
                    </a:cubicBezTo>
                    <a:cubicBezTo>
                      <a:pt x="236" y="172"/>
                      <a:pt x="241" y="170"/>
                      <a:pt x="248" y="168"/>
                    </a:cubicBezTo>
                    <a:cubicBezTo>
                      <a:pt x="294" y="154"/>
                      <a:pt x="388" y="161"/>
                      <a:pt x="388" y="91"/>
                    </a:cubicBezTo>
                    <a:cubicBezTo>
                      <a:pt x="387" y="64"/>
                      <a:pt x="369" y="42"/>
                      <a:pt x="344" y="33"/>
                    </a:cubicBezTo>
                    <a:cubicBezTo>
                      <a:pt x="333" y="30"/>
                      <a:pt x="323" y="27"/>
                      <a:pt x="312" y="26"/>
                    </a:cubicBezTo>
                    <a:cubicBezTo>
                      <a:pt x="290" y="23"/>
                      <a:pt x="269" y="18"/>
                      <a:pt x="248" y="13"/>
                    </a:cubicBezTo>
                    <a:cubicBezTo>
                      <a:pt x="241" y="11"/>
                      <a:pt x="236" y="9"/>
                      <a:pt x="230" y="7"/>
                    </a:cubicBezTo>
                    <a:cubicBezTo>
                      <a:pt x="219" y="4"/>
                      <a:pt x="208" y="1"/>
                      <a:pt x="197" y="1"/>
                    </a:cubicBezTo>
                    <a:lnTo>
                      <a:pt x="162" y="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" name="Google Shape;152;p16"/>
            <p:cNvGrpSpPr/>
            <p:nvPr/>
          </p:nvGrpSpPr>
          <p:grpSpPr>
            <a:xfrm>
              <a:off x="8423998" y="360839"/>
              <a:ext cx="244251" cy="129674"/>
              <a:chOff x="4944000" y="1355175"/>
              <a:chExt cx="24250" cy="12875"/>
            </a:xfrm>
          </p:grpSpPr>
          <p:sp>
            <p:nvSpPr>
              <p:cNvPr id="153" name="Google Shape;153;p16"/>
              <p:cNvSpPr/>
              <p:nvPr/>
            </p:nvSpPr>
            <p:spPr>
              <a:xfrm>
                <a:off x="4944000" y="1355175"/>
                <a:ext cx="1625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8" extrusionOk="0">
                    <a:moveTo>
                      <a:pt x="334" y="0"/>
                    </a:moveTo>
                    <a:lnTo>
                      <a:pt x="84" y="2"/>
                    </a:lnTo>
                    <a:cubicBezTo>
                      <a:pt x="41" y="2"/>
                      <a:pt x="0" y="39"/>
                      <a:pt x="2" y="84"/>
                    </a:cubicBezTo>
                    <a:cubicBezTo>
                      <a:pt x="3" y="129"/>
                      <a:pt x="39" y="165"/>
                      <a:pt x="84" y="166"/>
                    </a:cubicBezTo>
                    <a:lnTo>
                      <a:pt x="84" y="165"/>
                    </a:lnTo>
                    <a:lnTo>
                      <a:pt x="334" y="167"/>
                    </a:lnTo>
                    <a:lnTo>
                      <a:pt x="459" y="167"/>
                    </a:lnTo>
                    <a:cubicBezTo>
                      <a:pt x="463" y="167"/>
                      <a:pt x="467" y="167"/>
                      <a:pt x="471" y="167"/>
                    </a:cubicBezTo>
                    <a:cubicBezTo>
                      <a:pt x="492" y="167"/>
                      <a:pt x="513" y="165"/>
                      <a:pt x="535" y="159"/>
                    </a:cubicBezTo>
                    <a:cubicBezTo>
                      <a:pt x="555" y="154"/>
                      <a:pt x="575" y="147"/>
                      <a:pt x="595" y="139"/>
                    </a:cubicBezTo>
                    <a:cubicBezTo>
                      <a:pt x="649" y="123"/>
                      <a:pt x="649" y="45"/>
                      <a:pt x="595" y="28"/>
                    </a:cubicBezTo>
                    <a:lnTo>
                      <a:pt x="538" y="9"/>
                    </a:lnTo>
                    <a:cubicBezTo>
                      <a:pt x="518" y="4"/>
                      <a:pt x="498" y="1"/>
                      <a:pt x="478" y="1"/>
                    </a:cubicBezTo>
                    <a:cubicBezTo>
                      <a:pt x="472" y="1"/>
                      <a:pt x="467" y="1"/>
                      <a:pt x="462" y="1"/>
                    </a:cubicBezTo>
                    <a:cubicBezTo>
                      <a:pt x="420" y="0"/>
                      <a:pt x="377" y="0"/>
                      <a:pt x="3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6"/>
              <p:cNvSpPr/>
              <p:nvPr/>
            </p:nvSpPr>
            <p:spPr>
              <a:xfrm>
                <a:off x="4958550" y="1363500"/>
                <a:ext cx="97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388" h="182" extrusionOk="0">
                    <a:moveTo>
                      <a:pt x="90" y="0"/>
                    </a:moveTo>
                    <a:cubicBezTo>
                      <a:pt x="40" y="1"/>
                      <a:pt x="0" y="42"/>
                      <a:pt x="0" y="91"/>
                    </a:cubicBezTo>
                    <a:cubicBezTo>
                      <a:pt x="1" y="141"/>
                      <a:pt x="40" y="181"/>
                      <a:pt x="90" y="182"/>
                    </a:cubicBezTo>
                    <a:lnTo>
                      <a:pt x="90" y="181"/>
                    </a:lnTo>
                    <a:lnTo>
                      <a:pt x="160" y="180"/>
                    </a:lnTo>
                    <a:lnTo>
                      <a:pt x="197" y="180"/>
                    </a:lnTo>
                    <a:cubicBezTo>
                      <a:pt x="208" y="180"/>
                      <a:pt x="219" y="178"/>
                      <a:pt x="230" y="174"/>
                    </a:cubicBezTo>
                    <a:cubicBezTo>
                      <a:pt x="236" y="172"/>
                      <a:pt x="241" y="170"/>
                      <a:pt x="248" y="168"/>
                    </a:cubicBezTo>
                    <a:cubicBezTo>
                      <a:pt x="294" y="154"/>
                      <a:pt x="388" y="161"/>
                      <a:pt x="388" y="91"/>
                    </a:cubicBezTo>
                    <a:cubicBezTo>
                      <a:pt x="387" y="64"/>
                      <a:pt x="369" y="42"/>
                      <a:pt x="344" y="33"/>
                    </a:cubicBezTo>
                    <a:cubicBezTo>
                      <a:pt x="333" y="30"/>
                      <a:pt x="323" y="27"/>
                      <a:pt x="312" y="26"/>
                    </a:cubicBezTo>
                    <a:cubicBezTo>
                      <a:pt x="290" y="23"/>
                      <a:pt x="269" y="18"/>
                      <a:pt x="248" y="13"/>
                    </a:cubicBezTo>
                    <a:cubicBezTo>
                      <a:pt x="241" y="11"/>
                      <a:pt x="236" y="9"/>
                      <a:pt x="230" y="7"/>
                    </a:cubicBezTo>
                    <a:cubicBezTo>
                      <a:pt x="219" y="4"/>
                      <a:pt x="208" y="1"/>
                      <a:pt x="197" y="1"/>
                    </a:cubicBezTo>
                    <a:lnTo>
                      <a:pt x="162" y="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" name="Google Shape;155;p16"/>
            <p:cNvGrpSpPr/>
            <p:nvPr/>
          </p:nvGrpSpPr>
          <p:grpSpPr>
            <a:xfrm>
              <a:off x="6623773" y="141764"/>
              <a:ext cx="244251" cy="129674"/>
              <a:chOff x="4944000" y="1355175"/>
              <a:chExt cx="24250" cy="12875"/>
            </a:xfrm>
          </p:grpSpPr>
          <p:sp>
            <p:nvSpPr>
              <p:cNvPr id="156" name="Google Shape;156;p16"/>
              <p:cNvSpPr/>
              <p:nvPr/>
            </p:nvSpPr>
            <p:spPr>
              <a:xfrm>
                <a:off x="4944000" y="1355175"/>
                <a:ext cx="1625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8" extrusionOk="0">
                    <a:moveTo>
                      <a:pt x="334" y="0"/>
                    </a:moveTo>
                    <a:lnTo>
                      <a:pt x="84" y="2"/>
                    </a:lnTo>
                    <a:cubicBezTo>
                      <a:pt x="41" y="2"/>
                      <a:pt x="0" y="39"/>
                      <a:pt x="2" y="84"/>
                    </a:cubicBezTo>
                    <a:cubicBezTo>
                      <a:pt x="3" y="129"/>
                      <a:pt x="39" y="165"/>
                      <a:pt x="84" y="166"/>
                    </a:cubicBezTo>
                    <a:lnTo>
                      <a:pt x="84" y="165"/>
                    </a:lnTo>
                    <a:lnTo>
                      <a:pt x="334" y="167"/>
                    </a:lnTo>
                    <a:lnTo>
                      <a:pt x="459" y="167"/>
                    </a:lnTo>
                    <a:cubicBezTo>
                      <a:pt x="463" y="167"/>
                      <a:pt x="467" y="167"/>
                      <a:pt x="471" y="167"/>
                    </a:cubicBezTo>
                    <a:cubicBezTo>
                      <a:pt x="492" y="167"/>
                      <a:pt x="513" y="165"/>
                      <a:pt x="535" y="159"/>
                    </a:cubicBezTo>
                    <a:cubicBezTo>
                      <a:pt x="555" y="154"/>
                      <a:pt x="575" y="147"/>
                      <a:pt x="595" y="139"/>
                    </a:cubicBezTo>
                    <a:cubicBezTo>
                      <a:pt x="649" y="123"/>
                      <a:pt x="649" y="45"/>
                      <a:pt x="595" y="28"/>
                    </a:cubicBezTo>
                    <a:lnTo>
                      <a:pt x="538" y="9"/>
                    </a:lnTo>
                    <a:cubicBezTo>
                      <a:pt x="518" y="4"/>
                      <a:pt x="498" y="1"/>
                      <a:pt x="478" y="1"/>
                    </a:cubicBezTo>
                    <a:cubicBezTo>
                      <a:pt x="472" y="1"/>
                      <a:pt x="467" y="1"/>
                      <a:pt x="462" y="1"/>
                    </a:cubicBezTo>
                    <a:cubicBezTo>
                      <a:pt x="420" y="0"/>
                      <a:pt x="377" y="0"/>
                      <a:pt x="3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6"/>
              <p:cNvSpPr/>
              <p:nvPr/>
            </p:nvSpPr>
            <p:spPr>
              <a:xfrm>
                <a:off x="4958550" y="1363500"/>
                <a:ext cx="97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388" h="182" extrusionOk="0">
                    <a:moveTo>
                      <a:pt x="90" y="0"/>
                    </a:moveTo>
                    <a:cubicBezTo>
                      <a:pt x="40" y="1"/>
                      <a:pt x="0" y="42"/>
                      <a:pt x="0" y="91"/>
                    </a:cubicBezTo>
                    <a:cubicBezTo>
                      <a:pt x="1" y="141"/>
                      <a:pt x="40" y="181"/>
                      <a:pt x="90" y="182"/>
                    </a:cubicBezTo>
                    <a:lnTo>
                      <a:pt x="90" y="181"/>
                    </a:lnTo>
                    <a:lnTo>
                      <a:pt x="160" y="180"/>
                    </a:lnTo>
                    <a:lnTo>
                      <a:pt x="197" y="180"/>
                    </a:lnTo>
                    <a:cubicBezTo>
                      <a:pt x="208" y="180"/>
                      <a:pt x="219" y="178"/>
                      <a:pt x="230" y="174"/>
                    </a:cubicBezTo>
                    <a:cubicBezTo>
                      <a:pt x="236" y="172"/>
                      <a:pt x="241" y="170"/>
                      <a:pt x="248" y="168"/>
                    </a:cubicBezTo>
                    <a:cubicBezTo>
                      <a:pt x="294" y="154"/>
                      <a:pt x="388" y="161"/>
                      <a:pt x="388" y="91"/>
                    </a:cubicBezTo>
                    <a:cubicBezTo>
                      <a:pt x="387" y="64"/>
                      <a:pt x="369" y="42"/>
                      <a:pt x="344" y="33"/>
                    </a:cubicBezTo>
                    <a:cubicBezTo>
                      <a:pt x="333" y="30"/>
                      <a:pt x="323" y="27"/>
                      <a:pt x="312" y="26"/>
                    </a:cubicBezTo>
                    <a:cubicBezTo>
                      <a:pt x="290" y="23"/>
                      <a:pt x="269" y="18"/>
                      <a:pt x="248" y="13"/>
                    </a:cubicBezTo>
                    <a:cubicBezTo>
                      <a:pt x="241" y="11"/>
                      <a:pt x="236" y="9"/>
                      <a:pt x="230" y="7"/>
                    </a:cubicBezTo>
                    <a:cubicBezTo>
                      <a:pt x="219" y="4"/>
                      <a:pt x="208" y="1"/>
                      <a:pt x="197" y="1"/>
                    </a:cubicBezTo>
                    <a:lnTo>
                      <a:pt x="162" y="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4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720000" y="710225"/>
            <a:ext cx="3051600" cy="10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ctrTitle" idx="2"/>
          </p:nvPr>
        </p:nvSpPr>
        <p:spPr>
          <a:xfrm flipH="1">
            <a:off x="1187850" y="3476825"/>
            <a:ext cx="21159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subTitle" idx="1"/>
          </p:nvPr>
        </p:nvSpPr>
        <p:spPr>
          <a:xfrm flipH="1">
            <a:off x="1287300" y="3870125"/>
            <a:ext cx="1917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ctrTitle" idx="3"/>
          </p:nvPr>
        </p:nvSpPr>
        <p:spPr>
          <a:xfrm flipH="1">
            <a:off x="1187850" y="2167800"/>
            <a:ext cx="21159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4"/>
          </p:nvPr>
        </p:nvSpPr>
        <p:spPr>
          <a:xfrm flipH="1">
            <a:off x="1287300" y="2561050"/>
            <a:ext cx="1917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5241699" y="2019335"/>
            <a:ext cx="4381869" cy="3250687"/>
            <a:chOff x="3836300" y="3894925"/>
            <a:chExt cx="880300" cy="653050"/>
          </a:xfrm>
        </p:grpSpPr>
        <p:sp>
          <p:nvSpPr>
            <p:cNvPr id="165" name="Google Shape;165;p17"/>
            <p:cNvSpPr/>
            <p:nvPr/>
          </p:nvSpPr>
          <p:spPr>
            <a:xfrm>
              <a:off x="3836300" y="3894925"/>
              <a:ext cx="880300" cy="653050"/>
            </a:xfrm>
            <a:custGeom>
              <a:avLst/>
              <a:gdLst/>
              <a:ahLst/>
              <a:cxnLst/>
              <a:rect l="l" t="t" r="r" b="b"/>
              <a:pathLst>
                <a:path w="35212" h="26122" extrusionOk="0">
                  <a:moveTo>
                    <a:pt x="33920" y="1"/>
                  </a:moveTo>
                  <a:cubicBezTo>
                    <a:pt x="33711" y="1"/>
                    <a:pt x="33459" y="47"/>
                    <a:pt x="33156" y="148"/>
                  </a:cubicBezTo>
                  <a:cubicBezTo>
                    <a:pt x="31353" y="753"/>
                    <a:pt x="29782" y="2373"/>
                    <a:pt x="28599" y="3790"/>
                  </a:cubicBezTo>
                  <a:cubicBezTo>
                    <a:pt x="27212" y="5450"/>
                    <a:pt x="26044" y="7293"/>
                    <a:pt x="24556" y="8863"/>
                  </a:cubicBezTo>
                  <a:cubicBezTo>
                    <a:pt x="20053" y="13616"/>
                    <a:pt x="13296" y="15294"/>
                    <a:pt x="7461" y="18262"/>
                  </a:cubicBezTo>
                  <a:cubicBezTo>
                    <a:pt x="4149" y="19945"/>
                    <a:pt x="834" y="22426"/>
                    <a:pt x="0" y="26045"/>
                  </a:cubicBezTo>
                  <a:cubicBezTo>
                    <a:pt x="817" y="26096"/>
                    <a:pt x="1634" y="26122"/>
                    <a:pt x="2451" y="26122"/>
                  </a:cubicBezTo>
                  <a:cubicBezTo>
                    <a:pt x="4013" y="26122"/>
                    <a:pt x="5574" y="26028"/>
                    <a:pt x="7125" y="25841"/>
                  </a:cubicBezTo>
                  <a:cubicBezTo>
                    <a:pt x="7640" y="25779"/>
                    <a:pt x="8168" y="25701"/>
                    <a:pt x="8611" y="25432"/>
                  </a:cubicBezTo>
                  <a:cubicBezTo>
                    <a:pt x="9036" y="25174"/>
                    <a:pt x="9341" y="24763"/>
                    <a:pt x="9661" y="24381"/>
                  </a:cubicBezTo>
                  <a:cubicBezTo>
                    <a:pt x="14462" y="18636"/>
                    <a:pt x="23387" y="18402"/>
                    <a:pt x="29137" y="13607"/>
                  </a:cubicBezTo>
                  <a:cubicBezTo>
                    <a:pt x="32257" y="11006"/>
                    <a:pt x="34189" y="7138"/>
                    <a:pt x="34691" y="3133"/>
                  </a:cubicBezTo>
                  <a:cubicBezTo>
                    <a:pt x="34862" y="1767"/>
                    <a:pt x="35212" y="1"/>
                    <a:pt x="33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4457000" y="4254725"/>
              <a:ext cx="19975" cy="5425"/>
            </a:xfrm>
            <a:custGeom>
              <a:avLst/>
              <a:gdLst/>
              <a:ahLst/>
              <a:cxnLst/>
              <a:rect l="l" t="t" r="r" b="b"/>
              <a:pathLst>
                <a:path w="799" h="217" extrusionOk="0">
                  <a:moveTo>
                    <a:pt x="723" y="0"/>
                  </a:moveTo>
                  <a:cubicBezTo>
                    <a:pt x="714" y="0"/>
                    <a:pt x="705" y="1"/>
                    <a:pt x="695" y="3"/>
                  </a:cubicBezTo>
                  <a:cubicBezTo>
                    <a:pt x="697" y="3"/>
                    <a:pt x="698" y="3"/>
                    <a:pt x="699" y="3"/>
                  </a:cubicBezTo>
                  <a:lnTo>
                    <a:pt x="699" y="3"/>
                  </a:lnTo>
                  <a:cubicBezTo>
                    <a:pt x="700" y="3"/>
                    <a:pt x="688" y="4"/>
                    <a:pt x="687" y="4"/>
                  </a:cubicBezTo>
                  <a:lnTo>
                    <a:pt x="663" y="8"/>
                  </a:lnTo>
                  <a:cubicBezTo>
                    <a:pt x="650" y="9"/>
                    <a:pt x="636" y="9"/>
                    <a:pt x="624" y="10"/>
                  </a:cubicBezTo>
                  <a:cubicBezTo>
                    <a:pt x="606" y="11"/>
                    <a:pt x="588" y="14"/>
                    <a:pt x="570" y="17"/>
                  </a:cubicBezTo>
                  <a:lnTo>
                    <a:pt x="555" y="19"/>
                  </a:lnTo>
                  <a:cubicBezTo>
                    <a:pt x="558" y="19"/>
                    <a:pt x="558" y="18"/>
                    <a:pt x="558" y="18"/>
                  </a:cubicBezTo>
                  <a:cubicBezTo>
                    <a:pt x="556" y="18"/>
                    <a:pt x="542" y="20"/>
                    <a:pt x="540" y="21"/>
                  </a:cubicBezTo>
                  <a:cubicBezTo>
                    <a:pt x="522" y="23"/>
                    <a:pt x="504" y="25"/>
                    <a:pt x="485" y="29"/>
                  </a:cubicBezTo>
                  <a:cubicBezTo>
                    <a:pt x="480" y="30"/>
                    <a:pt x="474" y="30"/>
                    <a:pt x="467" y="31"/>
                  </a:cubicBezTo>
                  <a:lnTo>
                    <a:pt x="467" y="31"/>
                  </a:lnTo>
                  <a:cubicBezTo>
                    <a:pt x="465" y="32"/>
                    <a:pt x="461" y="32"/>
                    <a:pt x="460" y="32"/>
                  </a:cubicBezTo>
                  <a:cubicBezTo>
                    <a:pt x="446" y="34"/>
                    <a:pt x="432" y="35"/>
                    <a:pt x="417" y="37"/>
                  </a:cubicBezTo>
                  <a:cubicBezTo>
                    <a:pt x="321" y="48"/>
                    <a:pt x="225" y="53"/>
                    <a:pt x="129" y="53"/>
                  </a:cubicBezTo>
                  <a:cubicBezTo>
                    <a:pt x="113" y="53"/>
                    <a:pt x="97" y="53"/>
                    <a:pt x="81" y="53"/>
                  </a:cubicBezTo>
                  <a:cubicBezTo>
                    <a:pt x="36" y="53"/>
                    <a:pt x="0" y="89"/>
                    <a:pt x="0" y="133"/>
                  </a:cubicBezTo>
                  <a:cubicBezTo>
                    <a:pt x="1" y="177"/>
                    <a:pt x="36" y="212"/>
                    <a:pt x="81" y="213"/>
                  </a:cubicBezTo>
                  <a:lnTo>
                    <a:pt x="81" y="214"/>
                  </a:lnTo>
                  <a:cubicBezTo>
                    <a:pt x="111" y="216"/>
                    <a:pt x="142" y="217"/>
                    <a:pt x="173" y="217"/>
                  </a:cubicBezTo>
                  <a:cubicBezTo>
                    <a:pt x="262" y="217"/>
                    <a:pt x="351" y="210"/>
                    <a:pt x="439" y="197"/>
                  </a:cubicBezTo>
                  <a:cubicBezTo>
                    <a:pt x="495" y="190"/>
                    <a:pt x="550" y="178"/>
                    <a:pt x="603" y="164"/>
                  </a:cubicBezTo>
                  <a:cubicBezTo>
                    <a:pt x="617" y="160"/>
                    <a:pt x="632" y="156"/>
                    <a:pt x="646" y="151"/>
                  </a:cubicBezTo>
                  <a:cubicBezTo>
                    <a:pt x="656" y="148"/>
                    <a:pt x="667" y="143"/>
                    <a:pt x="676" y="137"/>
                  </a:cubicBezTo>
                  <a:cubicBezTo>
                    <a:pt x="678" y="136"/>
                    <a:pt x="679" y="136"/>
                    <a:pt x="679" y="136"/>
                  </a:cubicBezTo>
                  <a:lnTo>
                    <a:pt x="679" y="136"/>
                  </a:lnTo>
                  <a:cubicBezTo>
                    <a:pt x="679" y="136"/>
                    <a:pt x="678" y="136"/>
                    <a:pt x="678" y="136"/>
                  </a:cubicBezTo>
                  <a:lnTo>
                    <a:pt x="678" y="136"/>
                  </a:lnTo>
                  <a:lnTo>
                    <a:pt x="686" y="133"/>
                  </a:lnTo>
                  <a:cubicBezTo>
                    <a:pt x="703" y="126"/>
                    <a:pt x="718" y="119"/>
                    <a:pt x="735" y="112"/>
                  </a:cubicBezTo>
                  <a:cubicBezTo>
                    <a:pt x="750" y="106"/>
                    <a:pt x="763" y="96"/>
                    <a:pt x="774" y="85"/>
                  </a:cubicBezTo>
                  <a:cubicBezTo>
                    <a:pt x="799" y="61"/>
                    <a:pt x="789" y="12"/>
                    <a:pt x="753" y="5"/>
                  </a:cubicBezTo>
                  <a:cubicBezTo>
                    <a:pt x="744" y="2"/>
                    <a:pt x="733" y="1"/>
                    <a:pt x="7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4478250" y="4244250"/>
              <a:ext cx="14300" cy="4300"/>
            </a:xfrm>
            <a:custGeom>
              <a:avLst/>
              <a:gdLst/>
              <a:ahLst/>
              <a:cxnLst/>
              <a:rect l="l" t="t" r="r" b="b"/>
              <a:pathLst>
                <a:path w="572" h="172" extrusionOk="0">
                  <a:moveTo>
                    <a:pt x="321" y="29"/>
                  </a:moveTo>
                  <a:lnTo>
                    <a:pt x="321" y="29"/>
                  </a:lnTo>
                  <a:cubicBezTo>
                    <a:pt x="321" y="29"/>
                    <a:pt x="319" y="30"/>
                    <a:pt x="316" y="30"/>
                  </a:cubicBezTo>
                  <a:cubicBezTo>
                    <a:pt x="320" y="30"/>
                    <a:pt x="321" y="29"/>
                    <a:pt x="321" y="29"/>
                  </a:cubicBezTo>
                  <a:close/>
                  <a:moveTo>
                    <a:pt x="484" y="1"/>
                  </a:moveTo>
                  <a:cubicBezTo>
                    <a:pt x="470" y="1"/>
                    <a:pt x="457" y="3"/>
                    <a:pt x="444" y="6"/>
                  </a:cubicBezTo>
                  <a:cubicBezTo>
                    <a:pt x="425" y="10"/>
                    <a:pt x="406" y="14"/>
                    <a:pt x="386" y="19"/>
                  </a:cubicBezTo>
                  <a:cubicBezTo>
                    <a:pt x="367" y="23"/>
                    <a:pt x="350" y="25"/>
                    <a:pt x="331" y="28"/>
                  </a:cubicBezTo>
                  <a:lnTo>
                    <a:pt x="316" y="30"/>
                  </a:lnTo>
                  <a:cubicBezTo>
                    <a:pt x="306" y="31"/>
                    <a:pt x="295" y="32"/>
                    <a:pt x="286" y="33"/>
                  </a:cubicBezTo>
                  <a:cubicBezTo>
                    <a:pt x="248" y="38"/>
                    <a:pt x="211" y="39"/>
                    <a:pt x="174" y="40"/>
                  </a:cubicBezTo>
                  <a:cubicBezTo>
                    <a:pt x="134" y="42"/>
                    <a:pt x="96" y="40"/>
                    <a:pt x="56" y="44"/>
                  </a:cubicBezTo>
                  <a:cubicBezTo>
                    <a:pt x="30" y="45"/>
                    <a:pt x="8" y="65"/>
                    <a:pt x="3" y="91"/>
                  </a:cubicBezTo>
                  <a:cubicBezTo>
                    <a:pt x="0" y="118"/>
                    <a:pt x="17" y="143"/>
                    <a:pt x="42" y="150"/>
                  </a:cubicBezTo>
                  <a:lnTo>
                    <a:pt x="42" y="149"/>
                  </a:lnTo>
                  <a:cubicBezTo>
                    <a:pt x="82" y="162"/>
                    <a:pt x="125" y="168"/>
                    <a:pt x="168" y="170"/>
                  </a:cubicBezTo>
                  <a:cubicBezTo>
                    <a:pt x="182" y="171"/>
                    <a:pt x="196" y="171"/>
                    <a:pt x="210" y="171"/>
                  </a:cubicBezTo>
                  <a:cubicBezTo>
                    <a:pt x="236" y="171"/>
                    <a:pt x="262" y="170"/>
                    <a:pt x="288" y="168"/>
                  </a:cubicBezTo>
                  <a:cubicBezTo>
                    <a:pt x="331" y="164"/>
                    <a:pt x="374" y="159"/>
                    <a:pt x="417" y="151"/>
                  </a:cubicBezTo>
                  <a:cubicBezTo>
                    <a:pt x="437" y="148"/>
                    <a:pt x="456" y="144"/>
                    <a:pt x="475" y="139"/>
                  </a:cubicBezTo>
                  <a:cubicBezTo>
                    <a:pt x="488" y="137"/>
                    <a:pt x="502" y="132"/>
                    <a:pt x="514" y="126"/>
                  </a:cubicBezTo>
                  <a:cubicBezTo>
                    <a:pt x="523" y="121"/>
                    <a:pt x="531" y="114"/>
                    <a:pt x="539" y="108"/>
                  </a:cubicBezTo>
                  <a:cubicBezTo>
                    <a:pt x="561" y="96"/>
                    <a:pt x="572" y="69"/>
                    <a:pt x="565" y="44"/>
                  </a:cubicBezTo>
                  <a:cubicBezTo>
                    <a:pt x="558" y="20"/>
                    <a:pt x="536" y="3"/>
                    <a:pt x="510" y="2"/>
                  </a:cubicBezTo>
                  <a:cubicBezTo>
                    <a:pt x="501" y="2"/>
                    <a:pt x="493" y="1"/>
                    <a:pt x="4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4511425" y="4059950"/>
              <a:ext cx="14625" cy="7925"/>
            </a:xfrm>
            <a:custGeom>
              <a:avLst/>
              <a:gdLst/>
              <a:ahLst/>
              <a:cxnLst/>
              <a:rect l="l" t="t" r="r" b="b"/>
              <a:pathLst>
                <a:path w="585" h="317" extrusionOk="0">
                  <a:moveTo>
                    <a:pt x="534" y="1"/>
                  </a:moveTo>
                  <a:cubicBezTo>
                    <a:pt x="494" y="1"/>
                    <a:pt x="453" y="18"/>
                    <a:pt x="415" y="30"/>
                  </a:cubicBezTo>
                  <a:lnTo>
                    <a:pt x="386" y="39"/>
                  </a:lnTo>
                  <a:cubicBezTo>
                    <a:pt x="382" y="40"/>
                    <a:pt x="377" y="42"/>
                    <a:pt x="372" y="43"/>
                  </a:cubicBezTo>
                  <a:lnTo>
                    <a:pt x="372" y="43"/>
                  </a:lnTo>
                  <a:cubicBezTo>
                    <a:pt x="372" y="43"/>
                    <a:pt x="370" y="42"/>
                    <a:pt x="367" y="42"/>
                  </a:cubicBezTo>
                  <a:cubicBezTo>
                    <a:pt x="365" y="42"/>
                    <a:pt x="363" y="42"/>
                    <a:pt x="361" y="42"/>
                  </a:cubicBezTo>
                  <a:cubicBezTo>
                    <a:pt x="339" y="42"/>
                    <a:pt x="313" y="56"/>
                    <a:pt x="294" y="65"/>
                  </a:cubicBezTo>
                  <a:cubicBezTo>
                    <a:pt x="210" y="100"/>
                    <a:pt x="129" y="138"/>
                    <a:pt x="48" y="177"/>
                  </a:cubicBezTo>
                  <a:cubicBezTo>
                    <a:pt x="12" y="194"/>
                    <a:pt x="1" y="247"/>
                    <a:pt x="21" y="280"/>
                  </a:cubicBezTo>
                  <a:cubicBezTo>
                    <a:pt x="37" y="305"/>
                    <a:pt x="60" y="316"/>
                    <a:pt x="85" y="316"/>
                  </a:cubicBezTo>
                  <a:cubicBezTo>
                    <a:pt x="98" y="316"/>
                    <a:pt x="112" y="313"/>
                    <a:pt x="125" y="308"/>
                  </a:cubicBezTo>
                  <a:cubicBezTo>
                    <a:pt x="202" y="274"/>
                    <a:pt x="280" y="241"/>
                    <a:pt x="355" y="204"/>
                  </a:cubicBezTo>
                  <a:cubicBezTo>
                    <a:pt x="377" y="194"/>
                    <a:pt x="402" y="184"/>
                    <a:pt x="419" y="166"/>
                  </a:cubicBezTo>
                  <a:cubicBezTo>
                    <a:pt x="420" y="165"/>
                    <a:pt x="424" y="161"/>
                    <a:pt x="427" y="157"/>
                  </a:cubicBezTo>
                  <a:lnTo>
                    <a:pt x="427" y="157"/>
                  </a:lnTo>
                  <a:lnTo>
                    <a:pt x="432" y="154"/>
                  </a:lnTo>
                  <a:lnTo>
                    <a:pt x="459" y="137"/>
                  </a:lnTo>
                  <a:cubicBezTo>
                    <a:pt x="495" y="115"/>
                    <a:pt x="539" y="95"/>
                    <a:pt x="566" y="61"/>
                  </a:cubicBezTo>
                  <a:cubicBezTo>
                    <a:pt x="585" y="37"/>
                    <a:pt x="573" y="3"/>
                    <a:pt x="540" y="1"/>
                  </a:cubicBezTo>
                  <a:cubicBezTo>
                    <a:pt x="538" y="1"/>
                    <a:pt x="536" y="1"/>
                    <a:pt x="5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4530425" y="4065050"/>
              <a:ext cx="15275" cy="8000"/>
            </a:xfrm>
            <a:custGeom>
              <a:avLst/>
              <a:gdLst/>
              <a:ahLst/>
              <a:cxnLst/>
              <a:rect l="l" t="t" r="r" b="b"/>
              <a:pathLst>
                <a:path w="611" h="320" extrusionOk="0">
                  <a:moveTo>
                    <a:pt x="532" y="0"/>
                  </a:moveTo>
                  <a:cubicBezTo>
                    <a:pt x="527" y="0"/>
                    <a:pt x="522" y="1"/>
                    <a:pt x="516" y="2"/>
                  </a:cubicBezTo>
                  <a:cubicBezTo>
                    <a:pt x="496" y="7"/>
                    <a:pt x="476" y="11"/>
                    <a:pt x="456" y="16"/>
                  </a:cubicBezTo>
                  <a:cubicBezTo>
                    <a:pt x="436" y="22"/>
                    <a:pt x="417" y="30"/>
                    <a:pt x="398" y="39"/>
                  </a:cubicBezTo>
                  <a:lnTo>
                    <a:pt x="283" y="88"/>
                  </a:lnTo>
                  <a:lnTo>
                    <a:pt x="53" y="184"/>
                  </a:lnTo>
                  <a:cubicBezTo>
                    <a:pt x="37" y="189"/>
                    <a:pt x="23" y="201"/>
                    <a:pt x="13" y="215"/>
                  </a:cubicBezTo>
                  <a:cubicBezTo>
                    <a:pt x="4" y="231"/>
                    <a:pt x="1" y="250"/>
                    <a:pt x="6" y="268"/>
                  </a:cubicBezTo>
                  <a:cubicBezTo>
                    <a:pt x="15" y="294"/>
                    <a:pt x="42" y="319"/>
                    <a:pt x="71" y="319"/>
                  </a:cubicBezTo>
                  <a:cubicBezTo>
                    <a:pt x="77" y="319"/>
                    <a:pt x="83" y="318"/>
                    <a:pt x="89" y="316"/>
                  </a:cubicBezTo>
                  <a:lnTo>
                    <a:pt x="322" y="219"/>
                  </a:lnTo>
                  <a:lnTo>
                    <a:pt x="437" y="170"/>
                  </a:lnTo>
                  <a:cubicBezTo>
                    <a:pt x="460" y="162"/>
                    <a:pt x="484" y="152"/>
                    <a:pt x="505" y="142"/>
                  </a:cubicBezTo>
                  <a:cubicBezTo>
                    <a:pt x="524" y="131"/>
                    <a:pt x="542" y="118"/>
                    <a:pt x="560" y="107"/>
                  </a:cubicBezTo>
                  <a:cubicBezTo>
                    <a:pt x="611" y="75"/>
                    <a:pt x="585" y="0"/>
                    <a:pt x="5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4144575" y="4399350"/>
              <a:ext cx="27750" cy="5850"/>
            </a:xfrm>
            <a:custGeom>
              <a:avLst/>
              <a:gdLst/>
              <a:ahLst/>
              <a:cxnLst/>
              <a:rect l="l" t="t" r="r" b="b"/>
              <a:pathLst>
                <a:path w="1110" h="234" extrusionOk="0">
                  <a:moveTo>
                    <a:pt x="1003" y="0"/>
                  </a:moveTo>
                  <a:cubicBezTo>
                    <a:pt x="1002" y="0"/>
                    <a:pt x="1001" y="0"/>
                    <a:pt x="1000" y="0"/>
                  </a:cubicBezTo>
                  <a:cubicBezTo>
                    <a:pt x="984" y="0"/>
                    <a:pt x="967" y="1"/>
                    <a:pt x="952" y="2"/>
                  </a:cubicBezTo>
                  <a:cubicBezTo>
                    <a:pt x="920" y="4"/>
                    <a:pt x="888" y="7"/>
                    <a:pt x="857" y="9"/>
                  </a:cubicBezTo>
                  <a:cubicBezTo>
                    <a:pt x="794" y="14"/>
                    <a:pt x="732" y="18"/>
                    <a:pt x="670" y="23"/>
                  </a:cubicBezTo>
                  <a:lnTo>
                    <a:pt x="294" y="61"/>
                  </a:lnTo>
                  <a:lnTo>
                    <a:pt x="78" y="84"/>
                  </a:lnTo>
                  <a:cubicBezTo>
                    <a:pt x="39" y="87"/>
                    <a:pt x="1" y="115"/>
                    <a:pt x="3" y="158"/>
                  </a:cubicBezTo>
                  <a:cubicBezTo>
                    <a:pt x="4" y="195"/>
                    <a:pt x="34" y="233"/>
                    <a:pt x="74" y="233"/>
                  </a:cubicBezTo>
                  <a:cubicBezTo>
                    <a:pt x="75" y="233"/>
                    <a:pt x="76" y="233"/>
                    <a:pt x="78" y="233"/>
                  </a:cubicBezTo>
                  <a:lnTo>
                    <a:pt x="76" y="233"/>
                  </a:lnTo>
                  <a:cubicBezTo>
                    <a:pt x="327" y="220"/>
                    <a:pt x="579" y="208"/>
                    <a:pt x="830" y="189"/>
                  </a:cubicBezTo>
                  <a:cubicBezTo>
                    <a:pt x="866" y="186"/>
                    <a:pt x="902" y="183"/>
                    <a:pt x="938" y="179"/>
                  </a:cubicBezTo>
                  <a:lnTo>
                    <a:pt x="991" y="174"/>
                  </a:lnTo>
                  <a:cubicBezTo>
                    <a:pt x="1007" y="173"/>
                    <a:pt x="1024" y="170"/>
                    <a:pt x="1040" y="165"/>
                  </a:cubicBezTo>
                  <a:cubicBezTo>
                    <a:pt x="1055" y="158"/>
                    <a:pt x="1069" y="149"/>
                    <a:pt x="1078" y="136"/>
                  </a:cubicBezTo>
                  <a:cubicBezTo>
                    <a:pt x="1102" y="107"/>
                    <a:pt x="1110" y="61"/>
                    <a:pt x="1078" y="33"/>
                  </a:cubicBezTo>
                  <a:cubicBezTo>
                    <a:pt x="1059" y="13"/>
                    <a:pt x="1032" y="0"/>
                    <a:pt x="1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4171175" y="4391100"/>
              <a:ext cx="4350" cy="4175"/>
            </a:xfrm>
            <a:custGeom>
              <a:avLst/>
              <a:gdLst/>
              <a:ahLst/>
              <a:cxnLst/>
              <a:rect l="l" t="t" r="r" b="b"/>
              <a:pathLst>
                <a:path w="174" h="167" extrusionOk="0">
                  <a:moveTo>
                    <a:pt x="90" y="0"/>
                  </a:moveTo>
                  <a:cubicBezTo>
                    <a:pt x="88" y="0"/>
                    <a:pt x="87" y="0"/>
                    <a:pt x="86" y="0"/>
                  </a:cubicBezTo>
                  <a:cubicBezTo>
                    <a:pt x="43" y="0"/>
                    <a:pt x="0" y="38"/>
                    <a:pt x="2" y="84"/>
                  </a:cubicBezTo>
                  <a:cubicBezTo>
                    <a:pt x="4" y="129"/>
                    <a:pt x="40" y="166"/>
                    <a:pt x="86" y="167"/>
                  </a:cubicBezTo>
                  <a:cubicBezTo>
                    <a:pt x="86" y="167"/>
                    <a:pt x="87" y="167"/>
                    <a:pt x="88" y="167"/>
                  </a:cubicBezTo>
                  <a:cubicBezTo>
                    <a:pt x="134" y="167"/>
                    <a:pt x="173" y="129"/>
                    <a:pt x="173" y="84"/>
                  </a:cubicBezTo>
                  <a:cubicBezTo>
                    <a:pt x="173" y="37"/>
                    <a:pt x="135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3896025" y="4464100"/>
              <a:ext cx="23125" cy="4575"/>
            </a:xfrm>
            <a:custGeom>
              <a:avLst/>
              <a:gdLst/>
              <a:ahLst/>
              <a:cxnLst/>
              <a:rect l="l" t="t" r="r" b="b"/>
              <a:pathLst>
                <a:path w="925" h="183" extrusionOk="0">
                  <a:moveTo>
                    <a:pt x="827" y="0"/>
                  </a:moveTo>
                  <a:cubicBezTo>
                    <a:pt x="824" y="0"/>
                    <a:pt x="821" y="1"/>
                    <a:pt x="817" y="1"/>
                  </a:cubicBezTo>
                  <a:cubicBezTo>
                    <a:pt x="801" y="3"/>
                    <a:pt x="784" y="4"/>
                    <a:pt x="767" y="5"/>
                  </a:cubicBezTo>
                  <a:cubicBezTo>
                    <a:pt x="734" y="7"/>
                    <a:pt x="702" y="8"/>
                    <a:pt x="671" y="9"/>
                  </a:cubicBezTo>
                  <a:cubicBezTo>
                    <a:pt x="605" y="11"/>
                    <a:pt x="539" y="13"/>
                    <a:pt x="474" y="15"/>
                  </a:cubicBezTo>
                  <a:cubicBezTo>
                    <a:pt x="413" y="17"/>
                    <a:pt x="351" y="18"/>
                    <a:pt x="290" y="18"/>
                  </a:cubicBezTo>
                  <a:cubicBezTo>
                    <a:pt x="219" y="18"/>
                    <a:pt x="148" y="17"/>
                    <a:pt x="77" y="14"/>
                  </a:cubicBezTo>
                  <a:cubicBezTo>
                    <a:pt x="40" y="14"/>
                    <a:pt x="9" y="42"/>
                    <a:pt x="5" y="79"/>
                  </a:cubicBezTo>
                  <a:cubicBezTo>
                    <a:pt x="0" y="111"/>
                    <a:pt x="20" y="155"/>
                    <a:pt x="57" y="160"/>
                  </a:cubicBezTo>
                  <a:lnTo>
                    <a:pt x="57" y="161"/>
                  </a:lnTo>
                  <a:cubicBezTo>
                    <a:pt x="155" y="175"/>
                    <a:pt x="254" y="183"/>
                    <a:pt x="353" y="183"/>
                  </a:cubicBezTo>
                  <a:cubicBezTo>
                    <a:pt x="393" y="183"/>
                    <a:pt x="434" y="181"/>
                    <a:pt x="474" y="179"/>
                  </a:cubicBezTo>
                  <a:cubicBezTo>
                    <a:pt x="544" y="175"/>
                    <a:pt x="615" y="167"/>
                    <a:pt x="685" y="155"/>
                  </a:cubicBezTo>
                  <a:cubicBezTo>
                    <a:pt x="717" y="148"/>
                    <a:pt x="750" y="141"/>
                    <a:pt x="784" y="134"/>
                  </a:cubicBezTo>
                  <a:cubicBezTo>
                    <a:pt x="821" y="126"/>
                    <a:pt x="855" y="121"/>
                    <a:pt x="887" y="100"/>
                  </a:cubicBezTo>
                  <a:cubicBezTo>
                    <a:pt x="925" y="77"/>
                    <a:pt x="918" y="19"/>
                    <a:pt x="874" y="7"/>
                  </a:cubicBezTo>
                  <a:cubicBezTo>
                    <a:pt x="859" y="3"/>
                    <a:pt x="843" y="0"/>
                    <a:pt x="8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3908950" y="4453100"/>
              <a:ext cx="16275" cy="3900"/>
            </a:xfrm>
            <a:custGeom>
              <a:avLst/>
              <a:gdLst/>
              <a:ahLst/>
              <a:cxnLst/>
              <a:rect l="l" t="t" r="r" b="b"/>
              <a:pathLst>
                <a:path w="651" h="156" extrusionOk="0">
                  <a:moveTo>
                    <a:pt x="265" y="1"/>
                  </a:moveTo>
                  <a:cubicBezTo>
                    <a:pt x="209" y="1"/>
                    <a:pt x="152" y="3"/>
                    <a:pt x="96" y="3"/>
                  </a:cubicBezTo>
                  <a:cubicBezTo>
                    <a:pt x="1" y="7"/>
                    <a:pt x="1" y="148"/>
                    <a:pt x="96" y="152"/>
                  </a:cubicBezTo>
                  <a:lnTo>
                    <a:pt x="96" y="153"/>
                  </a:lnTo>
                  <a:cubicBezTo>
                    <a:pt x="149" y="154"/>
                    <a:pt x="203" y="155"/>
                    <a:pt x="256" y="155"/>
                  </a:cubicBezTo>
                  <a:cubicBezTo>
                    <a:pt x="288" y="155"/>
                    <a:pt x="319" y="155"/>
                    <a:pt x="350" y="153"/>
                  </a:cubicBezTo>
                  <a:lnTo>
                    <a:pt x="473" y="146"/>
                  </a:lnTo>
                  <a:lnTo>
                    <a:pt x="539" y="141"/>
                  </a:lnTo>
                  <a:cubicBezTo>
                    <a:pt x="549" y="140"/>
                    <a:pt x="559" y="140"/>
                    <a:pt x="568" y="139"/>
                  </a:cubicBezTo>
                  <a:cubicBezTo>
                    <a:pt x="586" y="137"/>
                    <a:pt x="602" y="132"/>
                    <a:pt x="617" y="122"/>
                  </a:cubicBezTo>
                  <a:cubicBezTo>
                    <a:pt x="650" y="102"/>
                    <a:pt x="650" y="54"/>
                    <a:pt x="617" y="34"/>
                  </a:cubicBezTo>
                  <a:cubicBezTo>
                    <a:pt x="603" y="25"/>
                    <a:pt x="587" y="19"/>
                    <a:pt x="571" y="17"/>
                  </a:cubicBezTo>
                  <a:cubicBezTo>
                    <a:pt x="561" y="16"/>
                    <a:pt x="550" y="16"/>
                    <a:pt x="539" y="15"/>
                  </a:cubicBezTo>
                  <a:lnTo>
                    <a:pt x="478" y="12"/>
                  </a:lnTo>
                  <a:lnTo>
                    <a:pt x="350" y="3"/>
                  </a:lnTo>
                  <a:cubicBezTo>
                    <a:pt x="322" y="1"/>
                    <a:pt x="294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5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>
            <a:spLocks noGrp="1"/>
          </p:cNvSpPr>
          <p:nvPr>
            <p:ph type="ctrTitle"/>
          </p:nvPr>
        </p:nvSpPr>
        <p:spPr>
          <a:xfrm>
            <a:off x="1292712" y="1504625"/>
            <a:ext cx="2408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ubTitle" idx="1"/>
          </p:nvPr>
        </p:nvSpPr>
        <p:spPr>
          <a:xfrm>
            <a:off x="1496775" y="1930025"/>
            <a:ext cx="20004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title" idx="2" hasCustomPrompt="1"/>
          </p:nvPr>
        </p:nvSpPr>
        <p:spPr>
          <a:xfrm>
            <a:off x="1134550" y="740875"/>
            <a:ext cx="2724600" cy="76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ira Sans Extra Condensed Medium"/>
              <a:buNone/>
              <a:defRPr sz="6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ira Sans Extra Condensed Medium"/>
              <a:buNone/>
              <a:defRPr sz="6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ira Sans Extra Condensed Medium"/>
              <a:buNone/>
              <a:defRPr sz="6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ira Sans Extra Condensed Medium"/>
              <a:buNone/>
              <a:defRPr sz="6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ira Sans Extra Condensed Medium"/>
              <a:buNone/>
              <a:defRPr sz="6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ira Sans Extra Condensed Medium"/>
              <a:buNone/>
              <a:defRPr sz="6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ira Sans Extra Condensed Medium"/>
              <a:buNone/>
              <a:defRPr sz="6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ira Sans Extra Condensed Medium"/>
              <a:buNone/>
              <a:defRPr sz="6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grpSp>
        <p:nvGrpSpPr>
          <p:cNvPr id="178" name="Google Shape;178;p18"/>
          <p:cNvGrpSpPr/>
          <p:nvPr/>
        </p:nvGrpSpPr>
        <p:grpSpPr>
          <a:xfrm>
            <a:off x="1215282" y="-181901"/>
            <a:ext cx="8814517" cy="5654105"/>
            <a:chOff x="3253875" y="4567300"/>
            <a:chExt cx="1413625" cy="906775"/>
          </a:xfrm>
        </p:grpSpPr>
        <p:sp>
          <p:nvSpPr>
            <p:cNvPr id="179" name="Google Shape;179;p18"/>
            <p:cNvSpPr/>
            <p:nvPr/>
          </p:nvSpPr>
          <p:spPr>
            <a:xfrm>
              <a:off x="3253875" y="4567300"/>
              <a:ext cx="1413625" cy="906775"/>
            </a:xfrm>
            <a:custGeom>
              <a:avLst/>
              <a:gdLst/>
              <a:ahLst/>
              <a:cxnLst/>
              <a:rect l="l" t="t" r="r" b="b"/>
              <a:pathLst>
                <a:path w="56545" h="36271" extrusionOk="0">
                  <a:moveTo>
                    <a:pt x="26463" y="0"/>
                  </a:moveTo>
                  <a:cubicBezTo>
                    <a:pt x="26415" y="0"/>
                    <a:pt x="26368" y="1"/>
                    <a:pt x="26320" y="3"/>
                  </a:cubicBezTo>
                  <a:cubicBezTo>
                    <a:pt x="25420" y="29"/>
                    <a:pt x="24486" y="346"/>
                    <a:pt x="23914" y="1041"/>
                  </a:cubicBezTo>
                  <a:lnTo>
                    <a:pt x="25698" y="1004"/>
                  </a:lnTo>
                  <a:lnTo>
                    <a:pt x="25698" y="1004"/>
                  </a:lnTo>
                  <a:cubicBezTo>
                    <a:pt x="24667" y="2950"/>
                    <a:pt x="25538" y="5376"/>
                    <a:pt x="26813" y="7172"/>
                  </a:cubicBezTo>
                  <a:cubicBezTo>
                    <a:pt x="28090" y="8966"/>
                    <a:pt x="29775" y="10515"/>
                    <a:pt x="30605" y="12554"/>
                  </a:cubicBezTo>
                  <a:cubicBezTo>
                    <a:pt x="30683" y="12746"/>
                    <a:pt x="30753" y="12950"/>
                    <a:pt x="30728" y="13154"/>
                  </a:cubicBezTo>
                  <a:cubicBezTo>
                    <a:pt x="30696" y="13401"/>
                    <a:pt x="30531" y="13608"/>
                    <a:pt x="30363" y="13792"/>
                  </a:cubicBezTo>
                  <a:cubicBezTo>
                    <a:pt x="25304" y="19338"/>
                    <a:pt x="18481" y="18361"/>
                    <a:pt x="12334" y="22037"/>
                  </a:cubicBezTo>
                  <a:cubicBezTo>
                    <a:pt x="9308" y="23845"/>
                    <a:pt x="4693" y="26421"/>
                    <a:pt x="2876" y="29441"/>
                  </a:cubicBezTo>
                  <a:cubicBezTo>
                    <a:pt x="2165" y="30623"/>
                    <a:pt x="1" y="36270"/>
                    <a:pt x="2665" y="36270"/>
                  </a:cubicBezTo>
                  <a:cubicBezTo>
                    <a:pt x="2670" y="36270"/>
                    <a:pt x="2675" y="36270"/>
                    <a:pt x="2680" y="36270"/>
                  </a:cubicBezTo>
                  <a:cubicBezTo>
                    <a:pt x="4285" y="36256"/>
                    <a:pt x="6451" y="34168"/>
                    <a:pt x="8056" y="34155"/>
                  </a:cubicBezTo>
                  <a:cubicBezTo>
                    <a:pt x="8388" y="34152"/>
                    <a:pt x="8739" y="34145"/>
                    <a:pt x="9024" y="33973"/>
                  </a:cubicBezTo>
                  <a:cubicBezTo>
                    <a:pt x="9421" y="33735"/>
                    <a:pt x="9581" y="33252"/>
                    <a:pt x="9751" y="32822"/>
                  </a:cubicBezTo>
                  <a:cubicBezTo>
                    <a:pt x="10578" y="30744"/>
                    <a:pt x="12294" y="29151"/>
                    <a:pt x="14109" y="27847"/>
                  </a:cubicBezTo>
                  <a:cubicBezTo>
                    <a:pt x="19162" y="24217"/>
                    <a:pt x="25232" y="22330"/>
                    <a:pt x="30732" y="19420"/>
                  </a:cubicBezTo>
                  <a:cubicBezTo>
                    <a:pt x="31783" y="18864"/>
                    <a:pt x="32854" y="18216"/>
                    <a:pt x="33782" y="17446"/>
                  </a:cubicBezTo>
                  <a:cubicBezTo>
                    <a:pt x="34010" y="17257"/>
                    <a:pt x="34289" y="17162"/>
                    <a:pt x="34569" y="17162"/>
                  </a:cubicBezTo>
                  <a:cubicBezTo>
                    <a:pt x="34841" y="17162"/>
                    <a:pt x="35113" y="17252"/>
                    <a:pt x="35339" y="17433"/>
                  </a:cubicBezTo>
                  <a:cubicBezTo>
                    <a:pt x="36080" y="18026"/>
                    <a:pt x="36908" y="18506"/>
                    <a:pt x="37778" y="18910"/>
                  </a:cubicBezTo>
                  <a:cubicBezTo>
                    <a:pt x="40455" y="20152"/>
                    <a:pt x="43354" y="20849"/>
                    <a:pt x="46262" y="21344"/>
                  </a:cubicBezTo>
                  <a:cubicBezTo>
                    <a:pt x="47283" y="21518"/>
                    <a:pt x="48317" y="21669"/>
                    <a:pt x="49350" y="21669"/>
                  </a:cubicBezTo>
                  <a:cubicBezTo>
                    <a:pt x="49587" y="21669"/>
                    <a:pt x="49824" y="21661"/>
                    <a:pt x="50060" y="21644"/>
                  </a:cubicBezTo>
                  <a:cubicBezTo>
                    <a:pt x="51223" y="21558"/>
                    <a:pt x="52355" y="21248"/>
                    <a:pt x="53480" y="20939"/>
                  </a:cubicBezTo>
                  <a:cubicBezTo>
                    <a:pt x="53994" y="20799"/>
                    <a:pt x="54519" y="20652"/>
                    <a:pt x="54954" y="20346"/>
                  </a:cubicBezTo>
                  <a:cubicBezTo>
                    <a:pt x="55765" y="19773"/>
                    <a:pt x="56116" y="18761"/>
                    <a:pt x="56401" y="17810"/>
                  </a:cubicBezTo>
                  <a:cubicBezTo>
                    <a:pt x="56479" y="17550"/>
                    <a:pt x="56544" y="17233"/>
                    <a:pt x="56362" y="17031"/>
                  </a:cubicBezTo>
                  <a:cubicBezTo>
                    <a:pt x="56220" y="16874"/>
                    <a:pt x="55987" y="16855"/>
                    <a:pt x="55772" y="16855"/>
                  </a:cubicBezTo>
                  <a:cubicBezTo>
                    <a:pt x="55759" y="16855"/>
                    <a:pt x="55746" y="16855"/>
                    <a:pt x="55732" y="16855"/>
                  </a:cubicBezTo>
                  <a:cubicBezTo>
                    <a:pt x="54340" y="16865"/>
                    <a:pt x="52932" y="16906"/>
                    <a:pt x="51527" y="16906"/>
                  </a:cubicBezTo>
                  <a:cubicBezTo>
                    <a:pt x="48459" y="16906"/>
                    <a:pt x="45409" y="16713"/>
                    <a:pt x="42580" y="15594"/>
                  </a:cubicBezTo>
                  <a:cubicBezTo>
                    <a:pt x="40983" y="14963"/>
                    <a:pt x="39493" y="13965"/>
                    <a:pt x="37930" y="13188"/>
                  </a:cubicBezTo>
                  <a:cubicBezTo>
                    <a:pt x="37173" y="12814"/>
                    <a:pt x="36582" y="12170"/>
                    <a:pt x="36273" y="11385"/>
                  </a:cubicBezTo>
                  <a:cubicBezTo>
                    <a:pt x="36270" y="11377"/>
                    <a:pt x="36266" y="11368"/>
                    <a:pt x="36263" y="11360"/>
                  </a:cubicBezTo>
                  <a:cubicBezTo>
                    <a:pt x="36068" y="10877"/>
                    <a:pt x="35746" y="10457"/>
                    <a:pt x="35401" y="10066"/>
                  </a:cubicBezTo>
                  <a:cubicBezTo>
                    <a:pt x="34171" y="8672"/>
                    <a:pt x="32546" y="7438"/>
                    <a:pt x="32167" y="5617"/>
                  </a:cubicBezTo>
                  <a:cubicBezTo>
                    <a:pt x="31917" y="4410"/>
                    <a:pt x="32276" y="3172"/>
                    <a:pt x="32396" y="1945"/>
                  </a:cubicBezTo>
                  <a:cubicBezTo>
                    <a:pt x="32414" y="1757"/>
                    <a:pt x="32420" y="1549"/>
                    <a:pt x="32303" y="1402"/>
                  </a:cubicBezTo>
                  <a:cubicBezTo>
                    <a:pt x="32202" y="1275"/>
                    <a:pt x="32033" y="1228"/>
                    <a:pt x="31876" y="1187"/>
                  </a:cubicBezTo>
                  <a:lnTo>
                    <a:pt x="28978" y="432"/>
                  </a:lnTo>
                  <a:cubicBezTo>
                    <a:pt x="28152" y="217"/>
                    <a:pt x="27314" y="0"/>
                    <a:pt x="26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4157950" y="4993925"/>
              <a:ext cx="23350" cy="12225"/>
            </a:xfrm>
            <a:custGeom>
              <a:avLst/>
              <a:gdLst/>
              <a:ahLst/>
              <a:cxnLst/>
              <a:rect l="l" t="t" r="r" b="b"/>
              <a:pathLst>
                <a:path w="934" h="489" extrusionOk="0">
                  <a:moveTo>
                    <a:pt x="77" y="0"/>
                  </a:moveTo>
                  <a:cubicBezTo>
                    <a:pt x="53" y="0"/>
                    <a:pt x="31" y="12"/>
                    <a:pt x="18" y="33"/>
                  </a:cubicBezTo>
                  <a:cubicBezTo>
                    <a:pt x="0" y="66"/>
                    <a:pt x="11" y="106"/>
                    <a:pt x="41" y="126"/>
                  </a:cubicBezTo>
                  <a:lnTo>
                    <a:pt x="42" y="125"/>
                  </a:lnTo>
                  <a:cubicBezTo>
                    <a:pt x="234" y="257"/>
                    <a:pt x="446" y="372"/>
                    <a:pt x="669" y="444"/>
                  </a:cubicBezTo>
                  <a:cubicBezTo>
                    <a:pt x="699" y="453"/>
                    <a:pt x="730" y="462"/>
                    <a:pt x="760" y="471"/>
                  </a:cubicBezTo>
                  <a:cubicBezTo>
                    <a:pt x="776" y="475"/>
                    <a:pt x="791" y="479"/>
                    <a:pt x="806" y="484"/>
                  </a:cubicBezTo>
                  <a:cubicBezTo>
                    <a:pt x="816" y="487"/>
                    <a:pt x="827" y="489"/>
                    <a:pt x="838" y="489"/>
                  </a:cubicBezTo>
                  <a:cubicBezTo>
                    <a:pt x="841" y="489"/>
                    <a:pt x="845" y="488"/>
                    <a:pt x="849" y="488"/>
                  </a:cubicBezTo>
                  <a:cubicBezTo>
                    <a:pt x="859" y="487"/>
                    <a:pt x="869" y="486"/>
                    <a:pt x="878" y="484"/>
                  </a:cubicBezTo>
                  <a:cubicBezTo>
                    <a:pt x="917" y="478"/>
                    <a:pt x="933" y="416"/>
                    <a:pt x="903" y="392"/>
                  </a:cubicBezTo>
                  <a:cubicBezTo>
                    <a:pt x="888" y="378"/>
                    <a:pt x="871" y="367"/>
                    <a:pt x="853" y="359"/>
                  </a:cubicBezTo>
                  <a:cubicBezTo>
                    <a:pt x="839" y="354"/>
                    <a:pt x="825" y="350"/>
                    <a:pt x="811" y="345"/>
                  </a:cubicBezTo>
                  <a:cubicBezTo>
                    <a:pt x="785" y="337"/>
                    <a:pt x="757" y="328"/>
                    <a:pt x="731" y="317"/>
                  </a:cubicBezTo>
                  <a:cubicBezTo>
                    <a:pt x="678" y="297"/>
                    <a:pt x="625" y="276"/>
                    <a:pt x="572" y="254"/>
                  </a:cubicBezTo>
                  <a:lnTo>
                    <a:pt x="553" y="246"/>
                  </a:lnTo>
                  <a:lnTo>
                    <a:pt x="544" y="243"/>
                  </a:lnTo>
                  <a:cubicBezTo>
                    <a:pt x="543" y="243"/>
                    <a:pt x="543" y="243"/>
                    <a:pt x="542" y="242"/>
                  </a:cubicBezTo>
                  <a:lnTo>
                    <a:pt x="542" y="242"/>
                  </a:lnTo>
                  <a:cubicBezTo>
                    <a:pt x="543" y="243"/>
                    <a:pt x="545" y="243"/>
                    <a:pt x="545" y="243"/>
                  </a:cubicBezTo>
                  <a:cubicBezTo>
                    <a:pt x="531" y="237"/>
                    <a:pt x="519" y="232"/>
                    <a:pt x="504" y="225"/>
                  </a:cubicBezTo>
                  <a:cubicBezTo>
                    <a:pt x="478" y="214"/>
                    <a:pt x="452" y="202"/>
                    <a:pt x="427" y="189"/>
                  </a:cubicBezTo>
                  <a:cubicBezTo>
                    <a:pt x="375" y="165"/>
                    <a:pt x="325" y="139"/>
                    <a:pt x="275" y="110"/>
                  </a:cubicBezTo>
                  <a:cubicBezTo>
                    <a:pt x="219" y="79"/>
                    <a:pt x="164" y="45"/>
                    <a:pt x="110" y="9"/>
                  </a:cubicBezTo>
                  <a:cubicBezTo>
                    <a:pt x="99" y="3"/>
                    <a:pt x="88" y="0"/>
                    <a:pt x="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4186850" y="4996725"/>
              <a:ext cx="14725" cy="6250"/>
            </a:xfrm>
            <a:custGeom>
              <a:avLst/>
              <a:gdLst/>
              <a:ahLst/>
              <a:cxnLst/>
              <a:rect l="l" t="t" r="r" b="b"/>
              <a:pathLst>
                <a:path w="589" h="250" extrusionOk="0">
                  <a:moveTo>
                    <a:pt x="83" y="0"/>
                  </a:moveTo>
                  <a:cubicBezTo>
                    <a:pt x="51" y="0"/>
                    <a:pt x="18" y="17"/>
                    <a:pt x="10" y="51"/>
                  </a:cubicBezTo>
                  <a:cubicBezTo>
                    <a:pt x="1" y="92"/>
                    <a:pt x="24" y="124"/>
                    <a:pt x="61" y="140"/>
                  </a:cubicBezTo>
                  <a:lnTo>
                    <a:pt x="61" y="139"/>
                  </a:lnTo>
                  <a:lnTo>
                    <a:pt x="76" y="145"/>
                  </a:lnTo>
                  <a:lnTo>
                    <a:pt x="82" y="148"/>
                  </a:lnTo>
                  <a:cubicBezTo>
                    <a:pt x="92" y="152"/>
                    <a:pt x="104" y="155"/>
                    <a:pt x="116" y="159"/>
                  </a:cubicBezTo>
                  <a:lnTo>
                    <a:pt x="176" y="177"/>
                  </a:lnTo>
                  <a:cubicBezTo>
                    <a:pt x="214" y="189"/>
                    <a:pt x="253" y="199"/>
                    <a:pt x="293" y="206"/>
                  </a:cubicBezTo>
                  <a:cubicBezTo>
                    <a:pt x="332" y="212"/>
                    <a:pt x="370" y="222"/>
                    <a:pt x="409" y="229"/>
                  </a:cubicBezTo>
                  <a:cubicBezTo>
                    <a:pt x="429" y="233"/>
                    <a:pt x="449" y="239"/>
                    <a:pt x="469" y="243"/>
                  </a:cubicBezTo>
                  <a:cubicBezTo>
                    <a:pt x="478" y="245"/>
                    <a:pt x="489" y="246"/>
                    <a:pt x="498" y="248"/>
                  </a:cubicBezTo>
                  <a:cubicBezTo>
                    <a:pt x="502" y="249"/>
                    <a:pt x="506" y="249"/>
                    <a:pt x="510" y="249"/>
                  </a:cubicBezTo>
                  <a:cubicBezTo>
                    <a:pt x="521" y="249"/>
                    <a:pt x="533" y="247"/>
                    <a:pt x="544" y="244"/>
                  </a:cubicBezTo>
                  <a:cubicBezTo>
                    <a:pt x="577" y="235"/>
                    <a:pt x="589" y="192"/>
                    <a:pt x="565" y="167"/>
                  </a:cubicBezTo>
                  <a:cubicBezTo>
                    <a:pt x="556" y="158"/>
                    <a:pt x="546" y="149"/>
                    <a:pt x="534" y="144"/>
                  </a:cubicBezTo>
                  <a:cubicBezTo>
                    <a:pt x="525" y="139"/>
                    <a:pt x="514" y="135"/>
                    <a:pt x="504" y="131"/>
                  </a:cubicBezTo>
                  <a:cubicBezTo>
                    <a:pt x="484" y="123"/>
                    <a:pt x="464" y="116"/>
                    <a:pt x="445" y="109"/>
                  </a:cubicBezTo>
                  <a:cubicBezTo>
                    <a:pt x="407" y="95"/>
                    <a:pt x="369" y="82"/>
                    <a:pt x="332" y="67"/>
                  </a:cubicBezTo>
                  <a:cubicBezTo>
                    <a:pt x="295" y="52"/>
                    <a:pt x="257" y="41"/>
                    <a:pt x="219" y="31"/>
                  </a:cubicBezTo>
                  <a:cubicBezTo>
                    <a:pt x="180" y="18"/>
                    <a:pt x="139" y="9"/>
                    <a:pt x="99" y="2"/>
                  </a:cubicBezTo>
                  <a:cubicBezTo>
                    <a:pt x="93" y="1"/>
                    <a:pt x="88" y="0"/>
                    <a:pt x="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3904250" y="4660650"/>
              <a:ext cx="16975" cy="8175"/>
            </a:xfrm>
            <a:custGeom>
              <a:avLst/>
              <a:gdLst/>
              <a:ahLst/>
              <a:cxnLst/>
              <a:rect l="l" t="t" r="r" b="b"/>
              <a:pathLst>
                <a:path w="679" h="327" extrusionOk="0">
                  <a:moveTo>
                    <a:pt x="77" y="1"/>
                  </a:moveTo>
                  <a:cubicBezTo>
                    <a:pt x="54" y="1"/>
                    <a:pt x="31" y="13"/>
                    <a:pt x="18" y="35"/>
                  </a:cubicBezTo>
                  <a:cubicBezTo>
                    <a:pt x="0" y="67"/>
                    <a:pt x="11" y="108"/>
                    <a:pt x="42" y="127"/>
                  </a:cubicBezTo>
                  <a:lnTo>
                    <a:pt x="43" y="127"/>
                  </a:lnTo>
                  <a:cubicBezTo>
                    <a:pt x="131" y="182"/>
                    <a:pt x="224" y="227"/>
                    <a:pt x="320" y="264"/>
                  </a:cubicBezTo>
                  <a:cubicBezTo>
                    <a:pt x="366" y="281"/>
                    <a:pt x="412" y="295"/>
                    <a:pt x="460" y="306"/>
                  </a:cubicBezTo>
                  <a:cubicBezTo>
                    <a:pt x="484" y="311"/>
                    <a:pt x="509" y="316"/>
                    <a:pt x="535" y="320"/>
                  </a:cubicBezTo>
                  <a:cubicBezTo>
                    <a:pt x="546" y="322"/>
                    <a:pt x="558" y="324"/>
                    <a:pt x="570" y="326"/>
                  </a:cubicBezTo>
                  <a:cubicBezTo>
                    <a:pt x="576" y="326"/>
                    <a:pt x="582" y="327"/>
                    <a:pt x="589" y="327"/>
                  </a:cubicBezTo>
                  <a:cubicBezTo>
                    <a:pt x="602" y="327"/>
                    <a:pt x="615" y="325"/>
                    <a:pt x="628" y="322"/>
                  </a:cubicBezTo>
                  <a:cubicBezTo>
                    <a:pt x="670" y="310"/>
                    <a:pt x="678" y="252"/>
                    <a:pt x="639" y="229"/>
                  </a:cubicBezTo>
                  <a:cubicBezTo>
                    <a:pt x="627" y="221"/>
                    <a:pt x="613" y="214"/>
                    <a:pt x="598" y="210"/>
                  </a:cubicBezTo>
                  <a:cubicBezTo>
                    <a:pt x="588" y="206"/>
                    <a:pt x="576" y="203"/>
                    <a:pt x="564" y="201"/>
                  </a:cubicBezTo>
                  <a:cubicBezTo>
                    <a:pt x="541" y="195"/>
                    <a:pt x="518" y="187"/>
                    <a:pt x="495" y="181"/>
                  </a:cubicBezTo>
                  <a:cubicBezTo>
                    <a:pt x="448" y="166"/>
                    <a:pt x="403" y="151"/>
                    <a:pt x="359" y="135"/>
                  </a:cubicBezTo>
                  <a:lnTo>
                    <a:pt x="326" y="121"/>
                  </a:lnTo>
                  <a:lnTo>
                    <a:pt x="310" y="115"/>
                  </a:lnTo>
                  <a:lnTo>
                    <a:pt x="313" y="116"/>
                  </a:lnTo>
                  <a:lnTo>
                    <a:pt x="313" y="116"/>
                  </a:lnTo>
                  <a:lnTo>
                    <a:pt x="302" y="112"/>
                  </a:lnTo>
                  <a:cubicBezTo>
                    <a:pt x="281" y="101"/>
                    <a:pt x="260" y="91"/>
                    <a:pt x="239" y="81"/>
                  </a:cubicBezTo>
                  <a:cubicBezTo>
                    <a:pt x="195" y="60"/>
                    <a:pt x="153" y="36"/>
                    <a:pt x="111" y="10"/>
                  </a:cubicBezTo>
                  <a:cubicBezTo>
                    <a:pt x="100" y="4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3909075" y="4673525"/>
              <a:ext cx="15500" cy="6200"/>
            </a:xfrm>
            <a:custGeom>
              <a:avLst/>
              <a:gdLst/>
              <a:ahLst/>
              <a:cxnLst/>
              <a:rect l="l" t="t" r="r" b="b"/>
              <a:pathLst>
                <a:path w="620" h="248" extrusionOk="0">
                  <a:moveTo>
                    <a:pt x="94" y="1"/>
                  </a:moveTo>
                  <a:cubicBezTo>
                    <a:pt x="78" y="1"/>
                    <a:pt x="62" y="5"/>
                    <a:pt x="49" y="12"/>
                  </a:cubicBezTo>
                  <a:cubicBezTo>
                    <a:pt x="30" y="24"/>
                    <a:pt x="16" y="41"/>
                    <a:pt x="10" y="64"/>
                  </a:cubicBezTo>
                  <a:cubicBezTo>
                    <a:pt x="0" y="106"/>
                    <a:pt x="22" y="160"/>
                    <a:pt x="70" y="169"/>
                  </a:cubicBezTo>
                  <a:cubicBezTo>
                    <a:pt x="147" y="184"/>
                    <a:pt x="225" y="200"/>
                    <a:pt x="302" y="213"/>
                  </a:cubicBezTo>
                  <a:cubicBezTo>
                    <a:pt x="340" y="221"/>
                    <a:pt x="378" y="227"/>
                    <a:pt x="416" y="234"/>
                  </a:cubicBezTo>
                  <a:cubicBezTo>
                    <a:pt x="436" y="238"/>
                    <a:pt x="456" y="242"/>
                    <a:pt x="474" y="245"/>
                  </a:cubicBezTo>
                  <a:cubicBezTo>
                    <a:pt x="484" y="247"/>
                    <a:pt x="494" y="247"/>
                    <a:pt x="505" y="247"/>
                  </a:cubicBezTo>
                  <a:cubicBezTo>
                    <a:pt x="515" y="247"/>
                    <a:pt x="525" y="247"/>
                    <a:pt x="535" y="245"/>
                  </a:cubicBezTo>
                  <a:lnTo>
                    <a:pt x="564" y="240"/>
                  </a:lnTo>
                  <a:cubicBezTo>
                    <a:pt x="592" y="236"/>
                    <a:pt x="612" y="206"/>
                    <a:pt x="615" y="181"/>
                  </a:cubicBezTo>
                  <a:cubicBezTo>
                    <a:pt x="619" y="153"/>
                    <a:pt x="605" y="125"/>
                    <a:pt x="581" y="110"/>
                  </a:cubicBezTo>
                  <a:cubicBezTo>
                    <a:pt x="561" y="96"/>
                    <a:pt x="539" y="87"/>
                    <a:pt x="516" y="79"/>
                  </a:cubicBezTo>
                  <a:cubicBezTo>
                    <a:pt x="498" y="76"/>
                    <a:pt x="480" y="73"/>
                    <a:pt x="461" y="69"/>
                  </a:cubicBezTo>
                  <a:cubicBezTo>
                    <a:pt x="422" y="61"/>
                    <a:pt x="384" y="53"/>
                    <a:pt x="345" y="46"/>
                  </a:cubicBezTo>
                  <a:cubicBezTo>
                    <a:pt x="268" y="32"/>
                    <a:pt x="192" y="17"/>
                    <a:pt x="115" y="3"/>
                  </a:cubicBezTo>
                  <a:cubicBezTo>
                    <a:pt x="108" y="2"/>
                    <a:pt x="101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4485725" y="5006000"/>
              <a:ext cx="28750" cy="6925"/>
            </a:xfrm>
            <a:custGeom>
              <a:avLst/>
              <a:gdLst/>
              <a:ahLst/>
              <a:cxnLst/>
              <a:rect l="l" t="t" r="r" b="b"/>
              <a:pathLst>
                <a:path w="1150" h="277" extrusionOk="0">
                  <a:moveTo>
                    <a:pt x="87" y="0"/>
                  </a:moveTo>
                  <a:cubicBezTo>
                    <a:pt x="73" y="0"/>
                    <a:pt x="59" y="4"/>
                    <a:pt x="46" y="10"/>
                  </a:cubicBezTo>
                  <a:cubicBezTo>
                    <a:pt x="29" y="21"/>
                    <a:pt x="15" y="37"/>
                    <a:pt x="10" y="58"/>
                  </a:cubicBezTo>
                  <a:cubicBezTo>
                    <a:pt x="1" y="95"/>
                    <a:pt x="22" y="149"/>
                    <a:pt x="65" y="156"/>
                  </a:cubicBezTo>
                  <a:lnTo>
                    <a:pt x="66" y="156"/>
                  </a:lnTo>
                  <a:cubicBezTo>
                    <a:pt x="330" y="196"/>
                    <a:pt x="594" y="240"/>
                    <a:pt x="860" y="269"/>
                  </a:cubicBezTo>
                  <a:lnTo>
                    <a:pt x="915" y="276"/>
                  </a:lnTo>
                  <a:cubicBezTo>
                    <a:pt x="920" y="276"/>
                    <a:pt x="924" y="276"/>
                    <a:pt x="929" y="276"/>
                  </a:cubicBezTo>
                  <a:cubicBezTo>
                    <a:pt x="943" y="276"/>
                    <a:pt x="956" y="275"/>
                    <a:pt x="970" y="274"/>
                  </a:cubicBezTo>
                  <a:cubicBezTo>
                    <a:pt x="975" y="273"/>
                    <a:pt x="980" y="273"/>
                    <a:pt x="985" y="273"/>
                  </a:cubicBezTo>
                  <a:cubicBezTo>
                    <a:pt x="997" y="273"/>
                    <a:pt x="1009" y="274"/>
                    <a:pt x="1021" y="275"/>
                  </a:cubicBezTo>
                  <a:cubicBezTo>
                    <a:pt x="1041" y="275"/>
                    <a:pt x="1060" y="273"/>
                    <a:pt x="1080" y="270"/>
                  </a:cubicBezTo>
                  <a:cubicBezTo>
                    <a:pt x="1138" y="270"/>
                    <a:pt x="1150" y="188"/>
                    <a:pt x="1093" y="172"/>
                  </a:cubicBezTo>
                  <a:cubicBezTo>
                    <a:pt x="1062" y="161"/>
                    <a:pt x="1032" y="151"/>
                    <a:pt x="1000" y="143"/>
                  </a:cubicBezTo>
                  <a:cubicBezTo>
                    <a:pt x="985" y="139"/>
                    <a:pt x="972" y="132"/>
                    <a:pt x="958" y="127"/>
                  </a:cubicBezTo>
                  <a:cubicBezTo>
                    <a:pt x="941" y="122"/>
                    <a:pt x="923" y="119"/>
                    <a:pt x="906" y="117"/>
                  </a:cubicBezTo>
                  <a:cubicBezTo>
                    <a:pt x="843" y="105"/>
                    <a:pt x="780" y="93"/>
                    <a:pt x="716" y="85"/>
                  </a:cubicBezTo>
                  <a:lnTo>
                    <a:pt x="329" y="32"/>
                  </a:lnTo>
                  <a:lnTo>
                    <a:pt x="108" y="3"/>
                  </a:lnTo>
                  <a:cubicBezTo>
                    <a:pt x="101" y="1"/>
                    <a:pt x="94" y="0"/>
                    <a:pt x="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4509775" y="5019725"/>
              <a:ext cx="16525" cy="4250"/>
            </a:xfrm>
            <a:custGeom>
              <a:avLst/>
              <a:gdLst/>
              <a:ahLst/>
              <a:cxnLst/>
              <a:rect l="l" t="t" r="r" b="b"/>
              <a:pathLst>
                <a:path w="661" h="170" extrusionOk="0">
                  <a:moveTo>
                    <a:pt x="70" y="1"/>
                  </a:moveTo>
                  <a:cubicBezTo>
                    <a:pt x="33" y="1"/>
                    <a:pt x="0" y="37"/>
                    <a:pt x="1" y="73"/>
                  </a:cubicBezTo>
                  <a:cubicBezTo>
                    <a:pt x="2" y="112"/>
                    <a:pt x="34" y="143"/>
                    <a:pt x="74" y="144"/>
                  </a:cubicBezTo>
                  <a:lnTo>
                    <a:pt x="73" y="144"/>
                  </a:lnTo>
                  <a:lnTo>
                    <a:pt x="211" y="155"/>
                  </a:lnTo>
                  <a:cubicBezTo>
                    <a:pt x="255" y="159"/>
                    <a:pt x="300" y="161"/>
                    <a:pt x="345" y="161"/>
                  </a:cubicBezTo>
                  <a:cubicBezTo>
                    <a:pt x="350" y="161"/>
                    <a:pt x="355" y="161"/>
                    <a:pt x="360" y="161"/>
                  </a:cubicBezTo>
                  <a:cubicBezTo>
                    <a:pt x="399" y="161"/>
                    <a:pt x="439" y="164"/>
                    <a:pt x="479" y="165"/>
                  </a:cubicBezTo>
                  <a:lnTo>
                    <a:pt x="545" y="169"/>
                  </a:lnTo>
                  <a:cubicBezTo>
                    <a:pt x="552" y="169"/>
                    <a:pt x="558" y="169"/>
                    <a:pt x="565" y="169"/>
                  </a:cubicBezTo>
                  <a:cubicBezTo>
                    <a:pt x="572" y="169"/>
                    <a:pt x="578" y="169"/>
                    <a:pt x="585" y="169"/>
                  </a:cubicBezTo>
                  <a:cubicBezTo>
                    <a:pt x="599" y="166"/>
                    <a:pt x="611" y="163"/>
                    <a:pt x="623" y="160"/>
                  </a:cubicBezTo>
                  <a:cubicBezTo>
                    <a:pt x="645" y="154"/>
                    <a:pt x="660" y="135"/>
                    <a:pt x="660" y="112"/>
                  </a:cubicBezTo>
                  <a:cubicBezTo>
                    <a:pt x="660" y="89"/>
                    <a:pt x="645" y="70"/>
                    <a:pt x="623" y="64"/>
                  </a:cubicBezTo>
                  <a:cubicBezTo>
                    <a:pt x="614" y="59"/>
                    <a:pt x="603" y="56"/>
                    <a:pt x="594" y="53"/>
                  </a:cubicBezTo>
                  <a:cubicBezTo>
                    <a:pt x="578" y="49"/>
                    <a:pt x="563" y="47"/>
                    <a:pt x="548" y="47"/>
                  </a:cubicBezTo>
                  <a:lnTo>
                    <a:pt x="480" y="39"/>
                  </a:lnTo>
                  <a:lnTo>
                    <a:pt x="413" y="33"/>
                  </a:lnTo>
                  <a:lnTo>
                    <a:pt x="381" y="28"/>
                  </a:lnTo>
                  <a:cubicBezTo>
                    <a:pt x="374" y="27"/>
                    <a:pt x="368" y="27"/>
                    <a:pt x="362" y="26"/>
                  </a:cubicBezTo>
                  <a:lnTo>
                    <a:pt x="362" y="26"/>
                  </a:lnTo>
                  <a:cubicBezTo>
                    <a:pt x="365" y="26"/>
                    <a:pt x="366" y="27"/>
                    <a:pt x="366" y="27"/>
                  </a:cubicBezTo>
                  <a:cubicBezTo>
                    <a:pt x="366" y="27"/>
                    <a:pt x="360" y="26"/>
                    <a:pt x="357" y="25"/>
                  </a:cubicBezTo>
                  <a:cubicBezTo>
                    <a:pt x="309" y="18"/>
                    <a:pt x="260" y="12"/>
                    <a:pt x="211" y="11"/>
                  </a:cubicBezTo>
                  <a:lnTo>
                    <a:pt x="74" y="1"/>
                  </a:lnTo>
                  <a:cubicBezTo>
                    <a:pt x="72" y="1"/>
                    <a:pt x="71" y="1"/>
                    <a:pt x="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3720850" y="5152825"/>
              <a:ext cx="30775" cy="11200"/>
            </a:xfrm>
            <a:custGeom>
              <a:avLst/>
              <a:gdLst/>
              <a:ahLst/>
              <a:cxnLst/>
              <a:rect l="l" t="t" r="r" b="b"/>
              <a:pathLst>
                <a:path w="1231" h="448" extrusionOk="0">
                  <a:moveTo>
                    <a:pt x="1127" y="1"/>
                  </a:moveTo>
                  <a:cubicBezTo>
                    <a:pt x="1067" y="1"/>
                    <a:pt x="1007" y="15"/>
                    <a:pt x="948" y="28"/>
                  </a:cubicBezTo>
                  <a:cubicBezTo>
                    <a:pt x="873" y="43"/>
                    <a:pt x="797" y="59"/>
                    <a:pt x="724" y="82"/>
                  </a:cubicBezTo>
                  <a:cubicBezTo>
                    <a:pt x="577" y="126"/>
                    <a:pt x="433" y="175"/>
                    <a:pt x="290" y="229"/>
                  </a:cubicBezTo>
                  <a:cubicBezTo>
                    <a:pt x="205" y="262"/>
                    <a:pt x="120" y="295"/>
                    <a:pt x="37" y="332"/>
                  </a:cubicBezTo>
                  <a:cubicBezTo>
                    <a:pt x="9" y="344"/>
                    <a:pt x="0" y="384"/>
                    <a:pt x="11" y="409"/>
                  </a:cubicBezTo>
                  <a:cubicBezTo>
                    <a:pt x="20" y="430"/>
                    <a:pt x="44" y="448"/>
                    <a:pt x="68" y="448"/>
                  </a:cubicBezTo>
                  <a:cubicBezTo>
                    <a:pt x="74" y="448"/>
                    <a:pt x="79" y="447"/>
                    <a:pt x="85" y="445"/>
                  </a:cubicBezTo>
                  <a:cubicBezTo>
                    <a:pt x="227" y="391"/>
                    <a:pt x="371" y="343"/>
                    <a:pt x="517" y="300"/>
                  </a:cubicBezTo>
                  <a:cubicBezTo>
                    <a:pt x="591" y="278"/>
                    <a:pt x="663" y="258"/>
                    <a:pt x="737" y="239"/>
                  </a:cubicBezTo>
                  <a:cubicBezTo>
                    <a:pt x="811" y="221"/>
                    <a:pt x="885" y="199"/>
                    <a:pt x="958" y="180"/>
                  </a:cubicBezTo>
                  <a:cubicBezTo>
                    <a:pt x="999" y="170"/>
                    <a:pt x="1039" y="160"/>
                    <a:pt x="1079" y="150"/>
                  </a:cubicBezTo>
                  <a:cubicBezTo>
                    <a:pt x="1103" y="141"/>
                    <a:pt x="1125" y="133"/>
                    <a:pt x="1147" y="122"/>
                  </a:cubicBezTo>
                  <a:lnTo>
                    <a:pt x="1153" y="120"/>
                  </a:lnTo>
                  <a:lnTo>
                    <a:pt x="1170" y="113"/>
                  </a:lnTo>
                  <a:cubicBezTo>
                    <a:pt x="1182" y="108"/>
                    <a:pt x="1195" y="100"/>
                    <a:pt x="1205" y="93"/>
                  </a:cubicBezTo>
                  <a:cubicBezTo>
                    <a:pt x="1221" y="83"/>
                    <a:pt x="1231" y="64"/>
                    <a:pt x="1228" y="47"/>
                  </a:cubicBezTo>
                  <a:cubicBezTo>
                    <a:pt x="1225" y="28"/>
                    <a:pt x="1213" y="13"/>
                    <a:pt x="1195" y="8"/>
                  </a:cubicBezTo>
                  <a:cubicBezTo>
                    <a:pt x="1172" y="3"/>
                    <a:pt x="1150" y="1"/>
                    <a:pt x="11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3741150" y="5137850"/>
              <a:ext cx="17150" cy="6150"/>
            </a:xfrm>
            <a:custGeom>
              <a:avLst/>
              <a:gdLst/>
              <a:ahLst/>
              <a:cxnLst/>
              <a:rect l="l" t="t" r="r" b="b"/>
              <a:pathLst>
                <a:path w="686" h="246" extrusionOk="0">
                  <a:moveTo>
                    <a:pt x="486" y="0"/>
                  </a:moveTo>
                  <a:cubicBezTo>
                    <a:pt x="435" y="0"/>
                    <a:pt x="382" y="5"/>
                    <a:pt x="330" y="14"/>
                  </a:cubicBezTo>
                  <a:cubicBezTo>
                    <a:pt x="231" y="29"/>
                    <a:pt x="134" y="56"/>
                    <a:pt x="42" y="97"/>
                  </a:cubicBezTo>
                  <a:cubicBezTo>
                    <a:pt x="24" y="108"/>
                    <a:pt x="11" y="125"/>
                    <a:pt x="5" y="145"/>
                  </a:cubicBezTo>
                  <a:cubicBezTo>
                    <a:pt x="0" y="166"/>
                    <a:pt x="2" y="188"/>
                    <a:pt x="13" y="207"/>
                  </a:cubicBezTo>
                  <a:cubicBezTo>
                    <a:pt x="24" y="225"/>
                    <a:pt x="41" y="238"/>
                    <a:pt x="61" y="244"/>
                  </a:cubicBezTo>
                  <a:cubicBezTo>
                    <a:pt x="67" y="245"/>
                    <a:pt x="74" y="246"/>
                    <a:pt x="80" y="246"/>
                  </a:cubicBezTo>
                  <a:cubicBezTo>
                    <a:pt x="95" y="246"/>
                    <a:pt x="110" y="242"/>
                    <a:pt x="123" y="235"/>
                  </a:cubicBezTo>
                  <a:lnTo>
                    <a:pt x="123" y="235"/>
                  </a:lnTo>
                  <a:lnTo>
                    <a:pt x="123" y="235"/>
                  </a:lnTo>
                  <a:cubicBezTo>
                    <a:pt x="125" y="234"/>
                    <a:pt x="126" y="234"/>
                    <a:pt x="127" y="233"/>
                  </a:cubicBezTo>
                  <a:lnTo>
                    <a:pt x="144" y="227"/>
                  </a:lnTo>
                  <a:cubicBezTo>
                    <a:pt x="154" y="223"/>
                    <a:pt x="165" y="220"/>
                    <a:pt x="175" y="215"/>
                  </a:cubicBezTo>
                  <a:cubicBezTo>
                    <a:pt x="196" y="208"/>
                    <a:pt x="217" y="202"/>
                    <a:pt x="238" y="196"/>
                  </a:cubicBezTo>
                  <a:cubicBezTo>
                    <a:pt x="282" y="184"/>
                    <a:pt x="326" y="174"/>
                    <a:pt x="370" y="167"/>
                  </a:cubicBezTo>
                  <a:lnTo>
                    <a:pt x="385" y="165"/>
                  </a:lnTo>
                  <a:lnTo>
                    <a:pt x="393" y="164"/>
                  </a:lnTo>
                  <a:lnTo>
                    <a:pt x="388" y="164"/>
                  </a:lnTo>
                  <a:cubicBezTo>
                    <a:pt x="399" y="163"/>
                    <a:pt x="409" y="162"/>
                    <a:pt x="421" y="161"/>
                  </a:cubicBezTo>
                  <a:cubicBezTo>
                    <a:pt x="443" y="158"/>
                    <a:pt x="465" y="157"/>
                    <a:pt x="486" y="155"/>
                  </a:cubicBezTo>
                  <a:cubicBezTo>
                    <a:pt x="503" y="154"/>
                    <a:pt x="520" y="151"/>
                    <a:pt x="536" y="148"/>
                  </a:cubicBezTo>
                  <a:lnTo>
                    <a:pt x="550" y="146"/>
                  </a:lnTo>
                  <a:cubicBezTo>
                    <a:pt x="554" y="145"/>
                    <a:pt x="557" y="145"/>
                    <a:pt x="557" y="145"/>
                  </a:cubicBezTo>
                  <a:cubicBezTo>
                    <a:pt x="558" y="145"/>
                    <a:pt x="557" y="145"/>
                    <a:pt x="553" y="146"/>
                  </a:cubicBezTo>
                  <a:cubicBezTo>
                    <a:pt x="580" y="144"/>
                    <a:pt x="606" y="138"/>
                    <a:pt x="633" y="132"/>
                  </a:cubicBezTo>
                  <a:cubicBezTo>
                    <a:pt x="672" y="120"/>
                    <a:pt x="685" y="59"/>
                    <a:pt x="644" y="39"/>
                  </a:cubicBezTo>
                  <a:cubicBezTo>
                    <a:pt x="621" y="27"/>
                    <a:pt x="596" y="18"/>
                    <a:pt x="571" y="14"/>
                  </a:cubicBezTo>
                  <a:cubicBezTo>
                    <a:pt x="543" y="7"/>
                    <a:pt x="515" y="2"/>
                    <a:pt x="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3341400" y="5300500"/>
              <a:ext cx="17575" cy="18500"/>
            </a:xfrm>
            <a:custGeom>
              <a:avLst/>
              <a:gdLst/>
              <a:ahLst/>
              <a:cxnLst/>
              <a:rect l="l" t="t" r="r" b="b"/>
              <a:pathLst>
                <a:path w="703" h="740" extrusionOk="0">
                  <a:moveTo>
                    <a:pt x="643" y="0"/>
                  </a:moveTo>
                  <a:cubicBezTo>
                    <a:pt x="634" y="0"/>
                    <a:pt x="625" y="2"/>
                    <a:pt x="616" y="7"/>
                  </a:cubicBezTo>
                  <a:cubicBezTo>
                    <a:pt x="602" y="12"/>
                    <a:pt x="590" y="20"/>
                    <a:pt x="578" y="28"/>
                  </a:cubicBezTo>
                  <a:cubicBezTo>
                    <a:pt x="564" y="37"/>
                    <a:pt x="554" y="49"/>
                    <a:pt x="541" y="60"/>
                  </a:cubicBezTo>
                  <a:cubicBezTo>
                    <a:pt x="520" y="79"/>
                    <a:pt x="499" y="98"/>
                    <a:pt x="478" y="117"/>
                  </a:cubicBezTo>
                  <a:cubicBezTo>
                    <a:pt x="438" y="154"/>
                    <a:pt x="398" y="192"/>
                    <a:pt x="360" y="231"/>
                  </a:cubicBezTo>
                  <a:cubicBezTo>
                    <a:pt x="283" y="312"/>
                    <a:pt x="209" y="394"/>
                    <a:pt x="138" y="479"/>
                  </a:cubicBezTo>
                  <a:cubicBezTo>
                    <a:pt x="97" y="528"/>
                    <a:pt x="58" y="576"/>
                    <a:pt x="19" y="626"/>
                  </a:cubicBezTo>
                  <a:cubicBezTo>
                    <a:pt x="8" y="638"/>
                    <a:pt x="0" y="655"/>
                    <a:pt x="0" y="673"/>
                  </a:cubicBezTo>
                  <a:cubicBezTo>
                    <a:pt x="0" y="691"/>
                    <a:pt x="7" y="708"/>
                    <a:pt x="19" y="721"/>
                  </a:cubicBezTo>
                  <a:cubicBezTo>
                    <a:pt x="32" y="732"/>
                    <a:pt x="51" y="740"/>
                    <a:pt x="70" y="740"/>
                  </a:cubicBezTo>
                  <a:cubicBezTo>
                    <a:pt x="86" y="740"/>
                    <a:pt x="102" y="734"/>
                    <a:pt x="113" y="721"/>
                  </a:cubicBezTo>
                  <a:lnTo>
                    <a:pt x="113" y="720"/>
                  </a:lnTo>
                  <a:cubicBezTo>
                    <a:pt x="253" y="548"/>
                    <a:pt x="402" y="383"/>
                    <a:pt x="559" y="227"/>
                  </a:cubicBezTo>
                  <a:cubicBezTo>
                    <a:pt x="580" y="205"/>
                    <a:pt x="601" y="184"/>
                    <a:pt x="623" y="163"/>
                  </a:cubicBezTo>
                  <a:cubicBezTo>
                    <a:pt x="635" y="151"/>
                    <a:pt x="647" y="141"/>
                    <a:pt x="658" y="128"/>
                  </a:cubicBezTo>
                  <a:cubicBezTo>
                    <a:pt x="671" y="114"/>
                    <a:pt x="681" y="99"/>
                    <a:pt x="691" y="82"/>
                  </a:cubicBezTo>
                  <a:cubicBezTo>
                    <a:pt x="702" y="60"/>
                    <a:pt x="699" y="33"/>
                    <a:pt x="682" y="15"/>
                  </a:cubicBezTo>
                  <a:cubicBezTo>
                    <a:pt x="671" y="6"/>
                    <a:pt x="657" y="0"/>
                    <a:pt x="6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3354375" y="5306350"/>
              <a:ext cx="13125" cy="10825"/>
            </a:xfrm>
            <a:custGeom>
              <a:avLst/>
              <a:gdLst/>
              <a:ahLst/>
              <a:cxnLst/>
              <a:rect l="l" t="t" r="r" b="b"/>
              <a:pathLst>
                <a:path w="525" h="433" extrusionOk="0">
                  <a:moveTo>
                    <a:pt x="459" y="0"/>
                  </a:moveTo>
                  <a:cubicBezTo>
                    <a:pt x="458" y="0"/>
                    <a:pt x="456" y="0"/>
                    <a:pt x="454" y="1"/>
                  </a:cubicBezTo>
                  <a:cubicBezTo>
                    <a:pt x="439" y="3"/>
                    <a:pt x="424" y="4"/>
                    <a:pt x="410" y="6"/>
                  </a:cubicBezTo>
                  <a:cubicBezTo>
                    <a:pt x="395" y="9"/>
                    <a:pt x="381" y="13"/>
                    <a:pt x="368" y="21"/>
                  </a:cubicBezTo>
                  <a:cubicBezTo>
                    <a:pt x="349" y="29"/>
                    <a:pt x="330" y="39"/>
                    <a:pt x="312" y="49"/>
                  </a:cubicBezTo>
                  <a:cubicBezTo>
                    <a:pt x="276" y="70"/>
                    <a:pt x="243" y="93"/>
                    <a:pt x="209" y="119"/>
                  </a:cubicBezTo>
                  <a:cubicBezTo>
                    <a:pt x="136" y="175"/>
                    <a:pt x="70" y="241"/>
                    <a:pt x="14" y="315"/>
                  </a:cubicBezTo>
                  <a:cubicBezTo>
                    <a:pt x="3" y="333"/>
                    <a:pt x="0" y="355"/>
                    <a:pt x="5" y="375"/>
                  </a:cubicBezTo>
                  <a:cubicBezTo>
                    <a:pt x="11" y="391"/>
                    <a:pt x="20" y="405"/>
                    <a:pt x="34" y="416"/>
                  </a:cubicBezTo>
                  <a:cubicBezTo>
                    <a:pt x="47" y="426"/>
                    <a:pt x="66" y="432"/>
                    <a:pt x="85" y="432"/>
                  </a:cubicBezTo>
                  <a:cubicBezTo>
                    <a:pt x="105" y="432"/>
                    <a:pt x="124" y="425"/>
                    <a:pt x="136" y="410"/>
                  </a:cubicBezTo>
                  <a:cubicBezTo>
                    <a:pt x="160" y="378"/>
                    <a:pt x="187" y="349"/>
                    <a:pt x="215" y="320"/>
                  </a:cubicBezTo>
                  <a:cubicBezTo>
                    <a:pt x="229" y="306"/>
                    <a:pt x="244" y="293"/>
                    <a:pt x="258" y="280"/>
                  </a:cubicBezTo>
                  <a:cubicBezTo>
                    <a:pt x="266" y="273"/>
                    <a:pt x="274" y="266"/>
                    <a:pt x="282" y="260"/>
                  </a:cubicBezTo>
                  <a:lnTo>
                    <a:pt x="292" y="252"/>
                  </a:lnTo>
                  <a:cubicBezTo>
                    <a:pt x="293" y="251"/>
                    <a:pt x="294" y="250"/>
                    <a:pt x="295" y="249"/>
                  </a:cubicBezTo>
                  <a:lnTo>
                    <a:pt x="295" y="249"/>
                  </a:lnTo>
                  <a:cubicBezTo>
                    <a:pt x="309" y="237"/>
                    <a:pt x="326" y="226"/>
                    <a:pt x="342" y="217"/>
                  </a:cubicBezTo>
                  <a:cubicBezTo>
                    <a:pt x="358" y="205"/>
                    <a:pt x="375" y="195"/>
                    <a:pt x="392" y="185"/>
                  </a:cubicBezTo>
                  <a:cubicBezTo>
                    <a:pt x="409" y="175"/>
                    <a:pt x="425" y="166"/>
                    <a:pt x="442" y="158"/>
                  </a:cubicBezTo>
                  <a:cubicBezTo>
                    <a:pt x="463" y="145"/>
                    <a:pt x="483" y="129"/>
                    <a:pt x="501" y="112"/>
                  </a:cubicBezTo>
                  <a:cubicBezTo>
                    <a:pt x="519" y="93"/>
                    <a:pt x="524" y="65"/>
                    <a:pt x="515" y="41"/>
                  </a:cubicBezTo>
                  <a:cubicBezTo>
                    <a:pt x="506" y="21"/>
                    <a:pt x="483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6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ctrTitle" idx="2"/>
          </p:nvPr>
        </p:nvSpPr>
        <p:spPr>
          <a:xfrm>
            <a:off x="1222138" y="1907603"/>
            <a:ext cx="1906500" cy="4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1"/>
          </p:nvPr>
        </p:nvSpPr>
        <p:spPr>
          <a:xfrm>
            <a:off x="1222163" y="2236644"/>
            <a:ext cx="19065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ctrTitle" idx="3"/>
          </p:nvPr>
        </p:nvSpPr>
        <p:spPr>
          <a:xfrm>
            <a:off x="3618685" y="1905000"/>
            <a:ext cx="1906500" cy="4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3618699" y="2230200"/>
            <a:ext cx="19065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ctrTitle" idx="5"/>
          </p:nvPr>
        </p:nvSpPr>
        <p:spPr>
          <a:xfrm>
            <a:off x="6015233" y="1905019"/>
            <a:ext cx="1906500" cy="4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6015363" y="2230200"/>
            <a:ext cx="19065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ctrTitle" idx="7"/>
          </p:nvPr>
        </p:nvSpPr>
        <p:spPr>
          <a:xfrm>
            <a:off x="1222138" y="3488753"/>
            <a:ext cx="1906500" cy="4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8"/>
          </p:nvPr>
        </p:nvSpPr>
        <p:spPr>
          <a:xfrm>
            <a:off x="1222163" y="3817794"/>
            <a:ext cx="19065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ctrTitle" idx="9"/>
          </p:nvPr>
        </p:nvSpPr>
        <p:spPr>
          <a:xfrm>
            <a:off x="3618685" y="3486150"/>
            <a:ext cx="1906500" cy="4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13"/>
          </p:nvPr>
        </p:nvSpPr>
        <p:spPr>
          <a:xfrm>
            <a:off x="3618699" y="3811350"/>
            <a:ext cx="19065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ctrTitle" idx="14"/>
          </p:nvPr>
        </p:nvSpPr>
        <p:spPr>
          <a:xfrm>
            <a:off x="6015233" y="3486169"/>
            <a:ext cx="1906500" cy="4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subTitle" idx="15"/>
          </p:nvPr>
        </p:nvSpPr>
        <p:spPr>
          <a:xfrm>
            <a:off x="6015363" y="3811350"/>
            <a:ext cx="19065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7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7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title"/>
          </p:nvPr>
        </p:nvSpPr>
        <p:spPr>
          <a:xfrm>
            <a:off x="720000" y="1042925"/>
            <a:ext cx="28995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ctrTitle" idx="2"/>
          </p:nvPr>
        </p:nvSpPr>
        <p:spPr>
          <a:xfrm>
            <a:off x="4199208" y="679800"/>
            <a:ext cx="16245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1"/>
          </p:nvPr>
        </p:nvSpPr>
        <p:spPr>
          <a:xfrm>
            <a:off x="4199208" y="931250"/>
            <a:ext cx="1624500" cy="7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ctrTitle" idx="3"/>
          </p:nvPr>
        </p:nvSpPr>
        <p:spPr>
          <a:xfrm>
            <a:off x="6799507" y="2100425"/>
            <a:ext cx="16245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4"/>
          </p:nvPr>
        </p:nvSpPr>
        <p:spPr>
          <a:xfrm>
            <a:off x="6799500" y="2351875"/>
            <a:ext cx="1624500" cy="7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ctrTitle" idx="5"/>
          </p:nvPr>
        </p:nvSpPr>
        <p:spPr>
          <a:xfrm>
            <a:off x="4199208" y="3444850"/>
            <a:ext cx="16245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6"/>
          </p:nvPr>
        </p:nvSpPr>
        <p:spPr>
          <a:xfrm>
            <a:off x="4199200" y="3696300"/>
            <a:ext cx="1624500" cy="7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29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16" name="Google Shape;216;p22"/>
          <p:cNvGrpSpPr/>
          <p:nvPr/>
        </p:nvGrpSpPr>
        <p:grpSpPr>
          <a:xfrm>
            <a:off x="-1548175" y="-895871"/>
            <a:ext cx="4536360" cy="2414524"/>
            <a:chOff x="4613325" y="3911725"/>
            <a:chExt cx="927150" cy="493475"/>
          </a:xfrm>
        </p:grpSpPr>
        <p:sp>
          <p:nvSpPr>
            <p:cNvPr id="217" name="Google Shape;217;p22"/>
            <p:cNvSpPr/>
            <p:nvPr/>
          </p:nvSpPr>
          <p:spPr>
            <a:xfrm>
              <a:off x="4613325" y="3911725"/>
              <a:ext cx="927150" cy="493475"/>
            </a:xfrm>
            <a:custGeom>
              <a:avLst/>
              <a:gdLst/>
              <a:ahLst/>
              <a:cxnLst/>
              <a:rect l="l" t="t" r="r" b="b"/>
              <a:pathLst>
                <a:path w="37086" h="19739" extrusionOk="0">
                  <a:moveTo>
                    <a:pt x="33368" y="1"/>
                  </a:moveTo>
                  <a:cubicBezTo>
                    <a:pt x="33174" y="1"/>
                    <a:pt x="33001" y="15"/>
                    <a:pt x="32862" y="43"/>
                  </a:cubicBezTo>
                  <a:cubicBezTo>
                    <a:pt x="30668" y="489"/>
                    <a:pt x="28549" y="1397"/>
                    <a:pt x="26691" y="2639"/>
                  </a:cubicBezTo>
                  <a:cubicBezTo>
                    <a:pt x="25723" y="3284"/>
                    <a:pt x="24822" y="4025"/>
                    <a:pt x="23874" y="4697"/>
                  </a:cubicBezTo>
                  <a:cubicBezTo>
                    <a:pt x="23435" y="5008"/>
                    <a:pt x="22988" y="5306"/>
                    <a:pt x="22534" y="5587"/>
                  </a:cubicBezTo>
                  <a:cubicBezTo>
                    <a:pt x="19728" y="7333"/>
                    <a:pt x="16636" y="8576"/>
                    <a:pt x="13562" y="9771"/>
                  </a:cubicBezTo>
                  <a:cubicBezTo>
                    <a:pt x="11763" y="10470"/>
                    <a:pt x="9957" y="11155"/>
                    <a:pt x="8184" y="11925"/>
                  </a:cubicBezTo>
                  <a:cubicBezTo>
                    <a:pt x="6450" y="12679"/>
                    <a:pt x="4551" y="13118"/>
                    <a:pt x="2924" y="14105"/>
                  </a:cubicBezTo>
                  <a:cubicBezTo>
                    <a:pt x="1530" y="14951"/>
                    <a:pt x="331" y="16277"/>
                    <a:pt x="64" y="17886"/>
                  </a:cubicBezTo>
                  <a:cubicBezTo>
                    <a:pt x="4" y="18246"/>
                    <a:pt x="1" y="18647"/>
                    <a:pt x="215" y="18944"/>
                  </a:cubicBezTo>
                  <a:cubicBezTo>
                    <a:pt x="370" y="19160"/>
                    <a:pt x="617" y="19289"/>
                    <a:pt x="864" y="19388"/>
                  </a:cubicBezTo>
                  <a:cubicBezTo>
                    <a:pt x="1472" y="19632"/>
                    <a:pt x="2115" y="19739"/>
                    <a:pt x="2766" y="19739"/>
                  </a:cubicBezTo>
                  <a:cubicBezTo>
                    <a:pt x="3828" y="19739"/>
                    <a:pt x="4910" y="19455"/>
                    <a:pt x="5890" y="19024"/>
                  </a:cubicBezTo>
                  <a:cubicBezTo>
                    <a:pt x="7469" y="18331"/>
                    <a:pt x="8864" y="17285"/>
                    <a:pt x="10342" y="16395"/>
                  </a:cubicBezTo>
                  <a:cubicBezTo>
                    <a:pt x="15608" y="13231"/>
                    <a:pt x="21722" y="12189"/>
                    <a:pt x="27284" y="9762"/>
                  </a:cubicBezTo>
                  <a:cubicBezTo>
                    <a:pt x="28571" y="9200"/>
                    <a:pt x="29821" y="8452"/>
                    <a:pt x="30667" y="7330"/>
                  </a:cubicBezTo>
                  <a:cubicBezTo>
                    <a:pt x="31051" y="6818"/>
                    <a:pt x="31344" y="6239"/>
                    <a:pt x="31755" y="5746"/>
                  </a:cubicBezTo>
                  <a:cubicBezTo>
                    <a:pt x="32075" y="5364"/>
                    <a:pt x="32460" y="5041"/>
                    <a:pt x="32847" y="4726"/>
                  </a:cubicBezTo>
                  <a:cubicBezTo>
                    <a:pt x="33521" y="4180"/>
                    <a:pt x="34208" y="3650"/>
                    <a:pt x="34908" y="3138"/>
                  </a:cubicBezTo>
                  <a:cubicBezTo>
                    <a:pt x="35278" y="2867"/>
                    <a:pt x="35658" y="2595"/>
                    <a:pt x="35934" y="2229"/>
                  </a:cubicBezTo>
                  <a:cubicBezTo>
                    <a:pt x="37085" y="703"/>
                    <a:pt x="34724" y="1"/>
                    <a:pt x="33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5382700" y="4006100"/>
              <a:ext cx="26725" cy="6250"/>
            </a:xfrm>
            <a:custGeom>
              <a:avLst/>
              <a:gdLst/>
              <a:ahLst/>
              <a:cxnLst/>
              <a:rect l="l" t="t" r="r" b="b"/>
              <a:pathLst>
                <a:path w="1069" h="250" extrusionOk="0">
                  <a:moveTo>
                    <a:pt x="972" y="1"/>
                  </a:moveTo>
                  <a:cubicBezTo>
                    <a:pt x="970" y="1"/>
                    <a:pt x="969" y="1"/>
                    <a:pt x="967" y="1"/>
                  </a:cubicBezTo>
                  <a:lnTo>
                    <a:pt x="295" y="41"/>
                  </a:lnTo>
                  <a:lnTo>
                    <a:pt x="101" y="51"/>
                  </a:lnTo>
                  <a:cubicBezTo>
                    <a:pt x="50" y="55"/>
                    <a:pt x="0" y="95"/>
                    <a:pt x="2" y="151"/>
                  </a:cubicBezTo>
                  <a:cubicBezTo>
                    <a:pt x="4" y="200"/>
                    <a:pt x="44" y="250"/>
                    <a:pt x="97" y="250"/>
                  </a:cubicBezTo>
                  <a:cubicBezTo>
                    <a:pt x="98" y="250"/>
                    <a:pt x="100" y="250"/>
                    <a:pt x="101" y="250"/>
                  </a:cubicBezTo>
                  <a:lnTo>
                    <a:pt x="774" y="210"/>
                  </a:lnTo>
                  <a:lnTo>
                    <a:pt x="967" y="199"/>
                  </a:lnTo>
                  <a:cubicBezTo>
                    <a:pt x="1019" y="196"/>
                    <a:pt x="1068" y="155"/>
                    <a:pt x="1066" y="100"/>
                  </a:cubicBezTo>
                  <a:cubicBezTo>
                    <a:pt x="1064" y="50"/>
                    <a:pt x="1025" y="1"/>
                    <a:pt x="9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5404325" y="3992575"/>
              <a:ext cx="21600" cy="4975"/>
            </a:xfrm>
            <a:custGeom>
              <a:avLst/>
              <a:gdLst/>
              <a:ahLst/>
              <a:cxnLst/>
              <a:rect l="l" t="t" r="r" b="b"/>
              <a:pathLst>
                <a:path w="864" h="199" extrusionOk="0">
                  <a:moveTo>
                    <a:pt x="102" y="1"/>
                  </a:moveTo>
                  <a:cubicBezTo>
                    <a:pt x="50" y="1"/>
                    <a:pt x="1" y="46"/>
                    <a:pt x="4" y="99"/>
                  </a:cubicBezTo>
                  <a:cubicBezTo>
                    <a:pt x="4" y="154"/>
                    <a:pt x="48" y="197"/>
                    <a:pt x="102" y="198"/>
                  </a:cubicBezTo>
                  <a:lnTo>
                    <a:pt x="762" y="198"/>
                  </a:lnTo>
                  <a:cubicBezTo>
                    <a:pt x="814" y="198"/>
                    <a:pt x="863" y="153"/>
                    <a:pt x="861" y="99"/>
                  </a:cubicBezTo>
                  <a:cubicBezTo>
                    <a:pt x="860" y="45"/>
                    <a:pt x="817" y="1"/>
                    <a:pt x="7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5226200" y="4069525"/>
              <a:ext cx="32050" cy="6175"/>
            </a:xfrm>
            <a:custGeom>
              <a:avLst/>
              <a:gdLst/>
              <a:ahLst/>
              <a:cxnLst/>
              <a:rect l="l" t="t" r="r" b="b"/>
              <a:pathLst>
                <a:path w="1282" h="247" extrusionOk="0">
                  <a:moveTo>
                    <a:pt x="633" y="0"/>
                  </a:moveTo>
                  <a:cubicBezTo>
                    <a:pt x="534" y="0"/>
                    <a:pt x="435" y="5"/>
                    <a:pt x="336" y="14"/>
                  </a:cubicBezTo>
                  <a:cubicBezTo>
                    <a:pt x="249" y="24"/>
                    <a:pt x="162" y="35"/>
                    <a:pt x="77" y="50"/>
                  </a:cubicBezTo>
                  <a:cubicBezTo>
                    <a:pt x="51" y="57"/>
                    <a:pt x="30" y="73"/>
                    <a:pt x="16" y="95"/>
                  </a:cubicBezTo>
                  <a:cubicBezTo>
                    <a:pt x="4" y="119"/>
                    <a:pt x="1" y="146"/>
                    <a:pt x="7" y="171"/>
                  </a:cubicBezTo>
                  <a:cubicBezTo>
                    <a:pt x="14" y="197"/>
                    <a:pt x="30" y="218"/>
                    <a:pt x="52" y="230"/>
                  </a:cubicBezTo>
                  <a:cubicBezTo>
                    <a:pt x="68" y="239"/>
                    <a:pt x="86" y="243"/>
                    <a:pt x="105" y="243"/>
                  </a:cubicBezTo>
                  <a:cubicBezTo>
                    <a:pt x="112" y="243"/>
                    <a:pt x="120" y="243"/>
                    <a:pt x="128" y="241"/>
                  </a:cubicBezTo>
                  <a:lnTo>
                    <a:pt x="129" y="241"/>
                  </a:lnTo>
                  <a:cubicBezTo>
                    <a:pt x="170" y="234"/>
                    <a:pt x="213" y="227"/>
                    <a:pt x="255" y="221"/>
                  </a:cubicBezTo>
                  <a:lnTo>
                    <a:pt x="255" y="221"/>
                  </a:lnTo>
                  <a:lnTo>
                    <a:pt x="228" y="225"/>
                  </a:lnTo>
                  <a:cubicBezTo>
                    <a:pt x="362" y="207"/>
                    <a:pt x="497" y="198"/>
                    <a:pt x="632" y="198"/>
                  </a:cubicBezTo>
                  <a:cubicBezTo>
                    <a:pt x="767" y="198"/>
                    <a:pt x="902" y="207"/>
                    <a:pt x="1036" y="225"/>
                  </a:cubicBezTo>
                  <a:lnTo>
                    <a:pt x="1010" y="221"/>
                  </a:lnTo>
                  <a:lnTo>
                    <a:pt x="1010" y="221"/>
                  </a:lnTo>
                  <a:cubicBezTo>
                    <a:pt x="1057" y="227"/>
                    <a:pt x="1102" y="235"/>
                    <a:pt x="1149" y="243"/>
                  </a:cubicBezTo>
                  <a:cubicBezTo>
                    <a:pt x="1157" y="245"/>
                    <a:pt x="1166" y="246"/>
                    <a:pt x="1175" y="246"/>
                  </a:cubicBezTo>
                  <a:cubicBezTo>
                    <a:pt x="1192" y="246"/>
                    <a:pt x="1209" y="242"/>
                    <a:pt x="1225" y="234"/>
                  </a:cubicBezTo>
                  <a:cubicBezTo>
                    <a:pt x="1247" y="220"/>
                    <a:pt x="1264" y="199"/>
                    <a:pt x="1270" y="173"/>
                  </a:cubicBezTo>
                  <a:cubicBezTo>
                    <a:pt x="1282" y="126"/>
                    <a:pt x="1255" y="62"/>
                    <a:pt x="1202" y="52"/>
                  </a:cubicBezTo>
                  <a:cubicBezTo>
                    <a:pt x="1014" y="17"/>
                    <a:pt x="823" y="0"/>
                    <a:pt x="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5239675" y="4079825"/>
              <a:ext cx="19425" cy="6050"/>
            </a:xfrm>
            <a:custGeom>
              <a:avLst/>
              <a:gdLst/>
              <a:ahLst/>
              <a:cxnLst/>
              <a:rect l="l" t="t" r="r" b="b"/>
              <a:pathLst>
                <a:path w="777" h="242" extrusionOk="0">
                  <a:moveTo>
                    <a:pt x="683" y="1"/>
                  </a:moveTo>
                  <a:cubicBezTo>
                    <a:pt x="681" y="1"/>
                    <a:pt x="679" y="1"/>
                    <a:pt x="677" y="1"/>
                  </a:cubicBezTo>
                  <a:lnTo>
                    <a:pt x="99" y="44"/>
                  </a:lnTo>
                  <a:cubicBezTo>
                    <a:pt x="74" y="44"/>
                    <a:pt x="49" y="55"/>
                    <a:pt x="30" y="72"/>
                  </a:cubicBezTo>
                  <a:cubicBezTo>
                    <a:pt x="12" y="91"/>
                    <a:pt x="1" y="117"/>
                    <a:pt x="0" y="143"/>
                  </a:cubicBezTo>
                  <a:cubicBezTo>
                    <a:pt x="3" y="191"/>
                    <a:pt x="42" y="241"/>
                    <a:pt x="93" y="241"/>
                  </a:cubicBezTo>
                  <a:cubicBezTo>
                    <a:pt x="95" y="241"/>
                    <a:pt x="97" y="241"/>
                    <a:pt x="99" y="241"/>
                  </a:cubicBezTo>
                  <a:lnTo>
                    <a:pt x="677" y="198"/>
                  </a:lnTo>
                  <a:cubicBezTo>
                    <a:pt x="704" y="197"/>
                    <a:pt x="728" y="187"/>
                    <a:pt x="747" y="169"/>
                  </a:cubicBezTo>
                  <a:cubicBezTo>
                    <a:pt x="766" y="150"/>
                    <a:pt x="776" y="125"/>
                    <a:pt x="776" y="99"/>
                  </a:cubicBezTo>
                  <a:cubicBezTo>
                    <a:pt x="774" y="51"/>
                    <a:pt x="735" y="1"/>
                    <a:pt x="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4894125" y="4269875"/>
              <a:ext cx="29100" cy="6075"/>
            </a:xfrm>
            <a:custGeom>
              <a:avLst/>
              <a:gdLst/>
              <a:ahLst/>
              <a:cxnLst/>
              <a:rect l="l" t="t" r="r" b="b"/>
              <a:pathLst>
                <a:path w="1164" h="243" extrusionOk="0">
                  <a:moveTo>
                    <a:pt x="1049" y="1"/>
                  </a:moveTo>
                  <a:cubicBezTo>
                    <a:pt x="1041" y="1"/>
                    <a:pt x="1032" y="2"/>
                    <a:pt x="1024" y="4"/>
                  </a:cubicBezTo>
                  <a:lnTo>
                    <a:pt x="999" y="7"/>
                  </a:lnTo>
                  <a:lnTo>
                    <a:pt x="1025" y="4"/>
                  </a:lnTo>
                  <a:lnTo>
                    <a:pt x="1025" y="4"/>
                  </a:lnTo>
                  <a:cubicBezTo>
                    <a:pt x="815" y="31"/>
                    <a:pt x="603" y="45"/>
                    <a:pt x="390" y="45"/>
                  </a:cubicBezTo>
                  <a:cubicBezTo>
                    <a:pt x="362" y="45"/>
                    <a:pt x="333" y="45"/>
                    <a:pt x="305" y="45"/>
                  </a:cubicBezTo>
                  <a:cubicBezTo>
                    <a:pt x="237" y="44"/>
                    <a:pt x="169" y="40"/>
                    <a:pt x="101" y="36"/>
                  </a:cubicBezTo>
                  <a:cubicBezTo>
                    <a:pt x="100" y="36"/>
                    <a:pt x="98" y="36"/>
                    <a:pt x="97" y="36"/>
                  </a:cubicBezTo>
                  <a:cubicBezTo>
                    <a:pt x="47" y="36"/>
                    <a:pt x="0" y="85"/>
                    <a:pt x="2" y="135"/>
                  </a:cubicBezTo>
                  <a:cubicBezTo>
                    <a:pt x="3" y="189"/>
                    <a:pt x="48" y="232"/>
                    <a:pt x="101" y="233"/>
                  </a:cubicBezTo>
                  <a:cubicBezTo>
                    <a:pt x="200" y="240"/>
                    <a:pt x="299" y="243"/>
                    <a:pt x="398" y="243"/>
                  </a:cubicBezTo>
                  <a:cubicBezTo>
                    <a:pt x="547" y="243"/>
                    <a:pt x="696" y="236"/>
                    <a:pt x="845" y="222"/>
                  </a:cubicBezTo>
                  <a:cubicBezTo>
                    <a:pt x="923" y="214"/>
                    <a:pt x="1000" y="205"/>
                    <a:pt x="1077" y="193"/>
                  </a:cubicBezTo>
                  <a:cubicBezTo>
                    <a:pt x="1100" y="190"/>
                    <a:pt x="1125" y="167"/>
                    <a:pt x="1136" y="148"/>
                  </a:cubicBezTo>
                  <a:cubicBezTo>
                    <a:pt x="1163" y="102"/>
                    <a:pt x="1147" y="40"/>
                    <a:pt x="1101" y="13"/>
                  </a:cubicBezTo>
                  <a:cubicBezTo>
                    <a:pt x="1084" y="5"/>
                    <a:pt x="1067" y="1"/>
                    <a:pt x="10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4916825" y="4254600"/>
              <a:ext cx="27050" cy="5900"/>
            </a:xfrm>
            <a:custGeom>
              <a:avLst/>
              <a:gdLst/>
              <a:ahLst/>
              <a:cxnLst/>
              <a:rect l="l" t="t" r="r" b="b"/>
              <a:pathLst>
                <a:path w="1082" h="236" extrusionOk="0">
                  <a:moveTo>
                    <a:pt x="965" y="1"/>
                  </a:moveTo>
                  <a:cubicBezTo>
                    <a:pt x="958" y="1"/>
                    <a:pt x="950" y="2"/>
                    <a:pt x="943" y="3"/>
                  </a:cubicBezTo>
                  <a:lnTo>
                    <a:pt x="924" y="6"/>
                  </a:lnTo>
                  <a:lnTo>
                    <a:pt x="924" y="6"/>
                  </a:lnTo>
                  <a:lnTo>
                    <a:pt x="950" y="3"/>
                  </a:lnTo>
                  <a:lnTo>
                    <a:pt x="950" y="3"/>
                  </a:lnTo>
                  <a:cubicBezTo>
                    <a:pt x="770" y="26"/>
                    <a:pt x="588" y="38"/>
                    <a:pt x="407" y="38"/>
                  </a:cubicBezTo>
                  <a:cubicBezTo>
                    <a:pt x="367" y="38"/>
                    <a:pt x="328" y="38"/>
                    <a:pt x="289" y="37"/>
                  </a:cubicBezTo>
                  <a:cubicBezTo>
                    <a:pt x="227" y="35"/>
                    <a:pt x="163" y="32"/>
                    <a:pt x="101" y="26"/>
                  </a:cubicBezTo>
                  <a:cubicBezTo>
                    <a:pt x="99" y="26"/>
                    <a:pt x="97" y="26"/>
                    <a:pt x="95" y="26"/>
                  </a:cubicBezTo>
                  <a:cubicBezTo>
                    <a:pt x="46" y="26"/>
                    <a:pt x="0" y="77"/>
                    <a:pt x="2" y="125"/>
                  </a:cubicBezTo>
                  <a:cubicBezTo>
                    <a:pt x="4" y="179"/>
                    <a:pt x="47" y="222"/>
                    <a:pt x="101" y="224"/>
                  </a:cubicBezTo>
                  <a:cubicBezTo>
                    <a:pt x="203" y="232"/>
                    <a:pt x="305" y="236"/>
                    <a:pt x="408" y="236"/>
                  </a:cubicBezTo>
                  <a:cubicBezTo>
                    <a:pt x="533" y="236"/>
                    <a:pt x="658" y="230"/>
                    <a:pt x="782" y="219"/>
                  </a:cubicBezTo>
                  <a:cubicBezTo>
                    <a:pt x="853" y="213"/>
                    <a:pt x="925" y="203"/>
                    <a:pt x="995" y="194"/>
                  </a:cubicBezTo>
                  <a:cubicBezTo>
                    <a:pt x="1017" y="191"/>
                    <a:pt x="1044" y="168"/>
                    <a:pt x="1054" y="149"/>
                  </a:cubicBezTo>
                  <a:cubicBezTo>
                    <a:pt x="1082" y="101"/>
                    <a:pt x="1066" y="41"/>
                    <a:pt x="1018" y="14"/>
                  </a:cubicBezTo>
                  <a:cubicBezTo>
                    <a:pt x="1002" y="5"/>
                    <a:pt x="984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5038325" y="4155300"/>
              <a:ext cx="18675" cy="6475"/>
            </a:xfrm>
            <a:custGeom>
              <a:avLst/>
              <a:gdLst/>
              <a:ahLst/>
              <a:cxnLst/>
              <a:rect l="l" t="t" r="r" b="b"/>
              <a:pathLst>
                <a:path w="747" h="259" extrusionOk="0">
                  <a:moveTo>
                    <a:pt x="109" y="0"/>
                  </a:moveTo>
                  <a:cubicBezTo>
                    <a:pt x="83" y="0"/>
                    <a:pt x="57" y="11"/>
                    <a:pt x="39" y="30"/>
                  </a:cubicBezTo>
                  <a:cubicBezTo>
                    <a:pt x="0" y="68"/>
                    <a:pt x="0" y="131"/>
                    <a:pt x="39" y="169"/>
                  </a:cubicBezTo>
                  <a:cubicBezTo>
                    <a:pt x="58" y="187"/>
                    <a:pt x="84" y="196"/>
                    <a:pt x="109" y="198"/>
                  </a:cubicBezTo>
                  <a:lnTo>
                    <a:pt x="648" y="259"/>
                  </a:lnTo>
                  <a:cubicBezTo>
                    <a:pt x="674" y="259"/>
                    <a:pt x="699" y="248"/>
                    <a:pt x="717" y="230"/>
                  </a:cubicBezTo>
                  <a:cubicBezTo>
                    <a:pt x="736" y="211"/>
                    <a:pt x="747" y="186"/>
                    <a:pt x="747" y="159"/>
                  </a:cubicBezTo>
                  <a:cubicBezTo>
                    <a:pt x="747" y="133"/>
                    <a:pt x="736" y="108"/>
                    <a:pt x="717" y="90"/>
                  </a:cubicBezTo>
                  <a:cubicBezTo>
                    <a:pt x="698" y="72"/>
                    <a:pt x="674" y="62"/>
                    <a:pt x="648" y="60"/>
                  </a:cubicBezTo>
                  <a:lnTo>
                    <a:pt x="1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/>
          <p:nvPr/>
        </p:nvSpPr>
        <p:spPr>
          <a:xfrm>
            <a:off x="464639" y="1507984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464639" y="2419108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1"/>
          </p:nvPr>
        </p:nvSpPr>
        <p:spPr>
          <a:xfrm>
            <a:off x="1177200" y="1404038"/>
            <a:ext cx="26853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title" hasCustomPrompt="1"/>
          </p:nvPr>
        </p:nvSpPr>
        <p:spPr>
          <a:xfrm>
            <a:off x="1177200" y="886650"/>
            <a:ext cx="27690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3"/>
          <p:cNvSpPr txBox="1">
            <a:spLocks noGrp="1"/>
          </p:cNvSpPr>
          <p:nvPr>
            <p:ph type="subTitle" idx="2"/>
          </p:nvPr>
        </p:nvSpPr>
        <p:spPr>
          <a:xfrm>
            <a:off x="1177200" y="3932988"/>
            <a:ext cx="26853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3"/>
          <p:cNvSpPr txBox="1">
            <a:spLocks noGrp="1"/>
          </p:cNvSpPr>
          <p:nvPr>
            <p:ph type="title" idx="3" hasCustomPrompt="1"/>
          </p:nvPr>
        </p:nvSpPr>
        <p:spPr>
          <a:xfrm>
            <a:off x="1177200" y="3415600"/>
            <a:ext cx="27690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ira Sans Extra Condensed Medium"/>
              <a:buNone/>
              <a:defRPr sz="3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23"/>
          <p:cNvSpPr txBox="1">
            <a:spLocks noGrp="1"/>
          </p:cNvSpPr>
          <p:nvPr>
            <p:ph type="subTitle" idx="4"/>
          </p:nvPr>
        </p:nvSpPr>
        <p:spPr>
          <a:xfrm>
            <a:off x="2635100" y="2622163"/>
            <a:ext cx="26853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title" idx="5" hasCustomPrompt="1"/>
          </p:nvPr>
        </p:nvSpPr>
        <p:spPr>
          <a:xfrm>
            <a:off x="2551550" y="2104775"/>
            <a:ext cx="27690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grpSp>
        <p:nvGrpSpPr>
          <p:cNvPr id="234" name="Google Shape;234;p23"/>
          <p:cNvGrpSpPr/>
          <p:nvPr/>
        </p:nvGrpSpPr>
        <p:grpSpPr>
          <a:xfrm>
            <a:off x="3862496" y="-324220"/>
            <a:ext cx="3779778" cy="5715722"/>
            <a:chOff x="5520025" y="2962325"/>
            <a:chExt cx="629900" cy="952525"/>
          </a:xfrm>
        </p:grpSpPr>
        <p:sp>
          <p:nvSpPr>
            <p:cNvPr id="235" name="Google Shape;235;p23"/>
            <p:cNvSpPr/>
            <p:nvPr/>
          </p:nvSpPr>
          <p:spPr>
            <a:xfrm>
              <a:off x="5520025" y="2962325"/>
              <a:ext cx="629900" cy="952525"/>
            </a:xfrm>
            <a:custGeom>
              <a:avLst/>
              <a:gdLst/>
              <a:ahLst/>
              <a:cxnLst/>
              <a:rect l="l" t="t" r="r" b="b"/>
              <a:pathLst>
                <a:path w="25196" h="38101" extrusionOk="0">
                  <a:moveTo>
                    <a:pt x="5812" y="0"/>
                  </a:moveTo>
                  <a:cubicBezTo>
                    <a:pt x="5344" y="0"/>
                    <a:pt x="4892" y="201"/>
                    <a:pt x="4483" y="705"/>
                  </a:cubicBezTo>
                  <a:cubicBezTo>
                    <a:pt x="3787" y="1563"/>
                    <a:pt x="4286" y="2585"/>
                    <a:pt x="4828" y="3371"/>
                  </a:cubicBezTo>
                  <a:cubicBezTo>
                    <a:pt x="5386" y="4183"/>
                    <a:pt x="5945" y="5036"/>
                    <a:pt x="6574" y="5809"/>
                  </a:cubicBezTo>
                  <a:cubicBezTo>
                    <a:pt x="7955" y="7509"/>
                    <a:pt x="9626" y="8948"/>
                    <a:pt x="11347" y="10292"/>
                  </a:cubicBezTo>
                  <a:cubicBezTo>
                    <a:pt x="13363" y="11867"/>
                    <a:pt x="15431" y="13351"/>
                    <a:pt x="17346" y="15048"/>
                  </a:cubicBezTo>
                  <a:cubicBezTo>
                    <a:pt x="17988" y="15616"/>
                    <a:pt x="18591" y="16258"/>
                    <a:pt x="18944" y="17040"/>
                  </a:cubicBezTo>
                  <a:cubicBezTo>
                    <a:pt x="20022" y="19419"/>
                    <a:pt x="17645" y="21228"/>
                    <a:pt x="15802" y="22191"/>
                  </a:cubicBezTo>
                  <a:cubicBezTo>
                    <a:pt x="13859" y="23206"/>
                    <a:pt x="11673" y="23812"/>
                    <a:pt x="9948" y="25213"/>
                  </a:cubicBezTo>
                  <a:cubicBezTo>
                    <a:pt x="8232" y="26605"/>
                    <a:pt x="7306" y="28698"/>
                    <a:pt x="5668" y="30165"/>
                  </a:cubicBezTo>
                  <a:cubicBezTo>
                    <a:pt x="4509" y="31202"/>
                    <a:pt x="3221" y="32113"/>
                    <a:pt x="2271" y="33358"/>
                  </a:cubicBezTo>
                  <a:cubicBezTo>
                    <a:pt x="1538" y="34318"/>
                    <a:pt x="946" y="35376"/>
                    <a:pt x="510" y="36501"/>
                  </a:cubicBezTo>
                  <a:cubicBezTo>
                    <a:pt x="237" y="37208"/>
                    <a:pt x="0" y="37469"/>
                    <a:pt x="756" y="37764"/>
                  </a:cubicBezTo>
                  <a:cubicBezTo>
                    <a:pt x="1265" y="37962"/>
                    <a:pt x="1847" y="38051"/>
                    <a:pt x="2389" y="38087"/>
                  </a:cubicBezTo>
                  <a:cubicBezTo>
                    <a:pt x="2525" y="38096"/>
                    <a:pt x="2660" y="38101"/>
                    <a:pt x="2795" y="38101"/>
                  </a:cubicBezTo>
                  <a:cubicBezTo>
                    <a:pt x="4845" y="38101"/>
                    <a:pt x="6742" y="37061"/>
                    <a:pt x="8009" y="35453"/>
                  </a:cubicBezTo>
                  <a:cubicBezTo>
                    <a:pt x="9470" y="33600"/>
                    <a:pt x="10444" y="31431"/>
                    <a:pt x="12016" y="29660"/>
                  </a:cubicBezTo>
                  <a:cubicBezTo>
                    <a:pt x="13514" y="27972"/>
                    <a:pt x="15404" y="26592"/>
                    <a:pt x="17588" y="25956"/>
                  </a:cubicBezTo>
                  <a:cubicBezTo>
                    <a:pt x="19093" y="25519"/>
                    <a:pt x="20733" y="25422"/>
                    <a:pt x="22064" y="24596"/>
                  </a:cubicBezTo>
                  <a:cubicBezTo>
                    <a:pt x="23832" y="23496"/>
                    <a:pt x="25195" y="20833"/>
                    <a:pt x="24924" y="18739"/>
                  </a:cubicBezTo>
                  <a:cubicBezTo>
                    <a:pt x="24895" y="18519"/>
                    <a:pt x="24843" y="18303"/>
                    <a:pt x="24770" y="18093"/>
                  </a:cubicBezTo>
                  <a:cubicBezTo>
                    <a:pt x="24369" y="16934"/>
                    <a:pt x="23381" y="16034"/>
                    <a:pt x="22715" y="15024"/>
                  </a:cubicBezTo>
                  <a:cubicBezTo>
                    <a:pt x="21793" y="13625"/>
                    <a:pt x="21507" y="12047"/>
                    <a:pt x="20093" y="10952"/>
                  </a:cubicBezTo>
                  <a:cubicBezTo>
                    <a:pt x="18196" y="9483"/>
                    <a:pt x="15835" y="8737"/>
                    <a:pt x="14018" y="7149"/>
                  </a:cubicBezTo>
                  <a:cubicBezTo>
                    <a:pt x="12485" y="5809"/>
                    <a:pt x="11302" y="4107"/>
                    <a:pt x="9779" y="2751"/>
                  </a:cubicBezTo>
                  <a:cubicBezTo>
                    <a:pt x="8876" y="1948"/>
                    <a:pt x="7269" y="0"/>
                    <a:pt x="5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>
              <a:off x="5963400" y="3223675"/>
              <a:ext cx="15725" cy="3900"/>
            </a:xfrm>
            <a:custGeom>
              <a:avLst/>
              <a:gdLst/>
              <a:ahLst/>
              <a:cxnLst/>
              <a:rect l="l" t="t" r="r" b="b"/>
              <a:pathLst>
                <a:path w="629" h="156" extrusionOk="0">
                  <a:moveTo>
                    <a:pt x="430" y="9"/>
                  </a:moveTo>
                  <a:cubicBezTo>
                    <a:pt x="430" y="9"/>
                    <a:pt x="431" y="9"/>
                    <a:pt x="433" y="9"/>
                  </a:cubicBezTo>
                  <a:lnTo>
                    <a:pt x="433" y="9"/>
                  </a:lnTo>
                  <a:cubicBezTo>
                    <a:pt x="431" y="9"/>
                    <a:pt x="430" y="9"/>
                    <a:pt x="430" y="9"/>
                  </a:cubicBezTo>
                  <a:close/>
                  <a:moveTo>
                    <a:pt x="435" y="146"/>
                  </a:moveTo>
                  <a:cubicBezTo>
                    <a:pt x="435" y="146"/>
                    <a:pt x="434" y="146"/>
                    <a:pt x="433" y="147"/>
                  </a:cubicBezTo>
                  <a:lnTo>
                    <a:pt x="433" y="147"/>
                  </a:lnTo>
                  <a:cubicBezTo>
                    <a:pt x="434" y="146"/>
                    <a:pt x="434" y="146"/>
                    <a:pt x="435" y="146"/>
                  </a:cubicBezTo>
                  <a:close/>
                  <a:moveTo>
                    <a:pt x="78" y="0"/>
                  </a:moveTo>
                  <a:cubicBezTo>
                    <a:pt x="35" y="0"/>
                    <a:pt x="1" y="35"/>
                    <a:pt x="1" y="78"/>
                  </a:cubicBezTo>
                  <a:cubicBezTo>
                    <a:pt x="1" y="120"/>
                    <a:pt x="35" y="155"/>
                    <a:pt x="78" y="155"/>
                  </a:cubicBezTo>
                  <a:lnTo>
                    <a:pt x="328" y="155"/>
                  </a:lnTo>
                  <a:cubicBezTo>
                    <a:pt x="332" y="155"/>
                    <a:pt x="337" y="155"/>
                    <a:pt x="341" y="155"/>
                  </a:cubicBezTo>
                  <a:cubicBezTo>
                    <a:pt x="362" y="155"/>
                    <a:pt x="383" y="154"/>
                    <a:pt x="404" y="151"/>
                  </a:cubicBezTo>
                  <a:lnTo>
                    <a:pt x="432" y="147"/>
                  </a:lnTo>
                  <a:lnTo>
                    <a:pt x="435" y="147"/>
                  </a:lnTo>
                  <a:cubicBezTo>
                    <a:pt x="441" y="147"/>
                    <a:pt x="447" y="146"/>
                    <a:pt x="452" y="146"/>
                  </a:cubicBezTo>
                  <a:cubicBezTo>
                    <a:pt x="475" y="145"/>
                    <a:pt x="500" y="143"/>
                    <a:pt x="524" y="137"/>
                  </a:cubicBezTo>
                  <a:cubicBezTo>
                    <a:pt x="544" y="133"/>
                    <a:pt x="564" y="128"/>
                    <a:pt x="585" y="122"/>
                  </a:cubicBezTo>
                  <a:cubicBezTo>
                    <a:pt x="628" y="109"/>
                    <a:pt x="628" y="48"/>
                    <a:pt x="585" y="34"/>
                  </a:cubicBezTo>
                  <a:lnTo>
                    <a:pt x="527" y="19"/>
                  </a:lnTo>
                  <a:cubicBezTo>
                    <a:pt x="503" y="14"/>
                    <a:pt x="480" y="12"/>
                    <a:pt x="455" y="11"/>
                  </a:cubicBezTo>
                  <a:lnTo>
                    <a:pt x="438" y="10"/>
                  </a:lnTo>
                  <a:cubicBezTo>
                    <a:pt x="437" y="10"/>
                    <a:pt x="435" y="10"/>
                    <a:pt x="433" y="9"/>
                  </a:cubicBezTo>
                  <a:lnTo>
                    <a:pt x="433" y="9"/>
                  </a:lnTo>
                  <a:cubicBezTo>
                    <a:pt x="423" y="8"/>
                    <a:pt x="414" y="6"/>
                    <a:pt x="404" y="4"/>
                  </a:cubicBezTo>
                  <a:cubicBezTo>
                    <a:pt x="378" y="1"/>
                    <a:pt x="353" y="0"/>
                    <a:pt x="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5975900" y="3236475"/>
              <a:ext cx="20525" cy="4525"/>
            </a:xfrm>
            <a:custGeom>
              <a:avLst/>
              <a:gdLst/>
              <a:ahLst/>
              <a:cxnLst/>
              <a:rect l="l" t="t" r="r" b="b"/>
              <a:pathLst>
                <a:path w="821" h="181" extrusionOk="0">
                  <a:moveTo>
                    <a:pt x="531" y="0"/>
                  </a:moveTo>
                  <a:cubicBezTo>
                    <a:pt x="526" y="0"/>
                    <a:pt x="522" y="0"/>
                    <a:pt x="517" y="1"/>
                  </a:cubicBezTo>
                  <a:cubicBezTo>
                    <a:pt x="487" y="2"/>
                    <a:pt x="458" y="6"/>
                    <a:pt x="429" y="8"/>
                  </a:cubicBezTo>
                  <a:cubicBezTo>
                    <a:pt x="311" y="17"/>
                    <a:pt x="191" y="28"/>
                    <a:pt x="72" y="42"/>
                  </a:cubicBezTo>
                  <a:cubicBezTo>
                    <a:pt x="37" y="46"/>
                    <a:pt x="1" y="71"/>
                    <a:pt x="3" y="111"/>
                  </a:cubicBezTo>
                  <a:cubicBezTo>
                    <a:pt x="3" y="149"/>
                    <a:pt x="34" y="181"/>
                    <a:pt x="72" y="181"/>
                  </a:cubicBezTo>
                  <a:lnTo>
                    <a:pt x="73" y="181"/>
                  </a:lnTo>
                  <a:cubicBezTo>
                    <a:pt x="135" y="179"/>
                    <a:pt x="196" y="179"/>
                    <a:pt x="257" y="175"/>
                  </a:cubicBezTo>
                  <a:lnTo>
                    <a:pt x="434" y="164"/>
                  </a:lnTo>
                  <a:cubicBezTo>
                    <a:pt x="462" y="162"/>
                    <a:pt x="493" y="161"/>
                    <a:pt x="521" y="158"/>
                  </a:cubicBezTo>
                  <a:cubicBezTo>
                    <a:pt x="555" y="155"/>
                    <a:pt x="589" y="147"/>
                    <a:pt x="623" y="142"/>
                  </a:cubicBezTo>
                  <a:lnTo>
                    <a:pt x="712" y="126"/>
                  </a:lnTo>
                  <a:cubicBezTo>
                    <a:pt x="727" y="124"/>
                    <a:pt x="742" y="121"/>
                    <a:pt x="756" y="118"/>
                  </a:cubicBezTo>
                  <a:cubicBezTo>
                    <a:pt x="773" y="111"/>
                    <a:pt x="788" y="101"/>
                    <a:pt x="802" y="89"/>
                  </a:cubicBezTo>
                  <a:cubicBezTo>
                    <a:pt x="821" y="72"/>
                    <a:pt x="812" y="40"/>
                    <a:pt x="794" y="28"/>
                  </a:cubicBezTo>
                  <a:cubicBezTo>
                    <a:pt x="778" y="17"/>
                    <a:pt x="760" y="10"/>
                    <a:pt x="741" y="8"/>
                  </a:cubicBezTo>
                  <a:cubicBezTo>
                    <a:pt x="726" y="6"/>
                    <a:pt x="710" y="6"/>
                    <a:pt x="695" y="5"/>
                  </a:cubicBezTo>
                  <a:lnTo>
                    <a:pt x="610" y="3"/>
                  </a:lnTo>
                  <a:cubicBezTo>
                    <a:pt x="584" y="3"/>
                    <a:pt x="558" y="0"/>
                    <a:pt x="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5710550" y="3111200"/>
              <a:ext cx="14425" cy="4025"/>
            </a:xfrm>
            <a:custGeom>
              <a:avLst/>
              <a:gdLst/>
              <a:ahLst/>
              <a:cxnLst/>
              <a:rect l="l" t="t" r="r" b="b"/>
              <a:pathLst>
                <a:path w="577" h="161" extrusionOk="0">
                  <a:moveTo>
                    <a:pt x="80" y="0"/>
                  </a:moveTo>
                  <a:cubicBezTo>
                    <a:pt x="37" y="0"/>
                    <a:pt x="1" y="36"/>
                    <a:pt x="1" y="81"/>
                  </a:cubicBezTo>
                  <a:cubicBezTo>
                    <a:pt x="1" y="126"/>
                    <a:pt x="37" y="161"/>
                    <a:pt x="80" y="161"/>
                  </a:cubicBezTo>
                  <a:cubicBezTo>
                    <a:pt x="82" y="161"/>
                    <a:pt x="83" y="161"/>
                    <a:pt x="84" y="161"/>
                  </a:cubicBezTo>
                  <a:lnTo>
                    <a:pt x="294" y="159"/>
                  </a:lnTo>
                  <a:lnTo>
                    <a:pt x="399" y="157"/>
                  </a:lnTo>
                  <a:lnTo>
                    <a:pt x="478" y="157"/>
                  </a:lnTo>
                  <a:cubicBezTo>
                    <a:pt x="495" y="156"/>
                    <a:pt x="512" y="152"/>
                    <a:pt x="528" y="145"/>
                  </a:cubicBezTo>
                  <a:cubicBezTo>
                    <a:pt x="576" y="124"/>
                    <a:pt x="576" y="37"/>
                    <a:pt x="528" y="16"/>
                  </a:cubicBezTo>
                  <a:cubicBezTo>
                    <a:pt x="512" y="9"/>
                    <a:pt x="495" y="5"/>
                    <a:pt x="478" y="4"/>
                  </a:cubicBezTo>
                  <a:lnTo>
                    <a:pt x="399" y="4"/>
                  </a:lnTo>
                  <a:lnTo>
                    <a:pt x="294" y="3"/>
                  </a:lnTo>
                  <a:lnTo>
                    <a:pt x="84" y="0"/>
                  </a:lnTo>
                  <a:cubicBezTo>
                    <a:pt x="83" y="0"/>
                    <a:pt x="82" y="0"/>
                    <a:pt x="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5721125" y="3120225"/>
              <a:ext cx="20800" cy="4550"/>
            </a:xfrm>
            <a:custGeom>
              <a:avLst/>
              <a:gdLst/>
              <a:ahLst/>
              <a:cxnLst/>
              <a:rect l="l" t="t" r="r" b="b"/>
              <a:pathLst>
                <a:path w="832" h="182" extrusionOk="0">
                  <a:moveTo>
                    <a:pt x="554" y="0"/>
                  </a:moveTo>
                  <a:cubicBezTo>
                    <a:pt x="542" y="0"/>
                    <a:pt x="531" y="0"/>
                    <a:pt x="519" y="1"/>
                  </a:cubicBezTo>
                  <a:lnTo>
                    <a:pt x="431" y="2"/>
                  </a:lnTo>
                  <a:cubicBezTo>
                    <a:pt x="371" y="3"/>
                    <a:pt x="311" y="3"/>
                    <a:pt x="250" y="6"/>
                  </a:cubicBezTo>
                  <a:cubicBezTo>
                    <a:pt x="185" y="6"/>
                    <a:pt x="120" y="12"/>
                    <a:pt x="54" y="21"/>
                  </a:cubicBezTo>
                  <a:cubicBezTo>
                    <a:pt x="23" y="29"/>
                    <a:pt x="1" y="58"/>
                    <a:pt x="1" y="91"/>
                  </a:cubicBezTo>
                  <a:cubicBezTo>
                    <a:pt x="3" y="120"/>
                    <a:pt x="23" y="155"/>
                    <a:pt x="54" y="160"/>
                  </a:cubicBezTo>
                  <a:cubicBezTo>
                    <a:pt x="119" y="172"/>
                    <a:pt x="185" y="173"/>
                    <a:pt x="250" y="175"/>
                  </a:cubicBezTo>
                  <a:cubicBezTo>
                    <a:pt x="311" y="178"/>
                    <a:pt x="371" y="178"/>
                    <a:pt x="431" y="178"/>
                  </a:cubicBezTo>
                  <a:lnTo>
                    <a:pt x="519" y="180"/>
                  </a:lnTo>
                  <a:cubicBezTo>
                    <a:pt x="529" y="181"/>
                    <a:pt x="538" y="181"/>
                    <a:pt x="547" y="181"/>
                  </a:cubicBezTo>
                  <a:cubicBezTo>
                    <a:pt x="574" y="181"/>
                    <a:pt x="601" y="179"/>
                    <a:pt x="628" y="175"/>
                  </a:cubicBezTo>
                  <a:cubicBezTo>
                    <a:pt x="657" y="170"/>
                    <a:pt x="686" y="166"/>
                    <a:pt x="715" y="161"/>
                  </a:cubicBezTo>
                  <a:cubicBezTo>
                    <a:pt x="751" y="156"/>
                    <a:pt x="785" y="154"/>
                    <a:pt x="811" y="128"/>
                  </a:cubicBezTo>
                  <a:cubicBezTo>
                    <a:pt x="831" y="106"/>
                    <a:pt x="831" y="74"/>
                    <a:pt x="811" y="54"/>
                  </a:cubicBezTo>
                  <a:cubicBezTo>
                    <a:pt x="785" y="27"/>
                    <a:pt x="751" y="25"/>
                    <a:pt x="715" y="20"/>
                  </a:cubicBezTo>
                  <a:cubicBezTo>
                    <a:pt x="686" y="16"/>
                    <a:pt x="657" y="11"/>
                    <a:pt x="628" y="5"/>
                  </a:cubicBezTo>
                  <a:cubicBezTo>
                    <a:pt x="603" y="2"/>
                    <a:pt x="578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6027825" y="3548775"/>
              <a:ext cx="29450" cy="6600"/>
            </a:xfrm>
            <a:custGeom>
              <a:avLst/>
              <a:gdLst/>
              <a:ahLst/>
              <a:cxnLst/>
              <a:rect l="l" t="t" r="r" b="b"/>
              <a:pathLst>
                <a:path w="1178" h="264" extrusionOk="0">
                  <a:moveTo>
                    <a:pt x="57" y="0"/>
                  </a:moveTo>
                  <a:cubicBezTo>
                    <a:pt x="29" y="0"/>
                    <a:pt x="7" y="20"/>
                    <a:pt x="4" y="47"/>
                  </a:cubicBezTo>
                  <a:cubicBezTo>
                    <a:pt x="1" y="71"/>
                    <a:pt x="15" y="100"/>
                    <a:pt x="42" y="106"/>
                  </a:cubicBezTo>
                  <a:lnTo>
                    <a:pt x="43" y="106"/>
                  </a:lnTo>
                  <a:cubicBezTo>
                    <a:pt x="113" y="118"/>
                    <a:pt x="183" y="134"/>
                    <a:pt x="254" y="144"/>
                  </a:cubicBezTo>
                  <a:cubicBezTo>
                    <a:pt x="324" y="153"/>
                    <a:pt x="396" y="165"/>
                    <a:pt x="468" y="175"/>
                  </a:cubicBezTo>
                  <a:cubicBezTo>
                    <a:pt x="610" y="198"/>
                    <a:pt x="753" y="218"/>
                    <a:pt x="896" y="244"/>
                  </a:cubicBezTo>
                  <a:cubicBezTo>
                    <a:pt x="940" y="252"/>
                    <a:pt x="984" y="255"/>
                    <a:pt x="1029" y="260"/>
                  </a:cubicBezTo>
                  <a:cubicBezTo>
                    <a:pt x="1049" y="262"/>
                    <a:pt x="1067" y="263"/>
                    <a:pt x="1087" y="263"/>
                  </a:cubicBezTo>
                  <a:cubicBezTo>
                    <a:pt x="1094" y="263"/>
                    <a:pt x="1101" y="263"/>
                    <a:pt x="1108" y="263"/>
                  </a:cubicBezTo>
                  <a:cubicBezTo>
                    <a:pt x="1111" y="263"/>
                    <a:pt x="1115" y="263"/>
                    <a:pt x="1118" y="263"/>
                  </a:cubicBezTo>
                  <a:cubicBezTo>
                    <a:pt x="1134" y="262"/>
                    <a:pt x="1149" y="254"/>
                    <a:pt x="1160" y="244"/>
                  </a:cubicBezTo>
                  <a:cubicBezTo>
                    <a:pt x="1174" y="230"/>
                    <a:pt x="1177" y="209"/>
                    <a:pt x="1168" y="192"/>
                  </a:cubicBezTo>
                  <a:cubicBezTo>
                    <a:pt x="1156" y="171"/>
                    <a:pt x="1135" y="164"/>
                    <a:pt x="1114" y="155"/>
                  </a:cubicBezTo>
                  <a:cubicBezTo>
                    <a:pt x="1095" y="148"/>
                    <a:pt x="1077" y="140"/>
                    <a:pt x="1059" y="135"/>
                  </a:cubicBezTo>
                  <a:cubicBezTo>
                    <a:pt x="1025" y="125"/>
                    <a:pt x="991" y="115"/>
                    <a:pt x="956" y="108"/>
                  </a:cubicBezTo>
                  <a:cubicBezTo>
                    <a:pt x="885" y="95"/>
                    <a:pt x="814" y="82"/>
                    <a:pt x="743" y="71"/>
                  </a:cubicBezTo>
                  <a:cubicBezTo>
                    <a:pt x="595" y="48"/>
                    <a:pt x="449" y="29"/>
                    <a:pt x="301" y="13"/>
                  </a:cubicBezTo>
                  <a:cubicBezTo>
                    <a:pt x="220" y="4"/>
                    <a:pt x="138" y="2"/>
                    <a:pt x="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6046975" y="3546550"/>
              <a:ext cx="19900" cy="4600"/>
            </a:xfrm>
            <a:custGeom>
              <a:avLst/>
              <a:gdLst/>
              <a:ahLst/>
              <a:cxnLst/>
              <a:rect l="l" t="t" r="r" b="b"/>
              <a:pathLst>
                <a:path w="796" h="184" extrusionOk="0">
                  <a:moveTo>
                    <a:pt x="74" y="1"/>
                  </a:moveTo>
                  <a:cubicBezTo>
                    <a:pt x="33" y="1"/>
                    <a:pt x="0" y="33"/>
                    <a:pt x="0" y="73"/>
                  </a:cubicBezTo>
                  <a:cubicBezTo>
                    <a:pt x="1" y="113"/>
                    <a:pt x="34" y="146"/>
                    <a:pt x="74" y="147"/>
                  </a:cubicBezTo>
                  <a:lnTo>
                    <a:pt x="407" y="169"/>
                  </a:lnTo>
                  <a:cubicBezTo>
                    <a:pt x="462" y="173"/>
                    <a:pt x="516" y="178"/>
                    <a:pt x="570" y="179"/>
                  </a:cubicBezTo>
                  <a:lnTo>
                    <a:pt x="655" y="182"/>
                  </a:lnTo>
                  <a:lnTo>
                    <a:pt x="695" y="183"/>
                  </a:lnTo>
                  <a:cubicBezTo>
                    <a:pt x="714" y="183"/>
                    <a:pt x="733" y="179"/>
                    <a:pt x="750" y="171"/>
                  </a:cubicBezTo>
                  <a:cubicBezTo>
                    <a:pt x="772" y="165"/>
                    <a:pt x="789" y="146"/>
                    <a:pt x="792" y="123"/>
                  </a:cubicBezTo>
                  <a:cubicBezTo>
                    <a:pt x="795" y="100"/>
                    <a:pt x="783" y="77"/>
                    <a:pt x="763" y="65"/>
                  </a:cubicBezTo>
                  <a:cubicBezTo>
                    <a:pt x="757" y="62"/>
                    <a:pt x="752" y="59"/>
                    <a:pt x="746" y="55"/>
                  </a:cubicBezTo>
                  <a:cubicBezTo>
                    <a:pt x="732" y="48"/>
                    <a:pt x="717" y="45"/>
                    <a:pt x="701" y="44"/>
                  </a:cubicBezTo>
                  <a:lnTo>
                    <a:pt x="662" y="40"/>
                  </a:lnTo>
                  <a:lnTo>
                    <a:pt x="577" y="31"/>
                  </a:lnTo>
                  <a:cubicBezTo>
                    <a:pt x="521" y="26"/>
                    <a:pt x="466" y="24"/>
                    <a:pt x="410" y="21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6001675" y="3472425"/>
              <a:ext cx="18425" cy="5800"/>
            </a:xfrm>
            <a:custGeom>
              <a:avLst/>
              <a:gdLst/>
              <a:ahLst/>
              <a:cxnLst/>
              <a:rect l="l" t="t" r="r" b="b"/>
              <a:pathLst>
                <a:path w="737" h="232" extrusionOk="0">
                  <a:moveTo>
                    <a:pt x="76" y="1"/>
                  </a:moveTo>
                  <a:cubicBezTo>
                    <a:pt x="46" y="1"/>
                    <a:pt x="15" y="17"/>
                    <a:pt x="8" y="49"/>
                  </a:cubicBezTo>
                  <a:cubicBezTo>
                    <a:pt x="1" y="83"/>
                    <a:pt x="19" y="124"/>
                    <a:pt x="56" y="133"/>
                  </a:cubicBezTo>
                  <a:lnTo>
                    <a:pt x="56" y="132"/>
                  </a:lnTo>
                  <a:cubicBezTo>
                    <a:pt x="161" y="154"/>
                    <a:pt x="265" y="177"/>
                    <a:pt x="370" y="198"/>
                  </a:cubicBezTo>
                  <a:cubicBezTo>
                    <a:pt x="421" y="208"/>
                    <a:pt x="474" y="214"/>
                    <a:pt x="527" y="222"/>
                  </a:cubicBezTo>
                  <a:cubicBezTo>
                    <a:pt x="552" y="226"/>
                    <a:pt x="578" y="231"/>
                    <a:pt x="603" y="231"/>
                  </a:cubicBezTo>
                  <a:cubicBezTo>
                    <a:pt x="610" y="231"/>
                    <a:pt x="618" y="231"/>
                    <a:pt x="625" y="230"/>
                  </a:cubicBezTo>
                  <a:cubicBezTo>
                    <a:pt x="629" y="229"/>
                    <a:pt x="631" y="229"/>
                    <a:pt x="631" y="229"/>
                  </a:cubicBezTo>
                  <a:lnTo>
                    <a:pt x="631" y="229"/>
                  </a:lnTo>
                  <a:cubicBezTo>
                    <a:pt x="632" y="229"/>
                    <a:pt x="631" y="229"/>
                    <a:pt x="628" y="230"/>
                  </a:cubicBezTo>
                  <a:lnTo>
                    <a:pt x="638" y="231"/>
                  </a:lnTo>
                  <a:lnTo>
                    <a:pt x="658" y="232"/>
                  </a:lnTo>
                  <a:cubicBezTo>
                    <a:pt x="673" y="232"/>
                    <a:pt x="688" y="231"/>
                    <a:pt x="704" y="228"/>
                  </a:cubicBezTo>
                  <a:cubicBezTo>
                    <a:pt x="721" y="223"/>
                    <a:pt x="732" y="209"/>
                    <a:pt x="735" y="193"/>
                  </a:cubicBezTo>
                  <a:cubicBezTo>
                    <a:pt x="737" y="175"/>
                    <a:pt x="728" y="159"/>
                    <a:pt x="715" y="150"/>
                  </a:cubicBezTo>
                  <a:cubicBezTo>
                    <a:pt x="702" y="142"/>
                    <a:pt x="688" y="136"/>
                    <a:pt x="674" y="131"/>
                  </a:cubicBezTo>
                  <a:cubicBezTo>
                    <a:pt x="665" y="127"/>
                    <a:pt x="656" y="124"/>
                    <a:pt x="646" y="120"/>
                  </a:cubicBezTo>
                  <a:cubicBezTo>
                    <a:pt x="620" y="107"/>
                    <a:pt x="591" y="98"/>
                    <a:pt x="563" y="94"/>
                  </a:cubicBezTo>
                  <a:cubicBezTo>
                    <a:pt x="510" y="81"/>
                    <a:pt x="458" y="67"/>
                    <a:pt x="406" y="58"/>
                  </a:cubicBezTo>
                  <a:cubicBezTo>
                    <a:pt x="301" y="39"/>
                    <a:pt x="197" y="20"/>
                    <a:pt x="91" y="2"/>
                  </a:cubicBezTo>
                  <a:cubicBezTo>
                    <a:pt x="86" y="1"/>
                    <a:pt x="81" y="1"/>
                    <a:pt x="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6012225" y="3459975"/>
              <a:ext cx="13225" cy="4700"/>
            </a:xfrm>
            <a:custGeom>
              <a:avLst/>
              <a:gdLst/>
              <a:ahLst/>
              <a:cxnLst/>
              <a:rect l="l" t="t" r="r" b="b"/>
              <a:pathLst>
                <a:path w="529" h="188" extrusionOk="0">
                  <a:moveTo>
                    <a:pt x="173" y="0"/>
                  </a:moveTo>
                  <a:cubicBezTo>
                    <a:pt x="131" y="0"/>
                    <a:pt x="89" y="4"/>
                    <a:pt x="48" y="14"/>
                  </a:cubicBezTo>
                  <a:cubicBezTo>
                    <a:pt x="17" y="19"/>
                    <a:pt x="1" y="53"/>
                    <a:pt x="4" y="80"/>
                  </a:cubicBezTo>
                  <a:cubicBezTo>
                    <a:pt x="8" y="106"/>
                    <a:pt x="31" y="133"/>
                    <a:pt x="59" y="133"/>
                  </a:cubicBezTo>
                  <a:cubicBezTo>
                    <a:pt x="61" y="133"/>
                    <a:pt x="62" y="133"/>
                    <a:pt x="64" y="133"/>
                  </a:cubicBezTo>
                  <a:cubicBezTo>
                    <a:pt x="90" y="131"/>
                    <a:pt x="116" y="129"/>
                    <a:pt x="142" y="129"/>
                  </a:cubicBezTo>
                  <a:cubicBezTo>
                    <a:pt x="151" y="129"/>
                    <a:pt x="159" y="130"/>
                    <a:pt x="168" y="130"/>
                  </a:cubicBezTo>
                  <a:cubicBezTo>
                    <a:pt x="203" y="130"/>
                    <a:pt x="239" y="134"/>
                    <a:pt x="275" y="134"/>
                  </a:cubicBezTo>
                  <a:cubicBezTo>
                    <a:pt x="275" y="134"/>
                    <a:pt x="275" y="134"/>
                    <a:pt x="276" y="134"/>
                  </a:cubicBezTo>
                  <a:lnTo>
                    <a:pt x="276" y="134"/>
                  </a:lnTo>
                  <a:cubicBezTo>
                    <a:pt x="276" y="134"/>
                    <a:pt x="276" y="134"/>
                    <a:pt x="276" y="134"/>
                  </a:cubicBezTo>
                  <a:lnTo>
                    <a:pt x="290" y="136"/>
                  </a:lnTo>
                  <a:cubicBezTo>
                    <a:pt x="299" y="138"/>
                    <a:pt x="306" y="139"/>
                    <a:pt x="315" y="141"/>
                  </a:cubicBezTo>
                  <a:cubicBezTo>
                    <a:pt x="333" y="145"/>
                    <a:pt x="349" y="150"/>
                    <a:pt x="367" y="154"/>
                  </a:cubicBezTo>
                  <a:cubicBezTo>
                    <a:pt x="401" y="165"/>
                    <a:pt x="433" y="181"/>
                    <a:pt x="468" y="187"/>
                  </a:cubicBezTo>
                  <a:cubicBezTo>
                    <a:pt x="471" y="188"/>
                    <a:pt x="474" y="188"/>
                    <a:pt x="477" y="188"/>
                  </a:cubicBezTo>
                  <a:cubicBezTo>
                    <a:pt x="509" y="188"/>
                    <a:pt x="529" y="149"/>
                    <a:pt x="504" y="124"/>
                  </a:cubicBezTo>
                  <a:cubicBezTo>
                    <a:pt x="477" y="95"/>
                    <a:pt x="443" y="74"/>
                    <a:pt x="407" y="60"/>
                  </a:cubicBezTo>
                  <a:cubicBezTo>
                    <a:pt x="371" y="43"/>
                    <a:pt x="332" y="30"/>
                    <a:pt x="294" y="19"/>
                  </a:cubicBezTo>
                  <a:cubicBezTo>
                    <a:pt x="255" y="8"/>
                    <a:pt x="215" y="1"/>
                    <a:pt x="1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5783525" y="3676650"/>
              <a:ext cx="22225" cy="3550"/>
            </a:xfrm>
            <a:custGeom>
              <a:avLst/>
              <a:gdLst/>
              <a:ahLst/>
              <a:cxnLst/>
              <a:rect l="l" t="t" r="r" b="b"/>
              <a:pathLst>
                <a:path w="889" h="142" extrusionOk="0">
                  <a:moveTo>
                    <a:pt x="555" y="1"/>
                  </a:moveTo>
                  <a:cubicBezTo>
                    <a:pt x="524" y="1"/>
                    <a:pt x="493" y="1"/>
                    <a:pt x="462" y="1"/>
                  </a:cubicBezTo>
                  <a:lnTo>
                    <a:pt x="94" y="1"/>
                  </a:lnTo>
                  <a:cubicBezTo>
                    <a:pt x="94" y="1"/>
                    <a:pt x="93" y="1"/>
                    <a:pt x="93" y="1"/>
                  </a:cubicBezTo>
                  <a:cubicBezTo>
                    <a:pt x="0" y="1"/>
                    <a:pt x="1" y="141"/>
                    <a:pt x="94" y="141"/>
                  </a:cubicBezTo>
                  <a:lnTo>
                    <a:pt x="462" y="141"/>
                  </a:lnTo>
                  <a:cubicBezTo>
                    <a:pt x="523" y="141"/>
                    <a:pt x="584" y="141"/>
                    <a:pt x="646" y="139"/>
                  </a:cubicBezTo>
                  <a:cubicBezTo>
                    <a:pt x="677" y="138"/>
                    <a:pt x="709" y="139"/>
                    <a:pt x="739" y="136"/>
                  </a:cubicBezTo>
                  <a:lnTo>
                    <a:pt x="781" y="130"/>
                  </a:lnTo>
                  <a:cubicBezTo>
                    <a:pt x="800" y="130"/>
                    <a:pt x="820" y="127"/>
                    <a:pt x="838" y="122"/>
                  </a:cubicBezTo>
                  <a:cubicBezTo>
                    <a:pt x="889" y="106"/>
                    <a:pt x="889" y="35"/>
                    <a:pt x="838" y="19"/>
                  </a:cubicBezTo>
                  <a:cubicBezTo>
                    <a:pt x="821" y="13"/>
                    <a:pt x="803" y="11"/>
                    <a:pt x="785" y="10"/>
                  </a:cubicBezTo>
                  <a:cubicBezTo>
                    <a:pt x="770" y="9"/>
                    <a:pt x="754" y="7"/>
                    <a:pt x="739" y="6"/>
                  </a:cubicBezTo>
                  <a:cubicBezTo>
                    <a:pt x="709" y="2"/>
                    <a:pt x="677" y="3"/>
                    <a:pt x="646" y="2"/>
                  </a:cubicBezTo>
                  <a:cubicBezTo>
                    <a:pt x="616" y="1"/>
                    <a:pt x="585" y="1"/>
                    <a:pt x="5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5914000" y="3591500"/>
              <a:ext cx="22475" cy="5075"/>
            </a:xfrm>
            <a:custGeom>
              <a:avLst/>
              <a:gdLst/>
              <a:ahLst/>
              <a:cxnLst/>
              <a:rect l="l" t="t" r="r" b="b"/>
              <a:pathLst>
                <a:path w="899" h="203" extrusionOk="0">
                  <a:moveTo>
                    <a:pt x="779" y="0"/>
                  </a:moveTo>
                  <a:cubicBezTo>
                    <a:pt x="768" y="1"/>
                    <a:pt x="756" y="3"/>
                    <a:pt x="745" y="6"/>
                  </a:cubicBezTo>
                  <a:cubicBezTo>
                    <a:pt x="692" y="16"/>
                    <a:pt x="638" y="25"/>
                    <a:pt x="584" y="33"/>
                  </a:cubicBezTo>
                  <a:lnTo>
                    <a:pt x="547" y="39"/>
                  </a:lnTo>
                  <a:lnTo>
                    <a:pt x="528" y="41"/>
                  </a:lnTo>
                  <a:lnTo>
                    <a:pt x="519" y="42"/>
                  </a:lnTo>
                  <a:cubicBezTo>
                    <a:pt x="492" y="47"/>
                    <a:pt x="466" y="50"/>
                    <a:pt x="440" y="52"/>
                  </a:cubicBezTo>
                  <a:cubicBezTo>
                    <a:pt x="318" y="66"/>
                    <a:pt x="196" y="74"/>
                    <a:pt x="74" y="78"/>
                  </a:cubicBezTo>
                  <a:cubicBezTo>
                    <a:pt x="0" y="83"/>
                    <a:pt x="0" y="191"/>
                    <a:pt x="74" y="194"/>
                  </a:cubicBezTo>
                  <a:cubicBezTo>
                    <a:pt x="139" y="200"/>
                    <a:pt x="204" y="203"/>
                    <a:pt x="270" y="203"/>
                  </a:cubicBezTo>
                  <a:cubicBezTo>
                    <a:pt x="424" y="203"/>
                    <a:pt x="578" y="187"/>
                    <a:pt x="730" y="154"/>
                  </a:cubicBezTo>
                  <a:cubicBezTo>
                    <a:pt x="759" y="148"/>
                    <a:pt x="792" y="144"/>
                    <a:pt x="818" y="130"/>
                  </a:cubicBezTo>
                  <a:cubicBezTo>
                    <a:pt x="829" y="125"/>
                    <a:pt x="838" y="117"/>
                    <a:pt x="849" y="111"/>
                  </a:cubicBezTo>
                  <a:cubicBezTo>
                    <a:pt x="864" y="103"/>
                    <a:pt x="877" y="92"/>
                    <a:pt x="888" y="78"/>
                  </a:cubicBezTo>
                  <a:cubicBezTo>
                    <a:pt x="898" y="62"/>
                    <a:pt x="897" y="40"/>
                    <a:pt x="884" y="27"/>
                  </a:cubicBezTo>
                  <a:cubicBezTo>
                    <a:pt x="871" y="14"/>
                    <a:pt x="853" y="7"/>
                    <a:pt x="835" y="7"/>
                  </a:cubicBezTo>
                  <a:lnTo>
                    <a:pt x="817" y="6"/>
                  </a:lnTo>
                  <a:cubicBezTo>
                    <a:pt x="814" y="6"/>
                    <a:pt x="811" y="6"/>
                    <a:pt x="808" y="5"/>
                  </a:cubicBezTo>
                  <a:lnTo>
                    <a:pt x="808" y="5"/>
                  </a:lnTo>
                  <a:cubicBezTo>
                    <a:pt x="808" y="5"/>
                    <a:pt x="812" y="5"/>
                    <a:pt x="813" y="5"/>
                  </a:cubicBezTo>
                  <a:cubicBezTo>
                    <a:pt x="813" y="5"/>
                    <a:pt x="812" y="5"/>
                    <a:pt x="810" y="5"/>
                  </a:cubicBezTo>
                  <a:cubicBezTo>
                    <a:pt x="799" y="2"/>
                    <a:pt x="790" y="1"/>
                    <a:pt x="7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5897375" y="3603275"/>
              <a:ext cx="13725" cy="5200"/>
            </a:xfrm>
            <a:custGeom>
              <a:avLst/>
              <a:gdLst/>
              <a:ahLst/>
              <a:cxnLst/>
              <a:rect l="l" t="t" r="r" b="b"/>
              <a:pathLst>
                <a:path w="549" h="208" extrusionOk="0">
                  <a:moveTo>
                    <a:pt x="448" y="1"/>
                  </a:moveTo>
                  <a:cubicBezTo>
                    <a:pt x="425" y="2"/>
                    <a:pt x="403" y="5"/>
                    <a:pt x="380" y="9"/>
                  </a:cubicBezTo>
                  <a:cubicBezTo>
                    <a:pt x="345" y="15"/>
                    <a:pt x="309" y="23"/>
                    <a:pt x="274" y="30"/>
                  </a:cubicBezTo>
                  <a:lnTo>
                    <a:pt x="61" y="70"/>
                  </a:lnTo>
                  <a:cubicBezTo>
                    <a:pt x="24" y="78"/>
                    <a:pt x="1" y="123"/>
                    <a:pt x="11" y="157"/>
                  </a:cubicBezTo>
                  <a:cubicBezTo>
                    <a:pt x="23" y="191"/>
                    <a:pt x="50" y="208"/>
                    <a:pt x="82" y="208"/>
                  </a:cubicBezTo>
                  <a:cubicBezTo>
                    <a:pt x="87" y="208"/>
                    <a:pt x="92" y="207"/>
                    <a:pt x="98" y="206"/>
                  </a:cubicBezTo>
                  <a:lnTo>
                    <a:pt x="309" y="170"/>
                  </a:lnTo>
                  <a:cubicBezTo>
                    <a:pt x="343" y="164"/>
                    <a:pt x="378" y="159"/>
                    <a:pt x="413" y="152"/>
                  </a:cubicBezTo>
                  <a:cubicBezTo>
                    <a:pt x="430" y="149"/>
                    <a:pt x="447" y="145"/>
                    <a:pt x="464" y="141"/>
                  </a:cubicBezTo>
                  <a:cubicBezTo>
                    <a:pt x="473" y="138"/>
                    <a:pt x="483" y="133"/>
                    <a:pt x="491" y="127"/>
                  </a:cubicBezTo>
                  <a:lnTo>
                    <a:pt x="491" y="127"/>
                  </a:lnTo>
                  <a:cubicBezTo>
                    <a:pt x="491" y="127"/>
                    <a:pt x="491" y="127"/>
                    <a:pt x="491" y="127"/>
                  </a:cubicBezTo>
                  <a:cubicBezTo>
                    <a:pt x="491" y="127"/>
                    <a:pt x="497" y="123"/>
                    <a:pt x="500" y="120"/>
                  </a:cubicBezTo>
                  <a:lnTo>
                    <a:pt x="500" y="120"/>
                  </a:lnTo>
                  <a:cubicBezTo>
                    <a:pt x="502" y="119"/>
                    <a:pt x="506" y="117"/>
                    <a:pt x="507" y="117"/>
                  </a:cubicBezTo>
                  <a:lnTo>
                    <a:pt x="520" y="109"/>
                  </a:lnTo>
                  <a:cubicBezTo>
                    <a:pt x="537" y="98"/>
                    <a:pt x="548" y="76"/>
                    <a:pt x="545" y="56"/>
                  </a:cubicBezTo>
                  <a:cubicBezTo>
                    <a:pt x="543" y="35"/>
                    <a:pt x="527" y="17"/>
                    <a:pt x="507" y="12"/>
                  </a:cubicBezTo>
                  <a:cubicBezTo>
                    <a:pt x="500" y="11"/>
                    <a:pt x="491" y="10"/>
                    <a:pt x="484" y="8"/>
                  </a:cubicBezTo>
                  <a:cubicBezTo>
                    <a:pt x="472" y="5"/>
                    <a:pt x="461" y="2"/>
                    <a:pt x="4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 3">
  <p:cSld name="CUSTOM_9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>
            <a:spLocks noGrp="1"/>
          </p:cNvSpPr>
          <p:nvPr>
            <p:ph type="ctrTitle"/>
          </p:nvPr>
        </p:nvSpPr>
        <p:spPr>
          <a:xfrm>
            <a:off x="2189475" y="540000"/>
            <a:ext cx="10938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subTitle" idx="1"/>
          </p:nvPr>
        </p:nvSpPr>
        <p:spPr>
          <a:xfrm>
            <a:off x="2189487" y="1580175"/>
            <a:ext cx="20004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24"/>
          <p:cNvSpPr txBox="1">
            <a:spLocks noGrp="1"/>
          </p:cNvSpPr>
          <p:nvPr>
            <p:ph type="title" idx="2" hasCustomPrompt="1"/>
          </p:nvPr>
        </p:nvSpPr>
        <p:spPr>
          <a:xfrm>
            <a:off x="3030600" y="616325"/>
            <a:ext cx="1093800" cy="904500"/>
          </a:xfrm>
          <a:prstGeom prst="rect">
            <a:avLst/>
          </a:prstGeom>
          <a:noFill/>
        </p:spPr>
        <p:txBody>
          <a:bodyPr spcFirstLastPara="1" wrap="square" lIns="0" tIns="91425" rIns="0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Fira Sans Extra Condensed Medium"/>
              <a:buNone/>
              <a:defRPr sz="4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Fira Sans Extra Condensed Medium"/>
              <a:buNone/>
              <a:defRPr sz="4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Fira Sans Extra Condensed Medium"/>
              <a:buNone/>
              <a:defRPr sz="4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Fira Sans Extra Condensed Medium"/>
              <a:buNone/>
              <a:defRPr sz="4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Fira Sans Extra Condensed Medium"/>
              <a:buNone/>
              <a:defRPr sz="4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Fira Sans Extra Condensed Medium"/>
              <a:buNone/>
              <a:defRPr sz="4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Fira Sans Extra Condensed Medium"/>
              <a:buNone/>
              <a:defRPr sz="4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Fira Sans Extra Condensed Medium"/>
              <a:buNone/>
              <a:defRPr sz="4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grpSp>
        <p:nvGrpSpPr>
          <p:cNvPr id="251" name="Google Shape;251;p24"/>
          <p:cNvGrpSpPr/>
          <p:nvPr/>
        </p:nvGrpSpPr>
        <p:grpSpPr>
          <a:xfrm>
            <a:off x="-636802" y="1192150"/>
            <a:ext cx="10337421" cy="4177242"/>
            <a:chOff x="1665675" y="1368325"/>
            <a:chExt cx="1708100" cy="690225"/>
          </a:xfrm>
        </p:grpSpPr>
        <p:sp>
          <p:nvSpPr>
            <p:cNvPr id="252" name="Google Shape;252;p24"/>
            <p:cNvSpPr/>
            <p:nvPr/>
          </p:nvSpPr>
          <p:spPr>
            <a:xfrm>
              <a:off x="1665675" y="1368325"/>
              <a:ext cx="1708100" cy="690225"/>
            </a:xfrm>
            <a:custGeom>
              <a:avLst/>
              <a:gdLst/>
              <a:ahLst/>
              <a:cxnLst/>
              <a:rect l="l" t="t" r="r" b="b"/>
              <a:pathLst>
                <a:path w="68324" h="27609" extrusionOk="0">
                  <a:moveTo>
                    <a:pt x="62687" y="1"/>
                  </a:moveTo>
                  <a:cubicBezTo>
                    <a:pt x="58218" y="1"/>
                    <a:pt x="53771" y="643"/>
                    <a:pt x="49713" y="2452"/>
                  </a:cubicBezTo>
                  <a:cubicBezTo>
                    <a:pt x="46147" y="4043"/>
                    <a:pt x="43027" y="6467"/>
                    <a:pt x="39662" y="8447"/>
                  </a:cubicBezTo>
                  <a:cubicBezTo>
                    <a:pt x="35140" y="11105"/>
                    <a:pt x="30189" y="12956"/>
                    <a:pt x="25033" y="13917"/>
                  </a:cubicBezTo>
                  <a:cubicBezTo>
                    <a:pt x="24209" y="14071"/>
                    <a:pt x="23299" y="14513"/>
                    <a:pt x="22452" y="14513"/>
                  </a:cubicBezTo>
                  <a:cubicBezTo>
                    <a:pt x="21983" y="14513"/>
                    <a:pt x="21534" y="14378"/>
                    <a:pt x="21129" y="13985"/>
                  </a:cubicBezTo>
                  <a:cubicBezTo>
                    <a:pt x="20985" y="13846"/>
                    <a:pt x="20840" y="13709"/>
                    <a:pt x="20694" y="13574"/>
                  </a:cubicBezTo>
                  <a:cubicBezTo>
                    <a:pt x="19330" y="12308"/>
                    <a:pt x="17876" y="11091"/>
                    <a:pt x="16180" y="10173"/>
                  </a:cubicBezTo>
                  <a:cubicBezTo>
                    <a:pt x="13982" y="8983"/>
                    <a:pt x="11442" y="8335"/>
                    <a:pt x="9261" y="7119"/>
                  </a:cubicBezTo>
                  <a:cubicBezTo>
                    <a:pt x="7586" y="6186"/>
                    <a:pt x="6152" y="4927"/>
                    <a:pt x="5101" y="3467"/>
                  </a:cubicBezTo>
                  <a:cubicBezTo>
                    <a:pt x="4726" y="2945"/>
                    <a:pt x="4393" y="2391"/>
                    <a:pt x="3896" y="1948"/>
                  </a:cubicBezTo>
                  <a:cubicBezTo>
                    <a:pt x="3403" y="1508"/>
                    <a:pt x="2857" y="1305"/>
                    <a:pt x="2340" y="1305"/>
                  </a:cubicBezTo>
                  <a:cubicBezTo>
                    <a:pt x="1589" y="1305"/>
                    <a:pt x="901" y="1735"/>
                    <a:pt x="528" y="2492"/>
                  </a:cubicBezTo>
                  <a:cubicBezTo>
                    <a:pt x="0" y="3564"/>
                    <a:pt x="401" y="4274"/>
                    <a:pt x="1107" y="5191"/>
                  </a:cubicBezTo>
                  <a:cubicBezTo>
                    <a:pt x="2905" y="7531"/>
                    <a:pt x="4560" y="9358"/>
                    <a:pt x="7259" y="11009"/>
                  </a:cubicBezTo>
                  <a:cubicBezTo>
                    <a:pt x="9990" y="12680"/>
                    <a:pt x="12998" y="14304"/>
                    <a:pt x="14497" y="16879"/>
                  </a:cubicBezTo>
                  <a:cubicBezTo>
                    <a:pt x="16043" y="19536"/>
                    <a:pt x="15631" y="22769"/>
                    <a:pt x="14115" y="25368"/>
                  </a:cubicBezTo>
                  <a:cubicBezTo>
                    <a:pt x="13832" y="25856"/>
                    <a:pt x="13505" y="26421"/>
                    <a:pt x="13774" y="26927"/>
                  </a:cubicBezTo>
                  <a:cubicBezTo>
                    <a:pt x="14064" y="27474"/>
                    <a:pt x="14851" y="27608"/>
                    <a:pt x="15567" y="27608"/>
                  </a:cubicBezTo>
                  <a:cubicBezTo>
                    <a:pt x="15658" y="27608"/>
                    <a:pt x="15747" y="27606"/>
                    <a:pt x="15834" y="27602"/>
                  </a:cubicBezTo>
                  <a:cubicBezTo>
                    <a:pt x="17380" y="27536"/>
                    <a:pt x="18917" y="27332"/>
                    <a:pt x="20426" y="26992"/>
                  </a:cubicBezTo>
                  <a:cubicBezTo>
                    <a:pt x="20763" y="26916"/>
                    <a:pt x="21109" y="26829"/>
                    <a:pt x="21373" y="26635"/>
                  </a:cubicBezTo>
                  <a:cubicBezTo>
                    <a:pt x="21918" y="26239"/>
                    <a:pt x="21959" y="25540"/>
                    <a:pt x="21986" y="24919"/>
                  </a:cubicBezTo>
                  <a:cubicBezTo>
                    <a:pt x="22049" y="23418"/>
                    <a:pt x="22253" y="21926"/>
                    <a:pt x="22594" y="20464"/>
                  </a:cubicBezTo>
                  <a:cubicBezTo>
                    <a:pt x="22997" y="18738"/>
                    <a:pt x="23686" y="18665"/>
                    <a:pt x="25312" y="18371"/>
                  </a:cubicBezTo>
                  <a:cubicBezTo>
                    <a:pt x="26982" y="18069"/>
                    <a:pt x="28651" y="17761"/>
                    <a:pt x="30319" y="17442"/>
                  </a:cubicBezTo>
                  <a:cubicBezTo>
                    <a:pt x="32630" y="17002"/>
                    <a:pt x="34957" y="16541"/>
                    <a:pt x="37122" y="15620"/>
                  </a:cubicBezTo>
                  <a:cubicBezTo>
                    <a:pt x="40390" y="14229"/>
                    <a:pt x="43138" y="11858"/>
                    <a:pt x="46267" y="10179"/>
                  </a:cubicBezTo>
                  <a:cubicBezTo>
                    <a:pt x="49566" y="8408"/>
                    <a:pt x="53189" y="7452"/>
                    <a:pt x="56896" y="6812"/>
                  </a:cubicBezTo>
                  <a:cubicBezTo>
                    <a:pt x="59162" y="6421"/>
                    <a:pt x="61460" y="6147"/>
                    <a:pt x="63732" y="5877"/>
                  </a:cubicBezTo>
                  <a:cubicBezTo>
                    <a:pt x="64722" y="5760"/>
                    <a:pt x="65760" y="5624"/>
                    <a:pt x="66568" y="5043"/>
                  </a:cubicBezTo>
                  <a:cubicBezTo>
                    <a:pt x="67983" y="4024"/>
                    <a:pt x="68215" y="2046"/>
                    <a:pt x="68323" y="304"/>
                  </a:cubicBezTo>
                  <a:cubicBezTo>
                    <a:pt x="66459" y="115"/>
                    <a:pt x="64571" y="1"/>
                    <a:pt x="62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3174475" y="1387325"/>
              <a:ext cx="17925" cy="4800"/>
            </a:xfrm>
            <a:custGeom>
              <a:avLst/>
              <a:gdLst/>
              <a:ahLst/>
              <a:cxnLst/>
              <a:rect l="l" t="t" r="r" b="b"/>
              <a:pathLst>
                <a:path w="717" h="192" extrusionOk="0">
                  <a:moveTo>
                    <a:pt x="106" y="0"/>
                  </a:moveTo>
                  <a:cubicBezTo>
                    <a:pt x="89" y="0"/>
                    <a:pt x="73" y="3"/>
                    <a:pt x="58" y="10"/>
                  </a:cubicBezTo>
                  <a:lnTo>
                    <a:pt x="58" y="10"/>
                  </a:lnTo>
                  <a:lnTo>
                    <a:pt x="49" y="12"/>
                  </a:lnTo>
                  <a:cubicBezTo>
                    <a:pt x="25" y="19"/>
                    <a:pt x="7" y="38"/>
                    <a:pt x="4" y="63"/>
                  </a:cubicBezTo>
                  <a:cubicBezTo>
                    <a:pt x="1" y="88"/>
                    <a:pt x="12" y="113"/>
                    <a:pt x="34" y="126"/>
                  </a:cubicBezTo>
                  <a:lnTo>
                    <a:pt x="35" y="126"/>
                  </a:lnTo>
                  <a:lnTo>
                    <a:pt x="35" y="126"/>
                  </a:lnTo>
                  <a:cubicBezTo>
                    <a:pt x="55" y="150"/>
                    <a:pt x="89" y="159"/>
                    <a:pt x="119" y="164"/>
                  </a:cubicBezTo>
                  <a:cubicBezTo>
                    <a:pt x="149" y="168"/>
                    <a:pt x="179" y="172"/>
                    <a:pt x="210" y="176"/>
                  </a:cubicBezTo>
                  <a:cubicBezTo>
                    <a:pt x="260" y="182"/>
                    <a:pt x="309" y="187"/>
                    <a:pt x="359" y="189"/>
                  </a:cubicBezTo>
                  <a:cubicBezTo>
                    <a:pt x="383" y="191"/>
                    <a:pt x="408" y="192"/>
                    <a:pt x="433" y="192"/>
                  </a:cubicBezTo>
                  <a:cubicBezTo>
                    <a:pt x="458" y="192"/>
                    <a:pt x="483" y="191"/>
                    <a:pt x="508" y="189"/>
                  </a:cubicBezTo>
                  <a:cubicBezTo>
                    <a:pt x="534" y="187"/>
                    <a:pt x="559" y="184"/>
                    <a:pt x="584" y="181"/>
                  </a:cubicBezTo>
                  <a:cubicBezTo>
                    <a:pt x="600" y="180"/>
                    <a:pt x="616" y="177"/>
                    <a:pt x="633" y="174"/>
                  </a:cubicBezTo>
                  <a:cubicBezTo>
                    <a:pt x="652" y="168"/>
                    <a:pt x="671" y="158"/>
                    <a:pt x="686" y="143"/>
                  </a:cubicBezTo>
                  <a:cubicBezTo>
                    <a:pt x="717" y="119"/>
                    <a:pt x="705" y="61"/>
                    <a:pt x="672" y="44"/>
                  </a:cubicBezTo>
                  <a:cubicBezTo>
                    <a:pt x="657" y="35"/>
                    <a:pt x="639" y="29"/>
                    <a:pt x="622" y="27"/>
                  </a:cubicBezTo>
                  <a:cubicBezTo>
                    <a:pt x="613" y="25"/>
                    <a:pt x="605" y="25"/>
                    <a:pt x="596" y="25"/>
                  </a:cubicBezTo>
                  <a:cubicBezTo>
                    <a:pt x="590" y="25"/>
                    <a:pt x="583" y="25"/>
                    <a:pt x="577" y="26"/>
                  </a:cubicBezTo>
                  <a:cubicBezTo>
                    <a:pt x="554" y="26"/>
                    <a:pt x="531" y="24"/>
                    <a:pt x="508" y="24"/>
                  </a:cubicBezTo>
                  <a:cubicBezTo>
                    <a:pt x="483" y="23"/>
                    <a:pt x="458" y="23"/>
                    <a:pt x="433" y="23"/>
                  </a:cubicBezTo>
                  <a:cubicBezTo>
                    <a:pt x="408" y="23"/>
                    <a:pt x="383" y="23"/>
                    <a:pt x="359" y="22"/>
                  </a:cubicBezTo>
                  <a:cubicBezTo>
                    <a:pt x="309" y="20"/>
                    <a:pt x="262" y="17"/>
                    <a:pt x="214" y="12"/>
                  </a:cubicBezTo>
                  <a:lnTo>
                    <a:pt x="176" y="7"/>
                  </a:lnTo>
                  <a:lnTo>
                    <a:pt x="163" y="6"/>
                  </a:lnTo>
                  <a:lnTo>
                    <a:pt x="163" y="6"/>
                  </a:lnTo>
                  <a:cubicBezTo>
                    <a:pt x="162" y="6"/>
                    <a:pt x="160" y="5"/>
                    <a:pt x="155" y="5"/>
                  </a:cubicBezTo>
                  <a:cubicBezTo>
                    <a:pt x="139" y="3"/>
                    <a:pt x="122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2931050" y="1555750"/>
              <a:ext cx="20650" cy="4375"/>
            </a:xfrm>
            <a:custGeom>
              <a:avLst/>
              <a:gdLst/>
              <a:ahLst/>
              <a:cxnLst/>
              <a:rect l="l" t="t" r="r" b="b"/>
              <a:pathLst>
                <a:path w="826" h="175" extrusionOk="0">
                  <a:moveTo>
                    <a:pt x="551" y="1"/>
                  </a:moveTo>
                  <a:cubicBezTo>
                    <a:pt x="508" y="1"/>
                    <a:pt x="465" y="2"/>
                    <a:pt x="422" y="3"/>
                  </a:cubicBezTo>
                  <a:cubicBezTo>
                    <a:pt x="306" y="6"/>
                    <a:pt x="190" y="7"/>
                    <a:pt x="73" y="17"/>
                  </a:cubicBezTo>
                  <a:cubicBezTo>
                    <a:pt x="36" y="21"/>
                    <a:pt x="1" y="47"/>
                    <a:pt x="3" y="87"/>
                  </a:cubicBezTo>
                  <a:cubicBezTo>
                    <a:pt x="4" y="125"/>
                    <a:pt x="35" y="157"/>
                    <a:pt x="73" y="158"/>
                  </a:cubicBezTo>
                  <a:cubicBezTo>
                    <a:pt x="188" y="168"/>
                    <a:pt x="306" y="169"/>
                    <a:pt x="422" y="171"/>
                  </a:cubicBezTo>
                  <a:cubicBezTo>
                    <a:pt x="469" y="172"/>
                    <a:pt x="515" y="174"/>
                    <a:pt x="562" y="174"/>
                  </a:cubicBezTo>
                  <a:cubicBezTo>
                    <a:pt x="573" y="174"/>
                    <a:pt x="584" y="174"/>
                    <a:pt x="595" y="174"/>
                  </a:cubicBezTo>
                  <a:cubicBezTo>
                    <a:pt x="624" y="174"/>
                    <a:pt x="652" y="173"/>
                    <a:pt x="681" y="171"/>
                  </a:cubicBezTo>
                  <a:cubicBezTo>
                    <a:pt x="695" y="171"/>
                    <a:pt x="710" y="171"/>
                    <a:pt x="724" y="170"/>
                  </a:cubicBezTo>
                  <a:cubicBezTo>
                    <a:pt x="751" y="168"/>
                    <a:pt x="778" y="157"/>
                    <a:pt x="797" y="136"/>
                  </a:cubicBezTo>
                  <a:cubicBezTo>
                    <a:pt x="825" y="109"/>
                    <a:pt x="825" y="66"/>
                    <a:pt x="797" y="38"/>
                  </a:cubicBezTo>
                  <a:cubicBezTo>
                    <a:pt x="779" y="20"/>
                    <a:pt x="754" y="7"/>
                    <a:pt x="727" y="5"/>
                  </a:cubicBezTo>
                  <a:cubicBezTo>
                    <a:pt x="713" y="3"/>
                    <a:pt x="698" y="3"/>
                    <a:pt x="685" y="3"/>
                  </a:cubicBezTo>
                  <a:cubicBezTo>
                    <a:pt x="656" y="2"/>
                    <a:pt x="627" y="1"/>
                    <a:pt x="598" y="1"/>
                  </a:cubicBezTo>
                  <a:cubicBezTo>
                    <a:pt x="583" y="1"/>
                    <a:pt x="567" y="1"/>
                    <a:pt x="5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2907175" y="1545000"/>
              <a:ext cx="17500" cy="5500"/>
            </a:xfrm>
            <a:custGeom>
              <a:avLst/>
              <a:gdLst/>
              <a:ahLst/>
              <a:cxnLst/>
              <a:rect l="l" t="t" r="r" b="b"/>
              <a:pathLst>
                <a:path w="700" h="220" extrusionOk="0">
                  <a:moveTo>
                    <a:pt x="584" y="1"/>
                  </a:moveTo>
                  <a:cubicBezTo>
                    <a:pt x="578" y="1"/>
                    <a:pt x="572" y="1"/>
                    <a:pt x="567" y="2"/>
                  </a:cubicBezTo>
                  <a:cubicBezTo>
                    <a:pt x="543" y="2"/>
                    <a:pt x="518" y="3"/>
                    <a:pt x="495" y="4"/>
                  </a:cubicBezTo>
                  <a:cubicBezTo>
                    <a:pt x="444" y="7"/>
                    <a:pt x="392" y="12"/>
                    <a:pt x="340" y="19"/>
                  </a:cubicBezTo>
                  <a:cubicBezTo>
                    <a:pt x="247" y="32"/>
                    <a:pt x="153" y="50"/>
                    <a:pt x="62" y="74"/>
                  </a:cubicBezTo>
                  <a:cubicBezTo>
                    <a:pt x="23" y="85"/>
                    <a:pt x="0" y="125"/>
                    <a:pt x="11" y="165"/>
                  </a:cubicBezTo>
                  <a:cubicBezTo>
                    <a:pt x="20" y="198"/>
                    <a:pt x="50" y="219"/>
                    <a:pt x="83" y="219"/>
                  </a:cubicBezTo>
                  <a:cubicBezTo>
                    <a:pt x="89" y="219"/>
                    <a:pt x="95" y="219"/>
                    <a:pt x="102" y="217"/>
                  </a:cubicBezTo>
                  <a:cubicBezTo>
                    <a:pt x="147" y="207"/>
                    <a:pt x="191" y="197"/>
                    <a:pt x="237" y="189"/>
                  </a:cubicBezTo>
                  <a:cubicBezTo>
                    <a:pt x="260" y="186"/>
                    <a:pt x="282" y="182"/>
                    <a:pt x="305" y="179"/>
                  </a:cubicBezTo>
                  <a:cubicBezTo>
                    <a:pt x="309" y="178"/>
                    <a:pt x="311" y="178"/>
                    <a:pt x="311" y="178"/>
                  </a:cubicBezTo>
                  <a:lnTo>
                    <a:pt x="311" y="178"/>
                  </a:lnTo>
                  <a:cubicBezTo>
                    <a:pt x="311" y="178"/>
                    <a:pt x="306" y="179"/>
                    <a:pt x="306" y="179"/>
                  </a:cubicBezTo>
                  <a:cubicBezTo>
                    <a:pt x="307" y="179"/>
                    <a:pt x="307" y="179"/>
                    <a:pt x="309" y="179"/>
                  </a:cubicBezTo>
                  <a:lnTo>
                    <a:pt x="326" y="177"/>
                  </a:lnTo>
                  <a:cubicBezTo>
                    <a:pt x="338" y="176"/>
                    <a:pt x="349" y="174"/>
                    <a:pt x="361" y="173"/>
                  </a:cubicBezTo>
                  <a:cubicBezTo>
                    <a:pt x="406" y="169"/>
                    <a:pt x="450" y="164"/>
                    <a:pt x="495" y="161"/>
                  </a:cubicBezTo>
                  <a:cubicBezTo>
                    <a:pt x="518" y="159"/>
                    <a:pt x="540" y="158"/>
                    <a:pt x="564" y="157"/>
                  </a:cubicBezTo>
                  <a:cubicBezTo>
                    <a:pt x="578" y="157"/>
                    <a:pt x="592" y="157"/>
                    <a:pt x="606" y="155"/>
                  </a:cubicBezTo>
                  <a:cubicBezTo>
                    <a:pt x="623" y="151"/>
                    <a:pt x="640" y="144"/>
                    <a:pt x="655" y="134"/>
                  </a:cubicBezTo>
                  <a:cubicBezTo>
                    <a:pt x="697" y="112"/>
                    <a:pt x="699" y="44"/>
                    <a:pt x="655" y="22"/>
                  </a:cubicBezTo>
                  <a:cubicBezTo>
                    <a:pt x="643" y="16"/>
                    <a:pt x="629" y="9"/>
                    <a:pt x="615" y="4"/>
                  </a:cubicBezTo>
                  <a:cubicBezTo>
                    <a:pt x="605" y="2"/>
                    <a:pt x="594" y="1"/>
                    <a:pt x="5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2548750" y="1639825"/>
              <a:ext cx="19100" cy="5050"/>
            </a:xfrm>
            <a:custGeom>
              <a:avLst/>
              <a:gdLst/>
              <a:ahLst/>
              <a:cxnLst/>
              <a:rect l="l" t="t" r="r" b="b"/>
              <a:pathLst>
                <a:path w="764" h="202" extrusionOk="0">
                  <a:moveTo>
                    <a:pt x="673" y="1"/>
                  </a:moveTo>
                  <a:cubicBezTo>
                    <a:pt x="659" y="1"/>
                    <a:pt x="644" y="3"/>
                    <a:pt x="630" y="4"/>
                  </a:cubicBezTo>
                  <a:cubicBezTo>
                    <a:pt x="604" y="6"/>
                    <a:pt x="577" y="8"/>
                    <a:pt x="552" y="10"/>
                  </a:cubicBezTo>
                  <a:cubicBezTo>
                    <a:pt x="492" y="17"/>
                    <a:pt x="433" y="26"/>
                    <a:pt x="373" y="35"/>
                  </a:cubicBezTo>
                  <a:cubicBezTo>
                    <a:pt x="264" y="51"/>
                    <a:pt x="155" y="70"/>
                    <a:pt x="45" y="87"/>
                  </a:cubicBezTo>
                  <a:cubicBezTo>
                    <a:pt x="17" y="91"/>
                    <a:pt x="0" y="125"/>
                    <a:pt x="4" y="150"/>
                  </a:cubicBezTo>
                  <a:cubicBezTo>
                    <a:pt x="7" y="175"/>
                    <a:pt x="31" y="201"/>
                    <a:pt x="58" y="201"/>
                  </a:cubicBezTo>
                  <a:cubicBezTo>
                    <a:pt x="59" y="201"/>
                    <a:pt x="60" y="201"/>
                    <a:pt x="61" y="201"/>
                  </a:cubicBezTo>
                  <a:cubicBezTo>
                    <a:pt x="171" y="190"/>
                    <a:pt x="281" y="179"/>
                    <a:pt x="392" y="168"/>
                  </a:cubicBezTo>
                  <a:cubicBezTo>
                    <a:pt x="448" y="162"/>
                    <a:pt x="505" y="155"/>
                    <a:pt x="561" y="147"/>
                  </a:cubicBezTo>
                  <a:cubicBezTo>
                    <a:pt x="590" y="143"/>
                    <a:pt x="619" y="138"/>
                    <a:pt x="647" y="133"/>
                  </a:cubicBezTo>
                  <a:cubicBezTo>
                    <a:pt x="662" y="131"/>
                    <a:pt x="676" y="129"/>
                    <a:pt x="690" y="125"/>
                  </a:cubicBezTo>
                  <a:cubicBezTo>
                    <a:pt x="708" y="120"/>
                    <a:pt x="725" y="111"/>
                    <a:pt x="738" y="97"/>
                  </a:cubicBezTo>
                  <a:cubicBezTo>
                    <a:pt x="764" y="78"/>
                    <a:pt x="757" y="28"/>
                    <a:pt x="728" y="16"/>
                  </a:cubicBezTo>
                  <a:cubicBezTo>
                    <a:pt x="711" y="6"/>
                    <a:pt x="692" y="2"/>
                    <a:pt x="6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2568500" y="1642625"/>
              <a:ext cx="17325" cy="6625"/>
            </a:xfrm>
            <a:custGeom>
              <a:avLst/>
              <a:gdLst/>
              <a:ahLst/>
              <a:cxnLst/>
              <a:rect l="l" t="t" r="r" b="b"/>
              <a:pathLst>
                <a:path w="693" h="265" extrusionOk="0">
                  <a:moveTo>
                    <a:pt x="590" y="0"/>
                  </a:moveTo>
                  <a:cubicBezTo>
                    <a:pt x="573" y="3"/>
                    <a:pt x="557" y="5"/>
                    <a:pt x="541" y="10"/>
                  </a:cubicBezTo>
                  <a:lnTo>
                    <a:pt x="471" y="23"/>
                  </a:lnTo>
                  <a:cubicBezTo>
                    <a:pt x="426" y="34"/>
                    <a:pt x="380" y="43"/>
                    <a:pt x="335" y="54"/>
                  </a:cubicBezTo>
                  <a:lnTo>
                    <a:pt x="62" y="121"/>
                  </a:lnTo>
                  <a:cubicBezTo>
                    <a:pt x="23" y="133"/>
                    <a:pt x="0" y="172"/>
                    <a:pt x="11" y="211"/>
                  </a:cubicBezTo>
                  <a:cubicBezTo>
                    <a:pt x="20" y="244"/>
                    <a:pt x="51" y="265"/>
                    <a:pt x="83" y="265"/>
                  </a:cubicBezTo>
                  <a:cubicBezTo>
                    <a:pt x="89" y="265"/>
                    <a:pt x="94" y="264"/>
                    <a:pt x="100" y="263"/>
                  </a:cubicBezTo>
                  <a:lnTo>
                    <a:pt x="100" y="264"/>
                  </a:lnTo>
                  <a:lnTo>
                    <a:pt x="377" y="204"/>
                  </a:lnTo>
                  <a:cubicBezTo>
                    <a:pt x="423" y="195"/>
                    <a:pt x="468" y="185"/>
                    <a:pt x="512" y="173"/>
                  </a:cubicBezTo>
                  <a:lnTo>
                    <a:pt x="581" y="156"/>
                  </a:lnTo>
                  <a:cubicBezTo>
                    <a:pt x="608" y="150"/>
                    <a:pt x="633" y="139"/>
                    <a:pt x="656" y="124"/>
                  </a:cubicBezTo>
                  <a:cubicBezTo>
                    <a:pt x="680" y="109"/>
                    <a:pt x="692" y="79"/>
                    <a:pt x="685" y="51"/>
                  </a:cubicBezTo>
                  <a:cubicBezTo>
                    <a:pt x="676" y="25"/>
                    <a:pt x="652" y="6"/>
                    <a:pt x="624" y="5"/>
                  </a:cubicBezTo>
                  <a:cubicBezTo>
                    <a:pt x="613" y="3"/>
                    <a:pt x="601" y="2"/>
                    <a:pt x="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2248375" y="1803450"/>
              <a:ext cx="22300" cy="6875"/>
            </a:xfrm>
            <a:custGeom>
              <a:avLst/>
              <a:gdLst/>
              <a:ahLst/>
              <a:cxnLst/>
              <a:rect l="l" t="t" r="r" b="b"/>
              <a:pathLst>
                <a:path w="892" h="275" extrusionOk="0">
                  <a:moveTo>
                    <a:pt x="798" y="0"/>
                  </a:moveTo>
                  <a:cubicBezTo>
                    <a:pt x="788" y="0"/>
                    <a:pt x="778" y="1"/>
                    <a:pt x="768" y="4"/>
                  </a:cubicBezTo>
                  <a:cubicBezTo>
                    <a:pt x="752" y="6"/>
                    <a:pt x="736" y="9"/>
                    <a:pt x="720" y="13"/>
                  </a:cubicBezTo>
                  <a:lnTo>
                    <a:pt x="706" y="15"/>
                  </a:lnTo>
                  <a:cubicBezTo>
                    <a:pt x="708" y="15"/>
                    <a:pt x="710" y="15"/>
                    <a:pt x="711" y="15"/>
                  </a:cubicBezTo>
                  <a:lnTo>
                    <a:pt x="711" y="15"/>
                  </a:lnTo>
                  <a:cubicBezTo>
                    <a:pt x="710" y="15"/>
                    <a:pt x="709" y="15"/>
                    <a:pt x="708" y="15"/>
                  </a:cubicBezTo>
                  <a:cubicBezTo>
                    <a:pt x="702" y="15"/>
                    <a:pt x="695" y="16"/>
                    <a:pt x="689" y="16"/>
                  </a:cubicBezTo>
                  <a:cubicBezTo>
                    <a:pt x="667" y="20"/>
                    <a:pt x="645" y="24"/>
                    <a:pt x="623" y="29"/>
                  </a:cubicBezTo>
                  <a:cubicBezTo>
                    <a:pt x="560" y="41"/>
                    <a:pt x="497" y="52"/>
                    <a:pt x="433" y="62"/>
                  </a:cubicBezTo>
                  <a:cubicBezTo>
                    <a:pt x="417" y="65"/>
                    <a:pt x="401" y="67"/>
                    <a:pt x="386" y="69"/>
                  </a:cubicBezTo>
                  <a:lnTo>
                    <a:pt x="383" y="70"/>
                  </a:lnTo>
                  <a:lnTo>
                    <a:pt x="383" y="70"/>
                  </a:lnTo>
                  <a:cubicBezTo>
                    <a:pt x="383" y="70"/>
                    <a:pt x="383" y="69"/>
                    <a:pt x="384" y="69"/>
                  </a:cubicBezTo>
                  <a:lnTo>
                    <a:pt x="384" y="69"/>
                  </a:lnTo>
                  <a:lnTo>
                    <a:pt x="372" y="70"/>
                  </a:lnTo>
                  <a:lnTo>
                    <a:pt x="383" y="70"/>
                  </a:lnTo>
                  <a:lnTo>
                    <a:pt x="383" y="70"/>
                  </a:lnTo>
                  <a:cubicBezTo>
                    <a:pt x="374" y="72"/>
                    <a:pt x="365" y="72"/>
                    <a:pt x="356" y="73"/>
                  </a:cubicBezTo>
                  <a:cubicBezTo>
                    <a:pt x="324" y="76"/>
                    <a:pt x="292" y="80"/>
                    <a:pt x="260" y="83"/>
                  </a:cubicBezTo>
                  <a:cubicBezTo>
                    <a:pt x="227" y="85"/>
                    <a:pt x="196" y="88"/>
                    <a:pt x="164" y="89"/>
                  </a:cubicBezTo>
                  <a:cubicBezTo>
                    <a:pt x="143" y="89"/>
                    <a:pt x="121" y="91"/>
                    <a:pt x="102" y="96"/>
                  </a:cubicBezTo>
                  <a:cubicBezTo>
                    <a:pt x="89" y="98"/>
                    <a:pt x="76" y="103"/>
                    <a:pt x="66" y="110"/>
                  </a:cubicBezTo>
                  <a:cubicBezTo>
                    <a:pt x="59" y="115"/>
                    <a:pt x="54" y="118"/>
                    <a:pt x="51" y="120"/>
                  </a:cubicBezTo>
                  <a:lnTo>
                    <a:pt x="51" y="120"/>
                  </a:lnTo>
                  <a:lnTo>
                    <a:pt x="47" y="123"/>
                  </a:lnTo>
                  <a:cubicBezTo>
                    <a:pt x="0" y="151"/>
                    <a:pt x="0" y="216"/>
                    <a:pt x="47" y="243"/>
                  </a:cubicBezTo>
                  <a:lnTo>
                    <a:pt x="47" y="242"/>
                  </a:lnTo>
                  <a:lnTo>
                    <a:pt x="55" y="247"/>
                  </a:lnTo>
                  <a:lnTo>
                    <a:pt x="55" y="247"/>
                  </a:lnTo>
                  <a:cubicBezTo>
                    <a:pt x="58" y="249"/>
                    <a:pt x="61" y="252"/>
                    <a:pt x="66" y="256"/>
                  </a:cubicBezTo>
                  <a:cubicBezTo>
                    <a:pt x="78" y="262"/>
                    <a:pt x="90" y="267"/>
                    <a:pt x="103" y="270"/>
                  </a:cubicBezTo>
                  <a:cubicBezTo>
                    <a:pt x="119" y="273"/>
                    <a:pt x="135" y="275"/>
                    <a:pt x="152" y="275"/>
                  </a:cubicBezTo>
                  <a:cubicBezTo>
                    <a:pt x="158" y="275"/>
                    <a:pt x="163" y="274"/>
                    <a:pt x="169" y="274"/>
                  </a:cubicBezTo>
                  <a:cubicBezTo>
                    <a:pt x="201" y="273"/>
                    <a:pt x="234" y="272"/>
                    <a:pt x="268" y="270"/>
                  </a:cubicBezTo>
                  <a:cubicBezTo>
                    <a:pt x="338" y="265"/>
                    <a:pt x="408" y="257"/>
                    <a:pt x="478" y="247"/>
                  </a:cubicBezTo>
                  <a:cubicBezTo>
                    <a:pt x="542" y="237"/>
                    <a:pt x="605" y="225"/>
                    <a:pt x="667" y="207"/>
                  </a:cubicBezTo>
                  <a:cubicBezTo>
                    <a:pt x="683" y="204"/>
                    <a:pt x="698" y="201"/>
                    <a:pt x="714" y="195"/>
                  </a:cubicBezTo>
                  <a:cubicBezTo>
                    <a:pt x="729" y="190"/>
                    <a:pt x="741" y="184"/>
                    <a:pt x="753" y="179"/>
                  </a:cubicBezTo>
                  <a:cubicBezTo>
                    <a:pt x="755" y="178"/>
                    <a:pt x="756" y="177"/>
                    <a:pt x="757" y="177"/>
                  </a:cubicBezTo>
                  <a:lnTo>
                    <a:pt x="757" y="177"/>
                  </a:lnTo>
                  <a:cubicBezTo>
                    <a:pt x="758" y="177"/>
                    <a:pt x="758" y="177"/>
                    <a:pt x="759" y="176"/>
                  </a:cubicBezTo>
                  <a:cubicBezTo>
                    <a:pt x="798" y="164"/>
                    <a:pt x="842" y="150"/>
                    <a:pt x="868" y="117"/>
                  </a:cubicBezTo>
                  <a:cubicBezTo>
                    <a:pt x="885" y="100"/>
                    <a:pt x="892" y="76"/>
                    <a:pt x="886" y="53"/>
                  </a:cubicBezTo>
                  <a:cubicBezTo>
                    <a:pt x="879" y="30"/>
                    <a:pt x="862" y="13"/>
                    <a:pt x="840" y="7"/>
                  </a:cubicBezTo>
                  <a:cubicBezTo>
                    <a:pt x="826" y="2"/>
                    <a:pt x="812" y="0"/>
                    <a:pt x="7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2263550" y="1795825"/>
              <a:ext cx="16650" cy="6425"/>
            </a:xfrm>
            <a:custGeom>
              <a:avLst/>
              <a:gdLst/>
              <a:ahLst/>
              <a:cxnLst/>
              <a:rect l="l" t="t" r="r" b="b"/>
              <a:pathLst>
                <a:path w="666" h="257" extrusionOk="0">
                  <a:moveTo>
                    <a:pt x="537" y="0"/>
                  </a:moveTo>
                  <a:cubicBezTo>
                    <a:pt x="514" y="0"/>
                    <a:pt x="489" y="0"/>
                    <a:pt x="466" y="2"/>
                  </a:cubicBezTo>
                  <a:cubicBezTo>
                    <a:pt x="416" y="5"/>
                    <a:pt x="365" y="12"/>
                    <a:pt x="316" y="23"/>
                  </a:cubicBezTo>
                  <a:cubicBezTo>
                    <a:pt x="222" y="44"/>
                    <a:pt x="131" y="74"/>
                    <a:pt x="44" y="114"/>
                  </a:cubicBezTo>
                  <a:cubicBezTo>
                    <a:pt x="9" y="129"/>
                    <a:pt x="0" y="177"/>
                    <a:pt x="13" y="209"/>
                  </a:cubicBezTo>
                  <a:cubicBezTo>
                    <a:pt x="23" y="234"/>
                    <a:pt x="52" y="256"/>
                    <a:pt x="82" y="256"/>
                  </a:cubicBezTo>
                  <a:cubicBezTo>
                    <a:pt x="89" y="256"/>
                    <a:pt x="96" y="255"/>
                    <a:pt x="103" y="252"/>
                  </a:cubicBezTo>
                  <a:cubicBezTo>
                    <a:pt x="184" y="220"/>
                    <a:pt x="270" y="196"/>
                    <a:pt x="356" y="181"/>
                  </a:cubicBezTo>
                  <a:lnTo>
                    <a:pt x="386" y="176"/>
                  </a:lnTo>
                  <a:cubicBezTo>
                    <a:pt x="386" y="176"/>
                    <a:pt x="399" y="175"/>
                    <a:pt x="398" y="175"/>
                  </a:cubicBezTo>
                  <a:cubicBezTo>
                    <a:pt x="398" y="175"/>
                    <a:pt x="396" y="175"/>
                    <a:pt x="394" y="175"/>
                  </a:cubicBezTo>
                  <a:lnTo>
                    <a:pt x="403" y="174"/>
                  </a:lnTo>
                  <a:cubicBezTo>
                    <a:pt x="419" y="172"/>
                    <a:pt x="435" y="171"/>
                    <a:pt x="451" y="168"/>
                  </a:cubicBezTo>
                  <a:lnTo>
                    <a:pt x="469" y="165"/>
                  </a:lnTo>
                  <a:cubicBezTo>
                    <a:pt x="469" y="165"/>
                    <a:pt x="470" y="165"/>
                    <a:pt x="471" y="165"/>
                  </a:cubicBezTo>
                  <a:lnTo>
                    <a:pt x="471" y="165"/>
                  </a:lnTo>
                  <a:cubicBezTo>
                    <a:pt x="471" y="165"/>
                    <a:pt x="470" y="165"/>
                    <a:pt x="470" y="165"/>
                  </a:cubicBezTo>
                  <a:cubicBezTo>
                    <a:pt x="492" y="162"/>
                    <a:pt x="514" y="160"/>
                    <a:pt x="537" y="158"/>
                  </a:cubicBezTo>
                  <a:lnTo>
                    <a:pt x="567" y="157"/>
                  </a:lnTo>
                  <a:cubicBezTo>
                    <a:pt x="587" y="154"/>
                    <a:pt x="607" y="148"/>
                    <a:pt x="623" y="135"/>
                  </a:cubicBezTo>
                  <a:cubicBezTo>
                    <a:pt x="666" y="110"/>
                    <a:pt x="666" y="47"/>
                    <a:pt x="623" y="22"/>
                  </a:cubicBezTo>
                  <a:cubicBezTo>
                    <a:pt x="607" y="11"/>
                    <a:pt x="588" y="4"/>
                    <a:pt x="570" y="1"/>
                  </a:cubicBezTo>
                  <a:cubicBezTo>
                    <a:pt x="558" y="0"/>
                    <a:pt x="547" y="0"/>
                    <a:pt x="5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2140300" y="1721975"/>
              <a:ext cx="13500" cy="4350"/>
            </a:xfrm>
            <a:custGeom>
              <a:avLst/>
              <a:gdLst/>
              <a:ahLst/>
              <a:cxnLst/>
              <a:rect l="l" t="t" r="r" b="b"/>
              <a:pathLst>
                <a:path w="540" h="174" extrusionOk="0">
                  <a:moveTo>
                    <a:pt x="209" y="1"/>
                  </a:moveTo>
                  <a:cubicBezTo>
                    <a:pt x="151" y="1"/>
                    <a:pt x="92" y="8"/>
                    <a:pt x="35" y="21"/>
                  </a:cubicBezTo>
                  <a:cubicBezTo>
                    <a:pt x="15" y="27"/>
                    <a:pt x="1" y="47"/>
                    <a:pt x="4" y="69"/>
                  </a:cubicBezTo>
                  <a:cubicBezTo>
                    <a:pt x="7" y="91"/>
                    <a:pt x="25" y="107"/>
                    <a:pt x="47" y="107"/>
                  </a:cubicBezTo>
                  <a:lnTo>
                    <a:pt x="47" y="106"/>
                  </a:lnTo>
                  <a:cubicBezTo>
                    <a:pt x="74" y="103"/>
                    <a:pt x="101" y="101"/>
                    <a:pt x="128" y="101"/>
                  </a:cubicBezTo>
                  <a:cubicBezTo>
                    <a:pt x="172" y="101"/>
                    <a:pt x="216" y="106"/>
                    <a:pt x="260" y="114"/>
                  </a:cubicBezTo>
                  <a:cubicBezTo>
                    <a:pt x="295" y="122"/>
                    <a:pt x="330" y="129"/>
                    <a:pt x="365" y="140"/>
                  </a:cubicBezTo>
                  <a:cubicBezTo>
                    <a:pt x="383" y="145"/>
                    <a:pt x="401" y="151"/>
                    <a:pt x="419" y="158"/>
                  </a:cubicBezTo>
                  <a:cubicBezTo>
                    <a:pt x="437" y="164"/>
                    <a:pt x="455" y="167"/>
                    <a:pt x="474" y="172"/>
                  </a:cubicBezTo>
                  <a:cubicBezTo>
                    <a:pt x="478" y="173"/>
                    <a:pt x="483" y="174"/>
                    <a:pt x="487" y="174"/>
                  </a:cubicBezTo>
                  <a:cubicBezTo>
                    <a:pt x="505" y="174"/>
                    <a:pt x="523" y="162"/>
                    <a:pt x="530" y="144"/>
                  </a:cubicBezTo>
                  <a:cubicBezTo>
                    <a:pt x="540" y="122"/>
                    <a:pt x="531" y="97"/>
                    <a:pt x="511" y="84"/>
                  </a:cubicBezTo>
                  <a:cubicBezTo>
                    <a:pt x="495" y="70"/>
                    <a:pt x="475" y="59"/>
                    <a:pt x="455" y="50"/>
                  </a:cubicBezTo>
                  <a:cubicBezTo>
                    <a:pt x="437" y="42"/>
                    <a:pt x="419" y="35"/>
                    <a:pt x="399" y="29"/>
                  </a:cubicBezTo>
                  <a:cubicBezTo>
                    <a:pt x="359" y="16"/>
                    <a:pt x="317" y="8"/>
                    <a:pt x="275" y="4"/>
                  </a:cubicBezTo>
                  <a:cubicBezTo>
                    <a:pt x="253" y="2"/>
                    <a:pt x="231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2144550" y="1713225"/>
              <a:ext cx="13675" cy="4700"/>
            </a:xfrm>
            <a:custGeom>
              <a:avLst/>
              <a:gdLst/>
              <a:ahLst/>
              <a:cxnLst/>
              <a:rect l="l" t="t" r="r" b="b"/>
              <a:pathLst>
                <a:path w="547" h="188" extrusionOk="0">
                  <a:moveTo>
                    <a:pt x="83" y="0"/>
                  </a:moveTo>
                  <a:cubicBezTo>
                    <a:pt x="50" y="0"/>
                    <a:pt x="16" y="16"/>
                    <a:pt x="8" y="53"/>
                  </a:cubicBezTo>
                  <a:cubicBezTo>
                    <a:pt x="0" y="89"/>
                    <a:pt x="18" y="138"/>
                    <a:pt x="60" y="144"/>
                  </a:cubicBezTo>
                  <a:cubicBezTo>
                    <a:pt x="134" y="156"/>
                    <a:pt x="208" y="173"/>
                    <a:pt x="282" y="176"/>
                  </a:cubicBezTo>
                  <a:lnTo>
                    <a:pt x="387" y="183"/>
                  </a:lnTo>
                  <a:cubicBezTo>
                    <a:pt x="407" y="185"/>
                    <a:pt x="429" y="188"/>
                    <a:pt x="450" y="188"/>
                  </a:cubicBezTo>
                  <a:cubicBezTo>
                    <a:pt x="467" y="188"/>
                    <a:pt x="483" y="186"/>
                    <a:pt x="497" y="180"/>
                  </a:cubicBezTo>
                  <a:cubicBezTo>
                    <a:pt x="526" y="169"/>
                    <a:pt x="547" y="128"/>
                    <a:pt x="518" y="104"/>
                  </a:cubicBezTo>
                  <a:cubicBezTo>
                    <a:pt x="508" y="96"/>
                    <a:pt x="497" y="88"/>
                    <a:pt x="486" y="83"/>
                  </a:cubicBezTo>
                  <a:cubicBezTo>
                    <a:pt x="477" y="80"/>
                    <a:pt x="467" y="77"/>
                    <a:pt x="458" y="75"/>
                  </a:cubicBezTo>
                  <a:lnTo>
                    <a:pt x="411" y="64"/>
                  </a:lnTo>
                  <a:lnTo>
                    <a:pt x="309" y="37"/>
                  </a:lnTo>
                  <a:cubicBezTo>
                    <a:pt x="241" y="20"/>
                    <a:pt x="168" y="12"/>
                    <a:pt x="99" y="1"/>
                  </a:cubicBezTo>
                  <a:cubicBezTo>
                    <a:pt x="94" y="1"/>
                    <a:pt x="89" y="0"/>
                    <a:pt x="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1831475" y="1608625"/>
              <a:ext cx="19825" cy="12475"/>
            </a:xfrm>
            <a:custGeom>
              <a:avLst/>
              <a:gdLst/>
              <a:ahLst/>
              <a:cxnLst/>
              <a:rect l="l" t="t" r="r" b="b"/>
              <a:pathLst>
                <a:path w="793" h="499" extrusionOk="0">
                  <a:moveTo>
                    <a:pt x="203" y="91"/>
                  </a:moveTo>
                  <a:cubicBezTo>
                    <a:pt x="205" y="93"/>
                    <a:pt x="207" y="94"/>
                    <a:pt x="207" y="94"/>
                  </a:cubicBezTo>
                  <a:cubicBezTo>
                    <a:pt x="207" y="94"/>
                    <a:pt x="206" y="93"/>
                    <a:pt x="203" y="91"/>
                  </a:cubicBezTo>
                  <a:close/>
                  <a:moveTo>
                    <a:pt x="273" y="146"/>
                  </a:moveTo>
                  <a:lnTo>
                    <a:pt x="275" y="147"/>
                  </a:lnTo>
                  <a:lnTo>
                    <a:pt x="275" y="147"/>
                  </a:lnTo>
                  <a:cubicBezTo>
                    <a:pt x="275" y="147"/>
                    <a:pt x="274" y="146"/>
                    <a:pt x="273" y="146"/>
                  </a:cubicBezTo>
                  <a:close/>
                  <a:moveTo>
                    <a:pt x="617" y="351"/>
                  </a:moveTo>
                  <a:cubicBezTo>
                    <a:pt x="621" y="353"/>
                    <a:pt x="623" y="353"/>
                    <a:pt x="622" y="353"/>
                  </a:cubicBezTo>
                  <a:cubicBezTo>
                    <a:pt x="622" y="353"/>
                    <a:pt x="620" y="353"/>
                    <a:pt x="617" y="351"/>
                  </a:cubicBezTo>
                  <a:close/>
                  <a:moveTo>
                    <a:pt x="72" y="0"/>
                  </a:moveTo>
                  <a:cubicBezTo>
                    <a:pt x="56" y="0"/>
                    <a:pt x="40" y="7"/>
                    <a:pt x="27" y="19"/>
                  </a:cubicBezTo>
                  <a:cubicBezTo>
                    <a:pt x="0" y="48"/>
                    <a:pt x="4" y="83"/>
                    <a:pt x="27" y="110"/>
                  </a:cubicBezTo>
                  <a:lnTo>
                    <a:pt x="26" y="109"/>
                  </a:lnTo>
                  <a:lnTo>
                    <a:pt x="26" y="109"/>
                  </a:lnTo>
                  <a:cubicBezTo>
                    <a:pt x="58" y="152"/>
                    <a:pt x="94" y="191"/>
                    <a:pt x="132" y="228"/>
                  </a:cubicBezTo>
                  <a:cubicBezTo>
                    <a:pt x="174" y="266"/>
                    <a:pt x="220" y="300"/>
                    <a:pt x="269" y="332"/>
                  </a:cubicBezTo>
                  <a:cubicBezTo>
                    <a:pt x="310" y="362"/>
                    <a:pt x="355" y="389"/>
                    <a:pt x="402" y="412"/>
                  </a:cubicBezTo>
                  <a:cubicBezTo>
                    <a:pt x="430" y="424"/>
                    <a:pt x="459" y="437"/>
                    <a:pt x="488" y="449"/>
                  </a:cubicBezTo>
                  <a:cubicBezTo>
                    <a:pt x="515" y="461"/>
                    <a:pt x="545" y="469"/>
                    <a:pt x="576" y="472"/>
                  </a:cubicBezTo>
                  <a:lnTo>
                    <a:pt x="573" y="472"/>
                  </a:lnTo>
                  <a:cubicBezTo>
                    <a:pt x="576" y="473"/>
                    <a:pt x="579" y="474"/>
                    <a:pt x="584" y="475"/>
                  </a:cubicBezTo>
                  <a:lnTo>
                    <a:pt x="606" y="480"/>
                  </a:lnTo>
                  <a:cubicBezTo>
                    <a:pt x="621" y="483"/>
                    <a:pt x="635" y="487"/>
                    <a:pt x="650" y="489"/>
                  </a:cubicBezTo>
                  <a:cubicBezTo>
                    <a:pt x="672" y="494"/>
                    <a:pt x="696" y="499"/>
                    <a:pt x="719" y="499"/>
                  </a:cubicBezTo>
                  <a:cubicBezTo>
                    <a:pt x="730" y="499"/>
                    <a:pt x="741" y="498"/>
                    <a:pt x="752" y="495"/>
                  </a:cubicBezTo>
                  <a:cubicBezTo>
                    <a:pt x="782" y="485"/>
                    <a:pt x="792" y="447"/>
                    <a:pt x="771" y="426"/>
                  </a:cubicBezTo>
                  <a:cubicBezTo>
                    <a:pt x="748" y="407"/>
                    <a:pt x="721" y="393"/>
                    <a:pt x="693" y="384"/>
                  </a:cubicBezTo>
                  <a:lnTo>
                    <a:pt x="677" y="378"/>
                  </a:lnTo>
                  <a:lnTo>
                    <a:pt x="677" y="378"/>
                  </a:lnTo>
                  <a:cubicBezTo>
                    <a:pt x="674" y="377"/>
                    <a:pt x="668" y="374"/>
                    <a:pt x="667" y="374"/>
                  </a:cubicBezTo>
                  <a:cubicBezTo>
                    <a:pt x="655" y="368"/>
                    <a:pt x="644" y="363"/>
                    <a:pt x="632" y="358"/>
                  </a:cubicBezTo>
                  <a:cubicBezTo>
                    <a:pt x="628" y="355"/>
                    <a:pt x="622" y="352"/>
                    <a:pt x="617" y="351"/>
                  </a:cubicBezTo>
                  <a:cubicBezTo>
                    <a:pt x="614" y="347"/>
                    <a:pt x="611" y="344"/>
                    <a:pt x="606" y="342"/>
                  </a:cubicBezTo>
                  <a:cubicBezTo>
                    <a:pt x="594" y="334"/>
                    <a:pt x="581" y="327"/>
                    <a:pt x="567" y="321"/>
                  </a:cubicBezTo>
                  <a:cubicBezTo>
                    <a:pt x="545" y="311"/>
                    <a:pt x="522" y="299"/>
                    <a:pt x="500" y="286"/>
                  </a:cubicBezTo>
                  <a:cubicBezTo>
                    <a:pt x="455" y="262"/>
                    <a:pt x="410" y="238"/>
                    <a:pt x="368" y="210"/>
                  </a:cubicBezTo>
                  <a:cubicBezTo>
                    <a:pt x="345" y="197"/>
                    <a:pt x="323" y="182"/>
                    <a:pt x="302" y="167"/>
                  </a:cubicBezTo>
                  <a:lnTo>
                    <a:pt x="275" y="147"/>
                  </a:lnTo>
                  <a:lnTo>
                    <a:pt x="275" y="147"/>
                  </a:lnTo>
                  <a:cubicBezTo>
                    <a:pt x="276" y="148"/>
                    <a:pt x="276" y="148"/>
                    <a:pt x="277" y="148"/>
                  </a:cubicBezTo>
                  <a:cubicBezTo>
                    <a:pt x="277" y="148"/>
                    <a:pt x="271" y="144"/>
                    <a:pt x="271" y="144"/>
                  </a:cubicBezTo>
                  <a:lnTo>
                    <a:pt x="271" y="144"/>
                  </a:lnTo>
                  <a:cubicBezTo>
                    <a:pt x="271" y="144"/>
                    <a:pt x="271" y="144"/>
                    <a:pt x="273" y="146"/>
                  </a:cubicBezTo>
                  <a:cubicBezTo>
                    <a:pt x="272" y="145"/>
                    <a:pt x="271" y="144"/>
                    <a:pt x="270" y="144"/>
                  </a:cubicBezTo>
                  <a:lnTo>
                    <a:pt x="252" y="129"/>
                  </a:lnTo>
                  <a:cubicBezTo>
                    <a:pt x="238" y="117"/>
                    <a:pt x="224" y="107"/>
                    <a:pt x="209" y="95"/>
                  </a:cubicBezTo>
                  <a:cubicBezTo>
                    <a:pt x="207" y="94"/>
                    <a:pt x="205" y="93"/>
                    <a:pt x="203" y="91"/>
                  </a:cubicBezTo>
                  <a:lnTo>
                    <a:pt x="203" y="91"/>
                  </a:lnTo>
                  <a:cubicBezTo>
                    <a:pt x="203" y="91"/>
                    <a:pt x="203" y="91"/>
                    <a:pt x="203" y="91"/>
                  </a:cubicBezTo>
                  <a:lnTo>
                    <a:pt x="203" y="91"/>
                  </a:lnTo>
                  <a:cubicBezTo>
                    <a:pt x="203" y="90"/>
                    <a:pt x="202" y="90"/>
                    <a:pt x="202" y="89"/>
                  </a:cubicBezTo>
                  <a:lnTo>
                    <a:pt x="202" y="89"/>
                  </a:lnTo>
                  <a:cubicBezTo>
                    <a:pt x="202" y="90"/>
                    <a:pt x="203" y="90"/>
                    <a:pt x="203" y="91"/>
                  </a:cubicBezTo>
                  <a:lnTo>
                    <a:pt x="203" y="91"/>
                  </a:lnTo>
                  <a:cubicBezTo>
                    <a:pt x="203" y="91"/>
                    <a:pt x="203" y="91"/>
                    <a:pt x="203" y="91"/>
                  </a:cubicBezTo>
                  <a:cubicBezTo>
                    <a:pt x="197" y="86"/>
                    <a:pt x="190" y="81"/>
                    <a:pt x="185" y="77"/>
                  </a:cubicBezTo>
                  <a:cubicBezTo>
                    <a:pt x="162" y="58"/>
                    <a:pt x="140" y="39"/>
                    <a:pt x="118" y="19"/>
                  </a:cubicBezTo>
                  <a:cubicBezTo>
                    <a:pt x="105" y="7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1859175" y="1615125"/>
              <a:ext cx="22450" cy="7275"/>
            </a:xfrm>
            <a:custGeom>
              <a:avLst/>
              <a:gdLst/>
              <a:ahLst/>
              <a:cxnLst/>
              <a:rect l="l" t="t" r="r" b="b"/>
              <a:pathLst>
                <a:path w="898" h="291" extrusionOk="0">
                  <a:moveTo>
                    <a:pt x="80" y="1"/>
                  </a:moveTo>
                  <a:cubicBezTo>
                    <a:pt x="48" y="1"/>
                    <a:pt x="16" y="18"/>
                    <a:pt x="9" y="52"/>
                  </a:cubicBezTo>
                  <a:cubicBezTo>
                    <a:pt x="1" y="87"/>
                    <a:pt x="19" y="130"/>
                    <a:pt x="59" y="139"/>
                  </a:cubicBezTo>
                  <a:lnTo>
                    <a:pt x="57" y="139"/>
                  </a:lnTo>
                  <a:lnTo>
                    <a:pt x="433" y="224"/>
                  </a:lnTo>
                  <a:cubicBezTo>
                    <a:pt x="495" y="238"/>
                    <a:pt x="557" y="253"/>
                    <a:pt x="620" y="263"/>
                  </a:cubicBezTo>
                  <a:lnTo>
                    <a:pt x="712" y="280"/>
                  </a:lnTo>
                  <a:cubicBezTo>
                    <a:pt x="729" y="283"/>
                    <a:pt x="745" y="286"/>
                    <a:pt x="762" y="289"/>
                  </a:cubicBezTo>
                  <a:cubicBezTo>
                    <a:pt x="772" y="290"/>
                    <a:pt x="781" y="291"/>
                    <a:pt x="791" y="291"/>
                  </a:cubicBezTo>
                  <a:cubicBezTo>
                    <a:pt x="801" y="291"/>
                    <a:pt x="811" y="290"/>
                    <a:pt x="822" y="289"/>
                  </a:cubicBezTo>
                  <a:cubicBezTo>
                    <a:pt x="877" y="289"/>
                    <a:pt x="898" y="215"/>
                    <a:pt x="849" y="187"/>
                  </a:cubicBezTo>
                  <a:cubicBezTo>
                    <a:pt x="832" y="177"/>
                    <a:pt x="815" y="168"/>
                    <a:pt x="796" y="161"/>
                  </a:cubicBezTo>
                  <a:cubicBezTo>
                    <a:pt x="780" y="156"/>
                    <a:pt x="764" y="153"/>
                    <a:pt x="748" y="150"/>
                  </a:cubicBezTo>
                  <a:lnTo>
                    <a:pt x="658" y="125"/>
                  </a:lnTo>
                  <a:cubicBezTo>
                    <a:pt x="596" y="109"/>
                    <a:pt x="534" y="97"/>
                    <a:pt x="472" y="83"/>
                  </a:cubicBezTo>
                  <a:lnTo>
                    <a:pt x="95" y="2"/>
                  </a:lnTo>
                  <a:cubicBezTo>
                    <a:pt x="90" y="1"/>
                    <a:pt x="85" y="1"/>
                    <a:pt x="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1">
  <p:cSld name="CUSTOM_10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 txBox="1">
            <a:spLocks noGrp="1"/>
          </p:cNvSpPr>
          <p:nvPr>
            <p:ph type="ctrTitle"/>
          </p:nvPr>
        </p:nvSpPr>
        <p:spPr>
          <a:xfrm flipH="1">
            <a:off x="5594400" y="2090838"/>
            <a:ext cx="2829600" cy="9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subTitle" idx="1"/>
          </p:nvPr>
        </p:nvSpPr>
        <p:spPr>
          <a:xfrm flipH="1">
            <a:off x="5972067" y="2920363"/>
            <a:ext cx="24519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7" name="Google Shape;267;p25"/>
          <p:cNvGrpSpPr/>
          <p:nvPr/>
        </p:nvGrpSpPr>
        <p:grpSpPr>
          <a:xfrm>
            <a:off x="-735340" y="-384560"/>
            <a:ext cx="3194782" cy="2773394"/>
            <a:chOff x="1652825" y="2051550"/>
            <a:chExt cx="553075" cy="480125"/>
          </a:xfrm>
        </p:grpSpPr>
        <p:sp>
          <p:nvSpPr>
            <p:cNvPr id="268" name="Google Shape;268;p25"/>
            <p:cNvSpPr/>
            <p:nvPr/>
          </p:nvSpPr>
          <p:spPr>
            <a:xfrm>
              <a:off x="1652825" y="2051550"/>
              <a:ext cx="553075" cy="480125"/>
            </a:xfrm>
            <a:custGeom>
              <a:avLst/>
              <a:gdLst/>
              <a:ahLst/>
              <a:cxnLst/>
              <a:rect l="l" t="t" r="r" b="b"/>
              <a:pathLst>
                <a:path w="22123" h="19205" extrusionOk="0">
                  <a:moveTo>
                    <a:pt x="14167" y="591"/>
                  </a:moveTo>
                  <a:lnTo>
                    <a:pt x="12063" y="1975"/>
                  </a:lnTo>
                  <a:cubicBezTo>
                    <a:pt x="12692" y="1765"/>
                    <a:pt x="13324" y="1564"/>
                    <a:pt x="13960" y="1373"/>
                  </a:cubicBezTo>
                  <a:lnTo>
                    <a:pt x="13960" y="1373"/>
                  </a:lnTo>
                  <a:cubicBezTo>
                    <a:pt x="14036" y="1115"/>
                    <a:pt x="14105" y="854"/>
                    <a:pt x="14167" y="591"/>
                  </a:cubicBezTo>
                  <a:close/>
                  <a:moveTo>
                    <a:pt x="19856" y="0"/>
                  </a:moveTo>
                  <a:cubicBezTo>
                    <a:pt x="19449" y="0"/>
                    <a:pt x="19027" y="62"/>
                    <a:pt x="18648" y="147"/>
                  </a:cubicBezTo>
                  <a:cubicBezTo>
                    <a:pt x="17071" y="499"/>
                    <a:pt x="15507" y="908"/>
                    <a:pt x="13960" y="1373"/>
                  </a:cubicBezTo>
                  <a:lnTo>
                    <a:pt x="13960" y="1373"/>
                  </a:lnTo>
                  <a:cubicBezTo>
                    <a:pt x="13110" y="4248"/>
                    <a:pt x="11393" y="6865"/>
                    <a:pt x="9083" y="8777"/>
                  </a:cubicBezTo>
                  <a:cubicBezTo>
                    <a:pt x="7257" y="10289"/>
                    <a:pt x="5096" y="11357"/>
                    <a:pt x="3291" y="12892"/>
                  </a:cubicBezTo>
                  <a:cubicBezTo>
                    <a:pt x="1486" y="14425"/>
                    <a:pt x="1" y="16651"/>
                    <a:pt x="259" y="19007"/>
                  </a:cubicBezTo>
                  <a:cubicBezTo>
                    <a:pt x="755" y="19142"/>
                    <a:pt x="1264" y="19204"/>
                    <a:pt x="1774" y="19204"/>
                  </a:cubicBezTo>
                  <a:cubicBezTo>
                    <a:pt x="3055" y="19204"/>
                    <a:pt x="4347" y="18814"/>
                    <a:pt x="5491" y="18214"/>
                  </a:cubicBezTo>
                  <a:cubicBezTo>
                    <a:pt x="7090" y="17373"/>
                    <a:pt x="8450" y="16152"/>
                    <a:pt x="9792" y="14942"/>
                  </a:cubicBezTo>
                  <a:cubicBezTo>
                    <a:pt x="11993" y="12958"/>
                    <a:pt x="14208" y="10960"/>
                    <a:pt x="15996" y="8597"/>
                  </a:cubicBezTo>
                  <a:cubicBezTo>
                    <a:pt x="17222" y="6976"/>
                    <a:pt x="18259" y="5172"/>
                    <a:pt x="19823" y="3877"/>
                  </a:cubicBezTo>
                  <a:cubicBezTo>
                    <a:pt x="20802" y="3066"/>
                    <a:pt x="22122" y="1986"/>
                    <a:pt x="21580" y="838"/>
                  </a:cubicBezTo>
                  <a:cubicBezTo>
                    <a:pt x="21281" y="202"/>
                    <a:pt x="20593" y="0"/>
                    <a:pt x="198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2009125" y="2124850"/>
              <a:ext cx="22700" cy="7825"/>
            </a:xfrm>
            <a:custGeom>
              <a:avLst/>
              <a:gdLst/>
              <a:ahLst/>
              <a:cxnLst/>
              <a:rect l="l" t="t" r="r" b="b"/>
              <a:pathLst>
                <a:path w="908" h="313" extrusionOk="0">
                  <a:moveTo>
                    <a:pt x="703" y="1"/>
                  </a:moveTo>
                  <a:cubicBezTo>
                    <a:pt x="689" y="1"/>
                    <a:pt x="675" y="2"/>
                    <a:pt x="660" y="5"/>
                  </a:cubicBezTo>
                  <a:cubicBezTo>
                    <a:pt x="592" y="15"/>
                    <a:pt x="526" y="26"/>
                    <a:pt x="459" y="42"/>
                  </a:cubicBezTo>
                  <a:cubicBezTo>
                    <a:pt x="328" y="73"/>
                    <a:pt x="199" y="111"/>
                    <a:pt x="71" y="155"/>
                  </a:cubicBezTo>
                  <a:cubicBezTo>
                    <a:pt x="31" y="169"/>
                    <a:pt x="1" y="210"/>
                    <a:pt x="14" y="254"/>
                  </a:cubicBezTo>
                  <a:cubicBezTo>
                    <a:pt x="25" y="289"/>
                    <a:pt x="57" y="312"/>
                    <a:pt x="93" y="312"/>
                  </a:cubicBezTo>
                  <a:cubicBezTo>
                    <a:pt x="99" y="312"/>
                    <a:pt x="107" y="311"/>
                    <a:pt x="113" y="309"/>
                  </a:cubicBezTo>
                  <a:cubicBezTo>
                    <a:pt x="240" y="269"/>
                    <a:pt x="370" y="236"/>
                    <a:pt x="501" y="207"/>
                  </a:cubicBezTo>
                  <a:cubicBezTo>
                    <a:pt x="567" y="193"/>
                    <a:pt x="632" y="177"/>
                    <a:pt x="697" y="162"/>
                  </a:cubicBezTo>
                  <a:cubicBezTo>
                    <a:pt x="717" y="158"/>
                    <a:pt x="736" y="153"/>
                    <a:pt x="755" y="143"/>
                  </a:cubicBezTo>
                  <a:lnTo>
                    <a:pt x="765" y="135"/>
                  </a:lnTo>
                  <a:cubicBezTo>
                    <a:pt x="770" y="134"/>
                    <a:pt x="772" y="133"/>
                    <a:pt x="771" y="133"/>
                  </a:cubicBezTo>
                  <a:cubicBezTo>
                    <a:pt x="771" y="133"/>
                    <a:pt x="770" y="133"/>
                    <a:pt x="769" y="133"/>
                  </a:cubicBezTo>
                  <a:cubicBezTo>
                    <a:pt x="768" y="133"/>
                    <a:pt x="767" y="134"/>
                    <a:pt x="767" y="134"/>
                  </a:cubicBezTo>
                  <a:cubicBezTo>
                    <a:pt x="766" y="134"/>
                    <a:pt x="768" y="133"/>
                    <a:pt x="773" y="131"/>
                  </a:cubicBezTo>
                  <a:lnTo>
                    <a:pt x="787" y="126"/>
                  </a:lnTo>
                  <a:cubicBezTo>
                    <a:pt x="820" y="115"/>
                    <a:pt x="853" y="101"/>
                    <a:pt x="884" y="82"/>
                  </a:cubicBezTo>
                  <a:cubicBezTo>
                    <a:pt x="908" y="67"/>
                    <a:pt x="903" y="30"/>
                    <a:pt x="876" y="21"/>
                  </a:cubicBezTo>
                  <a:cubicBezTo>
                    <a:pt x="841" y="12"/>
                    <a:pt x="806" y="8"/>
                    <a:pt x="771" y="8"/>
                  </a:cubicBezTo>
                  <a:cubicBezTo>
                    <a:pt x="769" y="8"/>
                    <a:pt x="757" y="7"/>
                    <a:pt x="753" y="7"/>
                  </a:cubicBezTo>
                  <a:cubicBezTo>
                    <a:pt x="752" y="7"/>
                    <a:pt x="752" y="7"/>
                    <a:pt x="752" y="7"/>
                  </a:cubicBezTo>
                  <a:lnTo>
                    <a:pt x="752" y="7"/>
                  </a:lnTo>
                  <a:cubicBezTo>
                    <a:pt x="747" y="6"/>
                    <a:pt x="741" y="5"/>
                    <a:pt x="736" y="3"/>
                  </a:cubicBezTo>
                  <a:cubicBezTo>
                    <a:pt x="725" y="2"/>
                    <a:pt x="714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2023400" y="2131700"/>
              <a:ext cx="10600" cy="3000"/>
            </a:xfrm>
            <a:custGeom>
              <a:avLst/>
              <a:gdLst/>
              <a:ahLst/>
              <a:cxnLst/>
              <a:rect l="l" t="t" r="r" b="b"/>
              <a:pathLst>
                <a:path w="424" h="120" extrusionOk="0">
                  <a:moveTo>
                    <a:pt x="333" y="0"/>
                  </a:moveTo>
                  <a:cubicBezTo>
                    <a:pt x="326" y="0"/>
                    <a:pt x="319" y="0"/>
                    <a:pt x="311" y="1"/>
                  </a:cubicBezTo>
                  <a:lnTo>
                    <a:pt x="229" y="3"/>
                  </a:lnTo>
                  <a:lnTo>
                    <a:pt x="61" y="9"/>
                  </a:lnTo>
                  <a:cubicBezTo>
                    <a:pt x="27" y="9"/>
                    <a:pt x="1" y="38"/>
                    <a:pt x="5" y="71"/>
                  </a:cubicBezTo>
                  <a:cubicBezTo>
                    <a:pt x="9" y="100"/>
                    <a:pt x="34" y="120"/>
                    <a:pt x="62" y="120"/>
                  </a:cubicBezTo>
                  <a:cubicBezTo>
                    <a:pt x="66" y="120"/>
                    <a:pt x="71" y="119"/>
                    <a:pt x="75" y="118"/>
                  </a:cubicBezTo>
                  <a:lnTo>
                    <a:pt x="240" y="81"/>
                  </a:lnTo>
                  <a:lnTo>
                    <a:pt x="321" y="64"/>
                  </a:lnTo>
                  <a:cubicBezTo>
                    <a:pt x="348" y="58"/>
                    <a:pt x="376" y="50"/>
                    <a:pt x="402" y="40"/>
                  </a:cubicBezTo>
                  <a:cubicBezTo>
                    <a:pt x="423" y="34"/>
                    <a:pt x="420" y="4"/>
                    <a:pt x="398" y="4"/>
                  </a:cubicBezTo>
                  <a:cubicBezTo>
                    <a:pt x="376" y="2"/>
                    <a:pt x="355" y="0"/>
                    <a:pt x="3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2125375" y="2140550"/>
              <a:ext cx="10225" cy="4850"/>
            </a:xfrm>
            <a:custGeom>
              <a:avLst/>
              <a:gdLst/>
              <a:ahLst/>
              <a:cxnLst/>
              <a:rect l="l" t="t" r="r" b="b"/>
              <a:pathLst>
                <a:path w="409" h="194" extrusionOk="0">
                  <a:moveTo>
                    <a:pt x="356" y="0"/>
                  </a:moveTo>
                  <a:cubicBezTo>
                    <a:pt x="347" y="0"/>
                    <a:pt x="339" y="1"/>
                    <a:pt x="332" y="4"/>
                  </a:cubicBezTo>
                  <a:cubicBezTo>
                    <a:pt x="317" y="6"/>
                    <a:pt x="304" y="8"/>
                    <a:pt x="290" y="12"/>
                  </a:cubicBezTo>
                  <a:lnTo>
                    <a:pt x="211" y="30"/>
                  </a:lnTo>
                  <a:cubicBezTo>
                    <a:pt x="183" y="36"/>
                    <a:pt x="157" y="42"/>
                    <a:pt x="132" y="51"/>
                  </a:cubicBezTo>
                  <a:lnTo>
                    <a:pt x="52" y="80"/>
                  </a:lnTo>
                  <a:cubicBezTo>
                    <a:pt x="23" y="90"/>
                    <a:pt x="0" y="120"/>
                    <a:pt x="11" y="151"/>
                  </a:cubicBezTo>
                  <a:cubicBezTo>
                    <a:pt x="18" y="177"/>
                    <a:pt x="42" y="194"/>
                    <a:pt x="67" y="194"/>
                  </a:cubicBezTo>
                  <a:cubicBezTo>
                    <a:pt x="72" y="194"/>
                    <a:pt x="78" y="193"/>
                    <a:pt x="83" y="191"/>
                  </a:cubicBezTo>
                  <a:lnTo>
                    <a:pt x="82" y="191"/>
                  </a:lnTo>
                  <a:lnTo>
                    <a:pt x="164" y="167"/>
                  </a:lnTo>
                  <a:cubicBezTo>
                    <a:pt x="193" y="157"/>
                    <a:pt x="221" y="144"/>
                    <a:pt x="250" y="131"/>
                  </a:cubicBezTo>
                  <a:lnTo>
                    <a:pt x="326" y="98"/>
                  </a:lnTo>
                  <a:cubicBezTo>
                    <a:pt x="351" y="86"/>
                    <a:pt x="383" y="75"/>
                    <a:pt x="399" y="51"/>
                  </a:cubicBezTo>
                  <a:cubicBezTo>
                    <a:pt x="409" y="32"/>
                    <a:pt x="400" y="9"/>
                    <a:pt x="380" y="4"/>
                  </a:cubicBezTo>
                  <a:cubicBezTo>
                    <a:pt x="372" y="1"/>
                    <a:pt x="364" y="0"/>
                    <a:pt x="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1891125" y="2273725"/>
              <a:ext cx="15350" cy="7425"/>
            </a:xfrm>
            <a:custGeom>
              <a:avLst/>
              <a:gdLst/>
              <a:ahLst/>
              <a:cxnLst/>
              <a:rect l="l" t="t" r="r" b="b"/>
              <a:pathLst>
                <a:path w="614" h="297" extrusionOk="0">
                  <a:moveTo>
                    <a:pt x="544" y="0"/>
                  </a:moveTo>
                  <a:cubicBezTo>
                    <a:pt x="503" y="0"/>
                    <a:pt x="465" y="16"/>
                    <a:pt x="427" y="27"/>
                  </a:cubicBezTo>
                  <a:cubicBezTo>
                    <a:pt x="406" y="34"/>
                    <a:pt x="385" y="38"/>
                    <a:pt x="365" y="45"/>
                  </a:cubicBezTo>
                  <a:lnTo>
                    <a:pt x="302" y="65"/>
                  </a:lnTo>
                  <a:cubicBezTo>
                    <a:pt x="223" y="93"/>
                    <a:pt x="144" y="123"/>
                    <a:pt x="64" y="154"/>
                  </a:cubicBezTo>
                  <a:cubicBezTo>
                    <a:pt x="28" y="168"/>
                    <a:pt x="1" y="203"/>
                    <a:pt x="13" y="243"/>
                  </a:cubicBezTo>
                  <a:cubicBezTo>
                    <a:pt x="23" y="273"/>
                    <a:pt x="51" y="296"/>
                    <a:pt x="82" y="296"/>
                  </a:cubicBezTo>
                  <a:cubicBezTo>
                    <a:pt x="89" y="296"/>
                    <a:pt x="96" y="295"/>
                    <a:pt x="102" y="293"/>
                  </a:cubicBezTo>
                  <a:lnTo>
                    <a:pt x="101" y="293"/>
                  </a:lnTo>
                  <a:cubicBezTo>
                    <a:pt x="183" y="267"/>
                    <a:pt x="264" y="239"/>
                    <a:pt x="346" y="209"/>
                  </a:cubicBezTo>
                  <a:lnTo>
                    <a:pt x="404" y="188"/>
                  </a:lnTo>
                  <a:cubicBezTo>
                    <a:pt x="418" y="183"/>
                    <a:pt x="431" y="178"/>
                    <a:pt x="445" y="171"/>
                  </a:cubicBezTo>
                  <a:cubicBezTo>
                    <a:pt x="450" y="169"/>
                    <a:pt x="456" y="167"/>
                    <a:pt x="460" y="163"/>
                  </a:cubicBezTo>
                  <a:cubicBezTo>
                    <a:pt x="461" y="162"/>
                    <a:pt x="462" y="162"/>
                    <a:pt x="462" y="161"/>
                  </a:cubicBezTo>
                  <a:lnTo>
                    <a:pt x="462" y="161"/>
                  </a:lnTo>
                  <a:cubicBezTo>
                    <a:pt x="462" y="161"/>
                    <a:pt x="462" y="161"/>
                    <a:pt x="462" y="161"/>
                  </a:cubicBezTo>
                  <a:cubicBezTo>
                    <a:pt x="483" y="153"/>
                    <a:pt x="503" y="145"/>
                    <a:pt x="522" y="136"/>
                  </a:cubicBezTo>
                  <a:cubicBezTo>
                    <a:pt x="535" y="131"/>
                    <a:pt x="549" y="126"/>
                    <a:pt x="561" y="119"/>
                  </a:cubicBezTo>
                  <a:cubicBezTo>
                    <a:pt x="573" y="113"/>
                    <a:pt x="584" y="103"/>
                    <a:pt x="594" y="93"/>
                  </a:cubicBezTo>
                  <a:cubicBezTo>
                    <a:pt x="610" y="77"/>
                    <a:pt x="613" y="54"/>
                    <a:pt x="605" y="34"/>
                  </a:cubicBezTo>
                  <a:cubicBezTo>
                    <a:pt x="596" y="14"/>
                    <a:pt x="578" y="1"/>
                    <a:pt x="556" y="1"/>
                  </a:cubicBezTo>
                  <a:cubicBezTo>
                    <a:pt x="552" y="1"/>
                    <a:pt x="548" y="0"/>
                    <a:pt x="5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1902050" y="2263300"/>
              <a:ext cx="13100" cy="5525"/>
            </a:xfrm>
            <a:custGeom>
              <a:avLst/>
              <a:gdLst/>
              <a:ahLst/>
              <a:cxnLst/>
              <a:rect l="l" t="t" r="r" b="b"/>
              <a:pathLst>
                <a:path w="524" h="221" extrusionOk="0">
                  <a:moveTo>
                    <a:pt x="469" y="0"/>
                  </a:moveTo>
                  <a:cubicBezTo>
                    <a:pt x="439" y="0"/>
                    <a:pt x="409" y="6"/>
                    <a:pt x="380" y="11"/>
                  </a:cubicBezTo>
                  <a:cubicBezTo>
                    <a:pt x="345" y="17"/>
                    <a:pt x="311" y="25"/>
                    <a:pt x="276" y="36"/>
                  </a:cubicBezTo>
                  <a:cubicBezTo>
                    <a:pt x="206" y="58"/>
                    <a:pt x="136" y="81"/>
                    <a:pt x="66" y="104"/>
                  </a:cubicBezTo>
                  <a:cubicBezTo>
                    <a:pt x="0" y="127"/>
                    <a:pt x="22" y="220"/>
                    <a:pt x="84" y="220"/>
                  </a:cubicBezTo>
                  <a:cubicBezTo>
                    <a:pt x="89" y="220"/>
                    <a:pt x="93" y="220"/>
                    <a:pt x="98" y="219"/>
                  </a:cubicBezTo>
                  <a:cubicBezTo>
                    <a:pt x="168" y="197"/>
                    <a:pt x="238" y="175"/>
                    <a:pt x="307" y="151"/>
                  </a:cubicBezTo>
                  <a:cubicBezTo>
                    <a:pt x="344" y="139"/>
                    <a:pt x="379" y="124"/>
                    <a:pt x="413" y="108"/>
                  </a:cubicBezTo>
                  <a:cubicBezTo>
                    <a:pt x="446" y="92"/>
                    <a:pt x="482" y="77"/>
                    <a:pt x="509" y="51"/>
                  </a:cubicBezTo>
                  <a:cubicBezTo>
                    <a:pt x="524" y="36"/>
                    <a:pt x="518" y="6"/>
                    <a:pt x="496" y="2"/>
                  </a:cubicBezTo>
                  <a:cubicBezTo>
                    <a:pt x="487" y="1"/>
                    <a:pt x="478" y="0"/>
                    <a:pt x="4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1835475" y="2440200"/>
              <a:ext cx="13525" cy="5400"/>
            </a:xfrm>
            <a:custGeom>
              <a:avLst/>
              <a:gdLst/>
              <a:ahLst/>
              <a:cxnLst/>
              <a:rect l="l" t="t" r="r" b="b"/>
              <a:pathLst>
                <a:path w="541" h="216" extrusionOk="0">
                  <a:moveTo>
                    <a:pt x="462" y="0"/>
                  </a:moveTo>
                  <a:cubicBezTo>
                    <a:pt x="447" y="0"/>
                    <a:pt x="433" y="2"/>
                    <a:pt x="418" y="5"/>
                  </a:cubicBezTo>
                  <a:lnTo>
                    <a:pt x="370" y="14"/>
                  </a:lnTo>
                  <a:cubicBezTo>
                    <a:pt x="335" y="21"/>
                    <a:pt x="300" y="29"/>
                    <a:pt x="265" y="36"/>
                  </a:cubicBezTo>
                  <a:lnTo>
                    <a:pt x="58" y="82"/>
                  </a:lnTo>
                  <a:cubicBezTo>
                    <a:pt x="21" y="91"/>
                    <a:pt x="0" y="129"/>
                    <a:pt x="10" y="166"/>
                  </a:cubicBezTo>
                  <a:cubicBezTo>
                    <a:pt x="19" y="196"/>
                    <a:pt x="47" y="215"/>
                    <a:pt x="77" y="215"/>
                  </a:cubicBezTo>
                  <a:cubicBezTo>
                    <a:pt x="82" y="215"/>
                    <a:pt x="88" y="215"/>
                    <a:pt x="94" y="213"/>
                  </a:cubicBezTo>
                  <a:lnTo>
                    <a:pt x="95" y="213"/>
                  </a:lnTo>
                  <a:lnTo>
                    <a:pt x="302" y="165"/>
                  </a:lnTo>
                  <a:cubicBezTo>
                    <a:pt x="335" y="157"/>
                    <a:pt x="370" y="148"/>
                    <a:pt x="404" y="140"/>
                  </a:cubicBezTo>
                  <a:lnTo>
                    <a:pt x="453" y="127"/>
                  </a:lnTo>
                  <a:cubicBezTo>
                    <a:pt x="472" y="121"/>
                    <a:pt x="492" y="112"/>
                    <a:pt x="510" y="100"/>
                  </a:cubicBezTo>
                  <a:cubicBezTo>
                    <a:pt x="531" y="88"/>
                    <a:pt x="540" y="64"/>
                    <a:pt x="535" y="41"/>
                  </a:cubicBezTo>
                  <a:cubicBezTo>
                    <a:pt x="528" y="18"/>
                    <a:pt x="507" y="3"/>
                    <a:pt x="484" y="1"/>
                  </a:cubicBezTo>
                  <a:cubicBezTo>
                    <a:pt x="477" y="1"/>
                    <a:pt x="469" y="0"/>
                    <a:pt x="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1848925" y="2429000"/>
              <a:ext cx="10150" cy="5575"/>
            </a:xfrm>
            <a:custGeom>
              <a:avLst/>
              <a:gdLst/>
              <a:ahLst/>
              <a:cxnLst/>
              <a:rect l="l" t="t" r="r" b="b"/>
              <a:pathLst>
                <a:path w="406" h="223" extrusionOk="0">
                  <a:moveTo>
                    <a:pt x="324" y="0"/>
                  </a:moveTo>
                  <a:cubicBezTo>
                    <a:pt x="322" y="0"/>
                    <a:pt x="319" y="0"/>
                    <a:pt x="317" y="1"/>
                  </a:cubicBezTo>
                  <a:cubicBezTo>
                    <a:pt x="300" y="3"/>
                    <a:pt x="283" y="4"/>
                    <a:pt x="266" y="7"/>
                  </a:cubicBezTo>
                  <a:cubicBezTo>
                    <a:pt x="242" y="12"/>
                    <a:pt x="216" y="18"/>
                    <a:pt x="192" y="26"/>
                  </a:cubicBezTo>
                  <a:cubicBezTo>
                    <a:pt x="139" y="43"/>
                    <a:pt x="90" y="67"/>
                    <a:pt x="43" y="96"/>
                  </a:cubicBezTo>
                  <a:cubicBezTo>
                    <a:pt x="12" y="116"/>
                    <a:pt x="0" y="157"/>
                    <a:pt x="18" y="189"/>
                  </a:cubicBezTo>
                  <a:cubicBezTo>
                    <a:pt x="32" y="209"/>
                    <a:pt x="56" y="222"/>
                    <a:pt x="79" y="222"/>
                  </a:cubicBezTo>
                  <a:cubicBezTo>
                    <a:pt x="90" y="222"/>
                    <a:pt x="101" y="220"/>
                    <a:pt x="111" y="213"/>
                  </a:cubicBezTo>
                  <a:lnTo>
                    <a:pt x="112" y="213"/>
                  </a:lnTo>
                  <a:cubicBezTo>
                    <a:pt x="131" y="200"/>
                    <a:pt x="152" y="188"/>
                    <a:pt x="174" y="178"/>
                  </a:cubicBezTo>
                  <a:cubicBezTo>
                    <a:pt x="178" y="174"/>
                    <a:pt x="184" y="172"/>
                    <a:pt x="191" y="170"/>
                  </a:cubicBezTo>
                  <a:cubicBezTo>
                    <a:pt x="194" y="168"/>
                    <a:pt x="203" y="163"/>
                    <a:pt x="203" y="163"/>
                  </a:cubicBezTo>
                  <a:lnTo>
                    <a:pt x="203" y="163"/>
                  </a:lnTo>
                  <a:cubicBezTo>
                    <a:pt x="203" y="163"/>
                    <a:pt x="201" y="164"/>
                    <a:pt x="197" y="166"/>
                  </a:cubicBezTo>
                  <a:cubicBezTo>
                    <a:pt x="207" y="162"/>
                    <a:pt x="219" y="157"/>
                    <a:pt x="230" y="154"/>
                  </a:cubicBezTo>
                  <a:cubicBezTo>
                    <a:pt x="253" y="146"/>
                    <a:pt x="275" y="140"/>
                    <a:pt x="299" y="134"/>
                  </a:cubicBezTo>
                  <a:cubicBezTo>
                    <a:pt x="311" y="131"/>
                    <a:pt x="322" y="128"/>
                    <a:pt x="334" y="127"/>
                  </a:cubicBezTo>
                  <a:cubicBezTo>
                    <a:pt x="350" y="123"/>
                    <a:pt x="364" y="117"/>
                    <a:pt x="378" y="108"/>
                  </a:cubicBezTo>
                  <a:cubicBezTo>
                    <a:pt x="396" y="96"/>
                    <a:pt x="405" y="75"/>
                    <a:pt x="403" y="53"/>
                  </a:cubicBezTo>
                  <a:cubicBezTo>
                    <a:pt x="399" y="33"/>
                    <a:pt x="385" y="14"/>
                    <a:pt x="364" y="9"/>
                  </a:cubicBezTo>
                  <a:cubicBezTo>
                    <a:pt x="351" y="3"/>
                    <a:pt x="338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2">
  <p:cSld name="CUSTOM_10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ctrTitle"/>
          </p:nvPr>
        </p:nvSpPr>
        <p:spPr>
          <a:xfrm flipH="1">
            <a:off x="1748400" y="644775"/>
            <a:ext cx="2829600" cy="9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subTitle" idx="1"/>
          </p:nvPr>
        </p:nvSpPr>
        <p:spPr>
          <a:xfrm flipH="1">
            <a:off x="1748400" y="1474300"/>
            <a:ext cx="28296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3">
  <p:cSld name="CUSTOM_10_1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>
            <a:spLocks noGrp="1"/>
          </p:cNvSpPr>
          <p:nvPr>
            <p:ph type="ctrTitle"/>
          </p:nvPr>
        </p:nvSpPr>
        <p:spPr>
          <a:xfrm flipH="1">
            <a:off x="5594400" y="2690769"/>
            <a:ext cx="2829600" cy="61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subTitle" idx="1"/>
          </p:nvPr>
        </p:nvSpPr>
        <p:spPr>
          <a:xfrm flipH="1">
            <a:off x="5972067" y="3186194"/>
            <a:ext cx="24519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82" name="Google Shape;282;p27"/>
          <p:cNvGrpSpPr/>
          <p:nvPr/>
        </p:nvGrpSpPr>
        <p:grpSpPr>
          <a:xfrm>
            <a:off x="7737478" y="9"/>
            <a:ext cx="1981601" cy="2413456"/>
            <a:chOff x="4781675" y="3046350"/>
            <a:chExt cx="426050" cy="518900"/>
          </a:xfrm>
        </p:grpSpPr>
        <p:sp>
          <p:nvSpPr>
            <p:cNvPr id="283" name="Google Shape;283;p27"/>
            <p:cNvSpPr/>
            <p:nvPr/>
          </p:nvSpPr>
          <p:spPr>
            <a:xfrm>
              <a:off x="4781675" y="3046350"/>
              <a:ext cx="426050" cy="518900"/>
            </a:xfrm>
            <a:custGeom>
              <a:avLst/>
              <a:gdLst/>
              <a:ahLst/>
              <a:cxnLst/>
              <a:rect l="l" t="t" r="r" b="b"/>
              <a:pathLst>
                <a:path w="17042" h="20756" extrusionOk="0">
                  <a:moveTo>
                    <a:pt x="14204" y="1"/>
                  </a:moveTo>
                  <a:cubicBezTo>
                    <a:pt x="13529" y="1"/>
                    <a:pt x="13378" y="447"/>
                    <a:pt x="13107" y="1082"/>
                  </a:cubicBezTo>
                  <a:cubicBezTo>
                    <a:pt x="12270" y="3047"/>
                    <a:pt x="10686" y="3995"/>
                    <a:pt x="8835" y="4908"/>
                  </a:cubicBezTo>
                  <a:lnTo>
                    <a:pt x="4513" y="7039"/>
                  </a:lnTo>
                  <a:cubicBezTo>
                    <a:pt x="3779" y="7401"/>
                    <a:pt x="3036" y="7768"/>
                    <a:pt x="2409" y="8295"/>
                  </a:cubicBezTo>
                  <a:cubicBezTo>
                    <a:pt x="1919" y="8707"/>
                    <a:pt x="1510" y="9210"/>
                    <a:pt x="1171" y="9755"/>
                  </a:cubicBezTo>
                  <a:cubicBezTo>
                    <a:pt x="357" y="11066"/>
                    <a:pt x="1" y="12870"/>
                    <a:pt x="932" y="14100"/>
                  </a:cubicBezTo>
                  <a:cubicBezTo>
                    <a:pt x="1511" y="14866"/>
                    <a:pt x="2453" y="15244"/>
                    <a:pt x="3336" y="15620"/>
                  </a:cubicBezTo>
                  <a:cubicBezTo>
                    <a:pt x="5416" y="16508"/>
                    <a:pt x="7429" y="17582"/>
                    <a:pt x="9210" y="18976"/>
                  </a:cubicBezTo>
                  <a:cubicBezTo>
                    <a:pt x="9839" y="19468"/>
                    <a:pt x="10444" y="20004"/>
                    <a:pt x="11157" y="20365"/>
                  </a:cubicBezTo>
                  <a:cubicBezTo>
                    <a:pt x="11622" y="20601"/>
                    <a:pt x="12148" y="20756"/>
                    <a:pt x="12665" y="20756"/>
                  </a:cubicBezTo>
                  <a:cubicBezTo>
                    <a:pt x="12939" y="20756"/>
                    <a:pt x="13211" y="20712"/>
                    <a:pt x="13471" y="20614"/>
                  </a:cubicBezTo>
                  <a:cubicBezTo>
                    <a:pt x="14217" y="20330"/>
                    <a:pt x="14778" y="19497"/>
                    <a:pt x="14572" y="18726"/>
                  </a:cubicBezTo>
                  <a:cubicBezTo>
                    <a:pt x="14457" y="18299"/>
                    <a:pt x="14142" y="17956"/>
                    <a:pt x="13811" y="17662"/>
                  </a:cubicBezTo>
                  <a:cubicBezTo>
                    <a:pt x="12096" y="16140"/>
                    <a:pt x="9786" y="15477"/>
                    <a:pt x="7907" y="14161"/>
                  </a:cubicBezTo>
                  <a:cubicBezTo>
                    <a:pt x="7316" y="13747"/>
                    <a:pt x="6740" y="13221"/>
                    <a:pt x="6576" y="12518"/>
                  </a:cubicBezTo>
                  <a:cubicBezTo>
                    <a:pt x="6367" y="11615"/>
                    <a:pt x="6903" y="10702"/>
                    <a:pt x="7550" y="10039"/>
                  </a:cubicBezTo>
                  <a:cubicBezTo>
                    <a:pt x="9408" y="8134"/>
                    <a:pt x="12162" y="7458"/>
                    <a:pt x="14424" y="6057"/>
                  </a:cubicBezTo>
                  <a:cubicBezTo>
                    <a:pt x="15217" y="5566"/>
                    <a:pt x="15971" y="4961"/>
                    <a:pt x="16438" y="4152"/>
                  </a:cubicBezTo>
                  <a:cubicBezTo>
                    <a:pt x="16905" y="3344"/>
                    <a:pt x="17042" y="2298"/>
                    <a:pt x="16603" y="1474"/>
                  </a:cubicBezTo>
                  <a:cubicBezTo>
                    <a:pt x="16200" y="718"/>
                    <a:pt x="15252" y="100"/>
                    <a:pt x="14395" y="11"/>
                  </a:cubicBezTo>
                  <a:cubicBezTo>
                    <a:pt x="14327" y="4"/>
                    <a:pt x="14264" y="1"/>
                    <a:pt x="14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4823200" y="3378000"/>
              <a:ext cx="22875" cy="19350"/>
            </a:xfrm>
            <a:custGeom>
              <a:avLst/>
              <a:gdLst/>
              <a:ahLst/>
              <a:cxnLst/>
              <a:rect l="l" t="t" r="r" b="b"/>
              <a:pathLst>
                <a:path w="915" h="774" extrusionOk="0">
                  <a:moveTo>
                    <a:pt x="255" y="209"/>
                  </a:moveTo>
                  <a:lnTo>
                    <a:pt x="257" y="212"/>
                  </a:lnTo>
                  <a:lnTo>
                    <a:pt x="257" y="212"/>
                  </a:lnTo>
                  <a:cubicBezTo>
                    <a:pt x="256" y="211"/>
                    <a:pt x="256" y="210"/>
                    <a:pt x="255" y="209"/>
                  </a:cubicBezTo>
                  <a:close/>
                  <a:moveTo>
                    <a:pt x="480" y="435"/>
                  </a:moveTo>
                  <a:cubicBezTo>
                    <a:pt x="480" y="435"/>
                    <a:pt x="481" y="436"/>
                    <a:pt x="481" y="436"/>
                  </a:cubicBezTo>
                  <a:lnTo>
                    <a:pt x="481" y="436"/>
                  </a:lnTo>
                  <a:cubicBezTo>
                    <a:pt x="481" y="436"/>
                    <a:pt x="480" y="435"/>
                    <a:pt x="480" y="435"/>
                  </a:cubicBezTo>
                  <a:close/>
                  <a:moveTo>
                    <a:pt x="83" y="1"/>
                  </a:moveTo>
                  <a:cubicBezTo>
                    <a:pt x="71" y="1"/>
                    <a:pt x="58" y="4"/>
                    <a:pt x="47" y="10"/>
                  </a:cubicBezTo>
                  <a:cubicBezTo>
                    <a:pt x="12" y="31"/>
                    <a:pt x="1" y="75"/>
                    <a:pt x="20" y="109"/>
                  </a:cubicBezTo>
                  <a:lnTo>
                    <a:pt x="19" y="110"/>
                  </a:lnTo>
                  <a:cubicBezTo>
                    <a:pt x="85" y="239"/>
                    <a:pt x="169" y="357"/>
                    <a:pt x="271" y="459"/>
                  </a:cubicBezTo>
                  <a:cubicBezTo>
                    <a:pt x="324" y="513"/>
                    <a:pt x="382" y="562"/>
                    <a:pt x="442" y="607"/>
                  </a:cubicBezTo>
                  <a:cubicBezTo>
                    <a:pt x="469" y="627"/>
                    <a:pt x="498" y="647"/>
                    <a:pt x="528" y="664"/>
                  </a:cubicBezTo>
                  <a:cubicBezTo>
                    <a:pt x="561" y="686"/>
                    <a:pt x="597" y="704"/>
                    <a:pt x="634" y="717"/>
                  </a:cubicBezTo>
                  <a:cubicBezTo>
                    <a:pt x="671" y="727"/>
                    <a:pt x="706" y="740"/>
                    <a:pt x="742" y="752"/>
                  </a:cubicBezTo>
                  <a:cubicBezTo>
                    <a:pt x="777" y="762"/>
                    <a:pt x="814" y="773"/>
                    <a:pt x="851" y="773"/>
                  </a:cubicBezTo>
                  <a:cubicBezTo>
                    <a:pt x="856" y="773"/>
                    <a:pt x="862" y="773"/>
                    <a:pt x="868" y="772"/>
                  </a:cubicBezTo>
                  <a:cubicBezTo>
                    <a:pt x="885" y="771"/>
                    <a:pt x="901" y="761"/>
                    <a:pt x="908" y="745"/>
                  </a:cubicBezTo>
                  <a:cubicBezTo>
                    <a:pt x="915" y="729"/>
                    <a:pt x="911" y="710"/>
                    <a:pt x="899" y="697"/>
                  </a:cubicBezTo>
                  <a:cubicBezTo>
                    <a:pt x="846" y="653"/>
                    <a:pt x="776" y="633"/>
                    <a:pt x="718" y="594"/>
                  </a:cubicBezTo>
                  <a:cubicBezTo>
                    <a:pt x="716" y="592"/>
                    <a:pt x="712" y="589"/>
                    <a:pt x="710" y="587"/>
                  </a:cubicBezTo>
                  <a:cubicBezTo>
                    <a:pt x="701" y="579"/>
                    <a:pt x="692" y="572"/>
                    <a:pt x="681" y="565"/>
                  </a:cubicBezTo>
                  <a:cubicBezTo>
                    <a:pt x="665" y="556"/>
                    <a:pt x="649" y="548"/>
                    <a:pt x="634" y="539"/>
                  </a:cubicBezTo>
                  <a:cubicBezTo>
                    <a:pt x="605" y="521"/>
                    <a:pt x="576" y="503"/>
                    <a:pt x="548" y="485"/>
                  </a:cubicBezTo>
                  <a:cubicBezTo>
                    <a:pt x="535" y="475"/>
                    <a:pt x="521" y="466"/>
                    <a:pt x="507" y="456"/>
                  </a:cubicBezTo>
                  <a:lnTo>
                    <a:pt x="488" y="442"/>
                  </a:lnTo>
                  <a:cubicBezTo>
                    <a:pt x="486" y="440"/>
                    <a:pt x="483" y="438"/>
                    <a:pt x="481" y="436"/>
                  </a:cubicBezTo>
                  <a:lnTo>
                    <a:pt x="481" y="436"/>
                  </a:lnTo>
                  <a:cubicBezTo>
                    <a:pt x="485" y="440"/>
                    <a:pt x="487" y="442"/>
                    <a:pt x="487" y="442"/>
                  </a:cubicBezTo>
                  <a:cubicBezTo>
                    <a:pt x="487" y="442"/>
                    <a:pt x="480" y="436"/>
                    <a:pt x="477" y="434"/>
                  </a:cubicBezTo>
                  <a:cubicBezTo>
                    <a:pt x="451" y="413"/>
                    <a:pt x="424" y="390"/>
                    <a:pt x="399" y="367"/>
                  </a:cubicBezTo>
                  <a:cubicBezTo>
                    <a:pt x="350" y="321"/>
                    <a:pt x="304" y="272"/>
                    <a:pt x="262" y="219"/>
                  </a:cubicBezTo>
                  <a:cubicBezTo>
                    <a:pt x="261" y="217"/>
                    <a:pt x="259" y="215"/>
                    <a:pt x="258" y="213"/>
                  </a:cubicBezTo>
                  <a:lnTo>
                    <a:pt x="258" y="213"/>
                  </a:lnTo>
                  <a:lnTo>
                    <a:pt x="259" y="214"/>
                  </a:lnTo>
                  <a:lnTo>
                    <a:pt x="257" y="212"/>
                  </a:lnTo>
                  <a:lnTo>
                    <a:pt x="257" y="212"/>
                  </a:lnTo>
                  <a:cubicBezTo>
                    <a:pt x="257" y="212"/>
                    <a:pt x="258" y="213"/>
                    <a:pt x="258" y="213"/>
                  </a:cubicBezTo>
                  <a:lnTo>
                    <a:pt x="258" y="213"/>
                  </a:lnTo>
                  <a:lnTo>
                    <a:pt x="253" y="207"/>
                  </a:lnTo>
                  <a:lnTo>
                    <a:pt x="237" y="185"/>
                  </a:lnTo>
                  <a:cubicBezTo>
                    <a:pt x="225" y="169"/>
                    <a:pt x="214" y="152"/>
                    <a:pt x="203" y="136"/>
                  </a:cubicBezTo>
                  <a:cubicBezTo>
                    <a:pt x="183" y="103"/>
                    <a:pt x="163" y="70"/>
                    <a:pt x="146" y="37"/>
                  </a:cubicBezTo>
                  <a:cubicBezTo>
                    <a:pt x="132" y="14"/>
                    <a:pt x="108" y="1"/>
                    <a:pt x="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4844725" y="3388175"/>
              <a:ext cx="15725" cy="6300"/>
            </a:xfrm>
            <a:custGeom>
              <a:avLst/>
              <a:gdLst/>
              <a:ahLst/>
              <a:cxnLst/>
              <a:rect l="l" t="t" r="r" b="b"/>
              <a:pathLst>
                <a:path w="629" h="252" extrusionOk="0">
                  <a:moveTo>
                    <a:pt x="100" y="1"/>
                  </a:moveTo>
                  <a:cubicBezTo>
                    <a:pt x="25" y="1"/>
                    <a:pt x="0" y="118"/>
                    <a:pt x="84" y="140"/>
                  </a:cubicBezTo>
                  <a:lnTo>
                    <a:pt x="283" y="195"/>
                  </a:lnTo>
                  <a:cubicBezTo>
                    <a:pt x="317" y="204"/>
                    <a:pt x="351" y="213"/>
                    <a:pt x="385" y="224"/>
                  </a:cubicBezTo>
                  <a:cubicBezTo>
                    <a:pt x="406" y="229"/>
                    <a:pt x="426" y="234"/>
                    <a:pt x="446" y="235"/>
                  </a:cubicBezTo>
                  <a:lnTo>
                    <a:pt x="457" y="235"/>
                  </a:lnTo>
                  <a:cubicBezTo>
                    <a:pt x="458" y="235"/>
                    <a:pt x="459" y="235"/>
                    <a:pt x="460" y="235"/>
                  </a:cubicBezTo>
                  <a:lnTo>
                    <a:pt x="460" y="235"/>
                  </a:lnTo>
                  <a:cubicBezTo>
                    <a:pt x="460" y="235"/>
                    <a:pt x="460" y="235"/>
                    <a:pt x="460" y="235"/>
                  </a:cubicBezTo>
                  <a:lnTo>
                    <a:pt x="489" y="240"/>
                  </a:lnTo>
                  <a:cubicBezTo>
                    <a:pt x="510" y="244"/>
                    <a:pt x="537" y="251"/>
                    <a:pt x="562" y="251"/>
                  </a:cubicBezTo>
                  <a:cubicBezTo>
                    <a:pt x="584" y="251"/>
                    <a:pt x="604" y="245"/>
                    <a:pt x="617" y="225"/>
                  </a:cubicBezTo>
                  <a:cubicBezTo>
                    <a:pt x="628" y="204"/>
                    <a:pt x="625" y="178"/>
                    <a:pt x="608" y="160"/>
                  </a:cubicBezTo>
                  <a:cubicBezTo>
                    <a:pt x="593" y="144"/>
                    <a:pt x="568" y="139"/>
                    <a:pt x="549" y="130"/>
                  </a:cubicBezTo>
                  <a:lnTo>
                    <a:pt x="502" y="113"/>
                  </a:lnTo>
                  <a:cubicBezTo>
                    <a:pt x="501" y="113"/>
                    <a:pt x="498" y="112"/>
                    <a:pt x="495" y="110"/>
                  </a:cubicBezTo>
                  <a:lnTo>
                    <a:pt x="495" y="110"/>
                  </a:lnTo>
                  <a:cubicBezTo>
                    <a:pt x="495" y="110"/>
                    <a:pt x="488" y="106"/>
                    <a:pt x="489" y="106"/>
                  </a:cubicBezTo>
                  <a:cubicBezTo>
                    <a:pt x="477" y="101"/>
                    <a:pt x="465" y="95"/>
                    <a:pt x="452" y="91"/>
                  </a:cubicBezTo>
                  <a:cubicBezTo>
                    <a:pt x="418" y="81"/>
                    <a:pt x="383" y="73"/>
                    <a:pt x="349" y="64"/>
                  </a:cubicBezTo>
                  <a:lnTo>
                    <a:pt x="122" y="4"/>
                  </a:ln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5009875" y="3236425"/>
              <a:ext cx="19100" cy="10800"/>
            </a:xfrm>
            <a:custGeom>
              <a:avLst/>
              <a:gdLst/>
              <a:ahLst/>
              <a:cxnLst/>
              <a:rect l="l" t="t" r="r" b="b"/>
              <a:pathLst>
                <a:path w="764" h="432" extrusionOk="0">
                  <a:moveTo>
                    <a:pt x="693" y="0"/>
                  </a:moveTo>
                  <a:cubicBezTo>
                    <a:pt x="688" y="0"/>
                    <a:pt x="683" y="1"/>
                    <a:pt x="677" y="2"/>
                  </a:cubicBezTo>
                  <a:cubicBezTo>
                    <a:pt x="663" y="6"/>
                    <a:pt x="650" y="8"/>
                    <a:pt x="637" y="12"/>
                  </a:cubicBezTo>
                  <a:cubicBezTo>
                    <a:pt x="619" y="17"/>
                    <a:pt x="601" y="24"/>
                    <a:pt x="585" y="32"/>
                  </a:cubicBezTo>
                  <a:lnTo>
                    <a:pt x="507" y="69"/>
                  </a:lnTo>
                  <a:cubicBezTo>
                    <a:pt x="455" y="92"/>
                    <a:pt x="404" y="119"/>
                    <a:pt x="354" y="144"/>
                  </a:cubicBezTo>
                  <a:lnTo>
                    <a:pt x="46" y="298"/>
                  </a:lnTo>
                  <a:cubicBezTo>
                    <a:pt x="12" y="319"/>
                    <a:pt x="0" y="363"/>
                    <a:pt x="21" y="396"/>
                  </a:cubicBezTo>
                  <a:cubicBezTo>
                    <a:pt x="35" y="419"/>
                    <a:pt x="59" y="431"/>
                    <a:pt x="84" y="431"/>
                  </a:cubicBezTo>
                  <a:cubicBezTo>
                    <a:pt x="96" y="431"/>
                    <a:pt x="108" y="429"/>
                    <a:pt x="119" y="423"/>
                  </a:cubicBezTo>
                  <a:lnTo>
                    <a:pt x="431" y="276"/>
                  </a:lnTo>
                  <a:cubicBezTo>
                    <a:pt x="483" y="252"/>
                    <a:pt x="535" y="228"/>
                    <a:pt x="586" y="203"/>
                  </a:cubicBezTo>
                  <a:lnTo>
                    <a:pt x="660" y="166"/>
                  </a:lnTo>
                  <a:cubicBezTo>
                    <a:pt x="688" y="150"/>
                    <a:pt x="715" y="130"/>
                    <a:pt x="739" y="108"/>
                  </a:cubicBezTo>
                  <a:cubicBezTo>
                    <a:pt x="760" y="88"/>
                    <a:pt x="764" y="57"/>
                    <a:pt x="750" y="31"/>
                  </a:cubicBezTo>
                  <a:cubicBezTo>
                    <a:pt x="738" y="12"/>
                    <a:pt x="716" y="0"/>
                    <a:pt x="6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4993450" y="3235300"/>
              <a:ext cx="18125" cy="7450"/>
            </a:xfrm>
            <a:custGeom>
              <a:avLst/>
              <a:gdLst/>
              <a:ahLst/>
              <a:cxnLst/>
              <a:rect l="l" t="t" r="r" b="b"/>
              <a:pathLst>
                <a:path w="725" h="298" extrusionOk="0">
                  <a:moveTo>
                    <a:pt x="675" y="0"/>
                  </a:moveTo>
                  <a:cubicBezTo>
                    <a:pt x="674" y="0"/>
                    <a:pt x="674" y="0"/>
                    <a:pt x="674" y="0"/>
                  </a:cubicBezTo>
                  <a:cubicBezTo>
                    <a:pt x="618" y="1"/>
                    <a:pt x="563" y="15"/>
                    <a:pt x="509" y="28"/>
                  </a:cubicBezTo>
                  <a:cubicBezTo>
                    <a:pt x="454" y="41"/>
                    <a:pt x="403" y="53"/>
                    <a:pt x="350" y="70"/>
                  </a:cubicBezTo>
                  <a:cubicBezTo>
                    <a:pt x="244" y="105"/>
                    <a:pt x="139" y="145"/>
                    <a:pt x="37" y="189"/>
                  </a:cubicBezTo>
                  <a:cubicBezTo>
                    <a:pt x="8" y="202"/>
                    <a:pt x="0" y="244"/>
                    <a:pt x="15" y="268"/>
                  </a:cubicBezTo>
                  <a:cubicBezTo>
                    <a:pt x="27" y="287"/>
                    <a:pt x="46" y="297"/>
                    <a:pt x="66" y="297"/>
                  </a:cubicBezTo>
                  <a:cubicBezTo>
                    <a:pt x="76" y="297"/>
                    <a:pt x="86" y="295"/>
                    <a:pt x="96" y="289"/>
                  </a:cubicBezTo>
                  <a:cubicBezTo>
                    <a:pt x="188" y="248"/>
                    <a:pt x="287" y="210"/>
                    <a:pt x="387" y="176"/>
                  </a:cubicBezTo>
                  <a:cubicBezTo>
                    <a:pt x="436" y="159"/>
                    <a:pt x="486" y="141"/>
                    <a:pt x="535" y="123"/>
                  </a:cubicBezTo>
                  <a:cubicBezTo>
                    <a:pt x="588" y="108"/>
                    <a:pt x="641" y="90"/>
                    <a:pt x="692" y="68"/>
                  </a:cubicBezTo>
                  <a:cubicBezTo>
                    <a:pt x="725" y="52"/>
                    <a:pt x="708" y="0"/>
                    <a:pt x="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5002675" y="3481400"/>
              <a:ext cx="14875" cy="6650"/>
            </a:xfrm>
            <a:custGeom>
              <a:avLst/>
              <a:gdLst/>
              <a:ahLst/>
              <a:cxnLst/>
              <a:rect l="l" t="t" r="r" b="b"/>
              <a:pathLst>
                <a:path w="595" h="266" extrusionOk="0">
                  <a:moveTo>
                    <a:pt x="67" y="0"/>
                  </a:moveTo>
                  <a:cubicBezTo>
                    <a:pt x="41" y="0"/>
                    <a:pt x="16" y="18"/>
                    <a:pt x="9" y="45"/>
                  </a:cubicBezTo>
                  <a:cubicBezTo>
                    <a:pt x="1" y="77"/>
                    <a:pt x="20" y="111"/>
                    <a:pt x="52" y="120"/>
                  </a:cubicBezTo>
                  <a:lnTo>
                    <a:pt x="51" y="120"/>
                  </a:lnTo>
                  <a:lnTo>
                    <a:pt x="293" y="200"/>
                  </a:lnTo>
                  <a:cubicBezTo>
                    <a:pt x="332" y="214"/>
                    <a:pt x="372" y="226"/>
                    <a:pt x="413" y="237"/>
                  </a:cubicBezTo>
                  <a:lnTo>
                    <a:pt x="471" y="256"/>
                  </a:lnTo>
                  <a:cubicBezTo>
                    <a:pt x="494" y="263"/>
                    <a:pt x="519" y="266"/>
                    <a:pt x="544" y="266"/>
                  </a:cubicBezTo>
                  <a:cubicBezTo>
                    <a:pt x="565" y="266"/>
                    <a:pt x="583" y="252"/>
                    <a:pt x="590" y="231"/>
                  </a:cubicBezTo>
                  <a:cubicBezTo>
                    <a:pt x="595" y="211"/>
                    <a:pt x="585" y="190"/>
                    <a:pt x="568" y="179"/>
                  </a:cubicBezTo>
                  <a:cubicBezTo>
                    <a:pt x="560" y="172"/>
                    <a:pt x="551" y="166"/>
                    <a:pt x="542" y="160"/>
                  </a:cubicBezTo>
                  <a:cubicBezTo>
                    <a:pt x="530" y="155"/>
                    <a:pt x="517" y="150"/>
                    <a:pt x="505" y="146"/>
                  </a:cubicBezTo>
                  <a:lnTo>
                    <a:pt x="447" y="126"/>
                  </a:lnTo>
                  <a:cubicBezTo>
                    <a:pt x="407" y="111"/>
                    <a:pt x="367" y="96"/>
                    <a:pt x="325" y="82"/>
                  </a:cubicBezTo>
                  <a:lnTo>
                    <a:pt x="83" y="2"/>
                  </a:lnTo>
                  <a:cubicBezTo>
                    <a:pt x="78" y="1"/>
                    <a:pt x="73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CUSTOM_1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28"/>
          <p:cNvGrpSpPr/>
          <p:nvPr/>
        </p:nvGrpSpPr>
        <p:grpSpPr>
          <a:xfrm>
            <a:off x="-508434" y="266401"/>
            <a:ext cx="10313147" cy="4152645"/>
            <a:chOff x="3335900" y="307000"/>
            <a:chExt cx="1847175" cy="743775"/>
          </a:xfrm>
        </p:grpSpPr>
        <p:sp>
          <p:nvSpPr>
            <p:cNvPr id="291" name="Google Shape;291;p28"/>
            <p:cNvSpPr/>
            <p:nvPr/>
          </p:nvSpPr>
          <p:spPr>
            <a:xfrm>
              <a:off x="3335900" y="307000"/>
              <a:ext cx="1847175" cy="743775"/>
            </a:xfrm>
            <a:custGeom>
              <a:avLst/>
              <a:gdLst/>
              <a:ahLst/>
              <a:cxnLst/>
              <a:rect l="l" t="t" r="r" b="b"/>
              <a:pathLst>
                <a:path w="73887" h="29751" extrusionOk="0">
                  <a:moveTo>
                    <a:pt x="70000" y="0"/>
                  </a:moveTo>
                  <a:cubicBezTo>
                    <a:pt x="69700" y="0"/>
                    <a:pt x="69574" y="327"/>
                    <a:pt x="69201" y="796"/>
                  </a:cubicBezTo>
                  <a:cubicBezTo>
                    <a:pt x="67956" y="2364"/>
                    <a:pt x="68204" y="7326"/>
                    <a:pt x="66554" y="8630"/>
                  </a:cubicBezTo>
                  <a:cubicBezTo>
                    <a:pt x="64359" y="10366"/>
                    <a:pt x="62316" y="10624"/>
                    <a:pt x="60144" y="10624"/>
                  </a:cubicBezTo>
                  <a:cubicBezTo>
                    <a:pt x="59223" y="10624"/>
                    <a:pt x="58278" y="10578"/>
                    <a:pt x="57288" y="10578"/>
                  </a:cubicBezTo>
                  <a:cubicBezTo>
                    <a:pt x="55951" y="10578"/>
                    <a:pt x="54532" y="10663"/>
                    <a:pt x="52978" y="11063"/>
                  </a:cubicBezTo>
                  <a:cubicBezTo>
                    <a:pt x="49934" y="11847"/>
                    <a:pt x="44463" y="13744"/>
                    <a:pt x="41400" y="14448"/>
                  </a:cubicBezTo>
                  <a:cubicBezTo>
                    <a:pt x="33325" y="16302"/>
                    <a:pt x="25741" y="20083"/>
                    <a:pt x="17556" y="21366"/>
                  </a:cubicBezTo>
                  <a:cubicBezTo>
                    <a:pt x="14146" y="21901"/>
                    <a:pt x="10641" y="21999"/>
                    <a:pt x="7356" y="23063"/>
                  </a:cubicBezTo>
                  <a:cubicBezTo>
                    <a:pt x="4071" y="24125"/>
                    <a:pt x="916" y="26410"/>
                    <a:pt x="1" y="29740"/>
                  </a:cubicBezTo>
                  <a:cubicBezTo>
                    <a:pt x="151" y="29747"/>
                    <a:pt x="300" y="29751"/>
                    <a:pt x="450" y="29751"/>
                  </a:cubicBezTo>
                  <a:cubicBezTo>
                    <a:pt x="2378" y="29751"/>
                    <a:pt x="4268" y="29164"/>
                    <a:pt x="6138" y="28660"/>
                  </a:cubicBezTo>
                  <a:cubicBezTo>
                    <a:pt x="12034" y="27068"/>
                    <a:pt x="18109" y="26233"/>
                    <a:pt x="24216" y="26178"/>
                  </a:cubicBezTo>
                  <a:cubicBezTo>
                    <a:pt x="24492" y="26175"/>
                    <a:pt x="24769" y="26174"/>
                    <a:pt x="25046" y="26174"/>
                  </a:cubicBezTo>
                  <a:cubicBezTo>
                    <a:pt x="25980" y="26174"/>
                    <a:pt x="26916" y="26186"/>
                    <a:pt x="27851" y="26186"/>
                  </a:cubicBezTo>
                  <a:cubicBezTo>
                    <a:pt x="30234" y="26186"/>
                    <a:pt x="32610" y="26112"/>
                    <a:pt x="34928" y="25592"/>
                  </a:cubicBezTo>
                  <a:cubicBezTo>
                    <a:pt x="39432" y="24581"/>
                    <a:pt x="43387" y="21962"/>
                    <a:pt x="47655" y="20202"/>
                  </a:cubicBezTo>
                  <a:cubicBezTo>
                    <a:pt x="54364" y="17437"/>
                    <a:pt x="65341" y="18494"/>
                    <a:pt x="70997" y="13946"/>
                  </a:cubicBezTo>
                  <a:cubicBezTo>
                    <a:pt x="73886" y="11623"/>
                    <a:pt x="72874" y="6128"/>
                    <a:pt x="72055" y="2512"/>
                  </a:cubicBezTo>
                  <a:cubicBezTo>
                    <a:pt x="71885" y="1766"/>
                    <a:pt x="71476" y="855"/>
                    <a:pt x="70827" y="400"/>
                  </a:cubicBezTo>
                  <a:cubicBezTo>
                    <a:pt x="70426" y="120"/>
                    <a:pt x="70181" y="0"/>
                    <a:pt x="7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3965650" y="931575"/>
              <a:ext cx="27250" cy="5025"/>
            </a:xfrm>
            <a:custGeom>
              <a:avLst/>
              <a:gdLst/>
              <a:ahLst/>
              <a:cxnLst/>
              <a:rect l="l" t="t" r="r" b="b"/>
              <a:pathLst>
                <a:path w="1090" h="201" extrusionOk="0">
                  <a:moveTo>
                    <a:pt x="821" y="192"/>
                  </a:moveTo>
                  <a:cubicBezTo>
                    <a:pt x="817" y="193"/>
                    <a:pt x="816" y="193"/>
                    <a:pt x="816" y="193"/>
                  </a:cubicBezTo>
                  <a:cubicBezTo>
                    <a:pt x="815" y="193"/>
                    <a:pt x="817" y="192"/>
                    <a:pt x="821" y="192"/>
                  </a:cubicBezTo>
                  <a:close/>
                  <a:moveTo>
                    <a:pt x="354" y="1"/>
                  </a:moveTo>
                  <a:cubicBezTo>
                    <a:pt x="336" y="1"/>
                    <a:pt x="317" y="1"/>
                    <a:pt x="299" y="1"/>
                  </a:cubicBezTo>
                  <a:cubicBezTo>
                    <a:pt x="229" y="1"/>
                    <a:pt x="157" y="3"/>
                    <a:pt x="87" y="7"/>
                  </a:cubicBezTo>
                  <a:cubicBezTo>
                    <a:pt x="43" y="8"/>
                    <a:pt x="1" y="44"/>
                    <a:pt x="3" y="91"/>
                  </a:cubicBezTo>
                  <a:cubicBezTo>
                    <a:pt x="3" y="137"/>
                    <a:pt x="41" y="174"/>
                    <a:pt x="87" y="175"/>
                  </a:cubicBezTo>
                  <a:cubicBezTo>
                    <a:pt x="140" y="173"/>
                    <a:pt x="194" y="173"/>
                    <a:pt x="247" y="173"/>
                  </a:cubicBezTo>
                  <a:cubicBezTo>
                    <a:pt x="317" y="173"/>
                    <a:pt x="386" y="174"/>
                    <a:pt x="454" y="177"/>
                  </a:cubicBezTo>
                  <a:cubicBezTo>
                    <a:pt x="515" y="180"/>
                    <a:pt x="576" y="184"/>
                    <a:pt x="639" y="186"/>
                  </a:cubicBezTo>
                  <a:cubicBezTo>
                    <a:pt x="670" y="189"/>
                    <a:pt x="702" y="190"/>
                    <a:pt x="733" y="191"/>
                  </a:cubicBezTo>
                  <a:lnTo>
                    <a:pt x="776" y="194"/>
                  </a:lnTo>
                  <a:cubicBezTo>
                    <a:pt x="783" y="194"/>
                    <a:pt x="789" y="196"/>
                    <a:pt x="796" y="196"/>
                  </a:cubicBezTo>
                  <a:cubicBezTo>
                    <a:pt x="805" y="195"/>
                    <a:pt x="813" y="193"/>
                    <a:pt x="821" y="192"/>
                  </a:cubicBezTo>
                  <a:lnTo>
                    <a:pt x="821" y="192"/>
                  </a:lnTo>
                  <a:cubicBezTo>
                    <a:pt x="822" y="192"/>
                    <a:pt x="824" y="192"/>
                    <a:pt x="825" y="192"/>
                  </a:cubicBezTo>
                  <a:cubicBezTo>
                    <a:pt x="858" y="192"/>
                    <a:pt x="893" y="193"/>
                    <a:pt x="926" y="197"/>
                  </a:cubicBezTo>
                  <a:lnTo>
                    <a:pt x="976" y="200"/>
                  </a:lnTo>
                  <a:cubicBezTo>
                    <a:pt x="981" y="201"/>
                    <a:pt x="986" y="201"/>
                    <a:pt x="991" y="201"/>
                  </a:cubicBezTo>
                  <a:cubicBezTo>
                    <a:pt x="1004" y="201"/>
                    <a:pt x="1018" y="200"/>
                    <a:pt x="1031" y="198"/>
                  </a:cubicBezTo>
                  <a:cubicBezTo>
                    <a:pt x="1056" y="197"/>
                    <a:pt x="1077" y="181"/>
                    <a:pt x="1084" y="158"/>
                  </a:cubicBezTo>
                  <a:cubicBezTo>
                    <a:pt x="1090" y="136"/>
                    <a:pt x="1082" y="105"/>
                    <a:pt x="1060" y="95"/>
                  </a:cubicBezTo>
                  <a:cubicBezTo>
                    <a:pt x="1044" y="87"/>
                    <a:pt x="1027" y="81"/>
                    <a:pt x="1010" y="75"/>
                  </a:cubicBezTo>
                  <a:cubicBezTo>
                    <a:pt x="995" y="70"/>
                    <a:pt x="981" y="68"/>
                    <a:pt x="966" y="66"/>
                  </a:cubicBezTo>
                  <a:cubicBezTo>
                    <a:pt x="934" y="59"/>
                    <a:pt x="903" y="53"/>
                    <a:pt x="872" y="47"/>
                  </a:cubicBezTo>
                  <a:cubicBezTo>
                    <a:pt x="857" y="45"/>
                    <a:pt x="842" y="41"/>
                    <a:pt x="829" y="37"/>
                  </a:cubicBezTo>
                  <a:cubicBezTo>
                    <a:pt x="809" y="32"/>
                    <a:pt x="788" y="29"/>
                    <a:pt x="769" y="26"/>
                  </a:cubicBezTo>
                  <a:cubicBezTo>
                    <a:pt x="736" y="23"/>
                    <a:pt x="705" y="19"/>
                    <a:pt x="673" y="16"/>
                  </a:cubicBezTo>
                  <a:cubicBezTo>
                    <a:pt x="567" y="6"/>
                    <a:pt x="461" y="1"/>
                    <a:pt x="3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8"/>
            <p:cNvSpPr/>
            <p:nvPr/>
          </p:nvSpPr>
          <p:spPr>
            <a:xfrm>
              <a:off x="3990900" y="918825"/>
              <a:ext cx="14575" cy="4575"/>
            </a:xfrm>
            <a:custGeom>
              <a:avLst/>
              <a:gdLst/>
              <a:ahLst/>
              <a:cxnLst/>
              <a:rect l="l" t="t" r="r" b="b"/>
              <a:pathLst>
                <a:path w="583" h="183" extrusionOk="0">
                  <a:moveTo>
                    <a:pt x="339" y="26"/>
                  </a:moveTo>
                  <a:cubicBezTo>
                    <a:pt x="335" y="27"/>
                    <a:pt x="334" y="27"/>
                    <a:pt x="334" y="27"/>
                  </a:cubicBezTo>
                  <a:lnTo>
                    <a:pt x="334" y="27"/>
                  </a:lnTo>
                  <a:lnTo>
                    <a:pt x="339" y="26"/>
                  </a:lnTo>
                  <a:close/>
                  <a:moveTo>
                    <a:pt x="524" y="1"/>
                  </a:moveTo>
                  <a:cubicBezTo>
                    <a:pt x="522" y="1"/>
                    <a:pt x="520" y="1"/>
                    <a:pt x="518" y="1"/>
                  </a:cubicBezTo>
                  <a:cubicBezTo>
                    <a:pt x="477" y="6"/>
                    <a:pt x="438" y="9"/>
                    <a:pt x="398" y="17"/>
                  </a:cubicBezTo>
                  <a:cubicBezTo>
                    <a:pt x="378" y="21"/>
                    <a:pt x="358" y="24"/>
                    <a:pt x="340" y="26"/>
                  </a:cubicBezTo>
                  <a:cubicBezTo>
                    <a:pt x="337" y="27"/>
                    <a:pt x="334" y="27"/>
                    <a:pt x="334" y="27"/>
                  </a:cubicBezTo>
                  <a:cubicBezTo>
                    <a:pt x="334" y="27"/>
                    <a:pt x="334" y="27"/>
                    <a:pt x="334" y="27"/>
                  </a:cubicBezTo>
                  <a:lnTo>
                    <a:pt x="334" y="27"/>
                  </a:lnTo>
                  <a:lnTo>
                    <a:pt x="325" y="29"/>
                  </a:lnTo>
                  <a:cubicBezTo>
                    <a:pt x="315" y="30"/>
                    <a:pt x="304" y="31"/>
                    <a:pt x="295" y="31"/>
                  </a:cubicBezTo>
                  <a:cubicBezTo>
                    <a:pt x="219" y="38"/>
                    <a:pt x="143" y="40"/>
                    <a:pt x="67" y="41"/>
                  </a:cubicBezTo>
                  <a:cubicBezTo>
                    <a:pt x="35" y="41"/>
                    <a:pt x="9" y="66"/>
                    <a:pt x="4" y="97"/>
                  </a:cubicBezTo>
                  <a:cubicBezTo>
                    <a:pt x="0" y="125"/>
                    <a:pt x="19" y="161"/>
                    <a:pt x="50" y="167"/>
                  </a:cubicBezTo>
                  <a:lnTo>
                    <a:pt x="51" y="167"/>
                  </a:lnTo>
                  <a:cubicBezTo>
                    <a:pt x="103" y="177"/>
                    <a:pt x="156" y="182"/>
                    <a:pt x="208" y="182"/>
                  </a:cubicBezTo>
                  <a:cubicBezTo>
                    <a:pt x="238" y="182"/>
                    <a:pt x="268" y="181"/>
                    <a:pt x="299" y="177"/>
                  </a:cubicBezTo>
                  <a:cubicBezTo>
                    <a:pt x="341" y="173"/>
                    <a:pt x="384" y="167"/>
                    <a:pt x="425" y="158"/>
                  </a:cubicBezTo>
                  <a:cubicBezTo>
                    <a:pt x="449" y="153"/>
                    <a:pt x="472" y="146"/>
                    <a:pt x="494" y="137"/>
                  </a:cubicBezTo>
                  <a:cubicBezTo>
                    <a:pt x="513" y="130"/>
                    <a:pt x="531" y="121"/>
                    <a:pt x="548" y="112"/>
                  </a:cubicBezTo>
                  <a:cubicBezTo>
                    <a:pt x="571" y="98"/>
                    <a:pt x="583" y="70"/>
                    <a:pt x="576" y="45"/>
                  </a:cubicBezTo>
                  <a:cubicBezTo>
                    <a:pt x="569" y="23"/>
                    <a:pt x="548" y="1"/>
                    <a:pt x="5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4359800" y="683925"/>
              <a:ext cx="35125" cy="9750"/>
            </a:xfrm>
            <a:custGeom>
              <a:avLst/>
              <a:gdLst/>
              <a:ahLst/>
              <a:cxnLst/>
              <a:rect l="l" t="t" r="r" b="b"/>
              <a:pathLst>
                <a:path w="1405" h="390" extrusionOk="0">
                  <a:moveTo>
                    <a:pt x="1321" y="0"/>
                  </a:moveTo>
                  <a:cubicBezTo>
                    <a:pt x="1285" y="0"/>
                    <a:pt x="1249" y="4"/>
                    <a:pt x="1214" y="11"/>
                  </a:cubicBezTo>
                  <a:lnTo>
                    <a:pt x="1156" y="20"/>
                  </a:lnTo>
                  <a:lnTo>
                    <a:pt x="1124" y="24"/>
                  </a:lnTo>
                  <a:cubicBezTo>
                    <a:pt x="1112" y="26"/>
                    <a:pt x="1101" y="29"/>
                    <a:pt x="1088" y="29"/>
                  </a:cubicBezTo>
                  <a:cubicBezTo>
                    <a:pt x="1088" y="29"/>
                    <a:pt x="1088" y="29"/>
                    <a:pt x="1087" y="29"/>
                  </a:cubicBezTo>
                  <a:lnTo>
                    <a:pt x="1087" y="29"/>
                  </a:lnTo>
                  <a:cubicBezTo>
                    <a:pt x="1087" y="28"/>
                    <a:pt x="1086" y="28"/>
                    <a:pt x="1085" y="28"/>
                  </a:cubicBezTo>
                  <a:cubicBezTo>
                    <a:pt x="1082" y="27"/>
                    <a:pt x="1080" y="27"/>
                    <a:pt x="1078" y="27"/>
                  </a:cubicBezTo>
                  <a:cubicBezTo>
                    <a:pt x="1076" y="27"/>
                    <a:pt x="1073" y="27"/>
                    <a:pt x="1071" y="28"/>
                  </a:cubicBezTo>
                  <a:cubicBezTo>
                    <a:pt x="1056" y="28"/>
                    <a:pt x="1041" y="29"/>
                    <a:pt x="1026" y="32"/>
                  </a:cubicBezTo>
                  <a:cubicBezTo>
                    <a:pt x="1004" y="36"/>
                    <a:pt x="983" y="40"/>
                    <a:pt x="963" y="44"/>
                  </a:cubicBezTo>
                  <a:lnTo>
                    <a:pt x="838" y="68"/>
                  </a:lnTo>
                  <a:cubicBezTo>
                    <a:pt x="674" y="99"/>
                    <a:pt x="509" y="139"/>
                    <a:pt x="346" y="175"/>
                  </a:cubicBezTo>
                  <a:lnTo>
                    <a:pt x="66" y="237"/>
                  </a:lnTo>
                  <a:cubicBezTo>
                    <a:pt x="25" y="249"/>
                    <a:pt x="0" y="291"/>
                    <a:pt x="12" y="333"/>
                  </a:cubicBezTo>
                  <a:cubicBezTo>
                    <a:pt x="22" y="367"/>
                    <a:pt x="53" y="389"/>
                    <a:pt x="87" y="389"/>
                  </a:cubicBezTo>
                  <a:cubicBezTo>
                    <a:pt x="94" y="389"/>
                    <a:pt x="100" y="388"/>
                    <a:pt x="106" y="387"/>
                  </a:cubicBezTo>
                  <a:lnTo>
                    <a:pt x="107" y="386"/>
                  </a:lnTo>
                  <a:lnTo>
                    <a:pt x="602" y="282"/>
                  </a:lnTo>
                  <a:cubicBezTo>
                    <a:pt x="685" y="265"/>
                    <a:pt x="768" y="250"/>
                    <a:pt x="851" y="230"/>
                  </a:cubicBezTo>
                  <a:lnTo>
                    <a:pt x="973" y="201"/>
                  </a:lnTo>
                  <a:cubicBezTo>
                    <a:pt x="1017" y="190"/>
                    <a:pt x="1064" y="183"/>
                    <a:pt x="1104" y="163"/>
                  </a:cubicBezTo>
                  <a:lnTo>
                    <a:pt x="1117" y="158"/>
                  </a:lnTo>
                  <a:cubicBezTo>
                    <a:pt x="1118" y="157"/>
                    <a:pt x="1120" y="156"/>
                    <a:pt x="1120" y="156"/>
                  </a:cubicBezTo>
                  <a:lnTo>
                    <a:pt x="1120" y="156"/>
                  </a:lnTo>
                  <a:cubicBezTo>
                    <a:pt x="1120" y="156"/>
                    <a:pt x="1120" y="156"/>
                    <a:pt x="1120" y="156"/>
                  </a:cubicBezTo>
                  <a:cubicBezTo>
                    <a:pt x="1121" y="156"/>
                    <a:pt x="1123" y="156"/>
                    <a:pt x="1127" y="154"/>
                  </a:cubicBezTo>
                  <a:cubicBezTo>
                    <a:pt x="1139" y="152"/>
                    <a:pt x="1150" y="147"/>
                    <a:pt x="1162" y="145"/>
                  </a:cubicBezTo>
                  <a:lnTo>
                    <a:pt x="1230" y="124"/>
                  </a:lnTo>
                  <a:cubicBezTo>
                    <a:pt x="1278" y="113"/>
                    <a:pt x="1324" y="97"/>
                    <a:pt x="1368" y="75"/>
                  </a:cubicBezTo>
                  <a:cubicBezTo>
                    <a:pt x="1405" y="54"/>
                    <a:pt x="1385" y="3"/>
                    <a:pt x="1348" y="1"/>
                  </a:cubicBezTo>
                  <a:cubicBezTo>
                    <a:pt x="1339" y="1"/>
                    <a:pt x="1330" y="0"/>
                    <a:pt x="13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4352550" y="701275"/>
              <a:ext cx="18775" cy="4225"/>
            </a:xfrm>
            <a:custGeom>
              <a:avLst/>
              <a:gdLst/>
              <a:ahLst/>
              <a:cxnLst/>
              <a:rect l="l" t="t" r="r" b="b"/>
              <a:pathLst>
                <a:path w="751" h="169" extrusionOk="0">
                  <a:moveTo>
                    <a:pt x="498" y="0"/>
                  </a:moveTo>
                  <a:cubicBezTo>
                    <a:pt x="458" y="0"/>
                    <a:pt x="418" y="3"/>
                    <a:pt x="378" y="7"/>
                  </a:cubicBezTo>
                  <a:cubicBezTo>
                    <a:pt x="266" y="16"/>
                    <a:pt x="156" y="33"/>
                    <a:pt x="46" y="60"/>
                  </a:cubicBezTo>
                  <a:cubicBezTo>
                    <a:pt x="18" y="68"/>
                    <a:pt x="0" y="99"/>
                    <a:pt x="7" y="128"/>
                  </a:cubicBezTo>
                  <a:cubicBezTo>
                    <a:pt x="15" y="153"/>
                    <a:pt x="38" y="169"/>
                    <a:pt x="62" y="169"/>
                  </a:cubicBezTo>
                  <a:cubicBezTo>
                    <a:pt x="67" y="169"/>
                    <a:pt x="72" y="168"/>
                    <a:pt x="76" y="167"/>
                  </a:cubicBezTo>
                  <a:cubicBezTo>
                    <a:pt x="178" y="145"/>
                    <a:pt x="279" y="131"/>
                    <a:pt x="382" y="126"/>
                  </a:cubicBezTo>
                  <a:cubicBezTo>
                    <a:pt x="435" y="123"/>
                    <a:pt x="488" y="124"/>
                    <a:pt x="540" y="122"/>
                  </a:cubicBezTo>
                  <a:cubicBezTo>
                    <a:pt x="553" y="122"/>
                    <a:pt x="567" y="121"/>
                    <a:pt x="581" y="121"/>
                  </a:cubicBezTo>
                  <a:cubicBezTo>
                    <a:pt x="585" y="121"/>
                    <a:pt x="590" y="121"/>
                    <a:pt x="595" y="121"/>
                  </a:cubicBezTo>
                  <a:cubicBezTo>
                    <a:pt x="632" y="121"/>
                    <a:pt x="669" y="121"/>
                    <a:pt x="704" y="112"/>
                  </a:cubicBezTo>
                  <a:cubicBezTo>
                    <a:pt x="738" y="103"/>
                    <a:pt x="751" y="46"/>
                    <a:pt x="714" y="30"/>
                  </a:cubicBezTo>
                  <a:cubicBezTo>
                    <a:pt x="699" y="22"/>
                    <a:pt x="682" y="16"/>
                    <a:pt x="665" y="13"/>
                  </a:cubicBezTo>
                  <a:lnTo>
                    <a:pt x="623" y="8"/>
                  </a:lnTo>
                  <a:cubicBezTo>
                    <a:pt x="595" y="6"/>
                    <a:pt x="568" y="2"/>
                    <a:pt x="540" y="1"/>
                  </a:cubicBezTo>
                  <a:cubicBezTo>
                    <a:pt x="526" y="1"/>
                    <a:pt x="512" y="0"/>
                    <a:pt x="4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3592750" y="969325"/>
              <a:ext cx="19775" cy="3375"/>
            </a:xfrm>
            <a:custGeom>
              <a:avLst/>
              <a:gdLst/>
              <a:ahLst/>
              <a:cxnLst/>
              <a:rect l="l" t="t" r="r" b="b"/>
              <a:pathLst>
                <a:path w="791" h="135" extrusionOk="0">
                  <a:moveTo>
                    <a:pt x="673" y="1"/>
                  </a:moveTo>
                  <a:cubicBezTo>
                    <a:pt x="663" y="1"/>
                    <a:pt x="654" y="1"/>
                    <a:pt x="644" y="1"/>
                  </a:cubicBezTo>
                  <a:lnTo>
                    <a:pt x="385" y="1"/>
                  </a:lnTo>
                  <a:cubicBezTo>
                    <a:pt x="328" y="3"/>
                    <a:pt x="270" y="4"/>
                    <a:pt x="213" y="10"/>
                  </a:cubicBezTo>
                  <a:lnTo>
                    <a:pt x="130" y="16"/>
                  </a:lnTo>
                  <a:cubicBezTo>
                    <a:pt x="113" y="18"/>
                    <a:pt x="98" y="23"/>
                    <a:pt x="82" y="26"/>
                  </a:cubicBezTo>
                  <a:cubicBezTo>
                    <a:pt x="67" y="28"/>
                    <a:pt x="52" y="30"/>
                    <a:pt x="37" y="33"/>
                  </a:cubicBezTo>
                  <a:cubicBezTo>
                    <a:pt x="1" y="38"/>
                    <a:pt x="1" y="100"/>
                    <a:pt x="37" y="106"/>
                  </a:cubicBezTo>
                  <a:lnTo>
                    <a:pt x="38" y="104"/>
                  </a:lnTo>
                  <a:cubicBezTo>
                    <a:pt x="50" y="107"/>
                    <a:pt x="64" y="109"/>
                    <a:pt x="78" y="111"/>
                  </a:cubicBezTo>
                  <a:cubicBezTo>
                    <a:pt x="94" y="112"/>
                    <a:pt x="109" y="119"/>
                    <a:pt x="126" y="120"/>
                  </a:cubicBezTo>
                  <a:lnTo>
                    <a:pt x="213" y="128"/>
                  </a:lnTo>
                  <a:cubicBezTo>
                    <a:pt x="270" y="133"/>
                    <a:pt x="328" y="135"/>
                    <a:pt x="385" y="135"/>
                  </a:cubicBezTo>
                  <a:lnTo>
                    <a:pt x="684" y="135"/>
                  </a:lnTo>
                  <a:cubicBezTo>
                    <a:pt x="702" y="134"/>
                    <a:pt x="720" y="129"/>
                    <a:pt x="738" y="122"/>
                  </a:cubicBezTo>
                  <a:cubicBezTo>
                    <a:pt x="791" y="106"/>
                    <a:pt x="791" y="31"/>
                    <a:pt x="738" y="15"/>
                  </a:cubicBezTo>
                  <a:cubicBezTo>
                    <a:pt x="722" y="8"/>
                    <a:pt x="704" y="4"/>
                    <a:pt x="687" y="1"/>
                  </a:cubicBezTo>
                  <a:cubicBezTo>
                    <a:pt x="682" y="1"/>
                    <a:pt x="678" y="1"/>
                    <a:pt x="6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3607475" y="956425"/>
              <a:ext cx="20125" cy="6350"/>
            </a:xfrm>
            <a:custGeom>
              <a:avLst/>
              <a:gdLst/>
              <a:ahLst/>
              <a:cxnLst/>
              <a:rect l="l" t="t" r="r" b="b"/>
              <a:pathLst>
                <a:path w="805" h="254" extrusionOk="0">
                  <a:moveTo>
                    <a:pt x="698" y="0"/>
                  </a:moveTo>
                  <a:cubicBezTo>
                    <a:pt x="693" y="0"/>
                    <a:pt x="688" y="0"/>
                    <a:pt x="683" y="1"/>
                  </a:cubicBezTo>
                  <a:cubicBezTo>
                    <a:pt x="654" y="1"/>
                    <a:pt x="624" y="3"/>
                    <a:pt x="595" y="5"/>
                  </a:cubicBezTo>
                  <a:cubicBezTo>
                    <a:pt x="565" y="7"/>
                    <a:pt x="537" y="11"/>
                    <a:pt x="507" y="13"/>
                  </a:cubicBezTo>
                  <a:cubicBezTo>
                    <a:pt x="476" y="17"/>
                    <a:pt x="443" y="24"/>
                    <a:pt x="412" y="26"/>
                  </a:cubicBezTo>
                  <a:lnTo>
                    <a:pt x="403" y="26"/>
                  </a:lnTo>
                  <a:lnTo>
                    <a:pt x="379" y="27"/>
                  </a:lnTo>
                  <a:cubicBezTo>
                    <a:pt x="362" y="28"/>
                    <a:pt x="343" y="30"/>
                    <a:pt x="326" y="33"/>
                  </a:cubicBezTo>
                  <a:cubicBezTo>
                    <a:pt x="297" y="37"/>
                    <a:pt x="268" y="45"/>
                    <a:pt x="240" y="52"/>
                  </a:cubicBezTo>
                  <a:cubicBezTo>
                    <a:pt x="182" y="67"/>
                    <a:pt x="125" y="83"/>
                    <a:pt x="68" y="101"/>
                  </a:cubicBezTo>
                  <a:cubicBezTo>
                    <a:pt x="29" y="112"/>
                    <a:pt x="0" y="155"/>
                    <a:pt x="14" y="196"/>
                  </a:cubicBezTo>
                  <a:cubicBezTo>
                    <a:pt x="24" y="230"/>
                    <a:pt x="55" y="254"/>
                    <a:pt x="88" y="254"/>
                  </a:cubicBezTo>
                  <a:cubicBezTo>
                    <a:pt x="95" y="254"/>
                    <a:pt x="102" y="253"/>
                    <a:pt x="110" y="250"/>
                  </a:cubicBezTo>
                  <a:lnTo>
                    <a:pt x="108" y="250"/>
                  </a:lnTo>
                  <a:cubicBezTo>
                    <a:pt x="162" y="233"/>
                    <a:pt x="218" y="217"/>
                    <a:pt x="273" y="203"/>
                  </a:cubicBezTo>
                  <a:cubicBezTo>
                    <a:pt x="302" y="196"/>
                    <a:pt x="331" y="191"/>
                    <a:pt x="359" y="182"/>
                  </a:cubicBezTo>
                  <a:cubicBezTo>
                    <a:pt x="388" y="174"/>
                    <a:pt x="413" y="163"/>
                    <a:pt x="441" y="156"/>
                  </a:cubicBezTo>
                  <a:cubicBezTo>
                    <a:pt x="495" y="141"/>
                    <a:pt x="552" y="131"/>
                    <a:pt x="607" y="120"/>
                  </a:cubicBezTo>
                  <a:cubicBezTo>
                    <a:pt x="662" y="110"/>
                    <a:pt x="721" y="103"/>
                    <a:pt x="776" y="86"/>
                  </a:cubicBezTo>
                  <a:cubicBezTo>
                    <a:pt x="793" y="80"/>
                    <a:pt x="805" y="65"/>
                    <a:pt x="805" y="47"/>
                  </a:cubicBezTo>
                  <a:cubicBezTo>
                    <a:pt x="805" y="28"/>
                    <a:pt x="793" y="12"/>
                    <a:pt x="776" y="7"/>
                  </a:cubicBezTo>
                  <a:cubicBezTo>
                    <a:pt x="750" y="3"/>
                    <a:pt x="724" y="0"/>
                    <a:pt x="6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4760725" y="725350"/>
              <a:ext cx="32825" cy="5100"/>
            </a:xfrm>
            <a:custGeom>
              <a:avLst/>
              <a:gdLst/>
              <a:ahLst/>
              <a:cxnLst/>
              <a:rect l="l" t="t" r="r" b="b"/>
              <a:pathLst>
                <a:path w="1313" h="204" extrusionOk="0">
                  <a:moveTo>
                    <a:pt x="87" y="1"/>
                  </a:moveTo>
                  <a:cubicBezTo>
                    <a:pt x="39" y="2"/>
                    <a:pt x="1" y="40"/>
                    <a:pt x="1" y="87"/>
                  </a:cubicBezTo>
                  <a:cubicBezTo>
                    <a:pt x="2" y="134"/>
                    <a:pt x="40" y="172"/>
                    <a:pt x="87" y="173"/>
                  </a:cubicBezTo>
                  <a:lnTo>
                    <a:pt x="87" y="174"/>
                  </a:lnTo>
                  <a:lnTo>
                    <a:pt x="543" y="196"/>
                  </a:lnTo>
                  <a:cubicBezTo>
                    <a:pt x="619" y="200"/>
                    <a:pt x="694" y="201"/>
                    <a:pt x="770" y="203"/>
                  </a:cubicBezTo>
                  <a:cubicBezTo>
                    <a:pt x="774" y="203"/>
                    <a:pt x="778" y="203"/>
                    <a:pt x="782" y="203"/>
                  </a:cubicBezTo>
                  <a:cubicBezTo>
                    <a:pt x="816" y="203"/>
                    <a:pt x="850" y="200"/>
                    <a:pt x="885" y="200"/>
                  </a:cubicBezTo>
                  <a:lnTo>
                    <a:pt x="1000" y="201"/>
                  </a:lnTo>
                  <a:cubicBezTo>
                    <a:pt x="1043" y="202"/>
                    <a:pt x="1086" y="202"/>
                    <a:pt x="1129" y="202"/>
                  </a:cubicBezTo>
                  <a:cubicBezTo>
                    <a:pt x="1172" y="202"/>
                    <a:pt x="1216" y="202"/>
                    <a:pt x="1259" y="200"/>
                  </a:cubicBezTo>
                  <a:cubicBezTo>
                    <a:pt x="1289" y="200"/>
                    <a:pt x="1313" y="176"/>
                    <a:pt x="1313" y="146"/>
                  </a:cubicBezTo>
                  <a:cubicBezTo>
                    <a:pt x="1312" y="112"/>
                    <a:pt x="1289" y="95"/>
                    <a:pt x="1259" y="90"/>
                  </a:cubicBezTo>
                  <a:cubicBezTo>
                    <a:pt x="1182" y="81"/>
                    <a:pt x="1106" y="73"/>
                    <a:pt x="1029" y="66"/>
                  </a:cubicBezTo>
                  <a:lnTo>
                    <a:pt x="913" y="57"/>
                  </a:lnTo>
                  <a:lnTo>
                    <a:pt x="863" y="52"/>
                  </a:lnTo>
                  <a:cubicBezTo>
                    <a:pt x="862" y="52"/>
                    <a:pt x="862" y="52"/>
                    <a:pt x="861" y="52"/>
                  </a:cubicBezTo>
                  <a:lnTo>
                    <a:pt x="861" y="52"/>
                  </a:lnTo>
                  <a:lnTo>
                    <a:pt x="848" y="49"/>
                  </a:lnTo>
                  <a:cubicBezTo>
                    <a:pt x="835" y="47"/>
                    <a:pt x="823" y="44"/>
                    <a:pt x="809" y="42"/>
                  </a:cubicBezTo>
                  <a:cubicBezTo>
                    <a:pt x="768" y="37"/>
                    <a:pt x="727" y="36"/>
                    <a:pt x="687" y="33"/>
                  </a:cubicBezTo>
                  <a:cubicBezTo>
                    <a:pt x="650" y="31"/>
                    <a:pt x="613" y="28"/>
                    <a:pt x="576" y="26"/>
                  </a:cubicBezTo>
                  <a:cubicBezTo>
                    <a:pt x="499" y="21"/>
                    <a:pt x="422" y="18"/>
                    <a:pt x="346" y="14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4776825" y="713650"/>
              <a:ext cx="14825" cy="3500"/>
            </a:xfrm>
            <a:custGeom>
              <a:avLst/>
              <a:gdLst/>
              <a:ahLst/>
              <a:cxnLst/>
              <a:rect l="l" t="t" r="r" b="b"/>
              <a:pathLst>
                <a:path w="593" h="140" extrusionOk="0"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40"/>
                    <a:pt x="70" y="140"/>
                  </a:cubicBezTo>
                  <a:cubicBezTo>
                    <a:pt x="71" y="140"/>
                    <a:pt x="72" y="139"/>
                    <a:pt x="74" y="139"/>
                  </a:cubicBezTo>
                  <a:lnTo>
                    <a:pt x="302" y="137"/>
                  </a:lnTo>
                  <a:lnTo>
                    <a:pt x="417" y="136"/>
                  </a:lnTo>
                  <a:lnTo>
                    <a:pt x="474" y="136"/>
                  </a:lnTo>
                  <a:cubicBezTo>
                    <a:pt x="496" y="134"/>
                    <a:pt x="518" y="129"/>
                    <a:pt x="540" y="123"/>
                  </a:cubicBezTo>
                  <a:cubicBezTo>
                    <a:pt x="593" y="109"/>
                    <a:pt x="593" y="29"/>
                    <a:pt x="540" y="16"/>
                  </a:cubicBezTo>
                  <a:cubicBezTo>
                    <a:pt x="518" y="9"/>
                    <a:pt x="496" y="5"/>
                    <a:pt x="474" y="2"/>
                  </a:cubicBezTo>
                  <a:cubicBezTo>
                    <a:pt x="468" y="2"/>
                    <a:pt x="462" y="2"/>
                    <a:pt x="456" y="2"/>
                  </a:cubicBezTo>
                  <a:cubicBezTo>
                    <a:pt x="443" y="2"/>
                    <a:pt x="430" y="2"/>
                    <a:pt x="417" y="2"/>
                  </a:cubicBezTo>
                  <a:lnTo>
                    <a:pt x="302" y="1"/>
                  </a:lnTo>
                  <a:lnTo>
                    <a:pt x="74" y="0"/>
                  </a:lnTo>
                  <a:cubicBezTo>
                    <a:pt x="72" y="0"/>
                    <a:pt x="71" y="0"/>
                    <a:pt x="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4895675" y="586050"/>
              <a:ext cx="25450" cy="6650"/>
            </a:xfrm>
            <a:custGeom>
              <a:avLst/>
              <a:gdLst/>
              <a:ahLst/>
              <a:cxnLst/>
              <a:rect l="l" t="t" r="r" b="b"/>
              <a:pathLst>
                <a:path w="1018" h="266" extrusionOk="0">
                  <a:moveTo>
                    <a:pt x="955" y="1"/>
                  </a:moveTo>
                  <a:cubicBezTo>
                    <a:pt x="954" y="1"/>
                    <a:pt x="953" y="1"/>
                    <a:pt x="953" y="1"/>
                  </a:cubicBezTo>
                  <a:cubicBezTo>
                    <a:pt x="809" y="7"/>
                    <a:pt x="666" y="26"/>
                    <a:pt x="523" y="42"/>
                  </a:cubicBezTo>
                  <a:lnTo>
                    <a:pt x="95" y="88"/>
                  </a:lnTo>
                  <a:cubicBezTo>
                    <a:pt x="42" y="94"/>
                    <a:pt x="0" y="132"/>
                    <a:pt x="9" y="190"/>
                  </a:cubicBezTo>
                  <a:cubicBezTo>
                    <a:pt x="15" y="239"/>
                    <a:pt x="53" y="266"/>
                    <a:pt x="97" y="266"/>
                  </a:cubicBezTo>
                  <a:cubicBezTo>
                    <a:pt x="104" y="266"/>
                    <a:pt x="112" y="265"/>
                    <a:pt x="119" y="263"/>
                  </a:cubicBezTo>
                  <a:lnTo>
                    <a:pt x="543" y="183"/>
                  </a:lnTo>
                  <a:cubicBezTo>
                    <a:pt x="683" y="156"/>
                    <a:pt x="826" y="134"/>
                    <a:pt x="965" y="96"/>
                  </a:cubicBezTo>
                  <a:cubicBezTo>
                    <a:pt x="1017" y="83"/>
                    <a:pt x="1008" y="1"/>
                    <a:pt x="9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4565175" y="764750"/>
              <a:ext cx="13525" cy="4200"/>
            </a:xfrm>
            <a:custGeom>
              <a:avLst/>
              <a:gdLst/>
              <a:ahLst/>
              <a:cxnLst/>
              <a:rect l="l" t="t" r="r" b="b"/>
              <a:pathLst>
                <a:path w="541" h="168" extrusionOk="0">
                  <a:moveTo>
                    <a:pt x="478" y="1"/>
                  </a:moveTo>
                  <a:cubicBezTo>
                    <a:pt x="477" y="1"/>
                    <a:pt x="476" y="1"/>
                    <a:pt x="476" y="1"/>
                  </a:cubicBezTo>
                  <a:cubicBezTo>
                    <a:pt x="442" y="2"/>
                    <a:pt x="409" y="4"/>
                    <a:pt x="377" y="4"/>
                  </a:cubicBezTo>
                  <a:cubicBezTo>
                    <a:pt x="359" y="4"/>
                    <a:pt x="343" y="1"/>
                    <a:pt x="327" y="1"/>
                  </a:cubicBezTo>
                  <a:cubicBezTo>
                    <a:pt x="309" y="1"/>
                    <a:pt x="291" y="2"/>
                    <a:pt x="273" y="5"/>
                  </a:cubicBezTo>
                  <a:lnTo>
                    <a:pt x="72" y="29"/>
                  </a:lnTo>
                  <a:cubicBezTo>
                    <a:pt x="35" y="34"/>
                    <a:pt x="0" y="58"/>
                    <a:pt x="1" y="98"/>
                  </a:cubicBezTo>
                  <a:cubicBezTo>
                    <a:pt x="4" y="130"/>
                    <a:pt x="30" y="168"/>
                    <a:pt x="65" y="168"/>
                  </a:cubicBezTo>
                  <a:cubicBezTo>
                    <a:pt x="68" y="168"/>
                    <a:pt x="70" y="168"/>
                    <a:pt x="72" y="168"/>
                  </a:cubicBezTo>
                  <a:lnTo>
                    <a:pt x="277" y="141"/>
                  </a:lnTo>
                  <a:cubicBezTo>
                    <a:pt x="297" y="140"/>
                    <a:pt x="318" y="138"/>
                    <a:pt x="338" y="133"/>
                  </a:cubicBezTo>
                  <a:cubicBezTo>
                    <a:pt x="354" y="130"/>
                    <a:pt x="369" y="123"/>
                    <a:pt x="385" y="118"/>
                  </a:cubicBezTo>
                  <a:cubicBezTo>
                    <a:pt x="418" y="108"/>
                    <a:pt x="454" y="102"/>
                    <a:pt x="488" y="95"/>
                  </a:cubicBezTo>
                  <a:cubicBezTo>
                    <a:pt x="541" y="84"/>
                    <a:pt x="530" y="1"/>
                    <a:pt x="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2" name="Google Shape;30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ctrTitle" idx="2"/>
          </p:nvPr>
        </p:nvSpPr>
        <p:spPr>
          <a:xfrm flipH="1">
            <a:off x="1030800" y="1482377"/>
            <a:ext cx="2195400" cy="43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1"/>
          </p:nvPr>
        </p:nvSpPr>
        <p:spPr>
          <a:xfrm flipH="1">
            <a:off x="1312925" y="1799825"/>
            <a:ext cx="16311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ctrTitle" idx="3"/>
          </p:nvPr>
        </p:nvSpPr>
        <p:spPr>
          <a:xfrm flipH="1">
            <a:off x="5917800" y="3510877"/>
            <a:ext cx="2195400" cy="43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4"/>
          </p:nvPr>
        </p:nvSpPr>
        <p:spPr>
          <a:xfrm flipH="1">
            <a:off x="6199950" y="3828375"/>
            <a:ext cx="16311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>
            <a:spLocks noGrp="1"/>
          </p:cNvSpPr>
          <p:nvPr>
            <p:ph type="ctrTitle"/>
          </p:nvPr>
        </p:nvSpPr>
        <p:spPr>
          <a:xfrm flipH="1">
            <a:off x="1936725" y="540000"/>
            <a:ext cx="3069000" cy="10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09" name="Google Shape;309;p29"/>
          <p:cNvSpPr txBox="1">
            <a:spLocks noGrp="1"/>
          </p:cNvSpPr>
          <p:nvPr>
            <p:ph type="subTitle" idx="1"/>
          </p:nvPr>
        </p:nvSpPr>
        <p:spPr>
          <a:xfrm flipH="1">
            <a:off x="1936725" y="1897328"/>
            <a:ext cx="3069000" cy="10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29"/>
          <p:cNvSpPr txBox="1"/>
          <p:nvPr/>
        </p:nvSpPr>
        <p:spPr>
          <a:xfrm flipH="1">
            <a:off x="1936725" y="3537356"/>
            <a:ext cx="23250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rPr>
              <a:t>CREDITS: This presentation template was created by </a:t>
            </a:r>
            <a:r>
              <a:rPr lang="en" sz="1200">
                <a:solidFill>
                  <a:schemeClr val="accent4"/>
                </a:solidFill>
                <a:uFill>
                  <a:noFill/>
                </a:uFill>
                <a:latin typeface="Josefin Slab SemiBold"/>
                <a:ea typeface="Josefin Slab SemiBold"/>
                <a:cs typeface="Josefin Slab SemiBold"/>
                <a:sym typeface="Josefin Slab Semi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rPr>
              <a:t>, including icons by </a:t>
            </a:r>
            <a:r>
              <a:rPr lang="en" sz="1200">
                <a:solidFill>
                  <a:schemeClr val="accent4"/>
                </a:solidFill>
                <a:uFill>
                  <a:noFill/>
                </a:uFill>
                <a:latin typeface="Josefin Slab SemiBold"/>
                <a:ea typeface="Josefin Slab SemiBold"/>
                <a:cs typeface="Josefin Slab SemiBold"/>
                <a:sym typeface="Josefin Slab Semi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rPr>
              <a:t>, and infographics &amp; images by </a:t>
            </a:r>
            <a:r>
              <a:rPr lang="en" sz="1200">
                <a:solidFill>
                  <a:schemeClr val="accent4"/>
                </a:solidFill>
                <a:uFill>
                  <a:noFill/>
                </a:uFill>
                <a:latin typeface="Josefin Slab SemiBold"/>
                <a:ea typeface="Josefin Slab SemiBold"/>
                <a:cs typeface="Josefin Slab SemiBold"/>
                <a:sym typeface="Josefin Slab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rPr>
              <a:t>. </a:t>
            </a:r>
            <a:endParaRPr sz="1200">
              <a:solidFill>
                <a:schemeClr val="accent4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6">
  <p:cSld name="CUSTOM_13_1_1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>
            <a:spLocks noGrp="1"/>
          </p:cNvSpPr>
          <p:nvPr>
            <p:ph type="ctrTitle"/>
          </p:nvPr>
        </p:nvSpPr>
        <p:spPr>
          <a:xfrm flipH="1">
            <a:off x="5821775" y="540000"/>
            <a:ext cx="2608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720000" y="540000"/>
            <a:ext cx="4909200" cy="40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800"/>
              <a:buFont typeface="Nunito Light"/>
              <a:buChar char="⎯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400"/>
              <a:buFont typeface="Nunito Light"/>
              <a:buChar char="◂"/>
              <a:defRPr>
                <a:latin typeface="Josefin Slab"/>
                <a:ea typeface="Josefin Slab"/>
                <a:cs typeface="Josefin Slab"/>
                <a:sym typeface="Josefin Slab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400"/>
              <a:buFont typeface="Nunito Light"/>
              <a:buChar char="◂"/>
              <a:defRPr>
                <a:latin typeface="Josefin Slab"/>
                <a:ea typeface="Josefin Slab"/>
                <a:cs typeface="Josefin Slab"/>
                <a:sym typeface="Josefin Slab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400"/>
              <a:buFont typeface="Nunito Light"/>
              <a:buChar char="◂"/>
              <a:defRPr>
                <a:latin typeface="Josefin Slab"/>
                <a:ea typeface="Josefin Slab"/>
                <a:cs typeface="Josefin Slab"/>
                <a:sym typeface="Josefin Slab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○"/>
              <a:defRPr>
                <a:latin typeface="Josefin Slab"/>
                <a:ea typeface="Josefin Slab"/>
                <a:cs typeface="Josefin Slab"/>
                <a:sym typeface="Josefin Slab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■"/>
              <a:defRPr>
                <a:latin typeface="Josefin Slab"/>
                <a:ea typeface="Josefin Slab"/>
                <a:cs typeface="Josefin Slab"/>
                <a:sym typeface="Josefin Slab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●"/>
              <a:defRPr>
                <a:latin typeface="Josefin Slab"/>
                <a:ea typeface="Josefin Slab"/>
                <a:cs typeface="Josefin Slab"/>
                <a:sym typeface="Josefin Slab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○"/>
              <a:defRPr>
                <a:latin typeface="Josefin Slab"/>
                <a:ea typeface="Josefin Slab"/>
                <a:cs typeface="Josefin Slab"/>
                <a:sym typeface="Josefin Slab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Nunito Light"/>
              <a:buChar char="■"/>
              <a:defRPr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subTitle" idx="2"/>
          </p:nvPr>
        </p:nvSpPr>
        <p:spPr>
          <a:xfrm>
            <a:off x="5915775" y="1117800"/>
            <a:ext cx="25092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7">
  <p:cSld name="CUSTOM_13_1_1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2608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31"/>
          <p:cNvSpPr txBox="1">
            <a:spLocks noGrp="1"/>
          </p:cNvSpPr>
          <p:nvPr>
            <p:ph type="body" idx="1"/>
          </p:nvPr>
        </p:nvSpPr>
        <p:spPr>
          <a:xfrm flipH="1">
            <a:off x="4970975" y="540000"/>
            <a:ext cx="3459600" cy="40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"/>
              <a:buChar char="●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lab"/>
              <a:buChar char="○"/>
              <a:defRPr>
                <a:latin typeface="Josefin Slab"/>
                <a:ea typeface="Josefin Slab"/>
                <a:cs typeface="Josefin Slab"/>
                <a:sym typeface="Josefin Slab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lab"/>
              <a:buChar char="■"/>
              <a:defRPr>
                <a:latin typeface="Josefin Slab"/>
                <a:ea typeface="Josefin Slab"/>
                <a:cs typeface="Josefin Slab"/>
                <a:sym typeface="Josefin Slab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lab"/>
              <a:buChar char="●"/>
              <a:defRPr>
                <a:latin typeface="Josefin Slab"/>
                <a:ea typeface="Josefin Slab"/>
                <a:cs typeface="Josefin Slab"/>
                <a:sym typeface="Josefin Slab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lab"/>
              <a:buChar char="○"/>
              <a:defRPr>
                <a:latin typeface="Josefin Slab"/>
                <a:ea typeface="Josefin Slab"/>
                <a:cs typeface="Josefin Slab"/>
                <a:sym typeface="Josefin Slab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lab"/>
              <a:buChar char="■"/>
              <a:defRPr>
                <a:latin typeface="Josefin Slab"/>
                <a:ea typeface="Josefin Slab"/>
                <a:cs typeface="Josefin Slab"/>
                <a:sym typeface="Josefin Slab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lab"/>
              <a:buChar char="●"/>
              <a:defRPr>
                <a:latin typeface="Josefin Slab"/>
                <a:ea typeface="Josefin Slab"/>
                <a:cs typeface="Josefin Slab"/>
                <a:sym typeface="Josefin Slab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lab"/>
              <a:buChar char="○"/>
              <a:defRPr>
                <a:latin typeface="Josefin Slab"/>
                <a:ea typeface="Josefin Slab"/>
                <a:cs typeface="Josefin Slab"/>
                <a:sym typeface="Josefin Slab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Josefin Slab"/>
              <a:buChar char="■"/>
              <a:defRPr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318" name="Google Shape;318;p31"/>
          <p:cNvSpPr txBox="1">
            <a:spLocks noGrp="1"/>
          </p:cNvSpPr>
          <p:nvPr>
            <p:ph type="subTitle" idx="2"/>
          </p:nvPr>
        </p:nvSpPr>
        <p:spPr>
          <a:xfrm flipH="1">
            <a:off x="725600" y="1117800"/>
            <a:ext cx="25092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720100" y="445025"/>
            <a:ext cx="7704000" cy="11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subTitle" idx="1"/>
          </p:nvPr>
        </p:nvSpPr>
        <p:spPr>
          <a:xfrm>
            <a:off x="996225" y="2127875"/>
            <a:ext cx="41640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subTitle" idx="2"/>
          </p:nvPr>
        </p:nvSpPr>
        <p:spPr>
          <a:xfrm>
            <a:off x="996225" y="2831850"/>
            <a:ext cx="34047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3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28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Josefin Slab"/>
              <a:buChar char="●"/>
              <a:defRPr sz="18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Josefin Slab"/>
              <a:buChar char="○"/>
              <a:defRPr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Josefin Slab"/>
              <a:buChar char="■"/>
              <a:defRPr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Josefin Slab"/>
              <a:buChar char="●"/>
              <a:defRPr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Josefin Slab"/>
              <a:buChar char="○"/>
              <a:defRPr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Josefin Slab"/>
              <a:buChar char="■"/>
              <a:defRPr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Josefin Slab"/>
              <a:buChar char="●"/>
              <a:defRPr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Josefin Slab"/>
              <a:buChar char="○"/>
              <a:defRPr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Josefin Slab"/>
              <a:buChar char="■"/>
              <a:defRPr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80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33"/>
          <p:cNvGrpSpPr/>
          <p:nvPr/>
        </p:nvGrpSpPr>
        <p:grpSpPr>
          <a:xfrm flipH="1">
            <a:off x="8347804" y="4492683"/>
            <a:ext cx="666082" cy="537501"/>
            <a:chOff x="7514750" y="4210883"/>
            <a:chExt cx="953999" cy="769838"/>
          </a:xfrm>
        </p:grpSpPr>
        <p:sp>
          <p:nvSpPr>
            <p:cNvPr id="328" name="Google Shape;328;p33"/>
            <p:cNvSpPr/>
            <p:nvPr/>
          </p:nvSpPr>
          <p:spPr>
            <a:xfrm>
              <a:off x="8024561" y="4469182"/>
              <a:ext cx="243136" cy="460933"/>
            </a:xfrm>
            <a:custGeom>
              <a:avLst/>
              <a:gdLst/>
              <a:ahLst/>
              <a:cxnLst/>
              <a:rect l="l" t="t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7780773" y="4269286"/>
              <a:ext cx="284790" cy="657651"/>
            </a:xfrm>
            <a:custGeom>
              <a:avLst/>
              <a:gdLst/>
              <a:ahLst/>
              <a:cxnLst/>
              <a:rect l="l" t="t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8003842" y="4210883"/>
              <a:ext cx="185889" cy="717641"/>
            </a:xfrm>
            <a:custGeom>
              <a:avLst/>
              <a:gdLst/>
              <a:ahLst/>
              <a:cxnLst/>
              <a:rect l="l" t="t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3"/>
            <p:cNvSpPr/>
            <p:nvPr/>
          </p:nvSpPr>
          <p:spPr>
            <a:xfrm>
              <a:off x="7731322" y="4624175"/>
              <a:ext cx="309839" cy="312799"/>
            </a:xfrm>
            <a:custGeom>
              <a:avLst/>
              <a:gdLst/>
              <a:ahLst/>
              <a:cxnLst/>
              <a:rect l="l" t="t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7514750" y="4638613"/>
              <a:ext cx="106264" cy="330053"/>
            </a:xfrm>
            <a:custGeom>
              <a:avLst/>
              <a:gdLst/>
              <a:ahLst/>
              <a:cxnLst/>
              <a:rect l="l" t="t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8176666" y="4630600"/>
              <a:ext cx="145607" cy="350122"/>
            </a:xfrm>
            <a:custGeom>
              <a:avLst/>
              <a:gdLst/>
              <a:ahLst/>
              <a:cxnLst/>
              <a:rect l="l" t="t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8367683" y="4462179"/>
              <a:ext cx="101066" cy="466203"/>
            </a:xfrm>
            <a:custGeom>
              <a:avLst/>
              <a:gdLst/>
              <a:ahLst/>
              <a:cxnLst/>
              <a:rect l="l" t="t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33"/>
          <p:cNvGrpSpPr/>
          <p:nvPr/>
        </p:nvGrpSpPr>
        <p:grpSpPr>
          <a:xfrm flipH="1">
            <a:off x="5674531" y="35545"/>
            <a:ext cx="441129" cy="440437"/>
            <a:chOff x="5721625" y="4984150"/>
            <a:chExt cx="196950" cy="196650"/>
          </a:xfrm>
        </p:grpSpPr>
        <p:sp>
          <p:nvSpPr>
            <p:cNvPr id="336" name="Google Shape;336;p33"/>
            <p:cNvSpPr/>
            <p:nvPr/>
          </p:nvSpPr>
          <p:spPr>
            <a:xfrm>
              <a:off x="5847225" y="4984150"/>
              <a:ext cx="22325" cy="185825"/>
            </a:xfrm>
            <a:custGeom>
              <a:avLst/>
              <a:gdLst/>
              <a:ahLst/>
              <a:cxnLst/>
              <a:rect l="l" t="t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5787275" y="4985750"/>
              <a:ext cx="50100" cy="186200"/>
            </a:xfrm>
            <a:custGeom>
              <a:avLst/>
              <a:gdLst/>
              <a:ahLst/>
              <a:cxnLst/>
              <a:rect l="l" t="t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5777075" y="5069900"/>
              <a:ext cx="24950" cy="110900"/>
            </a:xfrm>
            <a:custGeom>
              <a:avLst/>
              <a:gdLst/>
              <a:ahLst/>
              <a:cxnLst/>
              <a:rect l="l" t="t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5721625" y="5011325"/>
              <a:ext cx="47775" cy="157175"/>
            </a:xfrm>
            <a:custGeom>
              <a:avLst/>
              <a:gdLst/>
              <a:ahLst/>
              <a:cxnLst/>
              <a:rect l="l" t="t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5877750" y="5044825"/>
              <a:ext cx="40825" cy="129000"/>
            </a:xfrm>
            <a:custGeom>
              <a:avLst/>
              <a:gdLst/>
              <a:ahLst/>
              <a:cxnLst/>
              <a:rect l="l" t="t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" name="Google Shape;341;p33"/>
          <p:cNvGrpSpPr/>
          <p:nvPr/>
        </p:nvGrpSpPr>
        <p:grpSpPr>
          <a:xfrm>
            <a:off x="58012" y="3331626"/>
            <a:ext cx="890185" cy="675108"/>
            <a:chOff x="4725044" y="4077175"/>
            <a:chExt cx="398900" cy="347475"/>
          </a:xfrm>
        </p:grpSpPr>
        <p:sp>
          <p:nvSpPr>
            <p:cNvPr id="342" name="Google Shape;342;p33"/>
            <p:cNvSpPr/>
            <p:nvPr/>
          </p:nvSpPr>
          <p:spPr>
            <a:xfrm>
              <a:off x="4725044" y="4077175"/>
              <a:ext cx="398900" cy="297393"/>
            </a:xfrm>
            <a:custGeom>
              <a:avLst/>
              <a:gdLst/>
              <a:ahLst/>
              <a:cxnLst/>
              <a:rect l="l" t="t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10975" y="8718"/>
                  </a:ln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4913100" y="4172025"/>
              <a:ext cx="21550" cy="252625"/>
            </a:xfrm>
            <a:custGeom>
              <a:avLst/>
              <a:gdLst/>
              <a:ahLst/>
              <a:cxnLst/>
              <a:rect l="l" t="t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4796700" y="4226125"/>
              <a:ext cx="220125" cy="95400"/>
            </a:xfrm>
            <a:custGeom>
              <a:avLst/>
              <a:gdLst/>
              <a:ahLst/>
              <a:cxnLst/>
              <a:rect l="l" t="t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4891150" y="4191050"/>
              <a:ext cx="85575" cy="46575"/>
            </a:xfrm>
            <a:custGeom>
              <a:avLst/>
              <a:gdLst/>
              <a:ahLst/>
              <a:cxnLst/>
              <a:rect l="l" t="t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1405" y="1499"/>
                  </a:ln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5026525" y="4154875"/>
              <a:ext cx="7775" cy="6075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5002150" y="4132700"/>
              <a:ext cx="9075" cy="8975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4996825" y="4178825"/>
              <a:ext cx="10300" cy="7975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9" name="Google Shape;34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900" y="35550"/>
            <a:ext cx="7319649" cy="50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9">
            <a:extLst>
              <a:ext uri="{FF2B5EF4-FFF2-40B4-BE49-F238E27FC236}">
                <a16:creationId xmlns:a16="http://schemas.microsoft.com/office/drawing/2014/main" id="{EB9BE399-F663-4DB6-BDA5-15605C838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86"/>
          <a:stretch>
            <a:fillRect/>
          </a:stretch>
        </p:blipFill>
        <p:spPr bwMode="auto">
          <a:xfrm>
            <a:off x="0" y="0"/>
            <a:ext cx="9144000" cy="516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B8946D-984E-4946-A0FC-EFA36A9881F0}"/>
              </a:ext>
            </a:extLst>
          </p:cNvPr>
          <p:cNvSpPr/>
          <p:nvPr/>
        </p:nvSpPr>
        <p:spPr>
          <a:xfrm>
            <a:off x="2338388" y="258763"/>
            <a:ext cx="842962" cy="328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kern="0" dirty="0">
                <a:sym typeface="Arial"/>
              </a:rPr>
              <a:t>ayah</a:t>
            </a:r>
            <a:endParaRPr lang="en-ID" kern="0" dirty="0"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711CD9-548F-4D36-A085-43ADFDFA73E0}"/>
              </a:ext>
            </a:extLst>
          </p:cNvPr>
          <p:cNvSpPr/>
          <p:nvPr/>
        </p:nvSpPr>
        <p:spPr>
          <a:xfrm>
            <a:off x="7869238" y="3200400"/>
            <a:ext cx="842962" cy="455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kern="0" dirty="0">
                <a:sym typeface="Arial"/>
              </a:rPr>
              <a:t>Anak </a:t>
            </a:r>
            <a:r>
              <a:rPr lang="en-US" kern="0" dirty="0" err="1">
                <a:sym typeface="Arial"/>
              </a:rPr>
              <a:t>kedua</a:t>
            </a:r>
            <a:endParaRPr lang="en-ID" kern="0" dirty="0"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437DC-F7D3-4B54-B73A-B70DFED02751}"/>
              </a:ext>
            </a:extLst>
          </p:cNvPr>
          <p:cNvSpPr/>
          <p:nvPr/>
        </p:nvSpPr>
        <p:spPr>
          <a:xfrm>
            <a:off x="5835650" y="423863"/>
            <a:ext cx="842963" cy="328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kern="0" dirty="0" err="1">
                <a:sym typeface="Arial"/>
              </a:rPr>
              <a:t>ibu</a:t>
            </a:r>
            <a:endParaRPr lang="en-ID" kern="0" dirty="0"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5E0964-C44B-4EA2-A2E5-5A0CDDBF7124}"/>
              </a:ext>
            </a:extLst>
          </p:cNvPr>
          <p:cNvSpPr/>
          <p:nvPr/>
        </p:nvSpPr>
        <p:spPr>
          <a:xfrm>
            <a:off x="735013" y="3100388"/>
            <a:ext cx="842962" cy="455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kern="0" dirty="0" err="1">
                <a:sym typeface="Arial"/>
              </a:rPr>
              <a:t>Zaw</a:t>
            </a:r>
            <a:endParaRPr lang="en-ID" kern="0" dirty="0"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DD81-DF24-4636-8258-F7478F37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Konsep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personal</a:t>
            </a:r>
            <a:endParaRPr lang="en-ID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587D41C-BBA7-42BE-8D6C-3B712811F6D9}"/>
              </a:ext>
            </a:extLst>
          </p:cNvPr>
          <p:cNvGraphicFramePr>
            <a:graphicFrameLocks noGrp="1"/>
          </p:cNvGraphicFramePr>
          <p:nvPr/>
        </p:nvGraphicFramePr>
        <p:xfrm>
          <a:off x="153988" y="1125538"/>
          <a:ext cx="8836025" cy="3724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2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9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31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32">
                <a:tc>
                  <a:txBody>
                    <a:bodyPr/>
                    <a:lstStyle/>
                    <a:p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endParaRPr lang="en-ID" sz="140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endParaRPr lang="en-ID" sz="140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endParaRPr lang="en-ID" sz="1400"/>
                    </a:p>
                  </a:txBody>
                  <a:tcPr marL="91432" marR="91432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Saya /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aku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 </a:t>
                      </a:r>
                      <a:r>
                        <a:rPr lang="en-US" sz="1400" dirty="0" err="1"/>
                        <a:t>saya</a:t>
                      </a:r>
                      <a:r>
                        <a:rPr lang="en-US" sz="1400" dirty="0"/>
                        <a:t> / …</a:t>
                      </a:r>
                      <a:r>
                        <a:rPr lang="en-US" sz="1400" dirty="0" err="1"/>
                        <a:t>ku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Nama </a:t>
                      </a:r>
                      <a:r>
                        <a:rPr lang="en-ID" sz="1400" dirty="0" err="1"/>
                        <a:t>saya</a:t>
                      </a:r>
                      <a:r>
                        <a:rPr lang="en-ID" sz="1400" dirty="0"/>
                        <a:t> Budi, </a:t>
                      </a:r>
                      <a:r>
                        <a:rPr lang="en-ID" sz="1400" dirty="0" err="1"/>
                        <a:t>saya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Polisi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My name is Budi. I am a police.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63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She / he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Dia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 </a:t>
                      </a:r>
                      <a:r>
                        <a:rPr lang="en-US" sz="1400" dirty="0" err="1"/>
                        <a:t>dia</a:t>
                      </a:r>
                      <a:r>
                        <a:rPr lang="en-US" sz="1400" dirty="0"/>
                        <a:t> / …</a:t>
                      </a:r>
                      <a:r>
                        <a:rPr lang="en-US" sz="1400" dirty="0" err="1"/>
                        <a:t>nya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ID" sz="1400" dirty="0" err="1"/>
                        <a:t>Dia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saudara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laki-laki</a:t>
                      </a:r>
                      <a:r>
                        <a:rPr lang="en-ID" sz="1400" baseline="0" dirty="0"/>
                        <a:t> </a:t>
                      </a:r>
                      <a:r>
                        <a:rPr lang="en-ID" sz="1400" baseline="0" dirty="0" err="1"/>
                        <a:t>saya</a:t>
                      </a:r>
                      <a:r>
                        <a:rPr lang="en-ID" sz="1400" baseline="0" dirty="0"/>
                        <a:t>. </a:t>
                      </a:r>
                      <a:r>
                        <a:rPr lang="en-ID" sz="1400" baseline="0" dirty="0" err="1"/>
                        <a:t>Namanya</a:t>
                      </a:r>
                      <a:r>
                        <a:rPr lang="en-ID" sz="1400" baseline="0" dirty="0"/>
                        <a:t> Rudi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 is my brother. His name is Rudi.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63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They 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Mereka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 </a:t>
                      </a:r>
                      <a:r>
                        <a:rPr lang="en-US" sz="1400" dirty="0" err="1"/>
                        <a:t>mereka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ID" sz="1400" dirty="0" err="1"/>
                        <a:t>Mereka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keluarga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saya</a:t>
                      </a:r>
                      <a:r>
                        <a:rPr lang="en-ID" sz="1400" dirty="0"/>
                        <a:t>. </a:t>
                      </a:r>
                      <a:r>
                        <a:rPr lang="en-ID" sz="1400" dirty="0" err="1"/>
                        <a:t>Rumah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mereka</a:t>
                      </a:r>
                      <a:r>
                        <a:rPr lang="en-ID" sz="1400" dirty="0"/>
                        <a:t> di </a:t>
                      </a:r>
                      <a:r>
                        <a:rPr lang="en-ID" sz="1400" dirty="0" err="1"/>
                        <a:t>korea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They are my family. Their house is in Korea.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77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 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Kami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(2</a:t>
                      </a:r>
                      <a:r>
                        <a:rPr lang="en-US" sz="1100" b="0" i="0" u="none" strike="noStrike" cap="none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nd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person is not included)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 kami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Kami </a:t>
                      </a:r>
                      <a:r>
                        <a:rPr lang="en-ID" sz="1400" dirty="0" err="1"/>
                        <a:t>keluarga</a:t>
                      </a:r>
                      <a:r>
                        <a:rPr lang="en-ID" sz="1400" dirty="0"/>
                        <a:t>. </a:t>
                      </a:r>
                      <a:r>
                        <a:rPr lang="en-ID" sz="1400" dirty="0" err="1"/>
                        <a:t>Rumah</a:t>
                      </a:r>
                      <a:r>
                        <a:rPr lang="en-ID" sz="1400" dirty="0"/>
                        <a:t> kami di </a:t>
                      </a:r>
                      <a:r>
                        <a:rPr lang="en-ID" sz="1400" dirty="0" err="1"/>
                        <a:t>jepang</a:t>
                      </a:r>
                      <a:r>
                        <a:rPr lang="en-ID" sz="1400" dirty="0"/>
                        <a:t>. </a:t>
                      </a: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 are family. Our house in Japan.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213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 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Kita 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(everybody is included)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 </a:t>
                      </a:r>
                      <a:r>
                        <a:rPr lang="en-US" sz="1400" dirty="0" err="1"/>
                        <a:t>kita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Kita </a:t>
                      </a:r>
                      <a:r>
                        <a:rPr lang="en-ID" sz="1400" dirty="0" err="1"/>
                        <a:t>saudara</a:t>
                      </a:r>
                      <a:r>
                        <a:rPr lang="en-ID" sz="1400" dirty="0"/>
                        <a:t>. </a:t>
                      </a:r>
                      <a:r>
                        <a:rPr lang="en-ID" sz="1400" dirty="0" err="1"/>
                        <a:t>Ibu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kita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sama</a:t>
                      </a:r>
                      <a:r>
                        <a:rPr lang="en-ID" sz="1400" dirty="0"/>
                        <a:t>.</a:t>
                      </a: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 are sibling. Our mom is same.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63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You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Kamu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/ Anda</a:t>
                      </a: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 Anda / …mu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ID" sz="1400" dirty="0" err="1"/>
                        <a:t>Kamu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adik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saya</a:t>
                      </a:r>
                      <a:r>
                        <a:rPr lang="en-ID" sz="1400" dirty="0"/>
                        <a:t>. </a:t>
                      </a:r>
                      <a:r>
                        <a:rPr lang="en-ID" sz="1400" dirty="0" err="1"/>
                        <a:t>Saya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saudara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kamu</a:t>
                      </a:r>
                      <a:r>
                        <a:rPr lang="en-ID" sz="1400" dirty="0"/>
                        <a:t>. </a:t>
                      </a:r>
                    </a:p>
                  </a:txBody>
                  <a:tcPr marL="91432" marR="91432" marT="45719" marB="4571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You are my little brother. I am your sibling.</a:t>
                      </a:r>
                      <a:endParaRPr lang="en-ID" sz="1400" dirty="0"/>
                    </a:p>
                  </a:txBody>
                  <a:tcPr marL="91432" marR="91432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44C74BC1-C370-4AF2-9210-DC10AC16A1E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Font typeface="Chelsea Market" panose="020B0604020202020204" charset="0"/>
              <a:buNone/>
            </a:pPr>
            <a:r>
              <a:rPr lang="en-ID" altLang="en-US" sz="2400" b="1">
                <a:solidFill>
                  <a:srgbClr val="000000"/>
                </a:solidFill>
                <a:latin typeface="Arvo"/>
                <a:cs typeface="Chelsea Market" panose="020B0604020202020204" charset="0"/>
                <a:sym typeface="Chelsea Market" panose="020B0604020202020204" charset="0"/>
              </a:rPr>
              <a:t>Keluarga Raden </a:t>
            </a:r>
            <a:endParaRPr lang="en-ID" altLang="en-US" sz="3600">
              <a:latin typeface="Chelsea Market" panose="020B0604020202020204" charset="0"/>
              <a:cs typeface="Chelsea Market" panose="020B0604020202020204" charset="0"/>
              <a:sym typeface="Chelsea Market" panose="020B060402020202020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DDB53-7188-48A0-AA07-4F996372B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6755" y="702419"/>
            <a:ext cx="5487245" cy="3019475"/>
          </a:xfrm>
        </p:spPr>
        <p:txBody>
          <a:bodyPr/>
          <a:lstStyle/>
          <a:p>
            <a:pPr marL="146050" indent="0" eaLnBrk="1" fontAlgn="auto" hangingPunct="1">
              <a:lnSpc>
                <a:spcPct val="150000"/>
              </a:lnSpc>
              <a:buFont typeface="Josefin Slab"/>
              <a:buNone/>
              <a:defRPr/>
            </a:pPr>
            <a:r>
              <a:rPr lang="en-ID" sz="1800" dirty="0" err="1">
                <a:solidFill>
                  <a:srgbClr val="000000"/>
                </a:solidFill>
                <a:latin typeface="Arvo"/>
              </a:rPr>
              <a:t>Ini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keluarga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Dimo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. Ada ayah,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ibu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,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kakak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perempuan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, dan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Dimo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. Ayah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Dimo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highlight>
                  <a:srgbClr val="FFFF00"/>
                </a:highlight>
                <a:latin typeface="Arvo"/>
              </a:rPr>
              <a:t>bernama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Dedi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dan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ibu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Dimo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highlight>
                  <a:srgbClr val="FFFF00"/>
                </a:highlight>
                <a:latin typeface="Arvo"/>
              </a:rPr>
              <a:t>bernama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Heni. Raden </a:t>
            </a:r>
            <a:r>
              <a:rPr lang="en-ID" sz="1800" dirty="0">
                <a:solidFill>
                  <a:srgbClr val="000000"/>
                </a:solidFill>
                <a:highlight>
                  <a:srgbClr val="00FF00"/>
                </a:highlight>
                <a:latin typeface="Arvo"/>
              </a:rPr>
              <a:t>punya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kakak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perempuan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. </a:t>
            </a:r>
            <a:r>
              <a:rPr lang="en-ID" sz="1800" dirty="0">
                <a:solidFill>
                  <a:srgbClr val="000000"/>
                </a:solidFill>
                <a:highlight>
                  <a:srgbClr val="00FFFF"/>
                </a:highlight>
                <a:latin typeface="Arvo"/>
              </a:rPr>
              <a:t>Namanya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Rara. Rara nikah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dengan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Bayu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.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Bayu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adalah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kakak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ipar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Dimo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.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Dimo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>
                <a:solidFill>
                  <a:srgbClr val="000000"/>
                </a:solidFill>
                <a:highlight>
                  <a:srgbClr val="00FF00"/>
                </a:highlight>
                <a:latin typeface="Arvo"/>
              </a:rPr>
              <a:t>punya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</a:t>
            </a:r>
            <a:r>
              <a:rPr lang="en-ID" sz="1800" dirty="0" err="1">
                <a:solidFill>
                  <a:srgbClr val="000000"/>
                </a:solidFill>
                <a:latin typeface="Arvo"/>
              </a:rPr>
              <a:t>keponakan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. </a:t>
            </a:r>
            <a:r>
              <a:rPr lang="en-ID" sz="1800" dirty="0">
                <a:solidFill>
                  <a:srgbClr val="000000"/>
                </a:solidFill>
                <a:highlight>
                  <a:srgbClr val="00FFFF"/>
                </a:highlight>
                <a:latin typeface="Arvo"/>
              </a:rPr>
              <a:t>Namanya</a:t>
            </a:r>
            <a:r>
              <a:rPr lang="en-ID" sz="1800" dirty="0">
                <a:solidFill>
                  <a:srgbClr val="000000"/>
                </a:solidFill>
                <a:latin typeface="Arvo"/>
              </a:rPr>
              <a:t> Tika. </a:t>
            </a:r>
            <a:endParaRPr lang="en-ID" dirty="0"/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BB5C4610-F08A-429B-92B5-E9D570F8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8"/>
          <a:stretch>
            <a:fillRect/>
          </a:stretch>
        </p:blipFill>
        <p:spPr bwMode="auto">
          <a:xfrm>
            <a:off x="84138" y="1301750"/>
            <a:ext cx="3571875" cy="221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88AD74-D4F3-46DA-9F4F-5822390F4F29}"/>
              </a:ext>
            </a:extLst>
          </p:cNvPr>
          <p:cNvSpPr txBox="1"/>
          <p:nvPr/>
        </p:nvSpPr>
        <p:spPr>
          <a:xfrm>
            <a:off x="218565" y="3721894"/>
            <a:ext cx="7868160" cy="13234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sv-SE" sz="1600" kern="0" dirty="0">
                <a:highlight>
                  <a:srgbClr val="FFFF00"/>
                </a:highlight>
                <a:latin typeface="Arvo"/>
                <a:ea typeface="Arial"/>
                <a:cs typeface="Arial"/>
                <a:sym typeface="Arial"/>
              </a:rPr>
              <a:t>Ber + noun =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sv-SE" sz="1600" kern="0" dirty="0">
                <a:latin typeface="Arvo"/>
                <a:ea typeface="Arial"/>
                <a:cs typeface="Arial"/>
                <a:sym typeface="Arial"/>
              </a:rPr>
              <a:t>Contoh: </a:t>
            </a:r>
            <a:r>
              <a:rPr lang="en-ID" sz="1600" kern="0" dirty="0">
                <a:latin typeface="Arvo"/>
                <a:ea typeface="Arial"/>
                <a:cs typeface="Arial"/>
                <a:sym typeface="Arial"/>
              </a:rPr>
              <a:t>Ayah Raden </a:t>
            </a:r>
            <a:r>
              <a:rPr lang="en-ID" sz="1600" kern="0" dirty="0" err="1">
                <a:latin typeface="Arvo"/>
                <a:ea typeface="Arial"/>
                <a:cs typeface="Arial"/>
                <a:sym typeface="Arial"/>
              </a:rPr>
              <a:t>bernama</a:t>
            </a:r>
            <a:r>
              <a:rPr lang="en-ID" sz="1600" kern="0" dirty="0">
                <a:latin typeface="Arvo"/>
                <a:ea typeface="Arial"/>
                <a:cs typeface="Arial"/>
                <a:sym typeface="Arial"/>
              </a:rPr>
              <a:t> </a:t>
            </a:r>
            <a:r>
              <a:rPr lang="en-ID" sz="1600" kern="0" dirty="0" err="1">
                <a:latin typeface="Arvo"/>
                <a:ea typeface="Arial"/>
                <a:cs typeface="Arial"/>
                <a:sym typeface="Arial"/>
              </a:rPr>
              <a:t>Dedi</a:t>
            </a:r>
            <a:r>
              <a:rPr lang="en-ID" sz="1600" kern="0" dirty="0">
                <a:latin typeface="Arvo"/>
                <a:ea typeface="Arial"/>
                <a:cs typeface="Arial"/>
                <a:sym typeface="Arial"/>
              </a:rPr>
              <a:t>. Ibu Raden </a:t>
            </a:r>
            <a:r>
              <a:rPr lang="en-ID" sz="1600" kern="0" dirty="0" err="1">
                <a:latin typeface="Arvo"/>
                <a:ea typeface="Arial"/>
                <a:cs typeface="Arial"/>
                <a:sym typeface="Arial"/>
              </a:rPr>
              <a:t>bernama</a:t>
            </a:r>
            <a:r>
              <a:rPr lang="en-ID" sz="1600" kern="0" dirty="0">
                <a:latin typeface="Arvo"/>
                <a:ea typeface="Arial"/>
                <a:cs typeface="Arial"/>
                <a:sym typeface="Arial"/>
              </a:rPr>
              <a:t> Heni.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ID" sz="1600" kern="0" dirty="0">
              <a:latin typeface="Arvo"/>
              <a:ea typeface="Arial"/>
              <a:cs typeface="Arial"/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ID" sz="1600" kern="0" dirty="0">
                <a:highlight>
                  <a:srgbClr val="00FFFF"/>
                </a:highlight>
                <a:latin typeface="Arvo"/>
                <a:ea typeface="Arial"/>
                <a:cs typeface="Arial"/>
                <a:sym typeface="Arial"/>
              </a:rPr>
              <a:t>Namanya: -</a:t>
            </a:r>
            <a:r>
              <a:rPr lang="en-ID" sz="1600" kern="0" dirty="0" err="1">
                <a:highlight>
                  <a:srgbClr val="00FFFF"/>
                </a:highlight>
                <a:latin typeface="Arvo"/>
                <a:ea typeface="Arial"/>
                <a:cs typeface="Arial"/>
                <a:sym typeface="Arial"/>
              </a:rPr>
              <a:t>nya</a:t>
            </a:r>
            <a:r>
              <a:rPr lang="en-ID" sz="1600" kern="0" dirty="0">
                <a:highlight>
                  <a:srgbClr val="00FFFF"/>
                </a:highlight>
                <a:latin typeface="Arvo"/>
                <a:ea typeface="Arial"/>
                <a:cs typeface="Arial"/>
                <a:sym typeface="Arial"/>
              </a:rPr>
              <a:t> = her … / his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ID" sz="1600" kern="0" dirty="0" err="1">
                <a:latin typeface="Arvo"/>
                <a:ea typeface="Arial"/>
                <a:cs typeface="Arial"/>
                <a:sym typeface="Arial"/>
              </a:rPr>
              <a:t>Contoh</a:t>
            </a:r>
            <a:r>
              <a:rPr lang="en-ID" sz="1600" kern="0" dirty="0">
                <a:latin typeface="Arvo"/>
                <a:ea typeface="Arial"/>
                <a:cs typeface="Arial"/>
                <a:sym typeface="Arial"/>
              </a:rPr>
              <a:t>: Namanya Rara. Namanya Tika. </a:t>
            </a:r>
            <a:endParaRPr lang="sv-SE" sz="1600" kern="0" dirty="0">
              <a:latin typeface="Arvo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35"/>
          <p:cNvGrpSpPr/>
          <p:nvPr/>
        </p:nvGrpSpPr>
        <p:grpSpPr>
          <a:xfrm flipH="1">
            <a:off x="7420838" y="4081475"/>
            <a:ext cx="643950" cy="195675"/>
            <a:chOff x="806663" y="3241275"/>
            <a:chExt cx="643950" cy="195675"/>
          </a:xfrm>
        </p:grpSpPr>
        <p:sp>
          <p:nvSpPr>
            <p:cNvPr id="382" name="Google Shape;382;p35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5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35"/>
          <p:cNvGrpSpPr/>
          <p:nvPr/>
        </p:nvGrpSpPr>
        <p:grpSpPr>
          <a:xfrm flipH="1">
            <a:off x="8198463" y="4498663"/>
            <a:ext cx="643950" cy="195675"/>
            <a:chOff x="806663" y="3241275"/>
            <a:chExt cx="643950" cy="195675"/>
          </a:xfrm>
        </p:grpSpPr>
        <p:sp>
          <p:nvSpPr>
            <p:cNvPr id="385" name="Google Shape;385;p35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5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7" name="Google Shape;387;p35"/>
          <p:cNvSpPr txBox="1">
            <a:spLocks noGrp="1"/>
          </p:cNvSpPr>
          <p:nvPr>
            <p:ph type="subTitle" idx="4294967295"/>
          </p:nvPr>
        </p:nvSpPr>
        <p:spPr>
          <a:xfrm>
            <a:off x="2702375" y="256100"/>
            <a:ext cx="31266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88" name="Google Shape;388;p35"/>
          <p:cNvPicPr preferRelativeResize="0"/>
          <p:nvPr/>
        </p:nvPicPr>
        <p:blipFill rotWithShape="1">
          <a:blip r:embed="rId3">
            <a:alphaModFix/>
          </a:blip>
          <a:srcRect l="13192" t="22765" r="51342" b="11035"/>
          <a:stretch/>
        </p:blipFill>
        <p:spPr>
          <a:xfrm>
            <a:off x="2542725" y="357225"/>
            <a:ext cx="4218149" cy="44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5"/>
          <p:cNvSpPr/>
          <p:nvPr/>
        </p:nvSpPr>
        <p:spPr>
          <a:xfrm>
            <a:off x="7616937" y="1863575"/>
            <a:ext cx="833700" cy="562500"/>
          </a:xfrm>
          <a:prstGeom prst="wedgeRoundRectCallout">
            <a:avLst>
              <a:gd name="adj1" fmla="val -233156"/>
              <a:gd name="adj2" fmla="val 58062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Kakek</a:t>
            </a:r>
            <a:endParaRPr/>
          </a:p>
        </p:txBody>
      </p:sp>
      <p:sp>
        <p:nvSpPr>
          <p:cNvPr id="390" name="Google Shape;390;p35"/>
          <p:cNvSpPr/>
          <p:nvPr/>
        </p:nvSpPr>
        <p:spPr>
          <a:xfrm>
            <a:off x="1320436" y="1428850"/>
            <a:ext cx="833700" cy="562500"/>
          </a:xfrm>
          <a:prstGeom prst="wedgeRoundRectCallout">
            <a:avLst>
              <a:gd name="adj1" fmla="val 173240"/>
              <a:gd name="adj2" fmla="val -973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Nenek</a:t>
            </a:r>
            <a:endParaRPr dirty="0"/>
          </a:p>
        </p:txBody>
      </p:sp>
      <p:sp>
        <p:nvSpPr>
          <p:cNvPr id="391" name="Google Shape;391;p35"/>
          <p:cNvSpPr/>
          <p:nvPr/>
        </p:nvSpPr>
        <p:spPr>
          <a:xfrm>
            <a:off x="6151475" y="703700"/>
            <a:ext cx="1242300" cy="562500"/>
          </a:xfrm>
          <a:prstGeom prst="wedgeRoundRectCallout">
            <a:avLst>
              <a:gd name="adj1" fmla="val -106071"/>
              <a:gd name="adj2" fmla="val 4020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Ayah/Papa</a:t>
            </a:r>
            <a:endParaRPr/>
          </a:p>
        </p:txBody>
      </p:sp>
      <p:sp>
        <p:nvSpPr>
          <p:cNvPr id="392" name="Google Shape;392;p35"/>
          <p:cNvSpPr/>
          <p:nvPr/>
        </p:nvSpPr>
        <p:spPr>
          <a:xfrm>
            <a:off x="2486375" y="661768"/>
            <a:ext cx="1049700" cy="562500"/>
          </a:xfrm>
          <a:prstGeom prst="wedgeRoundRectCallout">
            <a:avLst>
              <a:gd name="adj1" fmla="val 113878"/>
              <a:gd name="adj2" fmla="val 83947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Ibu/Mama</a:t>
            </a:r>
            <a:endParaRPr/>
          </a:p>
        </p:txBody>
      </p:sp>
      <p:sp>
        <p:nvSpPr>
          <p:cNvPr id="393" name="Google Shape;393;p35"/>
          <p:cNvSpPr/>
          <p:nvPr/>
        </p:nvSpPr>
        <p:spPr>
          <a:xfrm>
            <a:off x="7646363" y="2899869"/>
            <a:ext cx="833700" cy="562500"/>
          </a:xfrm>
          <a:prstGeom prst="wedgeRoundRectCallout">
            <a:avLst>
              <a:gd name="adj1" fmla="val -293019"/>
              <a:gd name="adj2" fmla="val 9507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Adik</a:t>
            </a:r>
            <a:endParaRPr dirty="0"/>
          </a:p>
        </p:txBody>
      </p:sp>
      <p:sp>
        <p:nvSpPr>
          <p:cNvPr id="394" name="Google Shape;394;p35"/>
          <p:cNvSpPr/>
          <p:nvPr/>
        </p:nvSpPr>
        <p:spPr>
          <a:xfrm>
            <a:off x="1059950" y="3714650"/>
            <a:ext cx="1049700" cy="562500"/>
          </a:xfrm>
          <a:prstGeom prst="wedgeRoundRectCallout">
            <a:avLst>
              <a:gd name="adj1" fmla="val 121775"/>
              <a:gd name="adj2" fmla="val -174600"/>
              <a:gd name="adj3" fmla="val 0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Aku/saya</a:t>
            </a:r>
            <a:endParaRPr/>
          </a:p>
        </p:txBody>
      </p:sp>
      <p:sp>
        <p:nvSpPr>
          <p:cNvPr id="395" name="Google Shape;395;p35"/>
          <p:cNvSpPr/>
          <p:nvPr/>
        </p:nvSpPr>
        <p:spPr>
          <a:xfrm>
            <a:off x="4832075" y="1151300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4049675" y="171282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97" name="Google Shape;397;p35"/>
          <p:cNvSpPr/>
          <p:nvPr/>
        </p:nvSpPr>
        <p:spPr>
          <a:xfrm>
            <a:off x="5739625" y="2273800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98" name="Google Shape;398;p35"/>
          <p:cNvSpPr/>
          <p:nvPr/>
        </p:nvSpPr>
        <p:spPr>
          <a:xfrm>
            <a:off x="3450875" y="214482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99" name="Google Shape;399;p35"/>
          <p:cNvSpPr/>
          <p:nvPr/>
        </p:nvSpPr>
        <p:spPr>
          <a:xfrm>
            <a:off x="2944425" y="256292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5101825" y="279792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6"/>
          <p:cNvPicPr preferRelativeResize="0"/>
          <p:nvPr/>
        </p:nvPicPr>
        <p:blipFill rotWithShape="1">
          <a:blip r:embed="rId3">
            <a:alphaModFix/>
          </a:blip>
          <a:srcRect l="16818" t="23763" r="48963" b="30191"/>
          <a:stretch/>
        </p:blipFill>
        <p:spPr>
          <a:xfrm>
            <a:off x="1757575" y="394388"/>
            <a:ext cx="5800027" cy="43900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6" name="Google Shape;406;p36"/>
          <p:cNvGrpSpPr/>
          <p:nvPr/>
        </p:nvGrpSpPr>
        <p:grpSpPr>
          <a:xfrm flipH="1">
            <a:off x="7633788" y="4708275"/>
            <a:ext cx="643950" cy="195675"/>
            <a:chOff x="806663" y="3241275"/>
            <a:chExt cx="643950" cy="195675"/>
          </a:xfrm>
        </p:grpSpPr>
        <p:sp>
          <p:nvSpPr>
            <p:cNvPr id="407" name="Google Shape;407;p36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36"/>
          <p:cNvGrpSpPr/>
          <p:nvPr/>
        </p:nvGrpSpPr>
        <p:grpSpPr>
          <a:xfrm flipH="1">
            <a:off x="8198463" y="4498663"/>
            <a:ext cx="643950" cy="195675"/>
            <a:chOff x="806663" y="3241275"/>
            <a:chExt cx="643950" cy="195675"/>
          </a:xfrm>
        </p:grpSpPr>
        <p:sp>
          <p:nvSpPr>
            <p:cNvPr id="410" name="Google Shape;410;p36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36"/>
          <p:cNvSpPr/>
          <p:nvPr/>
        </p:nvSpPr>
        <p:spPr>
          <a:xfrm>
            <a:off x="923875" y="796824"/>
            <a:ext cx="833700" cy="562500"/>
          </a:xfrm>
          <a:prstGeom prst="wedgeRoundRectCallout">
            <a:avLst>
              <a:gd name="adj1" fmla="val 142788"/>
              <a:gd name="adj2" fmla="val 109653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Kakek</a:t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7728779" y="1204540"/>
            <a:ext cx="833700" cy="562500"/>
          </a:xfrm>
          <a:prstGeom prst="wedgeRoundRectCallout">
            <a:avLst>
              <a:gd name="adj1" fmla="val -122667"/>
              <a:gd name="adj2" fmla="val 35569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Nenek</a:t>
            </a:r>
            <a:endParaRPr dirty="0"/>
          </a:p>
        </p:txBody>
      </p:sp>
      <p:sp>
        <p:nvSpPr>
          <p:cNvPr id="414" name="Google Shape;414;p36"/>
          <p:cNvSpPr/>
          <p:nvPr/>
        </p:nvSpPr>
        <p:spPr>
          <a:xfrm>
            <a:off x="6166138" y="-68294"/>
            <a:ext cx="1242300" cy="562500"/>
          </a:xfrm>
          <a:prstGeom prst="wedgeRoundRectCallout">
            <a:avLst>
              <a:gd name="adj1" fmla="val -76785"/>
              <a:gd name="adj2" fmla="val 5950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Ayah/Papa</a:t>
            </a:r>
            <a:endParaRPr dirty="0"/>
          </a:p>
        </p:txBody>
      </p:sp>
      <p:sp>
        <p:nvSpPr>
          <p:cNvPr id="415" name="Google Shape;415;p36"/>
          <p:cNvSpPr/>
          <p:nvPr/>
        </p:nvSpPr>
        <p:spPr>
          <a:xfrm>
            <a:off x="3712075" y="113138"/>
            <a:ext cx="1049700" cy="562500"/>
          </a:xfrm>
          <a:prstGeom prst="wedgeRoundRectCallout">
            <a:avLst>
              <a:gd name="adj1" fmla="val 32586"/>
              <a:gd name="adj2" fmla="val 10028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Ibu/Mama</a:t>
            </a:r>
            <a:endParaRPr dirty="0"/>
          </a:p>
        </p:txBody>
      </p:sp>
      <p:sp>
        <p:nvSpPr>
          <p:cNvPr id="416" name="Google Shape;416;p36"/>
          <p:cNvSpPr/>
          <p:nvPr/>
        </p:nvSpPr>
        <p:spPr>
          <a:xfrm>
            <a:off x="3536754" y="3792244"/>
            <a:ext cx="833700" cy="562500"/>
          </a:xfrm>
          <a:prstGeom prst="wedgeRoundRectCallout">
            <a:avLst>
              <a:gd name="adj1" fmla="val 19755"/>
              <a:gd name="adj2" fmla="val -187411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Adik laki-laki</a:t>
            </a:r>
            <a:endParaRPr dirty="0"/>
          </a:p>
        </p:txBody>
      </p:sp>
      <p:sp>
        <p:nvSpPr>
          <p:cNvPr id="417" name="Google Shape;417;p36"/>
          <p:cNvSpPr/>
          <p:nvPr/>
        </p:nvSpPr>
        <p:spPr>
          <a:xfrm>
            <a:off x="7584125" y="3754850"/>
            <a:ext cx="1049700" cy="562500"/>
          </a:xfrm>
          <a:prstGeom prst="wedgeRoundRectCallout">
            <a:avLst>
              <a:gd name="adj1" fmla="val -113113"/>
              <a:gd name="adj2" fmla="val -108524"/>
              <a:gd name="adj3" fmla="val 0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Aku/saya</a:t>
            </a:r>
            <a:endParaRPr/>
          </a:p>
        </p:txBody>
      </p:sp>
      <p:sp>
        <p:nvSpPr>
          <p:cNvPr id="418" name="Google Shape;418;p36"/>
          <p:cNvSpPr/>
          <p:nvPr/>
        </p:nvSpPr>
        <p:spPr>
          <a:xfrm>
            <a:off x="2510263" y="214482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>
            <a:off x="3808575" y="2637050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20" name="Google Shape;420;p36"/>
          <p:cNvSpPr/>
          <p:nvPr/>
        </p:nvSpPr>
        <p:spPr>
          <a:xfrm>
            <a:off x="4391475" y="214482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5101825" y="1843450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22" name="Google Shape;422;p36"/>
          <p:cNvSpPr/>
          <p:nvPr/>
        </p:nvSpPr>
        <p:spPr>
          <a:xfrm>
            <a:off x="5415725" y="341682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23" name="Google Shape;423;p36"/>
          <p:cNvSpPr/>
          <p:nvPr/>
        </p:nvSpPr>
        <p:spPr>
          <a:xfrm>
            <a:off x="6146600" y="200042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24" name="Google Shape;424;p36"/>
          <p:cNvSpPr/>
          <p:nvPr/>
        </p:nvSpPr>
        <p:spPr>
          <a:xfrm>
            <a:off x="6499925" y="3478875"/>
            <a:ext cx="432000" cy="43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425" name="Google Shape;425;p36"/>
          <p:cNvSpPr/>
          <p:nvPr/>
        </p:nvSpPr>
        <p:spPr>
          <a:xfrm>
            <a:off x="5332438" y="4403396"/>
            <a:ext cx="833700" cy="562500"/>
          </a:xfrm>
          <a:prstGeom prst="wedgeRoundRectCallout">
            <a:avLst>
              <a:gd name="adj1" fmla="val -18832"/>
              <a:gd name="adj2" fmla="val -115593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Kakak laki-laki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136693"/>
              </p:ext>
            </p:extLst>
          </p:nvPr>
        </p:nvGraphicFramePr>
        <p:xfrm>
          <a:off x="628650" y="1378125"/>
          <a:ext cx="7886700" cy="3564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8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816">
                <a:tc>
                  <a:txBody>
                    <a:bodyPr/>
                    <a:lstStyle/>
                    <a:p>
                      <a:r>
                        <a:rPr lang="en-US" sz="1100" dirty="0"/>
                        <a:t>English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Indonesia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English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Indonesia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16">
                <a:tc>
                  <a:txBody>
                    <a:bodyPr/>
                    <a:lstStyle/>
                    <a:p>
                      <a:r>
                        <a:rPr lang="en-US" sz="2100" dirty="0"/>
                        <a:t>Dad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Ayah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Cousin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/>
                        <a:t>Sepupu</a:t>
                      </a:r>
                      <a:endParaRPr lang="en-US" sz="2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16">
                <a:tc>
                  <a:txBody>
                    <a:bodyPr/>
                    <a:lstStyle/>
                    <a:p>
                      <a:r>
                        <a:rPr lang="en-US" sz="1800" dirty="0"/>
                        <a:t>Mom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/>
                        <a:t>Ibu</a:t>
                      </a:r>
                      <a:endParaRPr 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Twin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/>
                        <a:t>Kembar</a:t>
                      </a:r>
                      <a:r>
                        <a:rPr lang="en-US" sz="2100" dirty="0"/>
                        <a:t>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816">
                <a:tc>
                  <a:txBody>
                    <a:bodyPr/>
                    <a:lstStyle/>
                    <a:p>
                      <a:r>
                        <a:rPr lang="en-US" sz="2100" dirty="0"/>
                        <a:t>Sibling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/>
                        <a:t>Saudara</a:t>
                      </a:r>
                      <a:endParaRPr 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Niece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Keponakan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perempuan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16">
                <a:tc>
                  <a:txBody>
                    <a:bodyPr/>
                    <a:lstStyle/>
                    <a:p>
                      <a:r>
                        <a:rPr lang="en-US" sz="2100" dirty="0"/>
                        <a:t>Uncle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/>
                        <a:t>Paman</a:t>
                      </a:r>
                      <a:r>
                        <a:rPr lang="en-US" sz="2100" dirty="0"/>
                        <a:t> / om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nephew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Keponakan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laki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laki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16">
                <a:tc>
                  <a:txBody>
                    <a:bodyPr/>
                    <a:lstStyle/>
                    <a:p>
                      <a:r>
                        <a:rPr lang="en-US" sz="2100" dirty="0"/>
                        <a:t>Aunt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Bibi / </a:t>
                      </a:r>
                      <a:r>
                        <a:rPr lang="en-US" sz="2100" dirty="0" err="1"/>
                        <a:t>tante</a:t>
                      </a:r>
                      <a:endParaRPr 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Mother in law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816">
                <a:tc>
                  <a:txBody>
                    <a:bodyPr/>
                    <a:lstStyle/>
                    <a:p>
                      <a:r>
                        <a:rPr lang="en-US" sz="2100" dirty="0"/>
                        <a:t>Wife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/>
                        <a:t>Istri</a:t>
                      </a:r>
                      <a:endParaRPr 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neighbors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816">
                <a:tc>
                  <a:txBody>
                    <a:bodyPr/>
                    <a:lstStyle/>
                    <a:p>
                      <a:r>
                        <a:rPr lang="en-US" sz="2100" dirty="0"/>
                        <a:t>Husband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/>
                        <a:t>suami</a:t>
                      </a:r>
                      <a:endParaRPr 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 bwMode="auto">
          <a:xfrm>
            <a:off x="638175" y="335757"/>
            <a:ext cx="7886700" cy="99417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3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Kosakata</a:t>
            </a:r>
            <a:r>
              <a:rPr lang="en-US" altLang="en-US" sz="33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untuk </a:t>
            </a:r>
            <a:r>
              <a:rPr lang="en-US" altLang="en-US" sz="33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Keluarga</a:t>
            </a:r>
            <a:endParaRPr lang="en-US" altLang="en-US" sz="33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72780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39"/>
          <p:cNvGrpSpPr/>
          <p:nvPr/>
        </p:nvGrpSpPr>
        <p:grpSpPr>
          <a:xfrm flipH="1">
            <a:off x="8347804" y="4492683"/>
            <a:ext cx="666082" cy="537501"/>
            <a:chOff x="7514750" y="4210883"/>
            <a:chExt cx="953999" cy="769838"/>
          </a:xfrm>
        </p:grpSpPr>
        <p:sp>
          <p:nvSpPr>
            <p:cNvPr id="485" name="Google Shape;485;p39"/>
            <p:cNvSpPr/>
            <p:nvPr/>
          </p:nvSpPr>
          <p:spPr>
            <a:xfrm>
              <a:off x="8024561" y="4469182"/>
              <a:ext cx="243136" cy="460933"/>
            </a:xfrm>
            <a:custGeom>
              <a:avLst/>
              <a:gdLst/>
              <a:ahLst/>
              <a:cxnLst/>
              <a:rect l="l" t="t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7780773" y="4269286"/>
              <a:ext cx="284790" cy="657651"/>
            </a:xfrm>
            <a:custGeom>
              <a:avLst/>
              <a:gdLst/>
              <a:ahLst/>
              <a:cxnLst/>
              <a:rect l="l" t="t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8003842" y="4210883"/>
              <a:ext cx="185889" cy="717641"/>
            </a:xfrm>
            <a:custGeom>
              <a:avLst/>
              <a:gdLst/>
              <a:ahLst/>
              <a:cxnLst/>
              <a:rect l="l" t="t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7731322" y="4624175"/>
              <a:ext cx="309839" cy="312799"/>
            </a:xfrm>
            <a:custGeom>
              <a:avLst/>
              <a:gdLst/>
              <a:ahLst/>
              <a:cxnLst/>
              <a:rect l="l" t="t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7514750" y="4638613"/>
              <a:ext cx="106264" cy="330053"/>
            </a:xfrm>
            <a:custGeom>
              <a:avLst/>
              <a:gdLst/>
              <a:ahLst/>
              <a:cxnLst/>
              <a:rect l="l" t="t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8176666" y="4630600"/>
              <a:ext cx="145607" cy="350122"/>
            </a:xfrm>
            <a:custGeom>
              <a:avLst/>
              <a:gdLst/>
              <a:ahLst/>
              <a:cxnLst/>
              <a:rect l="l" t="t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>
              <a:off x="8367683" y="4462179"/>
              <a:ext cx="101066" cy="466203"/>
            </a:xfrm>
            <a:custGeom>
              <a:avLst/>
              <a:gdLst/>
              <a:ahLst/>
              <a:cxnLst/>
              <a:rect l="l" t="t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39"/>
          <p:cNvGrpSpPr/>
          <p:nvPr/>
        </p:nvGrpSpPr>
        <p:grpSpPr>
          <a:xfrm flipH="1">
            <a:off x="5674531" y="35545"/>
            <a:ext cx="441129" cy="440437"/>
            <a:chOff x="5721625" y="4984150"/>
            <a:chExt cx="196950" cy="196650"/>
          </a:xfrm>
        </p:grpSpPr>
        <p:sp>
          <p:nvSpPr>
            <p:cNvPr id="493" name="Google Shape;493;p39"/>
            <p:cNvSpPr/>
            <p:nvPr/>
          </p:nvSpPr>
          <p:spPr>
            <a:xfrm>
              <a:off x="5847225" y="4984150"/>
              <a:ext cx="22325" cy="185825"/>
            </a:xfrm>
            <a:custGeom>
              <a:avLst/>
              <a:gdLst/>
              <a:ahLst/>
              <a:cxnLst/>
              <a:rect l="l" t="t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5787275" y="4985750"/>
              <a:ext cx="50100" cy="186200"/>
            </a:xfrm>
            <a:custGeom>
              <a:avLst/>
              <a:gdLst/>
              <a:ahLst/>
              <a:cxnLst/>
              <a:rect l="l" t="t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5777075" y="5069900"/>
              <a:ext cx="24950" cy="110900"/>
            </a:xfrm>
            <a:custGeom>
              <a:avLst/>
              <a:gdLst/>
              <a:ahLst/>
              <a:cxnLst/>
              <a:rect l="l" t="t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5721625" y="5011325"/>
              <a:ext cx="47775" cy="157175"/>
            </a:xfrm>
            <a:custGeom>
              <a:avLst/>
              <a:gdLst/>
              <a:ahLst/>
              <a:cxnLst/>
              <a:rect l="l" t="t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5877750" y="5044825"/>
              <a:ext cx="40825" cy="129000"/>
            </a:xfrm>
            <a:custGeom>
              <a:avLst/>
              <a:gdLst/>
              <a:ahLst/>
              <a:cxnLst/>
              <a:rect l="l" t="t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39"/>
          <p:cNvGrpSpPr/>
          <p:nvPr/>
        </p:nvGrpSpPr>
        <p:grpSpPr>
          <a:xfrm>
            <a:off x="58012" y="3331626"/>
            <a:ext cx="890185" cy="675108"/>
            <a:chOff x="4725044" y="4077175"/>
            <a:chExt cx="398900" cy="347475"/>
          </a:xfrm>
        </p:grpSpPr>
        <p:sp>
          <p:nvSpPr>
            <p:cNvPr id="499" name="Google Shape;499;p39"/>
            <p:cNvSpPr/>
            <p:nvPr/>
          </p:nvSpPr>
          <p:spPr>
            <a:xfrm>
              <a:off x="4725044" y="4077175"/>
              <a:ext cx="398900" cy="297393"/>
            </a:xfrm>
            <a:custGeom>
              <a:avLst/>
              <a:gdLst/>
              <a:ahLst/>
              <a:cxnLst/>
              <a:rect l="l" t="t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10975" y="8718"/>
                  </a:ln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4913100" y="4172025"/>
              <a:ext cx="21550" cy="252625"/>
            </a:xfrm>
            <a:custGeom>
              <a:avLst/>
              <a:gdLst/>
              <a:ahLst/>
              <a:cxnLst/>
              <a:rect l="l" t="t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4796700" y="4226125"/>
              <a:ext cx="220125" cy="95400"/>
            </a:xfrm>
            <a:custGeom>
              <a:avLst/>
              <a:gdLst/>
              <a:ahLst/>
              <a:cxnLst/>
              <a:rect l="l" t="t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4891150" y="4191050"/>
              <a:ext cx="85575" cy="46575"/>
            </a:xfrm>
            <a:custGeom>
              <a:avLst/>
              <a:gdLst/>
              <a:ahLst/>
              <a:cxnLst/>
              <a:rect l="l" t="t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1405" y="1499"/>
                  </a:ln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5026525" y="4154875"/>
              <a:ext cx="7775" cy="6075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5002150" y="4132700"/>
              <a:ext cx="9075" cy="8975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4996825" y="4178825"/>
              <a:ext cx="10300" cy="7975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06" name="Google Shape;5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-4"/>
            <a:ext cx="91439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40"/>
          <p:cNvGrpSpPr/>
          <p:nvPr/>
        </p:nvGrpSpPr>
        <p:grpSpPr>
          <a:xfrm flipH="1">
            <a:off x="8347804" y="4492683"/>
            <a:ext cx="666082" cy="537501"/>
            <a:chOff x="7514750" y="4210883"/>
            <a:chExt cx="953999" cy="769838"/>
          </a:xfrm>
        </p:grpSpPr>
        <p:sp>
          <p:nvSpPr>
            <p:cNvPr id="512" name="Google Shape;512;p40"/>
            <p:cNvSpPr/>
            <p:nvPr/>
          </p:nvSpPr>
          <p:spPr>
            <a:xfrm>
              <a:off x="8024561" y="4469182"/>
              <a:ext cx="243136" cy="460933"/>
            </a:xfrm>
            <a:custGeom>
              <a:avLst/>
              <a:gdLst/>
              <a:ahLst/>
              <a:cxnLst/>
              <a:rect l="l" t="t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7780773" y="4269286"/>
              <a:ext cx="284790" cy="657651"/>
            </a:xfrm>
            <a:custGeom>
              <a:avLst/>
              <a:gdLst/>
              <a:ahLst/>
              <a:cxnLst/>
              <a:rect l="l" t="t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8003842" y="4210883"/>
              <a:ext cx="185889" cy="717641"/>
            </a:xfrm>
            <a:custGeom>
              <a:avLst/>
              <a:gdLst/>
              <a:ahLst/>
              <a:cxnLst/>
              <a:rect l="l" t="t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7731322" y="4624175"/>
              <a:ext cx="309839" cy="312799"/>
            </a:xfrm>
            <a:custGeom>
              <a:avLst/>
              <a:gdLst/>
              <a:ahLst/>
              <a:cxnLst/>
              <a:rect l="l" t="t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7514750" y="4638613"/>
              <a:ext cx="106264" cy="330053"/>
            </a:xfrm>
            <a:custGeom>
              <a:avLst/>
              <a:gdLst/>
              <a:ahLst/>
              <a:cxnLst/>
              <a:rect l="l" t="t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8176666" y="4630600"/>
              <a:ext cx="145607" cy="350122"/>
            </a:xfrm>
            <a:custGeom>
              <a:avLst/>
              <a:gdLst/>
              <a:ahLst/>
              <a:cxnLst/>
              <a:rect l="l" t="t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8367683" y="4462179"/>
              <a:ext cx="101066" cy="466203"/>
            </a:xfrm>
            <a:custGeom>
              <a:avLst/>
              <a:gdLst/>
              <a:ahLst/>
              <a:cxnLst/>
              <a:rect l="l" t="t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40"/>
          <p:cNvGrpSpPr/>
          <p:nvPr/>
        </p:nvGrpSpPr>
        <p:grpSpPr>
          <a:xfrm flipH="1">
            <a:off x="5674531" y="35545"/>
            <a:ext cx="441129" cy="440437"/>
            <a:chOff x="5721625" y="4984150"/>
            <a:chExt cx="196950" cy="196650"/>
          </a:xfrm>
        </p:grpSpPr>
        <p:sp>
          <p:nvSpPr>
            <p:cNvPr id="520" name="Google Shape;520;p40"/>
            <p:cNvSpPr/>
            <p:nvPr/>
          </p:nvSpPr>
          <p:spPr>
            <a:xfrm>
              <a:off x="5847225" y="4984150"/>
              <a:ext cx="22325" cy="185825"/>
            </a:xfrm>
            <a:custGeom>
              <a:avLst/>
              <a:gdLst/>
              <a:ahLst/>
              <a:cxnLst/>
              <a:rect l="l" t="t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5787275" y="4985750"/>
              <a:ext cx="50100" cy="186200"/>
            </a:xfrm>
            <a:custGeom>
              <a:avLst/>
              <a:gdLst/>
              <a:ahLst/>
              <a:cxnLst/>
              <a:rect l="l" t="t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5777075" y="5069900"/>
              <a:ext cx="24950" cy="110900"/>
            </a:xfrm>
            <a:custGeom>
              <a:avLst/>
              <a:gdLst/>
              <a:ahLst/>
              <a:cxnLst/>
              <a:rect l="l" t="t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5721625" y="5011325"/>
              <a:ext cx="47775" cy="157175"/>
            </a:xfrm>
            <a:custGeom>
              <a:avLst/>
              <a:gdLst/>
              <a:ahLst/>
              <a:cxnLst/>
              <a:rect l="l" t="t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5877750" y="5044825"/>
              <a:ext cx="40825" cy="129000"/>
            </a:xfrm>
            <a:custGeom>
              <a:avLst/>
              <a:gdLst/>
              <a:ahLst/>
              <a:cxnLst/>
              <a:rect l="l" t="t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40"/>
          <p:cNvGrpSpPr/>
          <p:nvPr/>
        </p:nvGrpSpPr>
        <p:grpSpPr>
          <a:xfrm>
            <a:off x="58012" y="3331626"/>
            <a:ext cx="890185" cy="675108"/>
            <a:chOff x="4725044" y="4077175"/>
            <a:chExt cx="398900" cy="347475"/>
          </a:xfrm>
        </p:grpSpPr>
        <p:sp>
          <p:nvSpPr>
            <p:cNvPr id="526" name="Google Shape;526;p40"/>
            <p:cNvSpPr/>
            <p:nvPr/>
          </p:nvSpPr>
          <p:spPr>
            <a:xfrm>
              <a:off x="4725044" y="4077175"/>
              <a:ext cx="398900" cy="297393"/>
            </a:xfrm>
            <a:custGeom>
              <a:avLst/>
              <a:gdLst/>
              <a:ahLst/>
              <a:cxnLst/>
              <a:rect l="l" t="t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10975" y="8718"/>
                  </a:ln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4913100" y="4172025"/>
              <a:ext cx="21550" cy="252625"/>
            </a:xfrm>
            <a:custGeom>
              <a:avLst/>
              <a:gdLst/>
              <a:ahLst/>
              <a:cxnLst/>
              <a:rect l="l" t="t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4796700" y="4226125"/>
              <a:ext cx="220125" cy="95400"/>
            </a:xfrm>
            <a:custGeom>
              <a:avLst/>
              <a:gdLst/>
              <a:ahLst/>
              <a:cxnLst/>
              <a:rect l="l" t="t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4891150" y="4191050"/>
              <a:ext cx="85575" cy="46575"/>
            </a:xfrm>
            <a:custGeom>
              <a:avLst/>
              <a:gdLst/>
              <a:ahLst/>
              <a:cxnLst/>
              <a:rect l="l" t="t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1405" y="1499"/>
                  </a:ln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5026525" y="4154875"/>
              <a:ext cx="7775" cy="6075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5002150" y="4132700"/>
              <a:ext cx="9075" cy="8975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4996825" y="4178825"/>
              <a:ext cx="10300" cy="7975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33" name="Google Shape;533;p40"/>
          <p:cNvPicPr preferRelativeResize="0"/>
          <p:nvPr/>
        </p:nvPicPr>
        <p:blipFill rotWithShape="1">
          <a:blip r:embed="rId3">
            <a:alphaModFix/>
          </a:blip>
          <a:srcRect l="23220" t="19338" r="27238" b="10873"/>
          <a:stretch/>
        </p:blipFill>
        <p:spPr>
          <a:xfrm>
            <a:off x="1647525" y="475975"/>
            <a:ext cx="5890382" cy="46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0"/>
          <p:cNvSpPr txBox="1"/>
          <p:nvPr/>
        </p:nvSpPr>
        <p:spPr>
          <a:xfrm>
            <a:off x="2965075" y="1626775"/>
            <a:ext cx="821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>
                <a:latin typeface="Comic Sans MS"/>
                <a:ea typeface="Comic Sans MS"/>
                <a:cs typeface="Comic Sans MS"/>
                <a:sym typeface="Comic Sans MS"/>
              </a:rPr>
              <a:t>Laure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5" name="Google Shape;535;p40"/>
          <p:cNvSpPr txBox="1"/>
          <p:nvPr/>
        </p:nvSpPr>
        <p:spPr>
          <a:xfrm>
            <a:off x="4592716" y="1577500"/>
            <a:ext cx="821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latin typeface="Comic Sans MS"/>
                <a:ea typeface="Comic Sans MS"/>
                <a:cs typeface="Comic Sans MS"/>
                <a:sym typeface="Comic Sans MS"/>
              </a:rPr>
              <a:t>Rizky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6" name="Google Shape;536;p40"/>
          <p:cNvSpPr txBox="1"/>
          <p:nvPr/>
        </p:nvSpPr>
        <p:spPr>
          <a:xfrm>
            <a:off x="1895400" y="3262825"/>
            <a:ext cx="821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latin typeface="Comic Sans MS"/>
                <a:ea typeface="Comic Sans MS"/>
                <a:cs typeface="Comic Sans MS"/>
                <a:sym typeface="Comic Sans MS"/>
              </a:rPr>
              <a:t>Dimo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7" name="Google Shape;537;p40"/>
          <p:cNvSpPr txBox="1"/>
          <p:nvPr/>
        </p:nvSpPr>
        <p:spPr>
          <a:xfrm>
            <a:off x="3085150" y="3262825"/>
            <a:ext cx="821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omic Sans MS"/>
                <a:ea typeface="Comic Sans MS"/>
                <a:cs typeface="Comic Sans MS"/>
                <a:sym typeface="Comic Sans MS"/>
              </a:rPr>
              <a:t>Nisa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8" name="Google Shape;538;p40"/>
          <p:cNvSpPr txBox="1"/>
          <p:nvPr/>
        </p:nvSpPr>
        <p:spPr>
          <a:xfrm>
            <a:off x="2420475" y="4592075"/>
            <a:ext cx="9984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>
                <a:latin typeface="Comic Sans MS"/>
                <a:ea typeface="Comic Sans MS"/>
                <a:cs typeface="Comic Sans MS"/>
                <a:sym typeface="Comic Sans MS"/>
              </a:rPr>
              <a:t>Ilyas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9" name="Google Shape;539;p40"/>
          <p:cNvSpPr txBox="1"/>
          <p:nvPr/>
        </p:nvSpPr>
        <p:spPr>
          <a:xfrm>
            <a:off x="4815025" y="3227300"/>
            <a:ext cx="9432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latin typeface="Comic Sans MS"/>
                <a:ea typeface="Comic Sans MS"/>
                <a:cs typeface="Comic Sans MS"/>
                <a:sym typeface="Comic Sans MS"/>
              </a:rPr>
              <a:t>Zaw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0" name="Google Shape;540;p40"/>
          <p:cNvSpPr txBox="1"/>
          <p:nvPr/>
        </p:nvSpPr>
        <p:spPr>
          <a:xfrm>
            <a:off x="6481475" y="3227300"/>
            <a:ext cx="821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latin typeface="Comic Sans MS"/>
                <a:ea typeface="Comic Sans MS"/>
                <a:cs typeface="Comic Sans MS"/>
                <a:sym typeface="Comic Sans MS"/>
              </a:rPr>
              <a:t>Cinta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6D2BBD-869D-48D8-A5CA-5F4E37B5EBDE}"/>
              </a:ext>
            </a:extLst>
          </p:cNvPr>
          <p:cNvSpPr/>
          <p:nvPr/>
        </p:nvSpPr>
        <p:spPr>
          <a:xfrm>
            <a:off x="5781067" y="3832724"/>
            <a:ext cx="887317" cy="1062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57D29FEF-10DF-48EF-A6DE-2F3C291A1127}"/>
              </a:ext>
            </a:extLst>
          </p:cNvPr>
          <p:cNvSpPr/>
          <p:nvPr/>
        </p:nvSpPr>
        <p:spPr>
          <a:xfrm>
            <a:off x="5912510" y="3909430"/>
            <a:ext cx="568965" cy="583253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Google Shape;538;p40">
            <a:extLst>
              <a:ext uri="{FF2B5EF4-FFF2-40B4-BE49-F238E27FC236}">
                <a16:creationId xmlns:a16="http://schemas.microsoft.com/office/drawing/2014/main" id="{C383C2E0-E785-43BF-9E27-8F9938C654CD}"/>
              </a:ext>
            </a:extLst>
          </p:cNvPr>
          <p:cNvSpPr txBox="1"/>
          <p:nvPr/>
        </p:nvSpPr>
        <p:spPr>
          <a:xfrm>
            <a:off x="5781067" y="4539394"/>
            <a:ext cx="887317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r>
              <a:rPr lang="en-ID" sz="1000" dirty="0" err="1">
                <a:latin typeface="Comic Sans MS"/>
                <a:ea typeface="Comic Sans MS"/>
                <a:cs typeface="Comic Sans MS"/>
                <a:sym typeface="Comic Sans MS"/>
              </a:rPr>
              <a:t>ansen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deskripsikan</a:t>
            </a:r>
            <a:r>
              <a:rPr lang="en-US" dirty="0"/>
              <a:t> </a:t>
            </a:r>
            <a:r>
              <a:rPr lang="en-US" dirty="0" err="1"/>
              <a:t>keluarga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146050" indent="0">
              <a:buNone/>
            </a:pPr>
            <a:r>
              <a:rPr lang="en-US" sz="2400" dirty="0" err="1">
                <a:latin typeface="Berlin Sans FB" panose="020E0602020502020306" pitchFamily="34" charset="0"/>
              </a:rPr>
              <a:t>Ini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adalah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keluarga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saya</a:t>
            </a:r>
            <a:r>
              <a:rPr lang="en-US" sz="2400" dirty="0">
                <a:latin typeface="Berlin Sans FB" panose="020E0602020502020306" pitchFamily="34" charset="0"/>
              </a:rPr>
              <a:t>.</a:t>
            </a:r>
          </a:p>
          <a:p>
            <a:pPr marL="146050" indent="0">
              <a:buNone/>
            </a:pPr>
            <a:r>
              <a:rPr lang="en-US" sz="2400" dirty="0">
                <a:latin typeface="Berlin Sans FB" panose="020E0602020502020306" pitchFamily="34" charset="0"/>
              </a:rPr>
              <a:t>Di </a:t>
            </a:r>
            <a:r>
              <a:rPr lang="en-US" sz="2400" dirty="0" err="1">
                <a:latin typeface="Berlin Sans FB" panose="020E0602020502020306" pitchFamily="34" charset="0"/>
              </a:rPr>
              <a:t>keluarga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saya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ada</a:t>
            </a:r>
            <a:r>
              <a:rPr lang="en-US" sz="2400" dirty="0">
                <a:latin typeface="Berlin Sans FB" panose="020E0602020502020306" pitchFamily="34" charset="0"/>
              </a:rPr>
              <a:t> ….</a:t>
            </a:r>
          </a:p>
          <a:p>
            <a:pPr marL="146050" indent="0">
              <a:buNone/>
            </a:pPr>
            <a:r>
              <a:rPr lang="en-US" sz="2400" dirty="0" err="1">
                <a:latin typeface="Berlin Sans FB" panose="020E0602020502020306" pitchFamily="34" charset="0"/>
              </a:rPr>
              <a:t>Saya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adalah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anak</a:t>
            </a:r>
            <a:r>
              <a:rPr lang="en-US" sz="2400" dirty="0">
                <a:latin typeface="Berlin Sans FB" panose="020E0602020502020306" pitchFamily="34" charset="0"/>
              </a:rPr>
              <a:t> (</a:t>
            </a:r>
            <a:r>
              <a:rPr lang="en-US" sz="2400" dirty="0" err="1">
                <a:latin typeface="Berlin Sans FB" panose="020E0602020502020306" pitchFamily="34" charset="0"/>
              </a:rPr>
              <a:t>sulung</a:t>
            </a:r>
            <a:r>
              <a:rPr lang="en-US" sz="2400" dirty="0">
                <a:latin typeface="Berlin Sans FB" panose="020E0602020502020306" pitchFamily="34" charset="0"/>
              </a:rPr>
              <a:t> / </a:t>
            </a:r>
            <a:r>
              <a:rPr lang="en-US" sz="2400" dirty="0" err="1">
                <a:latin typeface="Berlin Sans FB" panose="020E0602020502020306" pitchFamily="34" charset="0"/>
              </a:rPr>
              <a:t>bungsu</a:t>
            </a:r>
            <a:r>
              <a:rPr lang="en-US" sz="2400" dirty="0">
                <a:latin typeface="Berlin Sans FB" panose="020E0602020502020306" pitchFamily="34" charset="0"/>
              </a:rPr>
              <a:t> / </a:t>
            </a:r>
            <a:r>
              <a:rPr lang="en-US" sz="2400" dirty="0" err="1">
                <a:latin typeface="Berlin Sans FB" panose="020E0602020502020306" pitchFamily="34" charset="0"/>
              </a:rPr>
              <a:t>ke</a:t>
            </a:r>
            <a:r>
              <a:rPr lang="en-US" sz="2400" dirty="0">
                <a:latin typeface="Berlin Sans FB" panose="020E0602020502020306" pitchFamily="34" charset="0"/>
              </a:rPr>
              <a:t>-..)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… </a:t>
            </a:r>
            <a:r>
              <a:rPr lang="en-US" sz="2400" dirty="0" err="1">
                <a:latin typeface="Berlin Sans FB" panose="020E0602020502020306" pitchFamily="34" charset="0"/>
              </a:rPr>
              <a:t>bersaudara</a:t>
            </a:r>
            <a:endParaRPr lang="en-US" sz="2400" dirty="0">
              <a:latin typeface="Berlin Sans FB" panose="020E0602020502020306" pitchFamily="34" charset="0"/>
            </a:endParaRPr>
          </a:p>
          <a:p>
            <a:pPr marL="146050" indent="0">
              <a:buNone/>
            </a:pPr>
            <a:r>
              <a:rPr lang="en-US" sz="2400" dirty="0" err="1">
                <a:latin typeface="Berlin Sans FB" panose="020E0602020502020306" pitchFamily="34" charset="0"/>
              </a:rPr>
              <a:t>Saya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punya</a:t>
            </a:r>
            <a:r>
              <a:rPr lang="en-US" sz="2400" dirty="0">
                <a:latin typeface="Berlin Sans FB" panose="020E0602020502020306" pitchFamily="34" charset="0"/>
              </a:rPr>
              <a:t> … </a:t>
            </a:r>
            <a:r>
              <a:rPr lang="en-US" sz="2400" dirty="0" err="1">
                <a:latin typeface="Berlin Sans FB" panose="020E0602020502020306" pitchFamily="34" charset="0"/>
              </a:rPr>
              <a:t>kakak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dan</a:t>
            </a:r>
            <a:r>
              <a:rPr lang="en-US" sz="2400" dirty="0">
                <a:latin typeface="Berlin Sans FB" panose="020E0602020502020306" pitchFamily="34" charset="0"/>
              </a:rPr>
              <a:t> … </a:t>
            </a:r>
            <a:r>
              <a:rPr lang="en-US" sz="2400" dirty="0" err="1">
                <a:latin typeface="Berlin Sans FB" panose="020E0602020502020306" pitchFamily="34" charset="0"/>
              </a:rPr>
              <a:t>adik</a:t>
            </a:r>
            <a:endParaRPr lang="en-US" sz="2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57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9">
            <a:extLst>
              <a:ext uri="{FF2B5EF4-FFF2-40B4-BE49-F238E27FC236}">
                <a16:creationId xmlns:a16="http://schemas.microsoft.com/office/drawing/2014/main" id="{D750F1DE-07FE-4039-9182-C73EBA8B4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74663"/>
            <a:ext cx="46609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3" name="Google Shape;573;p42">
            <a:extLst>
              <a:ext uri="{FF2B5EF4-FFF2-40B4-BE49-F238E27FC236}">
                <a16:creationId xmlns:a16="http://schemas.microsoft.com/office/drawing/2014/main" id="{A33D6647-799B-4EB6-A34E-EF7D4317D5B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347075" y="4492625"/>
            <a:ext cx="666750" cy="538163"/>
            <a:chOff x="7514750" y="4210883"/>
            <a:chExt cx="953999" cy="769838"/>
          </a:xfrm>
        </p:grpSpPr>
        <p:sp>
          <p:nvSpPr>
            <p:cNvPr id="35859" name="Google Shape;574;p42">
              <a:extLst>
                <a:ext uri="{FF2B5EF4-FFF2-40B4-BE49-F238E27FC236}">
                  <a16:creationId xmlns:a16="http://schemas.microsoft.com/office/drawing/2014/main" id="{6D760B3F-4649-4DFA-8141-3DE4F9408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2147483646 w 3368"/>
                <a:gd name="T1" fmla="*/ 0 h 6385"/>
                <a:gd name="T2" fmla="*/ 2147483646 w 3368"/>
                <a:gd name="T3" fmla="*/ 2147483646 h 6385"/>
                <a:gd name="T4" fmla="*/ 2147483646 w 3368"/>
                <a:gd name="T5" fmla="*/ 2147483646 h 6385"/>
                <a:gd name="T6" fmla="*/ 2147483646 w 3368"/>
                <a:gd name="T7" fmla="*/ 2147483646 h 6385"/>
                <a:gd name="T8" fmla="*/ 2147483646 w 3368"/>
                <a:gd name="T9" fmla="*/ 2147483646 h 6385"/>
                <a:gd name="T10" fmla="*/ 2147483646 w 3368"/>
                <a:gd name="T11" fmla="*/ 2147483646 h 6385"/>
                <a:gd name="T12" fmla="*/ 2147483646 w 3368"/>
                <a:gd name="T13" fmla="*/ 2147483646 h 6385"/>
                <a:gd name="T14" fmla="*/ 2147483646 w 3368"/>
                <a:gd name="T15" fmla="*/ 2147483646 h 6385"/>
                <a:gd name="T16" fmla="*/ 2147483646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60" name="Google Shape;575;p42">
              <a:extLst>
                <a:ext uri="{FF2B5EF4-FFF2-40B4-BE49-F238E27FC236}">
                  <a16:creationId xmlns:a16="http://schemas.microsoft.com/office/drawing/2014/main" id="{99E85E72-7A8E-46CB-BAC8-816C4E77F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2147483646 w 3945"/>
                <a:gd name="T1" fmla="*/ 0 h 9110"/>
                <a:gd name="T2" fmla="*/ 2147483646 w 3945"/>
                <a:gd name="T3" fmla="*/ 2147483646 h 9110"/>
                <a:gd name="T4" fmla="*/ 2147483646 w 3945"/>
                <a:gd name="T5" fmla="*/ 2147483646 h 9110"/>
                <a:gd name="T6" fmla="*/ 2147483646 w 3945"/>
                <a:gd name="T7" fmla="*/ 2147483646 h 9110"/>
                <a:gd name="T8" fmla="*/ 2147483646 w 3945"/>
                <a:gd name="T9" fmla="*/ 2147483646 h 9110"/>
                <a:gd name="T10" fmla="*/ 2147483646 w 3945"/>
                <a:gd name="T11" fmla="*/ 2147483646 h 9110"/>
                <a:gd name="T12" fmla="*/ 2147483646 w 3945"/>
                <a:gd name="T13" fmla="*/ 2147483646 h 9110"/>
                <a:gd name="T14" fmla="*/ 2147483646 w 3945"/>
                <a:gd name="T15" fmla="*/ 2147483646 h 9110"/>
                <a:gd name="T16" fmla="*/ 2147483646 w 3945"/>
                <a:gd name="T17" fmla="*/ 2147483646 h 9110"/>
                <a:gd name="T18" fmla="*/ 2147483646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61" name="Google Shape;576;p42">
              <a:extLst>
                <a:ext uri="{FF2B5EF4-FFF2-40B4-BE49-F238E27FC236}">
                  <a16:creationId xmlns:a16="http://schemas.microsoft.com/office/drawing/2014/main" id="{C8D4CD8B-42EC-4EE1-A6F9-A80A7AE73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2147483646 w 2575"/>
                <a:gd name="T1" fmla="*/ 0 h 9941"/>
                <a:gd name="T2" fmla="*/ 2147483646 w 2575"/>
                <a:gd name="T3" fmla="*/ 2147483646 h 9941"/>
                <a:gd name="T4" fmla="*/ 2147483646 w 2575"/>
                <a:gd name="T5" fmla="*/ 2147483646 h 9941"/>
                <a:gd name="T6" fmla="*/ 2147483646 w 2575"/>
                <a:gd name="T7" fmla="*/ 2147483646 h 9941"/>
                <a:gd name="T8" fmla="*/ 2147483646 w 2575"/>
                <a:gd name="T9" fmla="*/ 2147483646 h 9941"/>
                <a:gd name="T10" fmla="*/ 2147483646 w 2575"/>
                <a:gd name="T11" fmla="*/ 2147483646 h 9941"/>
                <a:gd name="T12" fmla="*/ 2147483646 w 2575"/>
                <a:gd name="T13" fmla="*/ 2147483646 h 9941"/>
                <a:gd name="T14" fmla="*/ 2147483646 w 2575"/>
                <a:gd name="T15" fmla="*/ 2147483646 h 9941"/>
                <a:gd name="T16" fmla="*/ 2147483646 w 2575"/>
                <a:gd name="T17" fmla="*/ 2147483646 h 9941"/>
                <a:gd name="T18" fmla="*/ 2147483646 w 2575"/>
                <a:gd name="T19" fmla="*/ 2147483646 h 9941"/>
                <a:gd name="T20" fmla="*/ 21474836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62" name="Google Shape;577;p42">
              <a:extLst>
                <a:ext uri="{FF2B5EF4-FFF2-40B4-BE49-F238E27FC236}">
                  <a16:creationId xmlns:a16="http://schemas.microsoft.com/office/drawing/2014/main" id="{C85F0341-2503-41E3-ACBC-6059300F0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147483646 w 4292"/>
                <a:gd name="T1" fmla="*/ 0 h 4333"/>
                <a:gd name="T2" fmla="*/ 2147483646 w 4292"/>
                <a:gd name="T3" fmla="*/ 2147483646 h 4333"/>
                <a:gd name="T4" fmla="*/ 2147483646 w 4292"/>
                <a:gd name="T5" fmla="*/ 2147483646 h 4333"/>
                <a:gd name="T6" fmla="*/ 2147483646 w 4292"/>
                <a:gd name="T7" fmla="*/ 2147483646 h 4333"/>
                <a:gd name="T8" fmla="*/ 2147483646 w 4292"/>
                <a:gd name="T9" fmla="*/ 2147483646 h 4333"/>
                <a:gd name="T10" fmla="*/ 2147483646 w 4292"/>
                <a:gd name="T11" fmla="*/ 2147483646 h 4333"/>
                <a:gd name="T12" fmla="*/ 2147483646 w 4292"/>
                <a:gd name="T13" fmla="*/ 2147483646 h 4333"/>
                <a:gd name="T14" fmla="*/ 2147483646 w 4292"/>
                <a:gd name="T15" fmla="*/ 2147483646 h 4333"/>
                <a:gd name="T16" fmla="*/ 2147483646 w 4292"/>
                <a:gd name="T17" fmla="*/ 2147483646 h 4333"/>
                <a:gd name="T18" fmla="*/ 2147483646 w 4292"/>
                <a:gd name="T19" fmla="*/ 2147483646 h 4333"/>
                <a:gd name="T20" fmla="*/ 2147483646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63" name="Google Shape;578;p42">
              <a:extLst>
                <a:ext uri="{FF2B5EF4-FFF2-40B4-BE49-F238E27FC236}">
                  <a16:creationId xmlns:a16="http://schemas.microsoft.com/office/drawing/2014/main" id="{FAB8E1B4-436E-488A-A3B5-003BA5BEB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2147483646 w 1472"/>
                <a:gd name="T1" fmla="*/ 0 h 4572"/>
                <a:gd name="T2" fmla="*/ 2147483646 w 1472"/>
                <a:gd name="T3" fmla="*/ 2147483646 h 4572"/>
                <a:gd name="T4" fmla="*/ 2147483646 w 1472"/>
                <a:gd name="T5" fmla="*/ 2147483646 h 4572"/>
                <a:gd name="T6" fmla="*/ 2147483646 w 1472"/>
                <a:gd name="T7" fmla="*/ 2147483646 h 4572"/>
                <a:gd name="T8" fmla="*/ 2147483646 w 1472"/>
                <a:gd name="T9" fmla="*/ 2147483646 h 4572"/>
                <a:gd name="T10" fmla="*/ 2147483646 w 1472"/>
                <a:gd name="T11" fmla="*/ 2147483646 h 4572"/>
                <a:gd name="T12" fmla="*/ 2147483646 w 1472"/>
                <a:gd name="T13" fmla="*/ 2147483646 h 4572"/>
                <a:gd name="T14" fmla="*/ 2147483646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64" name="Google Shape;579;p42">
              <a:extLst>
                <a:ext uri="{FF2B5EF4-FFF2-40B4-BE49-F238E27FC236}">
                  <a16:creationId xmlns:a16="http://schemas.microsoft.com/office/drawing/2014/main" id="{7539B21E-F924-4EAC-A87C-C92DFB83C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2147483646 w 2017"/>
                <a:gd name="T1" fmla="*/ 0 h 4850"/>
                <a:gd name="T2" fmla="*/ 2147483646 w 2017"/>
                <a:gd name="T3" fmla="*/ 2147483646 h 4850"/>
                <a:gd name="T4" fmla="*/ 2147483646 w 2017"/>
                <a:gd name="T5" fmla="*/ 2147483646 h 4850"/>
                <a:gd name="T6" fmla="*/ 2147483646 w 2017"/>
                <a:gd name="T7" fmla="*/ 2147483646 h 4850"/>
                <a:gd name="T8" fmla="*/ 2147483646 w 2017"/>
                <a:gd name="T9" fmla="*/ 2147483646 h 4850"/>
                <a:gd name="T10" fmla="*/ 2147483646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65" name="Google Shape;580;p42">
              <a:extLst>
                <a:ext uri="{FF2B5EF4-FFF2-40B4-BE49-F238E27FC236}">
                  <a16:creationId xmlns:a16="http://schemas.microsoft.com/office/drawing/2014/main" id="{FF80708D-A5B5-4A2C-AC56-5C1F5FBE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2147483646 w 1400"/>
                <a:gd name="T1" fmla="*/ 2147483646 h 6458"/>
                <a:gd name="T2" fmla="*/ 2147483646 w 1400"/>
                <a:gd name="T3" fmla="*/ 2147483646 h 6458"/>
                <a:gd name="T4" fmla="*/ 0 w 1400"/>
                <a:gd name="T5" fmla="*/ 2147483646 h 6458"/>
                <a:gd name="T6" fmla="*/ 2147483646 w 1400"/>
                <a:gd name="T7" fmla="*/ 2147483646 h 6458"/>
                <a:gd name="T8" fmla="*/ 2147483646 w 1400"/>
                <a:gd name="T9" fmla="*/ 2147483646 h 6458"/>
                <a:gd name="T10" fmla="*/ 2147483646 w 1400"/>
                <a:gd name="T11" fmla="*/ 2147483646 h 6458"/>
                <a:gd name="T12" fmla="*/ 2147483646 w 1400"/>
                <a:gd name="T13" fmla="*/ 2147483646 h 6458"/>
                <a:gd name="T14" fmla="*/ 2147483646 w 1400"/>
                <a:gd name="T15" fmla="*/ 2147483646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</p:grpSp>
      <p:grpSp>
        <p:nvGrpSpPr>
          <p:cNvPr id="35844" name="Google Shape;581;p42">
            <a:extLst>
              <a:ext uri="{FF2B5EF4-FFF2-40B4-BE49-F238E27FC236}">
                <a16:creationId xmlns:a16="http://schemas.microsoft.com/office/drawing/2014/main" id="{340E0038-66B3-46BB-AAE8-80CB71DEA3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75313" y="34925"/>
            <a:ext cx="439737" cy="441325"/>
            <a:chOff x="5721625" y="4984150"/>
            <a:chExt cx="196950" cy="196650"/>
          </a:xfrm>
        </p:grpSpPr>
        <p:sp>
          <p:nvSpPr>
            <p:cNvPr id="35854" name="Google Shape;582;p42">
              <a:extLst>
                <a:ext uri="{FF2B5EF4-FFF2-40B4-BE49-F238E27FC236}">
                  <a16:creationId xmlns:a16="http://schemas.microsoft.com/office/drawing/2014/main" id="{A56A23E4-F858-45C7-830B-C4018E0E7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2147483646 w 893"/>
                <a:gd name="T1" fmla="*/ 2147483646 h 7433"/>
                <a:gd name="T2" fmla="*/ 2147483646 w 893"/>
                <a:gd name="T3" fmla="*/ 2147483646 h 7433"/>
                <a:gd name="T4" fmla="*/ 2147483646 w 893"/>
                <a:gd name="T5" fmla="*/ 2147483646 h 7433"/>
                <a:gd name="T6" fmla="*/ 2147483646 w 893"/>
                <a:gd name="T7" fmla="*/ 2147483646 h 7433"/>
                <a:gd name="T8" fmla="*/ 2147483646 w 893"/>
                <a:gd name="T9" fmla="*/ 2147483646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55" name="Google Shape;583;p42">
              <a:extLst>
                <a:ext uri="{FF2B5EF4-FFF2-40B4-BE49-F238E27FC236}">
                  <a16:creationId xmlns:a16="http://schemas.microsoft.com/office/drawing/2014/main" id="{A11327F4-464B-45FC-B56C-19C805BC2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147483646 w 2004"/>
                <a:gd name="T1" fmla="*/ 0 h 7448"/>
                <a:gd name="T2" fmla="*/ 2147483646 w 2004"/>
                <a:gd name="T3" fmla="*/ 0 h 7448"/>
                <a:gd name="T4" fmla="*/ 2147483646 w 2004"/>
                <a:gd name="T5" fmla="*/ 2147483646 h 7448"/>
                <a:gd name="T6" fmla="*/ 2147483646 w 2004"/>
                <a:gd name="T7" fmla="*/ 2147483646 h 7448"/>
                <a:gd name="T8" fmla="*/ 2147483646 w 2004"/>
                <a:gd name="T9" fmla="*/ 2147483646 h 7448"/>
                <a:gd name="T10" fmla="*/ 2147483646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56" name="Google Shape;584;p42">
              <a:extLst>
                <a:ext uri="{FF2B5EF4-FFF2-40B4-BE49-F238E27FC236}">
                  <a16:creationId xmlns:a16="http://schemas.microsoft.com/office/drawing/2014/main" id="{1F3EBDBF-4571-4422-A842-2E24CFAA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2147483646 w 998"/>
                <a:gd name="T1" fmla="*/ 2147483646 h 4436"/>
                <a:gd name="T2" fmla="*/ 0 w 998"/>
                <a:gd name="T3" fmla="*/ 2147483646 h 4436"/>
                <a:gd name="T4" fmla="*/ 2147483646 w 998"/>
                <a:gd name="T5" fmla="*/ 2147483646 h 4436"/>
                <a:gd name="T6" fmla="*/ 2147483646 w 998"/>
                <a:gd name="T7" fmla="*/ 2147483646 h 4436"/>
                <a:gd name="T8" fmla="*/ 2147483646 w 998"/>
                <a:gd name="T9" fmla="*/ 2147483646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57" name="Google Shape;585;p42">
              <a:extLst>
                <a:ext uri="{FF2B5EF4-FFF2-40B4-BE49-F238E27FC236}">
                  <a16:creationId xmlns:a16="http://schemas.microsoft.com/office/drawing/2014/main" id="{06A3CD23-148C-4ADB-9F3E-84E6CA80E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2147483646 w 1911"/>
                <a:gd name="T1" fmla="*/ 2147483646 h 6287"/>
                <a:gd name="T2" fmla="*/ 2147483646 w 1911"/>
                <a:gd name="T3" fmla="*/ 2147483646 h 6287"/>
                <a:gd name="T4" fmla="*/ 2147483646 w 1911"/>
                <a:gd name="T5" fmla="*/ 2147483646 h 6287"/>
                <a:gd name="T6" fmla="*/ 2147483646 w 1911"/>
                <a:gd name="T7" fmla="*/ 2147483646 h 6287"/>
                <a:gd name="T8" fmla="*/ 2147483646 w 1911"/>
                <a:gd name="T9" fmla="*/ 2147483646 h 6287"/>
                <a:gd name="T10" fmla="*/ 2147483646 w 1911"/>
                <a:gd name="T11" fmla="*/ 2147483646 h 6287"/>
                <a:gd name="T12" fmla="*/ 2147483646 w 1911"/>
                <a:gd name="T13" fmla="*/ 2147483646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58" name="Google Shape;586;p42">
              <a:extLst>
                <a:ext uri="{FF2B5EF4-FFF2-40B4-BE49-F238E27FC236}">
                  <a16:creationId xmlns:a16="http://schemas.microsoft.com/office/drawing/2014/main" id="{E09834DD-E191-4080-A6D1-FF9AF694A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2147483646 w 1633"/>
                <a:gd name="T1" fmla="*/ 0 h 5160"/>
                <a:gd name="T2" fmla="*/ 2147483646 w 1633"/>
                <a:gd name="T3" fmla="*/ 0 h 5160"/>
                <a:gd name="T4" fmla="*/ 2147483646 w 1633"/>
                <a:gd name="T5" fmla="*/ 2147483646 h 5160"/>
                <a:gd name="T6" fmla="*/ 2147483646 w 1633"/>
                <a:gd name="T7" fmla="*/ 2147483646 h 5160"/>
                <a:gd name="T8" fmla="*/ 2147483646 w 1633"/>
                <a:gd name="T9" fmla="*/ 2147483646 h 5160"/>
                <a:gd name="T10" fmla="*/ 2147483646 w 1633"/>
                <a:gd name="T11" fmla="*/ 2147483646 h 5160"/>
                <a:gd name="T12" fmla="*/ 2147483646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</p:grpSp>
      <p:grpSp>
        <p:nvGrpSpPr>
          <p:cNvPr id="35845" name="Google Shape;587;p42">
            <a:extLst>
              <a:ext uri="{FF2B5EF4-FFF2-40B4-BE49-F238E27FC236}">
                <a16:creationId xmlns:a16="http://schemas.microsoft.com/office/drawing/2014/main" id="{E7189986-5327-4B31-AF8C-8EFF302841A6}"/>
              </a:ext>
            </a:extLst>
          </p:cNvPr>
          <p:cNvGrpSpPr>
            <a:grpSpLocks/>
          </p:cNvGrpSpPr>
          <p:nvPr/>
        </p:nvGrpSpPr>
        <p:grpSpPr bwMode="auto">
          <a:xfrm>
            <a:off x="58738" y="3332163"/>
            <a:ext cx="889000" cy="674687"/>
            <a:chOff x="4725044" y="4077175"/>
            <a:chExt cx="398900" cy="347475"/>
          </a:xfrm>
        </p:grpSpPr>
        <p:sp>
          <p:nvSpPr>
            <p:cNvPr id="35847" name="Google Shape;588;p42">
              <a:extLst>
                <a:ext uri="{FF2B5EF4-FFF2-40B4-BE49-F238E27FC236}">
                  <a16:creationId xmlns:a16="http://schemas.microsoft.com/office/drawing/2014/main" id="{99189396-9589-40DB-A3B1-469C01A05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2147483646 w 15956"/>
                <a:gd name="T1" fmla="*/ 2147483646 h 9319"/>
                <a:gd name="T2" fmla="*/ 2147483646 w 15956"/>
                <a:gd name="T3" fmla="*/ 2147483646 h 9319"/>
                <a:gd name="T4" fmla="*/ 2147483646 w 15956"/>
                <a:gd name="T5" fmla="*/ 2147483646 h 9319"/>
                <a:gd name="T6" fmla="*/ 2147483646 w 15956"/>
                <a:gd name="T7" fmla="*/ 2147483646 h 9319"/>
                <a:gd name="T8" fmla="*/ 2147483646 w 15956"/>
                <a:gd name="T9" fmla="*/ 2147483646 h 9319"/>
                <a:gd name="T10" fmla="*/ 2147483646 w 15956"/>
                <a:gd name="T11" fmla="*/ 2147483646 h 9319"/>
                <a:gd name="T12" fmla="*/ 2147483646 w 15956"/>
                <a:gd name="T13" fmla="*/ 2147483646 h 9319"/>
                <a:gd name="T14" fmla="*/ 2147483646 w 15956"/>
                <a:gd name="T15" fmla="*/ 2147483646 h 9319"/>
                <a:gd name="T16" fmla="*/ 2147483646 w 15956"/>
                <a:gd name="T17" fmla="*/ 2147483646 h 9319"/>
                <a:gd name="T18" fmla="*/ 2147483646 w 15956"/>
                <a:gd name="T19" fmla="*/ 2147483646 h 9319"/>
                <a:gd name="T20" fmla="*/ 2147483646 w 15956"/>
                <a:gd name="T21" fmla="*/ 2147483646 h 9319"/>
                <a:gd name="T22" fmla="*/ 2147483646 w 15956"/>
                <a:gd name="T23" fmla="*/ 2147483646 h 9319"/>
                <a:gd name="T24" fmla="*/ 2147483646 w 15956"/>
                <a:gd name="T25" fmla="*/ 2147483646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48" name="Google Shape;589;p42">
              <a:extLst>
                <a:ext uri="{FF2B5EF4-FFF2-40B4-BE49-F238E27FC236}">
                  <a16:creationId xmlns:a16="http://schemas.microsoft.com/office/drawing/2014/main" id="{EEEF8D42-D6AA-4AEA-B1DD-8141A04F5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2147483646 w 862"/>
                <a:gd name="T1" fmla="*/ 2147483646 h 10105"/>
                <a:gd name="T2" fmla="*/ 2147483646 w 862"/>
                <a:gd name="T3" fmla="*/ 2147483646 h 10105"/>
                <a:gd name="T4" fmla="*/ 2147483646 w 862"/>
                <a:gd name="T5" fmla="*/ 2147483646 h 10105"/>
                <a:gd name="T6" fmla="*/ 2147483646 w 862"/>
                <a:gd name="T7" fmla="*/ 2147483646 h 10105"/>
                <a:gd name="T8" fmla="*/ 2147483646 w 862"/>
                <a:gd name="T9" fmla="*/ 2147483646 h 10105"/>
                <a:gd name="T10" fmla="*/ 2147483646 w 862"/>
                <a:gd name="T11" fmla="*/ 2147483646 h 10105"/>
                <a:gd name="T12" fmla="*/ 2147483646 w 862"/>
                <a:gd name="T13" fmla="*/ 2147483646 h 10105"/>
                <a:gd name="T14" fmla="*/ 2147483646 w 862"/>
                <a:gd name="T15" fmla="*/ 2147483646 h 10105"/>
                <a:gd name="T16" fmla="*/ 2147483646 w 862"/>
                <a:gd name="T17" fmla="*/ 2147483646 h 10105"/>
                <a:gd name="T18" fmla="*/ 2147483646 w 862"/>
                <a:gd name="T19" fmla="*/ 2147483646 h 10105"/>
                <a:gd name="T20" fmla="*/ 2147483646 w 862"/>
                <a:gd name="T21" fmla="*/ 2147483646 h 10105"/>
                <a:gd name="T22" fmla="*/ 2147483646 w 862"/>
                <a:gd name="T23" fmla="*/ 2147483646 h 10105"/>
                <a:gd name="T24" fmla="*/ 2147483646 w 862"/>
                <a:gd name="T25" fmla="*/ 2147483646 h 10105"/>
                <a:gd name="T26" fmla="*/ 2147483646 w 862"/>
                <a:gd name="T27" fmla="*/ 2147483646 h 10105"/>
                <a:gd name="T28" fmla="*/ 2147483646 w 862"/>
                <a:gd name="T29" fmla="*/ 2147483646 h 10105"/>
                <a:gd name="T30" fmla="*/ 2147483646 w 862"/>
                <a:gd name="T31" fmla="*/ 2147483646 h 10105"/>
                <a:gd name="T32" fmla="*/ 2147483646 w 862"/>
                <a:gd name="T33" fmla="*/ 2147483646 h 10105"/>
                <a:gd name="T34" fmla="*/ 2147483646 w 862"/>
                <a:gd name="T35" fmla="*/ 2147483646 h 10105"/>
                <a:gd name="T36" fmla="*/ 2147483646 w 862"/>
                <a:gd name="T37" fmla="*/ 2147483646 h 10105"/>
                <a:gd name="T38" fmla="*/ 2147483646 w 862"/>
                <a:gd name="T39" fmla="*/ 2147483646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49" name="Google Shape;590;p42">
              <a:extLst>
                <a:ext uri="{FF2B5EF4-FFF2-40B4-BE49-F238E27FC236}">
                  <a16:creationId xmlns:a16="http://schemas.microsoft.com/office/drawing/2014/main" id="{91B09048-2DCF-4D60-995B-20AC9078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2147483646 w 8805"/>
                <a:gd name="T1" fmla="*/ 2147483646 h 3816"/>
                <a:gd name="T2" fmla="*/ 2147483646 w 8805"/>
                <a:gd name="T3" fmla="*/ 2147483646 h 3816"/>
                <a:gd name="T4" fmla="*/ 2147483646 w 8805"/>
                <a:gd name="T5" fmla="*/ 2147483646 h 3816"/>
                <a:gd name="T6" fmla="*/ 2147483646 w 8805"/>
                <a:gd name="T7" fmla="*/ 2147483646 h 3816"/>
                <a:gd name="T8" fmla="*/ 2147483646 w 8805"/>
                <a:gd name="T9" fmla="*/ 2147483646 h 3816"/>
                <a:gd name="T10" fmla="*/ 2147483646 w 8805"/>
                <a:gd name="T11" fmla="*/ 2147483646 h 3816"/>
                <a:gd name="T12" fmla="*/ 2147483646 w 8805"/>
                <a:gd name="T13" fmla="*/ 2147483646 h 3816"/>
                <a:gd name="T14" fmla="*/ 2147483646 w 8805"/>
                <a:gd name="T15" fmla="*/ 2147483646 h 3816"/>
                <a:gd name="T16" fmla="*/ 2147483646 w 8805"/>
                <a:gd name="T17" fmla="*/ 2147483646 h 3816"/>
                <a:gd name="T18" fmla="*/ 2147483646 w 8805"/>
                <a:gd name="T19" fmla="*/ 2147483646 h 3816"/>
                <a:gd name="T20" fmla="*/ 2147483646 w 8805"/>
                <a:gd name="T21" fmla="*/ 2147483646 h 3816"/>
                <a:gd name="T22" fmla="*/ 2147483646 w 8805"/>
                <a:gd name="T23" fmla="*/ 2147483646 h 3816"/>
                <a:gd name="T24" fmla="*/ 2147483646 w 8805"/>
                <a:gd name="T25" fmla="*/ 2147483646 h 3816"/>
                <a:gd name="T26" fmla="*/ 2147483646 w 8805"/>
                <a:gd name="T27" fmla="*/ 2147483646 h 3816"/>
                <a:gd name="T28" fmla="*/ 2147483646 w 8805"/>
                <a:gd name="T29" fmla="*/ 2147483646 h 3816"/>
                <a:gd name="T30" fmla="*/ 2147483646 w 8805"/>
                <a:gd name="T31" fmla="*/ 2147483646 h 3816"/>
                <a:gd name="T32" fmla="*/ 2147483646 w 8805"/>
                <a:gd name="T33" fmla="*/ 2147483646 h 3816"/>
                <a:gd name="T34" fmla="*/ 2147483646 w 8805"/>
                <a:gd name="T35" fmla="*/ 2147483646 h 3816"/>
                <a:gd name="T36" fmla="*/ 2147483646 w 8805"/>
                <a:gd name="T37" fmla="*/ 2147483646 h 3816"/>
                <a:gd name="T38" fmla="*/ 2147483646 w 8805"/>
                <a:gd name="T39" fmla="*/ 2147483646 h 3816"/>
                <a:gd name="T40" fmla="*/ 2147483646 w 8805"/>
                <a:gd name="T41" fmla="*/ 2147483646 h 3816"/>
                <a:gd name="T42" fmla="*/ 2147483646 w 8805"/>
                <a:gd name="T43" fmla="*/ 2147483646 h 3816"/>
                <a:gd name="T44" fmla="*/ 2147483646 w 8805"/>
                <a:gd name="T45" fmla="*/ 2147483646 h 3816"/>
                <a:gd name="T46" fmla="*/ 2147483646 w 8805"/>
                <a:gd name="T47" fmla="*/ 2147483646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35850" name="Google Shape;591;p42">
              <a:extLst>
                <a:ext uri="{FF2B5EF4-FFF2-40B4-BE49-F238E27FC236}">
                  <a16:creationId xmlns:a16="http://schemas.microsoft.com/office/drawing/2014/main" id="{F8B992D0-A9D0-402D-BC63-D2B86ACBE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2147483646 w 3423"/>
                <a:gd name="T1" fmla="*/ 0 h 1863"/>
                <a:gd name="T2" fmla="*/ 2147483646 w 3423"/>
                <a:gd name="T3" fmla="*/ 2147483646 h 1863"/>
                <a:gd name="T4" fmla="*/ 2147483646 w 3423"/>
                <a:gd name="T5" fmla="*/ 2147483646 h 1863"/>
                <a:gd name="T6" fmla="*/ 2147483646 w 3423"/>
                <a:gd name="T7" fmla="*/ 2147483646 h 1863"/>
                <a:gd name="T8" fmla="*/ 2147483646 w 3423"/>
                <a:gd name="T9" fmla="*/ 2147483646 h 1863"/>
                <a:gd name="T10" fmla="*/ 2147483646 w 3423"/>
                <a:gd name="T11" fmla="*/ 2147483646 h 1863"/>
                <a:gd name="T12" fmla="*/ 2147483646 w 3423"/>
                <a:gd name="T13" fmla="*/ 2147483646 h 1863"/>
                <a:gd name="T14" fmla="*/ 2147483646 w 3423"/>
                <a:gd name="T15" fmla="*/ 2147483646 h 1863"/>
                <a:gd name="T16" fmla="*/ 2147483646 w 3423"/>
                <a:gd name="T17" fmla="*/ 2147483646 h 1863"/>
                <a:gd name="T18" fmla="*/ 2147483646 w 3423"/>
                <a:gd name="T19" fmla="*/ 2147483646 h 1863"/>
                <a:gd name="T20" fmla="*/ 2147483646 w 3423"/>
                <a:gd name="T21" fmla="*/ 2147483646 h 1863"/>
                <a:gd name="T22" fmla="*/ 2147483646 w 3423"/>
                <a:gd name="T23" fmla="*/ 2147483646 h 1863"/>
                <a:gd name="T24" fmla="*/ 2147483646 w 3423"/>
                <a:gd name="T25" fmla="*/ 2147483646 h 1863"/>
                <a:gd name="T26" fmla="*/ 2147483646 w 3423"/>
                <a:gd name="T27" fmla="*/ 2147483646 h 1863"/>
                <a:gd name="T28" fmla="*/ 2147483646 w 3423"/>
                <a:gd name="T29" fmla="*/ 2147483646 h 1863"/>
                <a:gd name="T30" fmla="*/ 2147483646 w 3423"/>
                <a:gd name="T31" fmla="*/ 2147483646 h 1863"/>
                <a:gd name="T32" fmla="*/ 2147483646 w 3423"/>
                <a:gd name="T33" fmla="*/ 2147483646 h 1863"/>
                <a:gd name="T34" fmla="*/ 2147483646 w 3423"/>
                <a:gd name="T35" fmla="*/ 2147483646 h 1863"/>
                <a:gd name="T36" fmla="*/ 2147483646 w 3423"/>
                <a:gd name="T37" fmla="*/ 2147483646 h 1863"/>
                <a:gd name="T38" fmla="*/ 2147483646 w 3423"/>
                <a:gd name="T39" fmla="*/ 2147483646 h 1863"/>
                <a:gd name="T40" fmla="*/ 2147483646 w 3423"/>
                <a:gd name="T41" fmla="*/ 2147483646 h 1863"/>
                <a:gd name="T42" fmla="*/ 2147483646 w 3423"/>
                <a:gd name="T43" fmla="*/ 2147483646 h 1863"/>
                <a:gd name="T44" fmla="*/ 2147483646 w 3423"/>
                <a:gd name="T45" fmla="*/ 2147483646 h 1863"/>
                <a:gd name="T46" fmla="*/ 2147483646 w 3423"/>
                <a:gd name="T47" fmla="*/ 2147483646 h 1863"/>
                <a:gd name="T48" fmla="*/ 2147483646 w 3423"/>
                <a:gd name="T49" fmla="*/ 2147483646 h 1863"/>
                <a:gd name="T50" fmla="*/ 2147483646 w 3423"/>
                <a:gd name="T51" fmla="*/ 2147483646 h 1863"/>
                <a:gd name="T52" fmla="*/ 2147483646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/>
            </a:p>
          </p:txBody>
        </p:sp>
        <p:sp>
          <p:nvSpPr>
            <p:cNvPr id="592" name="Google Shape;592;p42">
              <a:extLst>
                <a:ext uri="{FF2B5EF4-FFF2-40B4-BE49-F238E27FC236}">
                  <a16:creationId xmlns:a16="http://schemas.microsoft.com/office/drawing/2014/main" id="{9EB0F392-C5FD-4A7E-B013-65687F333BAF}"/>
                </a:ext>
              </a:extLst>
            </p:cNvPr>
            <p:cNvSpPr/>
            <p:nvPr/>
          </p:nvSpPr>
          <p:spPr>
            <a:xfrm>
              <a:off x="5026356" y="4154846"/>
              <a:ext cx="7836" cy="5723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2">
              <a:extLst>
                <a:ext uri="{FF2B5EF4-FFF2-40B4-BE49-F238E27FC236}">
                  <a16:creationId xmlns:a16="http://schemas.microsoft.com/office/drawing/2014/main" id="{693FD5B4-0746-46A4-A051-56E5D67857D2}"/>
                </a:ext>
              </a:extLst>
            </p:cNvPr>
            <p:cNvSpPr/>
            <p:nvPr/>
          </p:nvSpPr>
          <p:spPr>
            <a:xfrm>
              <a:off x="5002137" y="4132771"/>
              <a:ext cx="9260" cy="8993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2">
              <a:extLst>
                <a:ext uri="{FF2B5EF4-FFF2-40B4-BE49-F238E27FC236}">
                  <a16:creationId xmlns:a16="http://schemas.microsoft.com/office/drawing/2014/main" id="{EE42F18E-5E00-4F05-AD29-ACCBF1760329}"/>
                </a:ext>
              </a:extLst>
            </p:cNvPr>
            <p:cNvSpPr/>
            <p:nvPr/>
          </p:nvSpPr>
          <p:spPr>
            <a:xfrm>
              <a:off x="4997151" y="4178556"/>
              <a:ext cx="9973" cy="8176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6" name="Google Shape;596;p42">
            <a:extLst>
              <a:ext uri="{FF2B5EF4-FFF2-40B4-BE49-F238E27FC236}">
                <a16:creationId xmlns:a16="http://schemas.microsoft.com/office/drawing/2014/main" id="{161D1893-D230-4DE0-83F9-C92584666483}"/>
              </a:ext>
            </a:extLst>
          </p:cNvPr>
          <p:cNvSpPr txBox="1"/>
          <p:nvPr/>
        </p:nvSpPr>
        <p:spPr>
          <a:xfrm>
            <a:off x="5005388" y="710325"/>
            <a:ext cx="4138612" cy="2449871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spAutoFit/>
          </a:bodyPr>
          <a:lstStyle/>
          <a:p>
            <a:pPr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600" b="1" kern="0" dirty="0">
                <a:highlight>
                  <a:srgbClr val="FFFF00"/>
                </a:highlight>
                <a:latin typeface="Comfortaa"/>
                <a:ea typeface="Comfortaa"/>
                <a:cs typeface="Comfortaa"/>
                <a:sym typeface="Comfortaa"/>
              </a:rPr>
              <a:t>Ayo </a:t>
            </a:r>
            <a:r>
              <a:rPr lang="en-US" sz="1600" b="1" kern="0" dirty="0" err="1">
                <a:highlight>
                  <a:srgbClr val="FFFF00"/>
                </a:highlight>
                <a:latin typeface="Comfortaa"/>
                <a:ea typeface="Comfortaa"/>
                <a:cs typeface="Comfortaa"/>
                <a:sym typeface="Comfortaa"/>
              </a:rPr>
              <a:t>praktik</a:t>
            </a:r>
            <a:r>
              <a:rPr lang="en-US" sz="1600" b="1" kern="0" dirty="0">
                <a:highlight>
                  <a:srgbClr val="FFFF00"/>
                </a:highlight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highlight>
                  <a:srgbClr val="FFFF00"/>
                </a:highlight>
                <a:latin typeface="Comfortaa"/>
                <a:ea typeface="Comfortaa"/>
                <a:cs typeface="Comfortaa"/>
                <a:sym typeface="Comfortaa"/>
              </a:rPr>
              <a:t>menulis</a:t>
            </a:r>
            <a:r>
              <a:rPr lang="en-US" sz="1600" b="1" kern="0" dirty="0">
                <a:highlight>
                  <a:srgbClr val="FFFF00"/>
                </a:highlight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highlight>
                  <a:srgbClr val="FFFF00"/>
                </a:highlight>
                <a:latin typeface="Comfortaa"/>
                <a:ea typeface="Comfortaa"/>
                <a:cs typeface="Comfortaa"/>
                <a:sym typeface="Comfortaa"/>
              </a:rPr>
              <a:t>bersama</a:t>
            </a:r>
            <a:r>
              <a:rPr lang="en-US" sz="1600" b="1" kern="0" dirty="0">
                <a:highlight>
                  <a:srgbClr val="FFFF00"/>
                </a:highlight>
                <a:latin typeface="Comfortaa"/>
                <a:ea typeface="Comfortaa"/>
                <a:cs typeface="Comfortaa"/>
                <a:sym typeface="Comfortaa"/>
              </a:rPr>
              <a:t>!</a:t>
            </a:r>
            <a:endParaRPr sz="1600" b="1" kern="0" dirty="0">
              <a:highlight>
                <a:srgbClr val="FFFF0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600" b="1" kern="0" dirty="0">
              <a:latin typeface="Comfortaa"/>
              <a:ea typeface="Comfortaa"/>
              <a:cs typeface="Comfortaa"/>
              <a:sym typeface="Comfortaa"/>
            </a:endParaRPr>
          </a:p>
          <a:p>
            <a:pPr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600" b="1" kern="0" dirty="0">
                <a:latin typeface="Comfortaa"/>
                <a:ea typeface="Comfortaa"/>
                <a:cs typeface="Comfortaa"/>
                <a:sym typeface="Comfortaa"/>
              </a:rPr>
              <a:t>Ini adalah keluarga saya. </a:t>
            </a:r>
            <a:r>
              <a:rPr lang="en-ID" sz="1600" b="1" kern="0" dirty="0"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lang="en" sz="1600" b="1" kern="0" dirty="0">
                <a:latin typeface="Comfortaa"/>
                <a:ea typeface="Comfortaa"/>
                <a:cs typeface="Comfortaa"/>
                <a:sym typeface="Comfortaa"/>
              </a:rPr>
              <a:t>da 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Ayah,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Ibu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,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dan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dua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saudara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. Ayah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saya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bernama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Peter,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Ibu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saya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bernama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Maria.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Saya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punya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dua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adik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laki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 b="1" kern="0" dirty="0" err="1">
                <a:latin typeface="Comfortaa"/>
                <a:ea typeface="Comfortaa"/>
                <a:cs typeface="Comfortaa"/>
                <a:sym typeface="Comfortaa"/>
              </a:rPr>
              <a:t>laki</a:t>
            </a:r>
            <a:r>
              <a:rPr lang="en-US" sz="1600" b="1" kern="0" dirty="0">
                <a:latin typeface="Comfortaa"/>
                <a:ea typeface="Comfortaa"/>
                <a:cs typeface="Comfortaa"/>
                <a:sym typeface="Comfortaa"/>
              </a:rPr>
              <a:t>. Namanya Hansen dan Henry. </a:t>
            </a:r>
            <a:endParaRPr sz="1600" b="1" kern="0" dirty="0">
              <a:latin typeface="Comfortaa"/>
              <a:ea typeface="Comfortaa"/>
              <a:cs typeface="Comfortaa"/>
              <a:sym typeface="Comfortaa"/>
            </a:endParaRPr>
          </a:p>
          <a:p>
            <a:pPr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600" b="1" kern="0" dirty="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8A864E88-99DA-4863-809C-0336E5C6102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Sebutkan 2 anggota keluarga, siapa Namanya dan apa profesinya!</a:t>
            </a:r>
            <a:endParaRPr lang="en-ID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131" name="Picture 2" descr="Taylor Swift | Songs, Albums, Eras Tour, Travis Kelce, &amp; Facts | Britannica">
            <a:extLst>
              <a:ext uri="{FF2B5EF4-FFF2-40B4-BE49-F238E27FC236}">
                <a16:creationId xmlns:a16="http://schemas.microsoft.com/office/drawing/2014/main" id="{CECBB0C3-11D2-426F-B257-C5B6E9693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1" t="2081" r="24416" b="2"/>
          <a:stretch>
            <a:fillRect/>
          </a:stretch>
        </p:blipFill>
        <p:spPr bwMode="auto">
          <a:xfrm>
            <a:off x="720725" y="1017588"/>
            <a:ext cx="1819275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Content Placeholder 3">
            <a:extLst>
              <a:ext uri="{FF2B5EF4-FFF2-40B4-BE49-F238E27FC236}">
                <a16:creationId xmlns:a16="http://schemas.microsoft.com/office/drawing/2014/main" id="{12F8FFCD-E162-4569-B033-46CA6FADF9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0725" y="3228975"/>
            <a:ext cx="3049588" cy="1712913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1215F4D-A163-4AE7-819B-3FDDDE3D3A6C}"/>
              </a:ext>
            </a:extLst>
          </p:cNvPr>
          <p:cNvSpPr txBox="1">
            <a:spLocks/>
          </p:cNvSpPr>
          <p:nvPr/>
        </p:nvSpPr>
        <p:spPr bwMode="auto">
          <a:xfrm>
            <a:off x="2976563" y="1379538"/>
            <a:ext cx="3627437" cy="11922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en-US" sz="1800" kern="0" dirty="0" err="1"/>
              <a:t>Dia</a:t>
            </a:r>
            <a:r>
              <a:rPr lang="en-US" sz="1800" kern="0" dirty="0"/>
              <a:t> </a:t>
            </a:r>
            <a:r>
              <a:rPr lang="en-US" sz="1800" kern="0" dirty="0" err="1"/>
              <a:t>bernama</a:t>
            </a:r>
            <a:r>
              <a:rPr lang="en-US" sz="1800" kern="0" dirty="0"/>
              <a:t> Taylor Swift</a:t>
            </a:r>
          </a:p>
          <a:p>
            <a:pPr>
              <a:defRPr/>
            </a:pPr>
            <a:r>
              <a:rPr lang="en-US" sz="1800" kern="0" dirty="0" err="1"/>
              <a:t>Dia</a:t>
            </a:r>
            <a:r>
              <a:rPr lang="en-US" sz="1800" kern="0" dirty="0"/>
              <a:t> </a:t>
            </a:r>
            <a:r>
              <a:rPr lang="en-US" sz="1800" kern="0" dirty="0" err="1"/>
              <a:t>sepupuku</a:t>
            </a:r>
            <a:endParaRPr lang="en-US" sz="1800" kern="0" dirty="0"/>
          </a:p>
          <a:p>
            <a:pPr>
              <a:defRPr/>
            </a:pPr>
            <a:r>
              <a:rPr lang="en-US" sz="1800" kern="0" dirty="0" err="1"/>
              <a:t>Dia</a:t>
            </a:r>
            <a:r>
              <a:rPr lang="en-US" sz="1800" kern="0" dirty="0"/>
              <a:t> </a:t>
            </a:r>
            <a:r>
              <a:rPr lang="en-US" sz="1800" kern="0" dirty="0" err="1"/>
              <a:t>penyanyi</a:t>
            </a:r>
            <a:r>
              <a:rPr lang="en-US" sz="1800" kern="0" dirty="0"/>
              <a:t> </a:t>
            </a:r>
            <a:r>
              <a:rPr lang="en-US" sz="1800" kern="0" dirty="0" err="1"/>
              <a:t>internasional</a:t>
            </a:r>
            <a:endParaRPr lang="en-ID" sz="1800" kern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66E4E67-FD82-4EE0-B699-CB8CA2A88337}"/>
              </a:ext>
            </a:extLst>
          </p:cNvPr>
          <p:cNvSpPr txBox="1">
            <a:spLocks/>
          </p:cNvSpPr>
          <p:nvPr/>
        </p:nvSpPr>
        <p:spPr bwMode="auto">
          <a:xfrm>
            <a:off x="4102100" y="3489325"/>
            <a:ext cx="3627438" cy="119221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en-US" sz="1800" kern="0" dirty="0" err="1"/>
              <a:t>Dia</a:t>
            </a:r>
            <a:r>
              <a:rPr lang="en-US" sz="1800" kern="0" dirty="0"/>
              <a:t> </a:t>
            </a:r>
            <a:r>
              <a:rPr lang="en-US" sz="1800" kern="0" dirty="0" err="1"/>
              <a:t>bernama</a:t>
            </a:r>
            <a:r>
              <a:rPr lang="en-US" sz="1800" kern="0" dirty="0"/>
              <a:t> Mario</a:t>
            </a:r>
          </a:p>
          <a:p>
            <a:pPr>
              <a:defRPr/>
            </a:pPr>
            <a:r>
              <a:rPr lang="en-US" sz="1800" kern="0" dirty="0" err="1"/>
              <a:t>Dia</a:t>
            </a:r>
            <a:r>
              <a:rPr lang="en-US" sz="1800" kern="0" dirty="0"/>
              <a:t> </a:t>
            </a:r>
            <a:r>
              <a:rPr lang="en-US" sz="1800" kern="0" dirty="0" err="1"/>
              <a:t>pamanku</a:t>
            </a:r>
            <a:endParaRPr lang="en-US" sz="1800" kern="0" dirty="0"/>
          </a:p>
          <a:p>
            <a:pPr>
              <a:defRPr/>
            </a:pPr>
            <a:r>
              <a:rPr lang="en-US" sz="1800" kern="0" dirty="0" err="1"/>
              <a:t>Dia</a:t>
            </a:r>
            <a:r>
              <a:rPr lang="en-US" sz="1800" kern="0" dirty="0"/>
              <a:t> </a:t>
            </a:r>
            <a:r>
              <a:rPr lang="en-US" sz="1800" kern="0" dirty="0" err="1"/>
              <a:t>koki</a:t>
            </a:r>
            <a:endParaRPr lang="en-ID" sz="1800" kern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697A0DDF-AC87-40F5-A150-4FDF2D0206F5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34950" y="1673225"/>
            <a:ext cx="3665538" cy="573088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SzPts val="2800"/>
              <a:buFont typeface="Chelsea Market" panose="020B0604020202020204" charset="0"/>
              <a:buNone/>
            </a:pPr>
            <a:r>
              <a:rPr lang="en-US" altLang="en-US" sz="2800">
                <a:solidFill>
                  <a:schemeClr val="tx1"/>
                </a:solidFill>
                <a:latin typeface="Chelsea Market" panose="020B0604020202020204" charset="0"/>
                <a:cs typeface="Arial" panose="020B0604020202020204" pitchFamily="34" charset="0"/>
                <a:sym typeface="Chelsea Market" panose="020B0604020202020204" charset="0"/>
              </a:rPr>
              <a:t>PRAKTIK </a:t>
            </a:r>
            <a:br>
              <a:rPr lang="en-US" altLang="en-US" sz="2800">
                <a:solidFill>
                  <a:schemeClr val="tx1"/>
                </a:solidFill>
                <a:latin typeface="Chelsea Market" panose="020B0604020202020204" charset="0"/>
                <a:cs typeface="Arial" panose="020B0604020202020204" pitchFamily="34" charset="0"/>
                <a:sym typeface="Chelsea Market" panose="020B0604020202020204" charset="0"/>
              </a:rPr>
            </a:br>
            <a:r>
              <a:rPr lang="en-US" altLang="en-US" sz="2800">
                <a:solidFill>
                  <a:schemeClr val="tx1"/>
                </a:solidFill>
                <a:latin typeface="Chelsea Market" panose="020B0604020202020204" charset="0"/>
                <a:cs typeface="Arial" panose="020B0604020202020204" pitchFamily="34" charset="0"/>
                <a:sym typeface="Chelsea Market" panose="020B0604020202020204" charset="0"/>
              </a:rPr>
              <a:t>BERBICARA</a:t>
            </a:r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5EC4A012-1B1E-4FC0-AD0D-4110CC743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26988"/>
            <a:ext cx="6411912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99A746AE-C10A-458B-8FB3-AD829B544F5E}"/>
              </a:ext>
            </a:extLst>
          </p:cNvPr>
          <p:cNvSpPr/>
          <p:nvPr/>
        </p:nvSpPr>
        <p:spPr>
          <a:xfrm>
            <a:off x="3900488" y="239713"/>
            <a:ext cx="3757612" cy="1720850"/>
          </a:xfrm>
          <a:prstGeom prst="wedgeRoundRectCallout">
            <a:avLst>
              <a:gd name="adj1" fmla="val -5321"/>
              <a:gd name="adj2" fmla="val 5957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Ini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adalah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keluarga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saya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. Ada ayah,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ibu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,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kakak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,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saya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, dan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adik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. Ayah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saya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bernama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John.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Dia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adalah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dokter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. Ibu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saya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bernama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Susi.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Dia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adalah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guru.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Kakak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saya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bernama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Adi.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Dia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adalah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mahasiswa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.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Adik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saya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bernama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Bobi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.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Dia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adalah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siswa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kelas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1.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Terima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1500" kern="0" dirty="0" err="1">
                <a:solidFill>
                  <a:schemeClr val="tx1"/>
                </a:solidFill>
                <a:sym typeface="Arial"/>
              </a:rPr>
              <a:t>kasih</a:t>
            </a:r>
            <a:r>
              <a:rPr lang="en-US" sz="1500" kern="0" dirty="0">
                <a:solidFill>
                  <a:schemeClr val="tx1"/>
                </a:solidFill>
                <a:sym typeface="Arial"/>
              </a:rPr>
              <a:t>.</a:t>
            </a:r>
            <a:endParaRPr lang="en-ID" sz="1500" kern="0" dirty="0">
              <a:solidFill>
                <a:schemeClr val="tx1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43"/>
          <p:cNvGrpSpPr/>
          <p:nvPr/>
        </p:nvGrpSpPr>
        <p:grpSpPr>
          <a:xfrm flipH="1">
            <a:off x="8347804" y="4492683"/>
            <a:ext cx="666082" cy="537501"/>
            <a:chOff x="7514750" y="4210883"/>
            <a:chExt cx="953999" cy="769838"/>
          </a:xfrm>
        </p:grpSpPr>
        <p:sp>
          <p:nvSpPr>
            <p:cNvPr id="602" name="Google Shape;602;p43"/>
            <p:cNvSpPr/>
            <p:nvPr/>
          </p:nvSpPr>
          <p:spPr>
            <a:xfrm>
              <a:off x="8024561" y="4469182"/>
              <a:ext cx="243136" cy="460933"/>
            </a:xfrm>
            <a:custGeom>
              <a:avLst/>
              <a:gdLst/>
              <a:ahLst/>
              <a:cxnLst/>
              <a:rect l="l" t="t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3"/>
            <p:cNvSpPr/>
            <p:nvPr/>
          </p:nvSpPr>
          <p:spPr>
            <a:xfrm>
              <a:off x="7780773" y="4269286"/>
              <a:ext cx="284790" cy="657651"/>
            </a:xfrm>
            <a:custGeom>
              <a:avLst/>
              <a:gdLst/>
              <a:ahLst/>
              <a:cxnLst/>
              <a:rect l="l" t="t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3"/>
            <p:cNvSpPr/>
            <p:nvPr/>
          </p:nvSpPr>
          <p:spPr>
            <a:xfrm>
              <a:off x="8003842" y="4210883"/>
              <a:ext cx="185889" cy="717641"/>
            </a:xfrm>
            <a:custGeom>
              <a:avLst/>
              <a:gdLst/>
              <a:ahLst/>
              <a:cxnLst/>
              <a:rect l="l" t="t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3"/>
            <p:cNvSpPr/>
            <p:nvPr/>
          </p:nvSpPr>
          <p:spPr>
            <a:xfrm>
              <a:off x="7731322" y="4624175"/>
              <a:ext cx="309839" cy="312799"/>
            </a:xfrm>
            <a:custGeom>
              <a:avLst/>
              <a:gdLst/>
              <a:ahLst/>
              <a:cxnLst/>
              <a:rect l="l" t="t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3"/>
            <p:cNvSpPr/>
            <p:nvPr/>
          </p:nvSpPr>
          <p:spPr>
            <a:xfrm>
              <a:off x="7514750" y="4638613"/>
              <a:ext cx="106264" cy="330053"/>
            </a:xfrm>
            <a:custGeom>
              <a:avLst/>
              <a:gdLst/>
              <a:ahLst/>
              <a:cxnLst/>
              <a:rect l="l" t="t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3"/>
            <p:cNvSpPr/>
            <p:nvPr/>
          </p:nvSpPr>
          <p:spPr>
            <a:xfrm>
              <a:off x="8176666" y="4630600"/>
              <a:ext cx="145607" cy="350122"/>
            </a:xfrm>
            <a:custGeom>
              <a:avLst/>
              <a:gdLst/>
              <a:ahLst/>
              <a:cxnLst/>
              <a:rect l="l" t="t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3"/>
            <p:cNvSpPr/>
            <p:nvPr/>
          </p:nvSpPr>
          <p:spPr>
            <a:xfrm>
              <a:off x="8367683" y="4462179"/>
              <a:ext cx="101066" cy="466203"/>
            </a:xfrm>
            <a:custGeom>
              <a:avLst/>
              <a:gdLst/>
              <a:ahLst/>
              <a:cxnLst/>
              <a:rect l="l" t="t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43"/>
          <p:cNvGrpSpPr/>
          <p:nvPr/>
        </p:nvGrpSpPr>
        <p:grpSpPr>
          <a:xfrm flipH="1">
            <a:off x="5674531" y="35545"/>
            <a:ext cx="441129" cy="440437"/>
            <a:chOff x="5721625" y="4984150"/>
            <a:chExt cx="196950" cy="196650"/>
          </a:xfrm>
        </p:grpSpPr>
        <p:sp>
          <p:nvSpPr>
            <p:cNvPr id="610" name="Google Shape;610;p43"/>
            <p:cNvSpPr/>
            <p:nvPr/>
          </p:nvSpPr>
          <p:spPr>
            <a:xfrm>
              <a:off x="5847225" y="4984150"/>
              <a:ext cx="22325" cy="185825"/>
            </a:xfrm>
            <a:custGeom>
              <a:avLst/>
              <a:gdLst/>
              <a:ahLst/>
              <a:cxnLst/>
              <a:rect l="l" t="t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3"/>
            <p:cNvSpPr/>
            <p:nvPr/>
          </p:nvSpPr>
          <p:spPr>
            <a:xfrm>
              <a:off x="5787275" y="4985750"/>
              <a:ext cx="50100" cy="186200"/>
            </a:xfrm>
            <a:custGeom>
              <a:avLst/>
              <a:gdLst/>
              <a:ahLst/>
              <a:cxnLst/>
              <a:rect l="l" t="t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3"/>
            <p:cNvSpPr/>
            <p:nvPr/>
          </p:nvSpPr>
          <p:spPr>
            <a:xfrm>
              <a:off x="5777075" y="5069900"/>
              <a:ext cx="24950" cy="110900"/>
            </a:xfrm>
            <a:custGeom>
              <a:avLst/>
              <a:gdLst/>
              <a:ahLst/>
              <a:cxnLst/>
              <a:rect l="l" t="t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5721625" y="5011325"/>
              <a:ext cx="47775" cy="157175"/>
            </a:xfrm>
            <a:custGeom>
              <a:avLst/>
              <a:gdLst/>
              <a:ahLst/>
              <a:cxnLst/>
              <a:rect l="l" t="t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3"/>
            <p:cNvSpPr/>
            <p:nvPr/>
          </p:nvSpPr>
          <p:spPr>
            <a:xfrm>
              <a:off x="5877750" y="5044825"/>
              <a:ext cx="40825" cy="129000"/>
            </a:xfrm>
            <a:custGeom>
              <a:avLst/>
              <a:gdLst/>
              <a:ahLst/>
              <a:cxnLst/>
              <a:rect l="l" t="t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58012" y="3331626"/>
            <a:ext cx="890185" cy="675108"/>
            <a:chOff x="4725044" y="4077175"/>
            <a:chExt cx="398900" cy="347475"/>
          </a:xfrm>
        </p:grpSpPr>
        <p:sp>
          <p:nvSpPr>
            <p:cNvPr id="616" name="Google Shape;616;p43"/>
            <p:cNvSpPr/>
            <p:nvPr/>
          </p:nvSpPr>
          <p:spPr>
            <a:xfrm>
              <a:off x="4725044" y="4077175"/>
              <a:ext cx="398900" cy="297393"/>
            </a:xfrm>
            <a:custGeom>
              <a:avLst/>
              <a:gdLst/>
              <a:ahLst/>
              <a:cxnLst/>
              <a:rect l="l" t="t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10975" y="8718"/>
                  </a:ln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3"/>
            <p:cNvSpPr/>
            <p:nvPr/>
          </p:nvSpPr>
          <p:spPr>
            <a:xfrm>
              <a:off x="4913100" y="4172025"/>
              <a:ext cx="21550" cy="252625"/>
            </a:xfrm>
            <a:custGeom>
              <a:avLst/>
              <a:gdLst/>
              <a:ahLst/>
              <a:cxnLst/>
              <a:rect l="l" t="t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3"/>
            <p:cNvSpPr/>
            <p:nvPr/>
          </p:nvSpPr>
          <p:spPr>
            <a:xfrm>
              <a:off x="4796700" y="4226125"/>
              <a:ext cx="220125" cy="95400"/>
            </a:xfrm>
            <a:custGeom>
              <a:avLst/>
              <a:gdLst/>
              <a:ahLst/>
              <a:cxnLst/>
              <a:rect l="l" t="t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3"/>
            <p:cNvSpPr/>
            <p:nvPr/>
          </p:nvSpPr>
          <p:spPr>
            <a:xfrm>
              <a:off x="4891150" y="4191050"/>
              <a:ext cx="85575" cy="46575"/>
            </a:xfrm>
            <a:custGeom>
              <a:avLst/>
              <a:gdLst/>
              <a:ahLst/>
              <a:cxnLst/>
              <a:rect l="l" t="t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1405" y="1499"/>
                  </a:ln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3"/>
            <p:cNvSpPr/>
            <p:nvPr/>
          </p:nvSpPr>
          <p:spPr>
            <a:xfrm>
              <a:off x="5026525" y="4154875"/>
              <a:ext cx="7775" cy="6075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3"/>
            <p:cNvSpPr/>
            <p:nvPr/>
          </p:nvSpPr>
          <p:spPr>
            <a:xfrm>
              <a:off x="5002150" y="4132700"/>
              <a:ext cx="9075" cy="8975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3"/>
            <p:cNvSpPr/>
            <p:nvPr/>
          </p:nvSpPr>
          <p:spPr>
            <a:xfrm>
              <a:off x="4996825" y="4178825"/>
              <a:ext cx="10300" cy="7975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23" name="Google Shape;62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353" y="0"/>
            <a:ext cx="594329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ltural Diversity XL by Slidesgo">
  <a:themeElements>
    <a:clrScheme name="Simple Light">
      <a:dk1>
        <a:srgbClr val="152041"/>
      </a:dk1>
      <a:lt1>
        <a:srgbClr val="FFFFFF"/>
      </a:lt1>
      <a:dk2>
        <a:srgbClr val="243466"/>
      </a:dk2>
      <a:lt2>
        <a:srgbClr val="FFAD80"/>
      </a:lt2>
      <a:accent1>
        <a:srgbClr val="F46440"/>
      </a:accent1>
      <a:accent2>
        <a:srgbClr val="69A1C2"/>
      </a:accent2>
      <a:accent3>
        <a:srgbClr val="FFE7D4"/>
      </a:accent3>
      <a:accent4>
        <a:srgbClr val="6D392F"/>
      </a:accent4>
      <a:accent5>
        <a:srgbClr val="89BDDB"/>
      </a:accent5>
      <a:accent6>
        <a:srgbClr val="FD886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510</Words>
  <Application>Microsoft Office PowerPoint</Application>
  <PresentationFormat>On-screen Show (16:9)</PresentationFormat>
  <Paragraphs>129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Aharoni</vt:lpstr>
      <vt:lpstr>Chelsea Market</vt:lpstr>
      <vt:lpstr>Comfortaa</vt:lpstr>
      <vt:lpstr>Fira Sans Extra Condensed Medium</vt:lpstr>
      <vt:lpstr>Berlin Sans FB</vt:lpstr>
      <vt:lpstr>Arvo</vt:lpstr>
      <vt:lpstr>Josefin Slab SemiBold</vt:lpstr>
      <vt:lpstr>Arial</vt:lpstr>
      <vt:lpstr>Comic Sans MS</vt:lpstr>
      <vt:lpstr>Patrick Hand SC</vt:lpstr>
      <vt:lpstr>Nunito Light</vt:lpstr>
      <vt:lpstr>Josefin Slab</vt:lpstr>
      <vt:lpstr>Cultural Diversity XL by Slidesgo</vt:lpstr>
      <vt:lpstr>PowerPoint Presentation</vt:lpstr>
      <vt:lpstr>PowerPoint Presentation</vt:lpstr>
      <vt:lpstr>Konsep personal</vt:lpstr>
      <vt:lpstr>Keluarga Raden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Coba deskripsikan keluarga Anda!</vt:lpstr>
      <vt:lpstr>PowerPoint Presentation</vt:lpstr>
      <vt:lpstr>Sebutkan 2 anggota keluarga, siapa Namanya dan apa profesinya!</vt:lpstr>
      <vt:lpstr>PRAKTIK  BERBICARA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17</cp:revision>
  <dcterms:modified xsi:type="dcterms:W3CDTF">2026-01-14T15:52:21Z</dcterms:modified>
</cp:coreProperties>
</file>