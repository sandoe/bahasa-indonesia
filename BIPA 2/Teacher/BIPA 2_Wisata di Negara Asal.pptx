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93" r:id="rId3"/>
    <p:sldId id="294" r:id="rId4"/>
    <p:sldId id="313" r:id="rId5"/>
    <p:sldId id="299" r:id="rId6"/>
    <p:sldId id="288" r:id="rId7"/>
    <p:sldId id="309" r:id="rId8"/>
    <p:sldId id="306" r:id="rId9"/>
    <p:sldId id="307" r:id="rId10"/>
    <p:sldId id="308" r:id="rId11"/>
    <p:sldId id="310" r:id="rId12"/>
    <p:sldId id="311" r:id="rId13"/>
    <p:sldId id="312" r:id="rId14"/>
    <p:sldId id="305" r:id="rId15"/>
    <p:sldId id="301"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8DFCCB-C892-445D-9437-B361541E9419}">
          <p14:sldIdLst>
            <p14:sldId id="266"/>
            <p14:sldId id="293"/>
          </p14:sldIdLst>
        </p14:section>
        <p14:section name="Untitled Section" id="{18EB942A-253F-4B92-AC85-F0D957B1F03C}">
          <p14:sldIdLst>
            <p14:sldId id="294"/>
            <p14:sldId id="313"/>
            <p14:sldId id="299"/>
            <p14:sldId id="288"/>
            <p14:sldId id="309"/>
            <p14:sldId id="306"/>
            <p14:sldId id="307"/>
            <p14:sldId id="308"/>
            <p14:sldId id="310"/>
            <p14:sldId id="311"/>
            <p14:sldId id="312"/>
            <p14:sldId id="305"/>
            <p14:sldId id="301"/>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15" autoAdjust="0"/>
    <p:restoredTop sz="94660"/>
  </p:normalViewPr>
  <p:slideViewPr>
    <p:cSldViewPr snapToGrid="0">
      <p:cViewPr>
        <p:scale>
          <a:sx n="90" d="100"/>
          <a:sy n="90" d="100"/>
        </p:scale>
        <p:origin x="180"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7C99FAB-39A5-4CB5-B632-5ACE842B4E60}"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236608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99FAB-39A5-4CB5-B632-5ACE842B4E60}"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428270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99FAB-39A5-4CB5-B632-5ACE842B4E60}"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85505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99FAB-39A5-4CB5-B632-5ACE842B4E60}"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567272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C99FAB-39A5-4CB5-B632-5ACE842B4E60}" type="datetimeFigureOut">
              <a:rPr lang="en-US" smtClean="0"/>
              <a:t>6/19/2025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75591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C99FAB-39A5-4CB5-B632-5ACE842B4E60}" type="datetimeFigureOut">
              <a:rPr lang="en-US" smtClean="0"/>
              <a:t>6/19/2025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78738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C99FAB-39A5-4CB5-B632-5ACE842B4E60}" type="datetimeFigureOut">
              <a:rPr lang="en-US" smtClean="0"/>
              <a:t>6/19/2025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68723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C99FAB-39A5-4CB5-B632-5ACE842B4E60}"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80714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C99FAB-39A5-4CB5-B632-5ACE842B4E60}" type="datetimeFigureOut">
              <a:rPr lang="en-US" smtClean="0"/>
              <a:t>6/19/2025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81207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99FAB-39A5-4CB5-B632-5ACE842B4E60}"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428031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99FAB-39A5-4CB5-B632-5ACE842B4E60}" type="datetimeFigureOut">
              <a:rPr lang="en-US" smtClean="0"/>
              <a:t>6/19/2025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35164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C99FAB-39A5-4CB5-B632-5ACE842B4E60}" type="datetimeFigureOut">
              <a:rPr lang="en-US" smtClean="0"/>
              <a:t>6/19/2025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FEB16-8AB3-4581-8940-3F8E9C0BAE89}" type="slidenum">
              <a:rPr lang="en-US" smtClean="0"/>
              <a:t>‹#›</a:t>
            </a:fld>
            <a:endParaRPr lang="en-US"/>
          </a:p>
        </p:txBody>
      </p:sp>
    </p:spTree>
    <p:extLst>
      <p:ext uri="{BB962C8B-B14F-4D97-AF65-F5344CB8AC3E}">
        <p14:creationId xmlns:p14="http://schemas.microsoft.com/office/powerpoint/2010/main" val="2691814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raveling Denmark - Waspada! 5 Fakta Unik Ini Bakal Bikin Kamu Mupeng dan  Rindu Liburan - Tribun Travel">
            <a:extLst>
              <a:ext uri="{FF2B5EF4-FFF2-40B4-BE49-F238E27FC236}">
                <a16:creationId xmlns:a16="http://schemas.microsoft.com/office/drawing/2014/main" id="{9333D8BF-B330-48C0-B535-49E8C88CD2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35" r="21235" b="8397"/>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A4F8CF9F-4458-441A-AA7E-C430019E3A2B}"/>
              </a:ext>
            </a:extLst>
          </p:cNvPr>
          <p:cNvSpPr/>
          <p:nvPr/>
        </p:nvSpPr>
        <p:spPr>
          <a:xfrm>
            <a:off x="206102" y="200290"/>
            <a:ext cx="5280298" cy="307079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a:lnSpc>
                <a:spcPct val="90000"/>
              </a:lnSpc>
              <a:spcBef>
                <a:spcPct val="0"/>
              </a:spcBef>
              <a:spcAft>
                <a:spcPts val="600"/>
              </a:spcAft>
            </a:pPr>
            <a:r>
              <a:rPr lang="en-US" sz="4800" b="1" dirty="0">
                <a:solidFill>
                  <a:srgbClr val="FF0000"/>
                </a:solidFill>
                <a:latin typeface="Aharoni" panose="02010803020104030203" pitchFamily="2" charset="-79"/>
                <a:ea typeface="+mj-ea"/>
                <a:cs typeface="Aharoni" panose="02010803020104030203" pitchFamily="2" charset="-79"/>
              </a:rPr>
              <a:t>WISATA </a:t>
            </a:r>
          </a:p>
          <a:p>
            <a:pPr>
              <a:lnSpc>
                <a:spcPct val="90000"/>
              </a:lnSpc>
              <a:spcBef>
                <a:spcPct val="0"/>
              </a:spcBef>
              <a:spcAft>
                <a:spcPts val="600"/>
              </a:spcAft>
            </a:pPr>
            <a:r>
              <a:rPr lang="en-US" sz="4800" b="1" dirty="0">
                <a:solidFill>
                  <a:srgbClr val="FF0000"/>
                </a:solidFill>
                <a:latin typeface="Aharoni" panose="02010803020104030203" pitchFamily="2" charset="-79"/>
                <a:ea typeface="+mj-ea"/>
                <a:cs typeface="Aharoni" panose="02010803020104030203" pitchFamily="2" charset="-79"/>
              </a:rPr>
              <a:t>DI NEGARA ASAL</a:t>
            </a: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FEB6C41-7B49-4C9D-963D-A7CDC45BE2F0}"/>
              </a:ext>
            </a:extLst>
          </p:cNvPr>
          <p:cNvSpPr/>
          <p:nvPr/>
        </p:nvSpPr>
        <p:spPr>
          <a:xfrm>
            <a:off x="366943" y="3892758"/>
            <a:ext cx="4743719" cy="1948290"/>
          </a:xfrm>
          <a:prstGeom prst="rect">
            <a:avLst/>
          </a:prstGeom>
        </p:spPr>
        <p:txBody>
          <a:bodyPr wrap="square">
            <a:spAutoFit/>
          </a:bodyPr>
          <a:lstStyle/>
          <a:p>
            <a:pPr marL="342900" indent="-342900">
              <a:lnSpc>
                <a:spcPct val="150000"/>
              </a:lnSpc>
              <a:buFont typeface="+mj-lt"/>
              <a:buAutoNum type="arabicPeriod"/>
            </a:pPr>
            <a:r>
              <a:rPr lang="en-US" sz="2800" dirty="0" err="1">
                <a:solidFill>
                  <a:srgbClr val="000000"/>
                </a:solidFill>
                <a:latin typeface="Arial Rounded MT Bold" panose="020F0704030504030204" pitchFamily="34" charset="0"/>
              </a:rPr>
              <a:t>wisata</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alam</a:t>
            </a:r>
            <a:endParaRPr lang="en-US" sz="2800" dirty="0">
              <a:solidFill>
                <a:srgbClr val="000000"/>
              </a:solidFill>
              <a:latin typeface="Arial Rounded MT Bold" panose="020F0704030504030204" pitchFamily="34" charset="0"/>
            </a:endParaRPr>
          </a:p>
          <a:p>
            <a:pPr marL="342900" indent="-342900">
              <a:lnSpc>
                <a:spcPct val="150000"/>
              </a:lnSpc>
              <a:buFont typeface="+mj-lt"/>
              <a:buAutoNum type="arabicPeriod"/>
            </a:pPr>
            <a:r>
              <a:rPr lang="en-US" sz="2800" dirty="0" err="1">
                <a:solidFill>
                  <a:srgbClr val="000000"/>
                </a:solidFill>
                <a:latin typeface="Arial Rounded MT Bold" panose="020F0704030504030204" pitchFamily="34" charset="0"/>
              </a:rPr>
              <a:t>wisata</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religi</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dan</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budaya</a:t>
            </a:r>
            <a:endParaRPr lang="en-US" sz="2800" dirty="0">
              <a:solidFill>
                <a:srgbClr val="000000"/>
              </a:solidFill>
              <a:latin typeface="Arial Rounded MT Bold" panose="020F0704030504030204" pitchFamily="34" charset="0"/>
            </a:endParaRPr>
          </a:p>
          <a:p>
            <a:pPr marL="342900" indent="-342900">
              <a:lnSpc>
                <a:spcPct val="150000"/>
              </a:lnSpc>
              <a:buFont typeface="+mj-lt"/>
              <a:buAutoNum type="arabicPeriod"/>
            </a:pPr>
            <a:r>
              <a:rPr lang="en-US" sz="2800" dirty="0" err="1">
                <a:solidFill>
                  <a:srgbClr val="000000"/>
                </a:solidFill>
                <a:latin typeface="Arial Rounded MT Bold" panose="020F0704030504030204" pitchFamily="34" charset="0"/>
              </a:rPr>
              <a:t>wisata</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edukasi</a:t>
            </a:r>
            <a:r>
              <a:rPr lang="en-US" sz="2800" dirty="0">
                <a:solidFill>
                  <a:srgbClr val="000000"/>
                </a:solidFill>
                <a:latin typeface="Arial Rounded MT Bold" panose="020F0704030504030204" pitchFamily="34" charset="0"/>
              </a:rPr>
              <a:t> </a:t>
            </a:r>
            <a:endParaRPr lang="en-US" sz="2800" dirty="0">
              <a:latin typeface="Arial Rounded MT Bold" panose="020F0704030504030204" pitchFamily="34" charset="0"/>
            </a:endParaRPr>
          </a:p>
        </p:txBody>
      </p:sp>
    </p:spTree>
    <p:extLst>
      <p:ext uri="{BB962C8B-B14F-4D97-AF65-F5344CB8AC3E}">
        <p14:creationId xmlns:p14="http://schemas.microsoft.com/office/powerpoint/2010/main" val="132931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4 Rekomendasi Destinasi Wisata Alam Menakjubkan di Denmark">
            <a:extLst>
              <a:ext uri="{FF2B5EF4-FFF2-40B4-BE49-F238E27FC236}">
                <a16:creationId xmlns:a16="http://schemas.microsoft.com/office/drawing/2014/main" id="{4C4486B5-731B-4610-9950-3E2DC18D92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889" r="1" b="1"/>
          <a:stretch/>
        </p:blipFill>
        <p:spPr bwMode="auto">
          <a:xfrm>
            <a:off x="-1" y="10"/>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63B223F1-F1ED-4334-93AA-C3E4CE85B4B8}"/>
              </a:ext>
            </a:extLst>
          </p:cNvPr>
          <p:cNvSpPr>
            <a:spLocks noGrp="1"/>
          </p:cNvSpPr>
          <p:nvPr>
            <p:ph type="title"/>
          </p:nvPr>
        </p:nvSpPr>
        <p:spPr>
          <a:xfrm>
            <a:off x="652692" y="288768"/>
            <a:ext cx="4204137" cy="1342754"/>
          </a:xfrm>
        </p:spPr>
        <p:txBody>
          <a:bodyPr>
            <a:normAutofit/>
          </a:bodyPr>
          <a:lstStyle/>
          <a:p>
            <a:pPr algn="ctr"/>
            <a:r>
              <a:rPr lang="en-US" sz="3600" b="1" dirty="0" err="1"/>
              <a:t>Wisata</a:t>
            </a:r>
            <a:r>
              <a:rPr lang="en-US" sz="3600" b="1" dirty="0"/>
              <a:t> </a:t>
            </a:r>
            <a:r>
              <a:rPr lang="en-US" sz="3600" b="1" dirty="0" err="1"/>
              <a:t>alam</a:t>
            </a:r>
            <a:r>
              <a:rPr lang="en-US" sz="3600" b="1" dirty="0"/>
              <a:t> </a:t>
            </a:r>
            <a:br>
              <a:rPr lang="en-US" sz="3600" b="1" dirty="0"/>
            </a:br>
            <a:r>
              <a:rPr lang="en-US" sz="3600" b="1" dirty="0"/>
              <a:t>di negara Anda</a:t>
            </a:r>
            <a:r>
              <a:rPr lang="en-US" sz="4000" b="1" dirty="0"/>
              <a:t> </a:t>
            </a:r>
            <a:endParaRPr lang="en-ID" sz="4000" b="1" dirty="0"/>
          </a:p>
        </p:txBody>
      </p:sp>
      <p:cxnSp>
        <p:nvCxnSpPr>
          <p:cNvPr id="73" name="Straight Connector 7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4913F3-FF8E-4588-AF7E-B3861F6D645B}"/>
              </a:ext>
            </a:extLst>
          </p:cNvPr>
          <p:cNvSpPr>
            <a:spLocks noGrp="1"/>
          </p:cNvSpPr>
          <p:nvPr>
            <p:ph idx="1"/>
          </p:nvPr>
        </p:nvSpPr>
        <p:spPr>
          <a:xfrm>
            <a:off x="344384" y="1631522"/>
            <a:ext cx="5391398" cy="4937710"/>
          </a:xfrm>
        </p:spPr>
        <p:txBody>
          <a:bodyPr anchor="t">
            <a:normAutofit fontScale="92500" lnSpcReduction="10000"/>
          </a:bodyPr>
          <a:lstStyle/>
          <a:p>
            <a:pPr marL="457200" indent="-457200">
              <a:buFont typeface="+mj-lt"/>
              <a:buAutoNum type="arabicPeriod"/>
            </a:pPr>
            <a:r>
              <a:rPr lang="en-US" dirty="0"/>
              <a:t>Pantai (beach) </a:t>
            </a:r>
            <a:r>
              <a:rPr lang="en-ID" dirty="0"/>
              <a:t>La </a:t>
            </a:r>
            <a:r>
              <a:rPr lang="en-ID" dirty="0" err="1"/>
              <a:t>Barqueta</a:t>
            </a:r>
            <a:endParaRPr lang="en-ID" dirty="0"/>
          </a:p>
          <a:p>
            <a:pPr marL="457200" indent="-457200">
              <a:buFont typeface="+mj-lt"/>
              <a:buAutoNum type="arabicPeriod"/>
            </a:pPr>
            <a:r>
              <a:rPr lang="en-ID" dirty="0"/>
              <a:t>Sungai (river) el </a:t>
            </a:r>
            <a:r>
              <a:rPr lang="en-ID" dirty="0" err="1"/>
              <a:t>rio</a:t>
            </a:r>
            <a:r>
              <a:rPr lang="en-ID" dirty="0"/>
              <a:t> de los </a:t>
            </a:r>
            <a:r>
              <a:rPr lang="en-ID" dirty="0" err="1"/>
              <a:t>siete</a:t>
            </a:r>
            <a:r>
              <a:rPr lang="en-ID" dirty="0"/>
              <a:t> </a:t>
            </a:r>
            <a:r>
              <a:rPr lang="en-ID" dirty="0" err="1"/>
              <a:t>colores</a:t>
            </a:r>
            <a:endParaRPr lang="en-ID" dirty="0"/>
          </a:p>
          <a:p>
            <a:pPr marL="457200" indent="-457200">
              <a:buFont typeface="+mj-lt"/>
              <a:buAutoNum type="arabicPeriod"/>
            </a:pPr>
            <a:r>
              <a:rPr lang="en-ID" dirty="0" err="1"/>
              <a:t>Gunung</a:t>
            </a:r>
            <a:r>
              <a:rPr lang="en-ID" dirty="0"/>
              <a:t> (mount) </a:t>
            </a:r>
            <a:r>
              <a:rPr lang="en-ID" dirty="0" err="1"/>
              <a:t>kaburazi</a:t>
            </a:r>
            <a:endParaRPr lang="en-ID" dirty="0"/>
          </a:p>
          <a:p>
            <a:pPr marL="457200" indent="-457200">
              <a:buFont typeface="+mj-lt"/>
              <a:buAutoNum type="arabicPeriod"/>
            </a:pPr>
            <a:r>
              <a:rPr lang="en-ID" dirty="0" err="1"/>
              <a:t>bukit</a:t>
            </a:r>
            <a:r>
              <a:rPr lang="en-ID" dirty="0"/>
              <a:t> (highland) Boquete</a:t>
            </a:r>
          </a:p>
          <a:p>
            <a:pPr marL="457200" indent="-457200">
              <a:buFont typeface="+mj-lt"/>
              <a:buAutoNum type="arabicPeriod"/>
            </a:pPr>
            <a:r>
              <a:rPr lang="en-ID" dirty="0" err="1"/>
              <a:t>Tebing</a:t>
            </a:r>
            <a:r>
              <a:rPr lang="en-ID" dirty="0"/>
              <a:t> (Cliff) </a:t>
            </a:r>
            <a:r>
              <a:rPr lang="en-ID" dirty="0" err="1"/>
              <a:t>Møns</a:t>
            </a:r>
            <a:r>
              <a:rPr lang="en-ID" dirty="0"/>
              <a:t> </a:t>
            </a:r>
            <a:r>
              <a:rPr lang="en-ID" dirty="0" err="1"/>
              <a:t>klint</a:t>
            </a:r>
            <a:endParaRPr lang="en-ID" dirty="0"/>
          </a:p>
          <a:p>
            <a:pPr marL="457200" indent="-457200">
              <a:buFont typeface="+mj-lt"/>
              <a:buAutoNum type="arabicPeriod"/>
            </a:pPr>
            <a:r>
              <a:rPr lang="en-ID" dirty="0" err="1"/>
              <a:t>Danau</a:t>
            </a:r>
            <a:r>
              <a:rPr lang="en-ID" dirty="0"/>
              <a:t> (lake) </a:t>
            </a:r>
            <a:r>
              <a:rPr lang="en-ID" dirty="0" err="1"/>
              <a:t>Rila</a:t>
            </a:r>
            <a:endParaRPr lang="en-ID" dirty="0"/>
          </a:p>
          <a:p>
            <a:pPr marL="457200" indent="-457200">
              <a:buFont typeface="+mj-lt"/>
              <a:buAutoNum type="arabicPeriod"/>
            </a:pPr>
            <a:r>
              <a:rPr lang="en-ID" dirty="0" err="1"/>
              <a:t>Tebing</a:t>
            </a:r>
            <a:r>
              <a:rPr lang="en-ID" dirty="0"/>
              <a:t> (cliff) Belogradchik</a:t>
            </a:r>
          </a:p>
          <a:p>
            <a:pPr marL="457200" indent="-457200">
              <a:buFont typeface="+mj-lt"/>
              <a:buAutoNum type="arabicPeriod"/>
            </a:pPr>
            <a:r>
              <a:rPr lang="en-ID" dirty="0" err="1"/>
              <a:t>Kanjilon</a:t>
            </a:r>
            <a:r>
              <a:rPr lang="en-ID" dirty="0"/>
              <a:t> </a:t>
            </a:r>
            <a:r>
              <a:rPr lang="en-ID" dirty="0" err="1"/>
              <a:t>dari</a:t>
            </a:r>
            <a:r>
              <a:rPr lang="en-ID" dirty="0"/>
              <a:t> </a:t>
            </a:r>
            <a:r>
              <a:rPr lang="en-ID" dirty="0" err="1"/>
              <a:t>gualaca</a:t>
            </a:r>
            <a:endParaRPr lang="en-ID" dirty="0"/>
          </a:p>
          <a:p>
            <a:pPr marL="457200" indent="-457200">
              <a:buFont typeface="+mj-lt"/>
              <a:buAutoNum type="arabicPeriod"/>
            </a:pPr>
            <a:r>
              <a:rPr lang="en-ID" dirty="0" err="1"/>
              <a:t>Gurun</a:t>
            </a:r>
            <a:r>
              <a:rPr lang="en-ID" dirty="0"/>
              <a:t> (Desert) </a:t>
            </a:r>
            <a:r>
              <a:rPr lang="en-ID" dirty="0" err="1"/>
              <a:t>Råbjerg</a:t>
            </a:r>
            <a:endParaRPr lang="en-ID" dirty="0"/>
          </a:p>
          <a:p>
            <a:pPr marL="457200" indent="-457200">
              <a:buFont typeface="+mj-lt"/>
              <a:buAutoNum type="arabicPeriod"/>
            </a:pPr>
            <a:r>
              <a:rPr lang="en-ID" dirty="0" err="1"/>
              <a:t>Hutan</a:t>
            </a:r>
            <a:r>
              <a:rPr lang="en-ID" dirty="0"/>
              <a:t> (Forest), </a:t>
            </a:r>
            <a:r>
              <a:rPr lang="en-ID" dirty="0" err="1"/>
              <a:t>taman</a:t>
            </a:r>
            <a:r>
              <a:rPr lang="en-ID" dirty="0"/>
              <a:t> </a:t>
            </a:r>
            <a:r>
              <a:rPr lang="en-ID" dirty="0" err="1"/>
              <a:t>nasional</a:t>
            </a:r>
            <a:r>
              <a:rPr lang="en-ID" dirty="0"/>
              <a:t> </a:t>
            </a:r>
          </a:p>
          <a:p>
            <a:pPr marL="457200" indent="-457200">
              <a:buFont typeface="+mj-lt"/>
              <a:buAutoNum type="arabicPeriod"/>
            </a:pPr>
            <a:endParaRPr lang="en-ID" dirty="0"/>
          </a:p>
          <a:p>
            <a:pPr marL="457200" indent="-457200">
              <a:buFont typeface="+mj-lt"/>
              <a:buAutoNum type="arabicPeriod"/>
            </a:pPr>
            <a:endParaRPr lang="en-ID" dirty="0"/>
          </a:p>
        </p:txBody>
      </p:sp>
    </p:spTree>
    <p:extLst>
      <p:ext uri="{BB962C8B-B14F-4D97-AF65-F5344CB8AC3E}">
        <p14:creationId xmlns:p14="http://schemas.microsoft.com/office/powerpoint/2010/main" val="2833378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10 Tempat Wisata di Lithuania Dijamin Nggak Bikin Kecewa">
            <a:extLst>
              <a:ext uri="{FF2B5EF4-FFF2-40B4-BE49-F238E27FC236}">
                <a16:creationId xmlns:a16="http://schemas.microsoft.com/office/drawing/2014/main" id="{3238627B-8AE7-4C0A-8B87-F269D2AB13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433" b="6298"/>
          <a:stretch/>
        </p:blipFill>
        <p:spPr bwMode="auto">
          <a:xfrm>
            <a:off x="0" y="-11422"/>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63B223F1-F1ED-4334-93AA-C3E4CE85B4B8}"/>
              </a:ext>
            </a:extLst>
          </p:cNvPr>
          <p:cNvSpPr>
            <a:spLocks noGrp="1"/>
          </p:cNvSpPr>
          <p:nvPr>
            <p:ph type="title"/>
          </p:nvPr>
        </p:nvSpPr>
        <p:spPr>
          <a:xfrm>
            <a:off x="688620" y="961502"/>
            <a:ext cx="4132282" cy="1342754"/>
          </a:xfrm>
        </p:spPr>
        <p:txBody>
          <a:bodyPr>
            <a:normAutofit/>
          </a:bodyPr>
          <a:lstStyle/>
          <a:p>
            <a:pPr algn="ctr"/>
            <a:r>
              <a:rPr lang="en-US" sz="3200" b="1" dirty="0" err="1"/>
              <a:t>Wisata</a:t>
            </a:r>
            <a:r>
              <a:rPr lang="en-US" sz="3200" b="1" dirty="0"/>
              <a:t> </a:t>
            </a:r>
            <a:r>
              <a:rPr lang="en-US" sz="3200" b="1" dirty="0" err="1"/>
              <a:t>Religi</a:t>
            </a:r>
            <a:r>
              <a:rPr lang="en-US" sz="3200" b="1" dirty="0"/>
              <a:t> dan </a:t>
            </a:r>
            <a:r>
              <a:rPr lang="en-US" sz="3200" b="1" dirty="0" err="1"/>
              <a:t>Budaya</a:t>
            </a:r>
            <a:r>
              <a:rPr lang="en-US" sz="3200" b="1" dirty="0"/>
              <a:t> di Negara Anda</a:t>
            </a:r>
            <a:endParaRPr lang="en-ID" sz="3200" b="1" dirty="0"/>
          </a:p>
        </p:txBody>
      </p:sp>
      <p:cxnSp>
        <p:nvCxnSpPr>
          <p:cNvPr id="73" name="Straight Connector 7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4913F3-FF8E-4588-AF7E-B3861F6D645B}"/>
              </a:ext>
            </a:extLst>
          </p:cNvPr>
          <p:cNvSpPr>
            <a:spLocks noGrp="1"/>
          </p:cNvSpPr>
          <p:nvPr>
            <p:ph idx="1"/>
          </p:nvPr>
        </p:nvSpPr>
        <p:spPr>
          <a:xfrm>
            <a:off x="225631" y="2137558"/>
            <a:ext cx="5379521" cy="4709009"/>
          </a:xfrm>
        </p:spPr>
        <p:txBody>
          <a:bodyPr anchor="t">
            <a:noAutofit/>
          </a:bodyPr>
          <a:lstStyle/>
          <a:p>
            <a:pPr marL="457200" indent="-457200">
              <a:buFont typeface="+mj-lt"/>
              <a:buAutoNum type="arabicPeriod"/>
            </a:pPr>
            <a:r>
              <a:rPr lang="en-US" dirty="0" err="1"/>
              <a:t>Gereja</a:t>
            </a:r>
            <a:r>
              <a:rPr lang="en-US" dirty="0"/>
              <a:t> </a:t>
            </a:r>
            <a:r>
              <a:rPr lang="en-US" dirty="0" err="1"/>
              <a:t>marmor</a:t>
            </a:r>
            <a:r>
              <a:rPr lang="en-US" dirty="0"/>
              <a:t> </a:t>
            </a:r>
            <a:r>
              <a:rPr lang="en-US" dirty="0" err="1"/>
              <a:t>kirken</a:t>
            </a:r>
            <a:r>
              <a:rPr lang="en-US" dirty="0"/>
              <a:t> (</a:t>
            </a:r>
            <a:r>
              <a:rPr lang="en-US" dirty="0" err="1"/>
              <a:t>gereja</a:t>
            </a:r>
            <a:r>
              <a:rPr lang="en-US" dirty="0"/>
              <a:t>)</a:t>
            </a:r>
          </a:p>
          <a:p>
            <a:pPr marL="457200" indent="-457200">
              <a:buFont typeface="+mj-lt"/>
              <a:buAutoNum type="arabicPeriod"/>
            </a:pPr>
            <a:r>
              <a:rPr lang="en-US" dirty="0" err="1"/>
              <a:t>Gereja</a:t>
            </a:r>
            <a:r>
              <a:rPr lang="en-US" dirty="0"/>
              <a:t> alexander </a:t>
            </a:r>
            <a:r>
              <a:rPr lang="en-US" dirty="0" err="1"/>
              <a:t>nevsky</a:t>
            </a:r>
            <a:endParaRPr lang="en-US" dirty="0"/>
          </a:p>
          <a:p>
            <a:pPr marL="457200" indent="-457200">
              <a:buFont typeface="+mj-lt"/>
              <a:buAutoNum type="arabicPeriod"/>
            </a:pPr>
            <a:r>
              <a:rPr lang="en-ID" dirty="0"/>
              <a:t>Situs </a:t>
            </a:r>
            <a:r>
              <a:rPr lang="en-ID" dirty="0" err="1"/>
              <a:t>Jellingstenen</a:t>
            </a:r>
            <a:endParaRPr lang="en-ID" dirty="0"/>
          </a:p>
          <a:p>
            <a:pPr marL="457200" indent="-457200">
              <a:buFont typeface="+mj-lt"/>
              <a:buAutoNum type="arabicPeriod"/>
            </a:pPr>
            <a:r>
              <a:rPr lang="en-ID" dirty="0" err="1"/>
              <a:t>Gereja</a:t>
            </a:r>
            <a:r>
              <a:rPr lang="en-ID" dirty="0"/>
              <a:t> de las </a:t>
            </a:r>
            <a:r>
              <a:rPr lang="en-ID" dirty="0" err="1"/>
              <a:t>lajas</a:t>
            </a:r>
            <a:endParaRPr lang="en-ID" dirty="0"/>
          </a:p>
          <a:p>
            <a:pPr marL="457200" indent="-457200">
              <a:buFont typeface="+mj-lt"/>
              <a:buAutoNum type="arabicPeriod"/>
            </a:pPr>
            <a:r>
              <a:rPr lang="en-ID" dirty="0" err="1"/>
              <a:t>Katedral</a:t>
            </a:r>
            <a:r>
              <a:rPr lang="en-ID" dirty="0"/>
              <a:t> garam </a:t>
            </a:r>
            <a:r>
              <a:rPr lang="en-ID" dirty="0" err="1"/>
              <a:t>zipaquira</a:t>
            </a:r>
            <a:endParaRPr lang="en-ID" dirty="0"/>
          </a:p>
          <a:p>
            <a:pPr marL="457200" indent="-457200">
              <a:buFont typeface="+mj-lt"/>
              <a:buAutoNum type="arabicPeriod"/>
            </a:pPr>
            <a:r>
              <a:rPr lang="en-ID" dirty="0" err="1"/>
              <a:t>Suaka</a:t>
            </a:r>
            <a:r>
              <a:rPr lang="en-ID" dirty="0"/>
              <a:t> Cristo de </a:t>
            </a:r>
            <a:r>
              <a:rPr lang="en-ID" dirty="0" err="1"/>
              <a:t>Alanje</a:t>
            </a:r>
            <a:endParaRPr lang="en-ID" dirty="0"/>
          </a:p>
          <a:p>
            <a:pPr marL="457200" indent="-457200">
              <a:buFont typeface="+mj-lt"/>
              <a:buAutoNum type="arabicPeriod"/>
            </a:pPr>
            <a:r>
              <a:rPr lang="en-ID" dirty="0"/>
              <a:t>Kota lama Bagan</a:t>
            </a:r>
          </a:p>
          <a:p>
            <a:pPr marL="457200" indent="-457200">
              <a:buFont typeface="+mj-lt"/>
              <a:buAutoNum type="arabicPeriod"/>
            </a:pPr>
            <a:r>
              <a:rPr lang="en-ID" dirty="0"/>
              <a:t>Situs </a:t>
            </a:r>
            <a:r>
              <a:rPr lang="en-ID" dirty="0" err="1"/>
              <a:t>kuno</a:t>
            </a:r>
            <a:r>
              <a:rPr lang="en-ID" dirty="0"/>
              <a:t> san </a:t>
            </a:r>
            <a:r>
              <a:rPr lang="en-ID" dirty="0" err="1"/>
              <a:t>agustin</a:t>
            </a:r>
            <a:endParaRPr lang="en-ID" dirty="0"/>
          </a:p>
          <a:p>
            <a:pPr marL="457200" indent="-457200">
              <a:buFont typeface="+mj-lt"/>
              <a:buAutoNum type="arabicPeriod"/>
            </a:pPr>
            <a:r>
              <a:rPr lang="en-ID" dirty="0" err="1"/>
              <a:t>Basilika</a:t>
            </a:r>
            <a:r>
              <a:rPr lang="en-ID" dirty="0"/>
              <a:t>   </a:t>
            </a:r>
            <a:endParaRPr lang="en-US" dirty="0"/>
          </a:p>
          <a:p>
            <a:pPr marL="457200" indent="-457200">
              <a:buFont typeface="+mj-lt"/>
              <a:buAutoNum type="arabicPeriod"/>
            </a:pPr>
            <a:endParaRPr lang="en-US" dirty="0"/>
          </a:p>
          <a:p>
            <a:pPr marL="457200" indent="-457200">
              <a:buFont typeface="+mj-lt"/>
              <a:buAutoNum type="arabicPeriod"/>
            </a:pPr>
            <a:endParaRPr lang="en-ID" sz="2000" dirty="0"/>
          </a:p>
        </p:txBody>
      </p:sp>
    </p:spTree>
    <p:extLst>
      <p:ext uri="{BB962C8B-B14F-4D97-AF65-F5344CB8AC3E}">
        <p14:creationId xmlns:p14="http://schemas.microsoft.com/office/powerpoint/2010/main" val="4148777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1EBA6C-3C1E-4342-83D0-CADAF6F0F2E4}"/>
              </a:ext>
            </a:extLst>
          </p:cNvPr>
          <p:cNvSpPr>
            <a:spLocks noGrp="1"/>
          </p:cNvSpPr>
          <p:nvPr>
            <p:ph idx="1"/>
          </p:nvPr>
        </p:nvSpPr>
        <p:spPr/>
        <p:txBody>
          <a:bodyPr/>
          <a:lstStyle/>
          <a:p>
            <a:pPr marL="0" indent="0">
              <a:buNone/>
            </a:pPr>
            <a:r>
              <a:rPr lang="en-US" dirty="0" err="1"/>
              <a:t>Gereja</a:t>
            </a:r>
            <a:r>
              <a:rPr lang="en-US" dirty="0"/>
              <a:t> : church</a:t>
            </a:r>
          </a:p>
          <a:p>
            <a:pPr marL="0" indent="0">
              <a:buNone/>
            </a:pPr>
            <a:r>
              <a:rPr lang="en-US" dirty="0" err="1"/>
              <a:t>Katedral</a:t>
            </a:r>
            <a:r>
              <a:rPr lang="en-US" dirty="0"/>
              <a:t> : cathedral</a:t>
            </a:r>
          </a:p>
          <a:p>
            <a:pPr marL="0" indent="0">
              <a:buNone/>
            </a:pPr>
            <a:r>
              <a:rPr lang="en-US" dirty="0" err="1"/>
              <a:t>Kapel</a:t>
            </a:r>
            <a:r>
              <a:rPr lang="en-US" dirty="0"/>
              <a:t> : chapel</a:t>
            </a:r>
          </a:p>
          <a:p>
            <a:pPr marL="0" indent="0">
              <a:buNone/>
            </a:pPr>
            <a:r>
              <a:rPr lang="en-US" dirty="0" err="1"/>
              <a:t>Basilika</a:t>
            </a:r>
            <a:r>
              <a:rPr lang="en-US" dirty="0"/>
              <a:t> : basilica</a:t>
            </a:r>
          </a:p>
          <a:p>
            <a:pPr marL="0" indent="0">
              <a:buNone/>
            </a:pPr>
            <a:r>
              <a:rPr lang="en-US" dirty="0" err="1"/>
              <a:t>Tempat</a:t>
            </a:r>
            <a:r>
              <a:rPr lang="en-US" dirty="0"/>
              <a:t> </a:t>
            </a:r>
            <a:r>
              <a:rPr lang="en-US" dirty="0" err="1"/>
              <a:t>suci</a:t>
            </a:r>
            <a:r>
              <a:rPr lang="en-US" dirty="0"/>
              <a:t> : sanctuary</a:t>
            </a:r>
          </a:p>
          <a:p>
            <a:pPr marL="0" indent="0">
              <a:buNone/>
            </a:pPr>
            <a:r>
              <a:rPr lang="en-US" dirty="0"/>
              <a:t>Masjid : mosque</a:t>
            </a:r>
          </a:p>
          <a:p>
            <a:pPr marL="0" indent="0">
              <a:buNone/>
            </a:pPr>
            <a:r>
              <a:rPr lang="en-US" dirty="0" err="1"/>
              <a:t>Kuil</a:t>
            </a:r>
            <a:r>
              <a:rPr lang="en-US" dirty="0"/>
              <a:t> : temple</a:t>
            </a:r>
          </a:p>
          <a:p>
            <a:pPr marL="0" indent="0">
              <a:buNone/>
            </a:pPr>
            <a:endParaRPr lang="en-ID" dirty="0"/>
          </a:p>
        </p:txBody>
      </p:sp>
    </p:spTree>
    <p:extLst>
      <p:ext uri="{BB962C8B-B14F-4D97-AF65-F5344CB8AC3E}">
        <p14:creationId xmlns:p14="http://schemas.microsoft.com/office/powerpoint/2010/main" val="1319728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Liburan ke Denmark: Jaga Stamina Keluarga">
            <a:extLst>
              <a:ext uri="{FF2B5EF4-FFF2-40B4-BE49-F238E27FC236}">
                <a16:creationId xmlns:a16="http://schemas.microsoft.com/office/drawing/2014/main" id="{39471978-D155-4907-B22C-3BD24362AB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08" r="-1" b="-1"/>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84" name="Rectangle 83">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B223F1-F1ED-4334-93AA-C3E4CE85B4B8}"/>
              </a:ext>
            </a:extLst>
          </p:cNvPr>
          <p:cNvSpPr>
            <a:spLocks noGrp="1"/>
          </p:cNvSpPr>
          <p:nvPr>
            <p:ph type="title"/>
          </p:nvPr>
        </p:nvSpPr>
        <p:spPr>
          <a:xfrm>
            <a:off x="371094" y="1161288"/>
            <a:ext cx="3438144" cy="1124712"/>
          </a:xfrm>
        </p:spPr>
        <p:txBody>
          <a:bodyPr anchor="b">
            <a:normAutofit/>
          </a:bodyPr>
          <a:lstStyle/>
          <a:p>
            <a:r>
              <a:rPr lang="en-US" sz="3600" b="1" dirty="0" err="1"/>
              <a:t>Wisata</a:t>
            </a:r>
            <a:r>
              <a:rPr lang="en-US" sz="3600" b="1" dirty="0"/>
              <a:t> </a:t>
            </a:r>
            <a:r>
              <a:rPr lang="en-US" sz="3600" b="1" dirty="0" err="1"/>
              <a:t>Edukasi</a:t>
            </a:r>
            <a:r>
              <a:rPr lang="en-US" sz="3600" b="1" dirty="0"/>
              <a:t> </a:t>
            </a:r>
            <a:br>
              <a:rPr lang="en-US" sz="3600" b="1" dirty="0"/>
            </a:br>
            <a:r>
              <a:rPr lang="en-US" sz="3600" b="1" dirty="0"/>
              <a:t>di Negara Anda</a:t>
            </a:r>
            <a:endParaRPr lang="en-ID" sz="3600" b="1" dirty="0"/>
          </a:p>
        </p:txBody>
      </p:sp>
      <p:sp>
        <p:nvSpPr>
          <p:cNvPr id="86" name="Rectangle 8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8" name="Rectangle 8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94913F3-FF8E-4588-AF7E-B3861F6D645B}"/>
              </a:ext>
            </a:extLst>
          </p:cNvPr>
          <p:cNvSpPr>
            <a:spLocks noGrp="1"/>
          </p:cNvSpPr>
          <p:nvPr>
            <p:ph idx="1"/>
          </p:nvPr>
        </p:nvSpPr>
        <p:spPr>
          <a:xfrm>
            <a:off x="371094" y="2718054"/>
            <a:ext cx="5235622" cy="3207258"/>
          </a:xfrm>
        </p:spPr>
        <p:txBody>
          <a:bodyPr anchor="t">
            <a:normAutofit lnSpcReduction="10000"/>
          </a:bodyPr>
          <a:lstStyle/>
          <a:p>
            <a:pPr marL="457200" indent="-457200">
              <a:buFont typeface="+mj-lt"/>
              <a:buAutoNum type="arabicPeriod"/>
            </a:pPr>
            <a:r>
              <a:rPr lang="en-US" sz="2400" dirty="0"/>
              <a:t>Planetarium</a:t>
            </a:r>
          </a:p>
          <a:p>
            <a:pPr marL="457200" indent="-457200">
              <a:buFont typeface="+mj-lt"/>
              <a:buAutoNum type="arabicPeriod"/>
            </a:pPr>
            <a:r>
              <a:rPr lang="en-US" sz="2400" dirty="0"/>
              <a:t>Legoland </a:t>
            </a:r>
          </a:p>
          <a:p>
            <a:pPr marL="457200" indent="-457200">
              <a:buFont typeface="+mj-lt"/>
              <a:buAutoNum type="arabicPeriod"/>
            </a:pPr>
            <a:r>
              <a:rPr lang="en-ID" sz="2400" dirty="0"/>
              <a:t>Museum Viking</a:t>
            </a:r>
          </a:p>
          <a:p>
            <a:pPr marL="457200" indent="-457200">
              <a:buFont typeface="+mj-lt"/>
              <a:buAutoNum type="arabicPeriod"/>
            </a:pPr>
            <a:r>
              <a:rPr lang="en-ID" sz="2400" dirty="0"/>
              <a:t>Museum </a:t>
            </a:r>
            <a:r>
              <a:rPr lang="en-ID" sz="2400" dirty="0" err="1"/>
              <a:t>emas</a:t>
            </a:r>
            <a:r>
              <a:rPr lang="en-ID" sz="2400" dirty="0"/>
              <a:t> </a:t>
            </a:r>
            <a:r>
              <a:rPr lang="en-ID" sz="2400" dirty="0" err="1"/>
              <a:t>kolombia</a:t>
            </a:r>
            <a:r>
              <a:rPr lang="en-ID" sz="2400" dirty="0"/>
              <a:t> </a:t>
            </a:r>
          </a:p>
          <a:p>
            <a:pPr marL="457200" indent="-457200">
              <a:buFont typeface="+mj-lt"/>
              <a:buAutoNum type="arabicPeriod"/>
            </a:pPr>
            <a:r>
              <a:rPr lang="en-ID" sz="2400" dirty="0" err="1"/>
              <a:t>Terusan</a:t>
            </a:r>
            <a:r>
              <a:rPr lang="en-ID" sz="2400" dirty="0"/>
              <a:t> panama </a:t>
            </a:r>
          </a:p>
          <a:p>
            <a:pPr marL="457200" indent="-457200">
              <a:buFont typeface="+mj-lt"/>
              <a:buAutoNum type="arabicPeriod"/>
            </a:pPr>
            <a:r>
              <a:rPr lang="en-ID" sz="2400" dirty="0" err="1"/>
              <a:t>Monumen</a:t>
            </a:r>
            <a:r>
              <a:rPr lang="en-ID" sz="2400" dirty="0"/>
              <a:t> </a:t>
            </a:r>
            <a:r>
              <a:rPr lang="en-ID" sz="2400" dirty="0" err="1"/>
              <a:t>buzludzha</a:t>
            </a:r>
            <a:r>
              <a:rPr lang="en-ID" sz="2400" dirty="0"/>
              <a:t> </a:t>
            </a:r>
          </a:p>
          <a:p>
            <a:pPr marL="457200" indent="-457200">
              <a:buFont typeface="+mj-lt"/>
              <a:buAutoNum type="arabicPeriod"/>
            </a:pPr>
            <a:r>
              <a:rPr lang="en-ID" sz="2400" dirty="0" err="1"/>
              <a:t>Kuil</a:t>
            </a:r>
            <a:r>
              <a:rPr lang="en-ID" sz="2400" dirty="0"/>
              <a:t> buddha </a:t>
            </a:r>
            <a:r>
              <a:rPr lang="en-ID" dirty="0" err="1"/>
              <a:t>shwe</a:t>
            </a:r>
            <a:r>
              <a:rPr lang="en-ID" dirty="0"/>
              <a:t> </a:t>
            </a:r>
            <a:r>
              <a:rPr lang="en-ID" dirty="0" err="1"/>
              <a:t>dagon</a:t>
            </a:r>
            <a:endParaRPr lang="en-ID" sz="2400" dirty="0"/>
          </a:p>
          <a:p>
            <a:pPr marL="457200" indent="-457200">
              <a:buFont typeface="+mj-lt"/>
              <a:buAutoNum type="arabicPeriod"/>
            </a:pPr>
            <a:endParaRPr lang="en-ID" sz="2400" dirty="0"/>
          </a:p>
        </p:txBody>
      </p:sp>
    </p:spTree>
    <p:extLst>
      <p:ext uri="{BB962C8B-B14F-4D97-AF65-F5344CB8AC3E}">
        <p14:creationId xmlns:p14="http://schemas.microsoft.com/office/powerpoint/2010/main" val="3748190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797402-2919-4835-899A-0B719BDF282E}"/>
              </a:ext>
            </a:extLst>
          </p:cNvPr>
          <p:cNvSpPr txBox="1"/>
          <p:nvPr/>
        </p:nvSpPr>
        <p:spPr>
          <a:xfrm>
            <a:off x="154034" y="216133"/>
            <a:ext cx="4314550" cy="671851"/>
          </a:xfrm>
          <a:prstGeom prst="rect">
            <a:avLst/>
          </a:prstGeom>
          <a:noFill/>
        </p:spPr>
        <p:txBody>
          <a:bodyPr wrap="square">
            <a:spAutoFit/>
          </a:bodyPr>
          <a:lstStyle/>
          <a:p>
            <a:pPr algn="l">
              <a:lnSpc>
                <a:spcPct val="150000"/>
              </a:lnSpc>
            </a:pPr>
            <a:r>
              <a:rPr lang="en-US" sz="2800" dirty="0">
                <a:solidFill>
                  <a:srgbClr val="000000"/>
                </a:solidFill>
                <a:latin typeface="Arvo"/>
              </a:rPr>
              <a:t>Baca </a:t>
            </a:r>
            <a:r>
              <a:rPr lang="en-US" sz="2800" dirty="0" err="1">
                <a:solidFill>
                  <a:srgbClr val="000000"/>
                </a:solidFill>
                <a:latin typeface="Arvo"/>
              </a:rPr>
              <a:t>teks</a:t>
            </a:r>
            <a:r>
              <a:rPr lang="en-US" sz="2800" dirty="0">
                <a:solidFill>
                  <a:srgbClr val="000000"/>
                </a:solidFill>
                <a:latin typeface="Arvo"/>
              </a:rPr>
              <a:t> ini!</a:t>
            </a:r>
            <a:endParaRPr lang="en-ID" sz="2800" b="0" i="0" u="none" strike="noStrike" baseline="0" dirty="0">
              <a:solidFill>
                <a:srgbClr val="000000"/>
              </a:solidFill>
              <a:latin typeface="Arvo"/>
            </a:endParaRPr>
          </a:p>
        </p:txBody>
      </p:sp>
      <p:sp>
        <p:nvSpPr>
          <p:cNvPr id="7" name="TextBox 6">
            <a:extLst>
              <a:ext uri="{FF2B5EF4-FFF2-40B4-BE49-F238E27FC236}">
                <a16:creationId xmlns:a16="http://schemas.microsoft.com/office/drawing/2014/main" id="{DDB77405-1C23-435B-8C24-53B00038F510}"/>
              </a:ext>
            </a:extLst>
          </p:cNvPr>
          <p:cNvSpPr txBox="1"/>
          <p:nvPr/>
        </p:nvSpPr>
        <p:spPr>
          <a:xfrm>
            <a:off x="11833" y="1080655"/>
            <a:ext cx="12180167" cy="2677656"/>
          </a:xfrm>
          <a:prstGeom prst="rect">
            <a:avLst/>
          </a:prstGeom>
          <a:solidFill>
            <a:srgbClr val="FFFF00"/>
          </a:solidFill>
        </p:spPr>
        <p:txBody>
          <a:bodyPr wrap="square">
            <a:spAutoFit/>
          </a:bodyPr>
          <a:lstStyle/>
          <a:p>
            <a:r>
              <a:rPr lang="en-ID" sz="2800" dirty="0"/>
              <a:t>	</a:t>
            </a:r>
            <a:r>
              <a:rPr lang="en-ID" sz="2800" dirty="0" err="1"/>
              <a:t>Libur</a:t>
            </a:r>
            <a:r>
              <a:rPr lang="en-ID" sz="2800" dirty="0"/>
              <a:t> </a:t>
            </a:r>
            <a:r>
              <a:rPr lang="en-ID" sz="2800" dirty="0" err="1"/>
              <a:t>itu</a:t>
            </a:r>
            <a:r>
              <a:rPr lang="en-ID" sz="2800" dirty="0"/>
              <a:t> </a:t>
            </a:r>
            <a:r>
              <a:rPr lang="en-ID" sz="2800" dirty="0" err="1"/>
              <a:t>seru</a:t>
            </a:r>
            <a:r>
              <a:rPr lang="en-ID" sz="2800" dirty="0"/>
              <a:t>! Ayo </a:t>
            </a:r>
            <a:r>
              <a:rPr lang="en-ID" sz="2800" dirty="0" err="1"/>
              <a:t>libur</a:t>
            </a:r>
            <a:r>
              <a:rPr lang="en-ID" sz="2800" dirty="0"/>
              <a:t> </a:t>
            </a:r>
            <a:r>
              <a:rPr lang="en-ID" sz="2800" dirty="0" err="1"/>
              <a:t>ke</a:t>
            </a:r>
            <a:r>
              <a:rPr lang="en-ID" sz="2800" dirty="0"/>
              <a:t> Bali! Bali </a:t>
            </a:r>
            <a:r>
              <a:rPr lang="en-ID" sz="2800" dirty="0" err="1"/>
              <a:t>sangat</a:t>
            </a:r>
            <a:r>
              <a:rPr lang="en-ID" sz="2800" dirty="0"/>
              <a:t> </a:t>
            </a:r>
            <a:r>
              <a:rPr lang="en-ID" sz="2800" dirty="0" err="1"/>
              <a:t>indah</a:t>
            </a:r>
            <a:r>
              <a:rPr lang="en-ID" sz="2800" dirty="0"/>
              <a:t>. </a:t>
            </a:r>
            <a:r>
              <a:rPr lang="en-ID" sz="2800" dirty="0" err="1"/>
              <a:t>Kamu</a:t>
            </a:r>
            <a:r>
              <a:rPr lang="en-ID" sz="2800" dirty="0"/>
              <a:t> </a:t>
            </a:r>
            <a:r>
              <a:rPr lang="en-ID" sz="2800" dirty="0" err="1"/>
              <a:t>bisa</a:t>
            </a:r>
            <a:r>
              <a:rPr lang="en-ID" sz="2800" dirty="0"/>
              <a:t> </a:t>
            </a:r>
            <a:r>
              <a:rPr lang="en-ID" sz="2800" dirty="0" err="1"/>
              <a:t>jalan-jalan</a:t>
            </a:r>
            <a:r>
              <a:rPr lang="en-ID" sz="2800" dirty="0"/>
              <a:t> di </a:t>
            </a:r>
            <a:r>
              <a:rPr lang="en-ID" sz="2800" dirty="0" err="1"/>
              <a:t>pantai</a:t>
            </a:r>
            <a:r>
              <a:rPr lang="en-ID" sz="2800" dirty="0"/>
              <a:t>. Pantai di Bali </a:t>
            </a:r>
            <a:r>
              <a:rPr lang="en-ID" sz="2800" dirty="0" err="1"/>
              <a:t>bersih</a:t>
            </a:r>
            <a:r>
              <a:rPr lang="en-ID" sz="2800" dirty="0"/>
              <a:t> dan </a:t>
            </a:r>
            <a:r>
              <a:rPr lang="en-ID" sz="2800" dirty="0" err="1"/>
              <a:t>bagus</a:t>
            </a:r>
            <a:r>
              <a:rPr lang="en-ID" sz="2800" dirty="0"/>
              <a:t>. </a:t>
            </a:r>
            <a:r>
              <a:rPr lang="en-ID" sz="2800" dirty="0" err="1"/>
              <a:t>Kamu</a:t>
            </a:r>
            <a:r>
              <a:rPr lang="en-ID" sz="2800" dirty="0"/>
              <a:t> juga </a:t>
            </a:r>
            <a:r>
              <a:rPr lang="en-ID" sz="2800" dirty="0" err="1"/>
              <a:t>bisa</a:t>
            </a:r>
            <a:r>
              <a:rPr lang="en-ID" sz="2800" dirty="0"/>
              <a:t> </a:t>
            </a:r>
            <a:r>
              <a:rPr lang="en-ID" sz="2800" dirty="0" err="1"/>
              <a:t>santai</a:t>
            </a:r>
            <a:r>
              <a:rPr lang="en-ID" sz="2800" dirty="0"/>
              <a:t> di </a:t>
            </a:r>
            <a:r>
              <a:rPr lang="en-ID" sz="2800" dirty="0" err="1"/>
              <a:t>pantai</a:t>
            </a:r>
            <a:r>
              <a:rPr lang="en-ID" sz="2800" dirty="0"/>
              <a:t> </a:t>
            </a:r>
            <a:r>
              <a:rPr lang="en-ID" sz="2800" dirty="0" err="1"/>
              <a:t>setiap</a:t>
            </a:r>
            <a:r>
              <a:rPr lang="en-ID" sz="2800" dirty="0"/>
              <a:t> </a:t>
            </a:r>
            <a:r>
              <a:rPr lang="en-ID" sz="2800" dirty="0" err="1"/>
              <a:t>hari</a:t>
            </a:r>
            <a:r>
              <a:rPr lang="en-ID" sz="2800" dirty="0"/>
              <a:t>. Ayo naik </a:t>
            </a:r>
            <a:r>
              <a:rPr lang="en-ID" sz="2800" dirty="0" err="1"/>
              <a:t>pesawat</a:t>
            </a:r>
            <a:r>
              <a:rPr lang="en-ID" sz="2800" dirty="0"/>
              <a:t> </a:t>
            </a:r>
            <a:r>
              <a:rPr lang="en-ID" sz="2800" dirty="0" err="1"/>
              <a:t>ke</a:t>
            </a:r>
            <a:r>
              <a:rPr lang="en-ID" sz="2800" dirty="0"/>
              <a:t> Bali. </a:t>
            </a:r>
            <a:r>
              <a:rPr lang="en-ID" sz="2800" dirty="0" err="1"/>
              <a:t>Harga</a:t>
            </a:r>
            <a:r>
              <a:rPr lang="en-ID" sz="2800" dirty="0"/>
              <a:t> </a:t>
            </a:r>
            <a:r>
              <a:rPr lang="en-ID" sz="2800" dirty="0" err="1"/>
              <a:t>tiket</a:t>
            </a:r>
            <a:r>
              <a:rPr lang="en-ID" sz="2800" dirty="0"/>
              <a:t> </a:t>
            </a:r>
            <a:r>
              <a:rPr lang="en-ID" sz="2800" dirty="0" err="1"/>
              <a:t>pesawat</a:t>
            </a:r>
            <a:r>
              <a:rPr lang="en-ID" sz="2800" dirty="0"/>
              <a:t> </a:t>
            </a:r>
            <a:r>
              <a:rPr lang="en-ID" sz="2800" dirty="0" err="1"/>
              <a:t>tidak</a:t>
            </a:r>
            <a:r>
              <a:rPr lang="en-ID" sz="2800" dirty="0"/>
              <a:t> mahal. </a:t>
            </a:r>
            <a:r>
              <a:rPr lang="en-ID" sz="2800" dirty="0" err="1"/>
              <a:t>Segera</a:t>
            </a:r>
            <a:r>
              <a:rPr lang="en-ID" sz="2800" dirty="0"/>
              <a:t> </a:t>
            </a:r>
            <a:r>
              <a:rPr lang="en-ID" sz="2800" dirty="0" err="1"/>
              <a:t>beli</a:t>
            </a:r>
            <a:r>
              <a:rPr lang="en-ID" sz="2800" dirty="0"/>
              <a:t> </a:t>
            </a:r>
            <a:r>
              <a:rPr lang="en-ID" sz="2800" dirty="0" err="1"/>
              <a:t>tiket</a:t>
            </a:r>
            <a:r>
              <a:rPr lang="en-ID" sz="2800" dirty="0"/>
              <a:t> </a:t>
            </a:r>
            <a:r>
              <a:rPr lang="en-ID" sz="2800" dirty="0" err="1"/>
              <a:t>sekarang</a:t>
            </a:r>
            <a:r>
              <a:rPr lang="en-ID" sz="2800" dirty="0"/>
              <a:t>! Di Bali, </a:t>
            </a:r>
            <a:r>
              <a:rPr lang="en-ID" sz="2800" dirty="0" err="1"/>
              <a:t>kamu</a:t>
            </a:r>
            <a:r>
              <a:rPr lang="en-ID" sz="2800" dirty="0"/>
              <a:t> </a:t>
            </a:r>
            <a:r>
              <a:rPr lang="en-ID" sz="2800" dirty="0" err="1"/>
              <a:t>bisa</a:t>
            </a:r>
            <a:r>
              <a:rPr lang="en-ID" sz="2800" dirty="0"/>
              <a:t> </a:t>
            </a:r>
            <a:r>
              <a:rPr lang="en-ID" sz="2800" dirty="0" err="1"/>
              <a:t>belanja</a:t>
            </a:r>
            <a:r>
              <a:rPr lang="en-ID" sz="2800" dirty="0"/>
              <a:t> di pasar. </a:t>
            </a:r>
            <a:r>
              <a:rPr lang="en-ID" sz="2800" dirty="0" err="1"/>
              <a:t>Kamu</a:t>
            </a:r>
            <a:r>
              <a:rPr lang="en-ID" sz="2800" dirty="0"/>
              <a:t> </a:t>
            </a:r>
            <a:r>
              <a:rPr lang="en-ID" sz="2800" dirty="0" err="1"/>
              <a:t>bisa</a:t>
            </a:r>
            <a:r>
              <a:rPr lang="en-ID" sz="2800" dirty="0"/>
              <a:t> </a:t>
            </a:r>
            <a:r>
              <a:rPr lang="en-ID" sz="2800" dirty="0" err="1"/>
              <a:t>beli</a:t>
            </a:r>
            <a:r>
              <a:rPr lang="en-ID" sz="2800" dirty="0"/>
              <a:t> oleh-oleh </a:t>
            </a:r>
            <a:r>
              <a:rPr lang="en-ID" sz="2800" dirty="0" err="1"/>
              <a:t>untuk</a:t>
            </a:r>
            <a:r>
              <a:rPr lang="en-ID" sz="2800" dirty="0"/>
              <a:t> </a:t>
            </a:r>
            <a:r>
              <a:rPr lang="en-ID" sz="2800" dirty="0" err="1"/>
              <a:t>teman</a:t>
            </a:r>
            <a:r>
              <a:rPr lang="en-ID" sz="2800" dirty="0"/>
              <a:t>. </a:t>
            </a:r>
            <a:r>
              <a:rPr lang="en-ID" sz="2800" dirty="0" err="1"/>
              <a:t>Makanan</a:t>
            </a:r>
            <a:r>
              <a:rPr lang="en-ID" sz="2800" dirty="0"/>
              <a:t> </a:t>
            </a:r>
            <a:r>
              <a:rPr lang="en-ID" sz="2800" dirty="0" err="1"/>
              <a:t>enak</a:t>
            </a:r>
            <a:r>
              <a:rPr lang="en-ID" sz="2800" dirty="0"/>
              <a:t> </a:t>
            </a:r>
            <a:r>
              <a:rPr lang="en-ID" sz="2800" dirty="0" err="1"/>
              <a:t>seperti</a:t>
            </a:r>
            <a:r>
              <a:rPr lang="en-ID" sz="2800" dirty="0"/>
              <a:t> nasi goreng, </a:t>
            </a:r>
            <a:r>
              <a:rPr lang="en-ID" sz="2800" dirty="0" err="1"/>
              <a:t>ayam</a:t>
            </a:r>
            <a:r>
              <a:rPr lang="en-ID" sz="2800" dirty="0"/>
              <a:t> </a:t>
            </a:r>
            <a:r>
              <a:rPr lang="en-ID" sz="2800" dirty="0" err="1"/>
              <a:t>betutu</a:t>
            </a:r>
            <a:r>
              <a:rPr lang="en-ID" sz="2800" dirty="0"/>
              <a:t> </a:t>
            </a:r>
            <a:r>
              <a:rPr lang="en-ID" sz="2800" dirty="0" err="1"/>
              <a:t>sangat</a:t>
            </a:r>
            <a:r>
              <a:rPr lang="en-ID" sz="2800" dirty="0"/>
              <a:t> </a:t>
            </a:r>
            <a:r>
              <a:rPr lang="en-ID" sz="2800" dirty="0" err="1"/>
              <a:t>enak</a:t>
            </a:r>
            <a:r>
              <a:rPr lang="en-ID" sz="2800" dirty="0"/>
              <a:t>. Ayo </a:t>
            </a:r>
            <a:r>
              <a:rPr lang="en-ID" sz="2800" dirty="0" err="1"/>
              <a:t>pergi</a:t>
            </a:r>
            <a:r>
              <a:rPr lang="en-ID" sz="2800" dirty="0"/>
              <a:t> </a:t>
            </a:r>
            <a:r>
              <a:rPr lang="en-ID" sz="2800" dirty="0" err="1"/>
              <a:t>libur</a:t>
            </a:r>
            <a:r>
              <a:rPr lang="en-ID" sz="2800" dirty="0"/>
              <a:t> </a:t>
            </a:r>
            <a:r>
              <a:rPr lang="en-ID" sz="2800" dirty="0" err="1"/>
              <a:t>ke</a:t>
            </a:r>
            <a:r>
              <a:rPr lang="en-ID" sz="2800" dirty="0"/>
              <a:t> Bali! </a:t>
            </a:r>
            <a:r>
              <a:rPr lang="en-ID" sz="2800" dirty="0" err="1"/>
              <a:t>Segera</a:t>
            </a:r>
            <a:r>
              <a:rPr lang="en-ID" sz="2800" dirty="0"/>
              <a:t> </a:t>
            </a:r>
            <a:r>
              <a:rPr lang="en-ID" sz="2800" dirty="0" err="1"/>
              <a:t>ajak</a:t>
            </a:r>
            <a:r>
              <a:rPr lang="en-ID" sz="2800" dirty="0"/>
              <a:t> </a:t>
            </a:r>
            <a:r>
              <a:rPr lang="en-ID" sz="2800" dirty="0" err="1"/>
              <a:t>teman</a:t>
            </a:r>
            <a:r>
              <a:rPr lang="en-ID" sz="2800" dirty="0"/>
              <a:t> </a:t>
            </a:r>
            <a:r>
              <a:rPr lang="en-ID" sz="2800" dirty="0" err="1"/>
              <a:t>kamu</a:t>
            </a:r>
            <a:r>
              <a:rPr lang="en-ID" sz="2800" dirty="0"/>
              <a:t>. </a:t>
            </a:r>
            <a:r>
              <a:rPr lang="en-ID" sz="2800" dirty="0" err="1"/>
              <a:t>Libur</a:t>
            </a:r>
            <a:r>
              <a:rPr lang="en-ID" sz="2800" dirty="0"/>
              <a:t> di Bali </a:t>
            </a:r>
            <a:r>
              <a:rPr lang="en-ID" sz="2800" dirty="0" err="1"/>
              <a:t>pasti</a:t>
            </a:r>
            <a:r>
              <a:rPr lang="en-ID" sz="2800" dirty="0"/>
              <a:t> </a:t>
            </a:r>
            <a:r>
              <a:rPr lang="en-ID" sz="2800" dirty="0" err="1"/>
              <a:t>menyenangkan</a:t>
            </a:r>
            <a:r>
              <a:rPr lang="en-ID" sz="2800" dirty="0"/>
              <a:t>!</a:t>
            </a:r>
          </a:p>
        </p:txBody>
      </p:sp>
      <p:sp>
        <p:nvSpPr>
          <p:cNvPr id="3" name="Rectangle 2">
            <a:extLst>
              <a:ext uri="{FF2B5EF4-FFF2-40B4-BE49-F238E27FC236}">
                <a16:creationId xmlns:a16="http://schemas.microsoft.com/office/drawing/2014/main" id="{E63C166A-4FEC-4108-8BD5-14129D7CC669}"/>
              </a:ext>
            </a:extLst>
          </p:cNvPr>
          <p:cNvSpPr/>
          <p:nvPr/>
        </p:nvSpPr>
        <p:spPr>
          <a:xfrm>
            <a:off x="672933" y="4159630"/>
            <a:ext cx="9052957" cy="2398092"/>
          </a:xfrm>
          <a:prstGeom prst="rect">
            <a:avLst/>
          </a:prstGeom>
        </p:spPr>
        <p:txBody>
          <a:bodyPr wrap="square">
            <a:spAutoFit/>
          </a:bodyPr>
          <a:lstStyle/>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Ke</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mana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kita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diajak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libur</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dalam</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teks</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Apa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yang bisa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kamu</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lakukan</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di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pantai</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Bali?</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Bagaimana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harga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tiket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pesawat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ke</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Bali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menurut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teks</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Apa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makanan</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enak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yang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disebut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dalam</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teks</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D" sz="2000" dirty="0">
                <a:latin typeface="Calibri" panose="020F0502020204030204" pitchFamily="34" charset="0"/>
                <a:ea typeface="Calibri" panose="020F0502020204030204" pitchFamily="34" charset="0"/>
                <a:cs typeface="Times New Roman" panose="02020603050405020304" pitchFamily="18" charset="0"/>
              </a:rPr>
              <a:t> </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9094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55162-75AF-497C-BF0F-2C5CCEEA557D}"/>
              </a:ext>
            </a:extLst>
          </p:cNvPr>
          <p:cNvSpPr>
            <a:spLocks noGrp="1"/>
          </p:cNvSpPr>
          <p:nvPr>
            <p:ph type="title"/>
          </p:nvPr>
        </p:nvSpPr>
        <p:spPr>
          <a:xfrm>
            <a:off x="838200" y="204519"/>
            <a:ext cx="10515600" cy="781133"/>
          </a:xfrm>
        </p:spPr>
        <p:txBody>
          <a:bodyPr/>
          <a:lstStyle/>
          <a:p>
            <a:r>
              <a:rPr lang="en-US" dirty="0" err="1"/>
              <a:t>Konsep</a:t>
            </a:r>
            <a:r>
              <a:rPr lang="en-US" dirty="0"/>
              <a:t> Ayo, </a:t>
            </a:r>
            <a:r>
              <a:rPr lang="en-US" dirty="0" err="1"/>
              <a:t>segera</a:t>
            </a:r>
            <a:r>
              <a:rPr lang="en-US" dirty="0"/>
              <a:t>, </a:t>
            </a:r>
            <a:r>
              <a:rPr lang="en-US" dirty="0" err="1"/>
              <a:t>cepetan</a:t>
            </a:r>
            <a:r>
              <a:rPr lang="en-US" dirty="0"/>
              <a:t>, </a:t>
            </a:r>
            <a:r>
              <a:rPr lang="en-US" dirty="0" err="1"/>
              <a:t>mari</a:t>
            </a:r>
            <a:r>
              <a:rPr lang="en-US" dirty="0"/>
              <a:t> </a:t>
            </a:r>
            <a:endParaRPr lang="en-ID" dirty="0"/>
          </a:p>
        </p:txBody>
      </p:sp>
      <p:sp>
        <p:nvSpPr>
          <p:cNvPr id="3" name="Content Placeholder 2">
            <a:extLst>
              <a:ext uri="{FF2B5EF4-FFF2-40B4-BE49-F238E27FC236}">
                <a16:creationId xmlns:a16="http://schemas.microsoft.com/office/drawing/2014/main" id="{A621F86A-07A1-4C23-B701-B3A0C46E8D31}"/>
              </a:ext>
            </a:extLst>
          </p:cNvPr>
          <p:cNvSpPr>
            <a:spLocks noGrp="1"/>
          </p:cNvSpPr>
          <p:nvPr>
            <p:ph idx="1"/>
          </p:nvPr>
        </p:nvSpPr>
        <p:spPr>
          <a:xfrm>
            <a:off x="558139" y="999599"/>
            <a:ext cx="11174681" cy="5653882"/>
          </a:xfrm>
        </p:spPr>
        <p:txBody>
          <a:bodyPr>
            <a:normAutofit/>
          </a:bodyPr>
          <a:lstStyle/>
          <a:p>
            <a:pPr marL="0" indent="0">
              <a:lnSpc>
                <a:spcPct val="100000"/>
              </a:lnSpc>
              <a:buNone/>
            </a:pPr>
            <a:r>
              <a:rPr lang="en-US" sz="2400" b="1" dirty="0">
                <a:latin typeface="Arial" panose="020B0604020202020204" pitchFamily="34" charset="0"/>
                <a:cs typeface="Arial" panose="020B0604020202020204" pitchFamily="34" charset="0"/>
              </a:rPr>
              <a:t>Ayo : </a:t>
            </a:r>
            <a:r>
              <a:rPr lang="en-US" sz="2400" dirty="0">
                <a:latin typeface="Arial" panose="020B0604020202020204" pitchFamily="34" charset="0"/>
                <a:cs typeface="Arial" panose="020B0604020202020204" pitchFamily="34" charset="0"/>
              </a:rPr>
              <a:t>Invites with a friendly, casual tone. </a:t>
            </a:r>
            <a:r>
              <a:rPr lang="en-ID" sz="2400" dirty="0">
                <a:latin typeface="Arial" panose="020B0604020202020204" pitchFamily="34" charset="0"/>
                <a:cs typeface="Arial" panose="020B0604020202020204" pitchFamily="34" charset="0"/>
              </a:rPr>
              <a:t>Informal, used among friends.</a:t>
            </a:r>
            <a:endParaRPr lang="en-US" sz="2400" dirty="0">
              <a:latin typeface="Arial" panose="020B0604020202020204" pitchFamily="34" charset="0"/>
              <a:cs typeface="Arial" panose="020B0604020202020204" pitchFamily="34" charset="0"/>
            </a:endParaRPr>
          </a:p>
          <a:p>
            <a:pPr marL="457200" lvl="1" indent="0">
              <a:lnSpc>
                <a:spcPct val="100000"/>
              </a:lnSpc>
              <a:buNone/>
            </a:pPr>
            <a:r>
              <a:rPr lang="en-US" sz="2000" i="1" dirty="0">
                <a:latin typeface="Arial" panose="020B0604020202020204" pitchFamily="34" charset="0"/>
                <a:cs typeface="Arial" panose="020B0604020202020204" pitchFamily="34" charset="0"/>
              </a:rPr>
              <a:t>Ayo naik bus </a:t>
            </a:r>
            <a:r>
              <a:rPr lang="en-US" sz="2000" i="1" dirty="0" err="1">
                <a:latin typeface="Arial" panose="020B0604020202020204" pitchFamily="34" charset="0"/>
                <a:cs typeface="Arial" panose="020B0604020202020204" pitchFamily="34" charset="0"/>
              </a:rPr>
              <a:t>ke</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pantai</a:t>
            </a:r>
            <a:r>
              <a:rPr lang="en-US" sz="2000" i="1" dirty="0">
                <a:latin typeface="Arial" panose="020B0604020202020204" pitchFamily="34" charset="0"/>
                <a:cs typeface="Arial" panose="020B0604020202020204" pitchFamily="34" charset="0"/>
              </a:rPr>
              <a:t>! (Let’s take the bus to the beach!)</a:t>
            </a:r>
          </a:p>
          <a:p>
            <a:pPr marL="457200" lvl="1" indent="0">
              <a:lnSpc>
                <a:spcPct val="100000"/>
              </a:lnSpc>
              <a:buNone/>
            </a:pPr>
            <a:r>
              <a:rPr lang="en-US" sz="2000" i="1" dirty="0">
                <a:latin typeface="Arial" panose="020B0604020202020204" pitchFamily="34" charset="0"/>
                <a:cs typeface="Arial" panose="020B0604020202020204" pitchFamily="34" charset="0"/>
              </a:rPr>
              <a:t>Ayo </a:t>
            </a:r>
            <a:r>
              <a:rPr lang="en-US" sz="2000" i="1" dirty="0" err="1">
                <a:latin typeface="Arial" panose="020B0604020202020204" pitchFamily="34" charset="0"/>
                <a:cs typeface="Arial" panose="020B0604020202020204" pitchFamily="34" charset="0"/>
              </a:rPr>
              <a:t>jalan-jalan</a:t>
            </a:r>
            <a:r>
              <a:rPr lang="en-US" sz="2000" i="1" dirty="0">
                <a:latin typeface="Arial" panose="020B0604020202020204" pitchFamily="34" charset="0"/>
                <a:cs typeface="Arial" panose="020B0604020202020204" pitchFamily="34" charset="0"/>
              </a:rPr>
              <a:t>! (Come on, let’s stroll!)</a:t>
            </a:r>
          </a:p>
          <a:p>
            <a:pPr marL="0" lvl="1" indent="0">
              <a:lnSpc>
                <a:spcPct val="100000"/>
              </a:lnSpc>
              <a:buNone/>
            </a:pPr>
            <a:r>
              <a:rPr lang="en-US" b="1" dirty="0" err="1">
                <a:latin typeface="Arial" panose="020B0604020202020204" pitchFamily="34" charset="0"/>
                <a:cs typeface="Arial" panose="020B0604020202020204" pitchFamily="34" charset="0"/>
              </a:rPr>
              <a:t>Segera</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Urges quick action, emphasizing urgency. </a:t>
            </a:r>
            <a:r>
              <a:rPr lang="en-ID" dirty="0">
                <a:latin typeface="Arial" panose="020B0604020202020204" pitchFamily="34" charset="0"/>
                <a:cs typeface="Arial" panose="020B0604020202020204" pitchFamily="34" charset="0"/>
              </a:rPr>
              <a:t>Neutral, formal or informal.</a:t>
            </a:r>
          </a:p>
          <a:p>
            <a:pPr marL="450850" lvl="0" indent="0" eaLnBrk="0" fontAlgn="base" hangingPunct="0">
              <a:lnSpc>
                <a:spcPct val="100000"/>
              </a:lnSpc>
              <a:spcBef>
                <a:spcPct val="0"/>
              </a:spcBef>
              <a:spcAft>
                <a:spcPct val="0"/>
              </a:spcAft>
              <a:buNone/>
            </a:pPr>
            <a:r>
              <a:rPr lang="en-US" altLang="en-US" sz="2000" i="1" dirty="0" err="1">
                <a:latin typeface="Arial" panose="020B0604020202020204" pitchFamily="34" charset="0"/>
                <a:cs typeface="Arial" panose="020B0604020202020204" pitchFamily="34" charset="0"/>
              </a:rPr>
              <a:t>Segera</a:t>
            </a:r>
            <a:r>
              <a:rPr lang="en-US" altLang="en-US" sz="2000" i="1" dirty="0">
                <a:latin typeface="Arial" panose="020B0604020202020204" pitchFamily="34" charset="0"/>
                <a:cs typeface="Arial" panose="020B0604020202020204" pitchFamily="34" charset="0"/>
              </a:rPr>
              <a:t> naik </a:t>
            </a:r>
            <a:r>
              <a:rPr lang="en-US" altLang="en-US" sz="2000" i="1" dirty="0" err="1">
                <a:latin typeface="Arial" panose="020B0604020202020204" pitchFamily="34" charset="0"/>
                <a:cs typeface="Arial" panose="020B0604020202020204" pitchFamily="34" charset="0"/>
              </a:rPr>
              <a:t>taksi</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ke</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bandara</a:t>
            </a:r>
            <a:r>
              <a:rPr lang="en-US" altLang="en-US" sz="2000" i="1" dirty="0">
                <a:latin typeface="Arial" panose="020B0604020202020204" pitchFamily="34" charset="0"/>
                <a:cs typeface="Arial" panose="020B0604020202020204" pitchFamily="34" charset="0"/>
              </a:rPr>
              <a:t>! (Quickly take a taxi to the airport!) </a:t>
            </a:r>
          </a:p>
          <a:p>
            <a:pPr marL="450850" lvl="0" indent="0" eaLnBrk="0" fontAlgn="base" hangingPunct="0">
              <a:lnSpc>
                <a:spcPct val="100000"/>
              </a:lnSpc>
              <a:spcBef>
                <a:spcPct val="0"/>
              </a:spcBef>
              <a:spcAft>
                <a:spcPct val="0"/>
              </a:spcAft>
              <a:buNone/>
            </a:pPr>
            <a:r>
              <a:rPr lang="en-US" altLang="en-US" sz="2000" i="1" dirty="0" err="1">
                <a:latin typeface="Arial" panose="020B0604020202020204" pitchFamily="34" charset="0"/>
                <a:cs typeface="Arial" panose="020B0604020202020204" pitchFamily="34" charset="0"/>
              </a:rPr>
              <a:t>Segera</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beli</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tiket</a:t>
            </a:r>
            <a:r>
              <a:rPr lang="en-US" altLang="en-US" sz="2000" i="1" dirty="0">
                <a:latin typeface="Arial" panose="020B0604020202020204" pitchFamily="34" charset="0"/>
                <a:cs typeface="Arial" panose="020B0604020202020204" pitchFamily="34" charset="0"/>
              </a:rPr>
              <a:t>! (Buy the ticket now!) </a:t>
            </a:r>
            <a:endParaRPr lang="en-US" b="1" i="1" dirty="0">
              <a:latin typeface="Arial" panose="020B0604020202020204" pitchFamily="34" charset="0"/>
              <a:cs typeface="Arial" panose="020B0604020202020204" pitchFamily="34" charset="0"/>
            </a:endParaRPr>
          </a:p>
          <a:p>
            <a:pPr marL="0" lvl="1" indent="0">
              <a:lnSpc>
                <a:spcPct val="100000"/>
              </a:lnSpc>
              <a:buNone/>
            </a:pPr>
            <a:r>
              <a:rPr lang="en-US" b="1" dirty="0" err="1">
                <a:latin typeface="Arial" panose="020B0604020202020204" pitchFamily="34" charset="0"/>
                <a:cs typeface="Arial" panose="020B0604020202020204" pitchFamily="34" charset="0"/>
              </a:rPr>
              <a:t>Cepetan</a:t>
            </a:r>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Buruan</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Urges to hurry, like "</a:t>
            </a:r>
            <a:r>
              <a:rPr lang="en-US" dirty="0" err="1">
                <a:latin typeface="Arial" panose="020B0604020202020204" pitchFamily="34" charset="0"/>
                <a:cs typeface="Arial" panose="020B0604020202020204" pitchFamily="34" charset="0"/>
              </a:rPr>
              <a:t>segera</a:t>
            </a:r>
            <a:r>
              <a:rPr lang="en-US" dirty="0">
                <a:latin typeface="Arial" panose="020B0604020202020204" pitchFamily="34" charset="0"/>
                <a:cs typeface="Arial" panose="020B0604020202020204" pitchFamily="34" charset="0"/>
              </a:rPr>
              <a:t>" but more casual. Very informal, used among friends.</a:t>
            </a:r>
          </a:p>
          <a:p>
            <a:pPr marL="450850" indent="0">
              <a:buNone/>
            </a:pPr>
            <a:r>
              <a:rPr lang="en-ID" sz="2000" i="1" dirty="0" err="1">
                <a:latin typeface="Arial" panose="020B0604020202020204" pitchFamily="34" charset="0"/>
                <a:cs typeface="Arial" panose="020B0604020202020204" pitchFamily="34" charset="0"/>
              </a:rPr>
              <a:t>Cepetan</a:t>
            </a:r>
            <a:r>
              <a:rPr lang="en-ID" sz="2000" i="1" dirty="0">
                <a:latin typeface="Arial" panose="020B0604020202020204" pitchFamily="34" charset="0"/>
                <a:cs typeface="Arial" panose="020B0604020202020204" pitchFamily="34" charset="0"/>
              </a:rPr>
              <a:t> naik </a:t>
            </a:r>
            <a:r>
              <a:rPr lang="en-ID" sz="2000" i="1" dirty="0" err="1">
                <a:latin typeface="Arial" panose="020B0604020202020204" pitchFamily="34" charset="0"/>
                <a:cs typeface="Arial" panose="020B0604020202020204" pitchFamily="34" charset="0"/>
              </a:rPr>
              <a:t>angkot</a:t>
            </a:r>
            <a:r>
              <a:rPr lang="en-ID" sz="2000" i="1" dirty="0">
                <a:latin typeface="Arial" panose="020B0604020202020204" pitchFamily="34" charset="0"/>
                <a:cs typeface="Arial" panose="020B0604020202020204" pitchFamily="34" charset="0"/>
              </a:rPr>
              <a:t>! (Hurry, take the </a:t>
            </a:r>
            <a:r>
              <a:rPr lang="en-ID" sz="2000" i="1" dirty="0" err="1">
                <a:latin typeface="Arial" panose="020B0604020202020204" pitchFamily="34" charset="0"/>
                <a:cs typeface="Arial" panose="020B0604020202020204" pitchFamily="34" charset="0"/>
              </a:rPr>
              <a:t>angkot</a:t>
            </a:r>
            <a:r>
              <a:rPr lang="en-ID" sz="2000" i="1" dirty="0">
                <a:latin typeface="Arial" panose="020B0604020202020204" pitchFamily="34" charset="0"/>
                <a:cs typeface="Arial" panose="020B0604020202020204" pitchFamily="34" charset="0"/>
              </a:rPr>
              <a:t>!) </a:t>
            </a:r>
            <a:endParaRPr lang="en-ID" sz="1800" i="1" dirty="0">
              <a:latin typeface="Arial" panose="020B0604020202020204" pitchFamily="34" charset="0"/>
              <a:cs typeface="Arial" panose="020B0604020202020204" pitchFamily="34" charset="0"/>
            </a:endParaRPr>
          </a:p>
          <a:p>
            <a:pPr marL="450850" indent="0">
              <a:buNone/>
            </a:pPr>
            <a:r>
              <a:rPr lang="en-ID" sz="2000" i="1" dirty="0" err="1">
                <a:latin typeface="Arial" panose="020B0604020202020204" pitchFamily="34" charset="0"/>
                <a:cs typeface="Arial" panose="020B0604020202020204" pitchFamily="34" charset="0"/>
              </a:rPr>
              <a:t>Cepetan</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cuci</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mata</a:t>
            </a:r>
            <a:r>
              <a:rPr lang="en-ID" sz="2000" i="1" dirty="0">
                <a:latin typeface="Arial" panose="020B0604020202020204" pitchFamily="34" charset="0"/>
                <a:cs typeface="Arial" panose="020B0604020202020204" pitchFamily="34" charset="0"/>
              </a:rPr>
              <a:t> di mall! (Hurry, window-shop at the mall!)</a:t>
            </a:r>
            <a:endParaRPr lang="en-US" sz="2400" b="1" i="1" dirty="0">
              <a:latin typeface="Arial" panose="020B0604020202020204" pitchFamily="34" charset="0"/>
              <a:cs typeface="Arial" panose="020B0604020202020204" pitchFamily="34" charset="0"/>
            </a:endParaRPr>
          </a:p>
          <a:p>
            <a:pPr marL="0" lvl="1" indent="0">
              <a:lnSpc>
                <a:spcPct val="100000"/>
              </a:lnSpc>
              <a:buNone/>
            </a:pPr>
            <a:r>
              <a:rPr lang="en-US" b="1" dirty="0">
                <a:latin typeface="Arial" panose="020B0604020202020204" pitchFamily="34" charset="0"/>
                <a:cs typeface="Arial" panose="020B0604020202020204" pitchFamily="34" charset="0"/>
              </a:rPr>
              <a:t>Mari : </a:t>
            </a:r>
            <a:r>
              <a:rPr lang="en-ID" dirty="0"/>
              <a:t>Invites politely or formally. </a:t>
            </a:r>
            <a:r>
              <a:rPr lang="en-US" dirty="0"/>
              <a:t>Formal, used with elders or in official settings.</a:t>
            </a:r>
          </a:p>
          <a:p>
            <a:pPr marL="450850" indent="0">
              <a:buNone/>
            </a:pPr>
            <a:r>
              <a:rPr lang="en-ID" sz="2000" i="1" dirty="0">
                <a:latin typeface="Arial" panose="020B0604020202020204" pitchFamily="34" charset="0"/>
                <a:cs typeface="Arial" panose="020B0604020202020204" pitchFamily="34" charset="0"/>
              </a:rPr>
              <a:t>Mari naik </a:t>
            </a:r>
            <a:r>
              <a:rPr lang="en-ID" sz="2000" i="1" dirty="0" err="1">
                <a:latin typeface="Arial" panose="020B0604020202020204" pitchFamily="34" charset="0"/>
                <a:cs typeface="Arial" panose="020B0604020202020204" pitchFamily="34" charset="0"/>
              </a:rPr>
              <a:t>kereta</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ke</a:t>
            </a:r>
            <a:r>
              <a:rPr lang="en-ID" sz="2000" i="1" dirty="0">
                <a:latin typeface="Arial" panose="020B0604020202020204" pitchFamily="34" charset="0"/>
                <a:cs typeface="Arial" panose="020B0604020202020204" pitchFamily="34" charset="0"/>
              </a:rPr>
              <a:t> Jogja. (Let’s take the train to Jogja.) </a:t>
            </a:r>
            <a:endParaRPr lang="en-ID" sz="1800" i="1" dirty="0">
              <a:latin typeface="Arial" panose="020B0604020202020204" pitchFamily="34" charset="0"/>
              <a:cs typeface="Arial" panose="020B0604020202020204" pitchFamily="34" charset="0"/>
            </a:endParaRPr>
          </a:p>
          <a:p>
            <a:pPr marL="450850" indent="0">
              <a:buNone/>
            </a:pPr>
            <a:r>
              <a:rPr lang="en-ID" sz="2000" i="1" dirty="0">
                <a:latin typeface="Arial" panose="020B0604020202020204" pitchFamily="34" charset="0"/>
                <a:cs typeface="Arial" panose="020B0604020202020204" pitchFamily="34" charset="0"/>
              </a:rPr>
              <a:t>Mari </a:t>
            </a:r>
            <a:r>
              <a:rPr lang="en-ID" sz="2000" i="1" dirty="0" err="1">
                <a:latin typeface="Arial" panose="020B0604020202020204" pitchFamily="34" charset="0"/>
                <a:cs typeface="Arial" panose="020B0604020202020204" pitchFamily="34" charset="0"/>
              </a:rPr>
              <a:t>jelajah</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kota</a:t>
            </a:r>
            <a:r>
              <a:rPr lang="en-ID" sz="2000" i="1" dirty="0">
                <a:latin typeface="Arial" panose="020B0604020202020204" pitchFamily="34" charset="0"/>
                <a:cs typeface="Arial" panose="020B0604020202020204" pitchFamily="34" charset="0"/>
              </a:rPr>
              <a:t>. (Let us explore the city.)</a:t>
            </a:r>
            <a:endParaRPr lang="en-ID" sz="1800" i="1" dirty="0">
              <a:latin typeface="Arial" panose="020B0604020202020204" pitchFamily="34" charset="0"/>
              <a:cs typeface="Arial" panose="020B0604020202020204" pitchFamily="34" charset="0"/>
            </a:endParaRPr>
          </a:p>
          <a:p>
            <a:pPr marL="0" lvl="1" indent="0">
              <a:lnSpc>
                <a:spcPct val="100000"/>
              </a:lnSpc>
              <a:buNone/>
            </a:pPr>
            <a:endParaRPr lang="en-ID" dirty="0"/>
          </a:p>
          <a:p>
            <a:pPr marL="0" lvl="1" indent="0">
              <a:lnSpc>
                <a:spcPct val="100000"/>
              </a:lnSpc>
              <a:buNone/>
            </a:pPr>
            <a:endParaRPr lang="en-US" b="1" dirty="0">
              <a:latin typeface="Arial" panose="020B0604020202020204" pitchFamily="34" charset="0"/>
              <a:cs typeface="Arial" panose="020B0604020202020204" pitchFamily="34" charset="0"/>
            </a:endParaRP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endParaRPr lang="en-ID"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1972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EC9DA-B168-49F7-AA87-A1A26B98DA92}"/>
              </a:ext>
            </a:extLst>
          </p:cNvPr>
          <p:cNvSpPr>
            <a:spLocks noGrp="1"/>
          </p:cNvSpPr>
          <p:nvPr>
            <p:ph type="title"/>
          </p:nvPr>
        </p:nvSpPr>
        <p:spPr>
          <a:xfrm>
            <a:off x="558140" y="681037"/>
            <a:ext cx="11317185" cy="2102181"/>
          </a:xfrm>
        </p:spPr>
        <p:txBody>
          <a:bodyPr>
            <a:normAutofit fontScale="90000"/>
          </a:bodyPr>
          <a:lstStyle/>
          <a:p>
            <a:br>
              <a:rPr lang="en-US" sz="2700" b="1" dirty="0"/>
            </a:br>
            <a:r>
              <a:rPr lang="en-ID" sz="3100" dirty="0"/>
              <a:t>Nama </a:t>
            </a:r>
            <a:r>
              <a:rPr lang="en-ID" sz="3100" dirty="0" err="1"/>
              <a:t>saya</a:t>
            </a:r>
            <a:r>
              <a:rPr lang="en-ID" sz="3100" dirty="0"/>
              <a:t> </a:t>
            </a:r>
            <a:r>
              <a:rPr lang="en-ID" sz="3100" dirty="0" err="1"/>
              <a:t>Zaw</a:t>
            </a:r>
            <a:r>
              <a:rPr lang="en-ID" sz="3100" dirty="0"/>
              <a:t>. Saya </a:t>
            </a:r>
            <a:r>
              <a:rPr lang="en-ID" sz="3100" dirty="0" err="1"/>
              <a:t>kemarin</a:t>
            </a:r>
            <a:r>
              <a:rPr lang="en-ID" sz="3100" dirty="0"/>
              <a:t> </a:t>
            </a:r>
            <a:r>
              <a:rPr lang="en-ID" sz="3100" dirty="0" err="1"/>
              <a:t>berlibur</a:t>
            </a:r>
            <a:r>
              <a:rPr lang="en-ID" sz="3100" dirty="0"/>
              <a:t> </a:t>
            </a:r>
            <a:r>
              <a:rPr lang="en-ID" sz="3100" dirty="0" err="1"/>
              <a:t>ke</a:t>
            </a:r>
            <a:r>
              <a:rPr lang="en-ID" sz="3100" dirty="0"/>
              <a:t> Bali. Saya naik </a:t>
            </a:r>
            <a:r>
              <a:rPr lang="en-ID" sz="3100" dirty="0" err="1"/>
              <a:t>pesawat</a:t>
            </a:r>
            <a:r>
              <a:rPr lang="en-ID" sz="3100" dirty="0"/>
              <a:t> </a:t>
            </a:r>
            <a:r>
              <a:rPr lang="en-ID" sz="3100" dirty="0" err="1"/>
              <a:t>dari</a:t>
            </a:r>
            <a:r>
              <a:rPr lang="en-ID" sz="3100" dirty="0"/>
              <a:t> Jakarta </a:t>
            </a:r>
            <a:r>
              <a:rPr lang="en-ID" sz="3100" dirty="0" err="1"/>
              <a:t>ke</a:t>
            </a:r>
            <a:r>
              <a:rPr lang="en-ID" sz="3100" dirty="0"/>
              <a:t> Bali. </a:t>
            </a:r>
            <a:r>
              <a:rPr lang="en-ID" sz="3100" dirty="0" err="1"/>
              <a:t>Perjalanan</a:t>
            </a:r>
            <a:r>
              <a:rPr lang="en-ID" sz="3100" dirty="0"/>
              <a:t> </a:t>
            </a:r>
            <a:r>
              <a:rPr lang="en-ID" sz="3100" dirty="0" err="1"/>
              <a:t>itu</a:t>
            </a:r>
            <a:r>
              <a:rPr lang="en-ID" sz="3100" dirty="0"/>
              <a:t> </a:t>
            </a:r>
            <a:r>
              <a:rPr lang="en-ID" sz="3100" dirty="0" err="1"/>
              <a:t>selama</a:t>
            </a:r>
            <a:r>
              <a:rPr lang="en-ID" sz="3100" dirty="0"/>
              <a:t> </a:t>
            </a:r>
            <a:r>
              <a:rPr lang="en-ID" sz="3100" dirty="0" err="1"/>
              <a:t>satu</a:t>
            </a:r>
            <a:r>
              <a:rPr lang="en-ID" sz="3100" dirty="0"/>
              <a:t> jam. Di Bali, </a:t>
            </a:r>
            <a:r>
              <a:rPr lang="en-ID" sz="3100" dirty="0" err="1"/>
              <a:t>saya</a:t>
            </a:r>
            <a:r>
              <a:rPr lang="en-ID" sz="3100" dirty="0"/>
              <a:t> </a:t>
            </a:r>
            <a:r>
              <a:rPr lang="en-ID" sz="3100" dirty="0" err="1"/>
              <a:t>jalan-jalan</a:t>
            </a:r>
            <a:r>
              <a:rPr lang="en-ID" sz="3100" dirty="0"/>
              <a:t> di </a:t>
            </a:r>
            <a:r>
              <a:rPr lang="en-ID" sz="3100" dirty="0" err="1"/>
              <a:t>pantai</a:t>
            </a:r>
            <a:r>
              <a:rPr lang="en-ID" sz="3100" dirty="0"/>
              <a:t>. </a:t>
            </a:r>
            <a:r>
              <a:rPr lang="en-ID" sz="3100" dirty="0" err="1"/>
              <a:t>Pantainya</a:t>
            </a:r>
            <a:r>
              <a:rPr lang="en-ID" sz="3100" dirty="0"/>
              <a:t> </a:t>
            </a:r>
            <a:r>
              <a:rPr lang="en-ID" sz="3100" dirty="0" err="1"/>
              <a:t>sangat</a:t>
            </a:r>
            <a:r>
              <a:rPr lang="en-ID" sz="3100" dirty="0"/>
              <a:t> </a:t>
            </a:r>
            <a:r>
              <a:rPr lang="en-ID" sz="3100" dirty="0" err="1"/>
              <a:t>indah</a:t>
            </a:r>
            <a:r>
              <a:rPr lang="en-ID" sz="3100" dirty="0"/>
              <a:t>. Saya </a:t>
            </a:r>
            <a:r>
              <a:rPr lang="en-ID" sz="3100" dirty="0" err="1"/>
              <a:t>cuci</a:t>
            </a:r>
            <a:r>
              <a:rPr lang="en-ID" sz="3100" dirty="0"/>
              <a:t> </a:t>
            </a:r>
            <a:r>
              <a:rPr lang="en-ID" sz="3100" dirty="0" err="1"/>
              <a:t>mata</a:t>
            </a:r>
            <a:r>
              <a:rPr lang="en-ID" sz="3100" dirty="0"/>
              <a:t> di </a:t>
            </a:r>
            <a:r>
              <a:rPr lang="en-ID" sz="3100" dirty="0" err="1"/>
              <a:t>kuta</a:t>
            </a:r>
            <a:r>
              <a:rPr lang="en-ID" sz="3100" dirty="0"/>
              <a:t>. </a:t>
            </a:r>
            <a:r>
              <a:rPr lang="en-ID" sz="3100" dirty="0" err="1"/>
              <a:t>Lalu</a:t>
            </a:r>
            <a:r>
              <a:rPr lang="en-ID" sz="3100" dirty="0"/>
              <a:t> Saya juga </a:t>
            </a:r>
            <a:r>
              <a:rPr lang="en-ID" sz="3100" dirty="0" err="1"/>
              <a:t>ambil</a:t>
            </a:r>
            <a:r>
              <a:rPr lang="en-ID" sz="3100" dirty="0"/>
              <a:t> </a:t>
            </a:r>
            <a:r>
              <a:rPr lang="en-ID" sz="3100" dirty="0" err="1"/>
              <a:t>foto</a:t>
            </a:r>
            <a:r>
              <a:rPr lang="en-ID" sz="3100" dirty="0"/>
              <a:t> di </a:t>
            </a:r>
            <a:r>
              <a:rPr lang="en-ID" sz="3100" dirty="0" err="1"/>
              <a:t>pura</a:t>
            </a:r>
            <a:r>
              <a:rPr lang="en-ID" sz="3100" dirty="0"/>
              <a:t>. Pura </a:t>
            </a:r>
            <a:r>
              <a:rPr lang="en-ID" sz="3100" dirty="0" err="1"/>
              <a:t>itu</a:t>
            </a:r>
            <a:r>
              <a:rPr lang="en-ID" sz="3100" dirty="0"/>
              <a:t> </a:t>
            </a:r>
            <a:r>
              <a:rPr lang="en-ID" sz="3100" dirty="0" err="1"/>
              <a:t>besar</a:t>
            </a:r>
            <a:r>
              <a:rPr lang="en-ID" sz="3100" dirty="0"/>
              <a:t> dan </a:t>
            </a:r>
            <a:r>
              <a:rPr lang="en-ID" sz="3100" dirty="0" err="1"/>
              <a:t>bagus</a:t>
            </a:r>
            <a:r>
              <a:rPr lang="en-ID" sz="3100" dirty="0"/>
              <a:t>. Saya juga </a:t>
            </a:r>
            <a:r>
              <a:rPr lang="en-ID" sz="3100" dirty="0" err="1"/>
              <a:t>beli</a:t>
            </a:r>
            <a:r>
              <a:rPr lang="en-ID" sz="3100" dirty="0"/>
              <a:t> oleh-oleh </a:t>
            </a:r>
            <a:r>
              <a:rPr lang="en-ID" sz="3100" dirty="0" err="1"/>
              <a:t>untuk</a:t>
            </a:r>
            <a:r>
              <a:rPr lang="en-ID" sz="3100" dirty="0"/>
              <a:t> </a:t>
            </a:r>
            <a:r>
              <a:rPr lang="en-ID" sz="3100" dirty="0" err="1"/>
              <a:t>keluarga</a:t>
            </a:r>
            <a:r>
              <a:rPr lang="en-ID" sz="3100" dirty="0"/>
              <a:t>. Saya </a:t>
            </a:r>
            <a:r>
              <a:rPr lang="en-ID" sz="3100" dirty="0" err="1"/>
              <a:t>makan</a:t>
            </a:r>
            <a:r>
              <a:rPr lang="en-ID" sz="3100" dirty="0"/>
              <a:t> </a:t>
            </a:r>
            <a:r>
              <a:rPr lang="en-ID" sz="3100" dirty="0" err="1"/>
              <a:t>makanan</a:t>
            </a:r>
            <a:r>
              <a:rPr lang="en-ID" sz="3100" dirty="0"/>
              <a:t> Bali, </a:t>
            </a:r>
            <a:r>
              <a:rPr lang="en-ID" sz="3100" dirty="0" err="1"/>
              <a:t>seperti</a:t>
            </a:r>
            <a:r>
              <a:rPr lang="en-ID" sz="3100" dirty="0"/>
              <a:t> sate </a:t>
            </a:r>
            <a:r>
              <a:rPr lang="en-ID" sz="3100" dirty="0" err="1"/>
              <a:t>lilit</a:t>
            </a:r>
            <a:r>
              <a:rPr lang="en-ID" sz="3100" dirty="0"/>
              <a:t>. Saya </a:t>
            </a:r>
            <a:r>
              <a:rPr lang="en-ID" sz="3100" dirty="0" err="1"/>
              <a:t>berjemur</a:t>
            </a:r>
            <a:r>
              <a:rPr lang="en-ID" sz="3100" dirty="0"/>
              <a:t> di </a:t>
            </a:r>
            <a:r>
              <a:rPr lang="en-ID" sz="3100" dirty="0" err="1"/>
              <a:t>pantai</a:t>
            </a:r>
            <a:r>
              <a:rPr lang="en-ID" sz="3100" dirty="0"/>
              <a:t> </a:t>
            </a:r>
            <a:r>
              <a:rPr lang="en-ID" sz="3100" dirty="0" err="1"/>
              <a:t>setiap</a:t>
            </a:r>
            <a:r>
              <a:rPr lang="en-ID" sz="3100" dirty="0"/>
              <a:t> sore. </a:t>
            </a:r>
            <a:r>
              <a:rPr lang="en-ID" sz="3100" dirty="0" err="1"/>
              <a:t>Setiap</a:t>
            </a:r>
            <a:r>
              <a:rPr lang="en-ID" sz="3100" dirty="0"/>
              <a:t> </a:t>
            </a:r>
            <a:r>
              <a:rPr lang="en-ID" sz="3100" dirty="0" err="1"/>
              <a:t>hari</a:t>
            </a:r>
            <a:r>
              <a:rPr lang="en-ID" sz="3100" dirty="0"/>
              <a:t> Saya naik </a:t>
            </a:r>
            <a:r>
              <a:rPr lang="en-ID" sz="3100" dirty="0" err="1"/>
              <a:t>gojek</a:t>
            </a:r>
            <a:r>
              <a:rPr lang="en-ID" sz="3100" dirty="0"/>
              <a:t> </a:t>
            </a:r>
            <a:r>
              <a:rPr lang="en-ID" sz="3100" dirty="0" err="1"/>
              <a:t>ke</a:t>
            </a:r>
            <a:r>
              <a:rPr lang="en-ID" sz="3100" dirty="0"/>
              <a:t> hotel. </a:t>
            </a:r>
            <a:r>
              <a:rPr lang="en-ID" sz="3100" dirty="0" err="1"/>
              <a:t>Libur</a:t>
            </a:r>
            <a:r>
              <a:rPr lang="en-ID" sz="3100" dirty="0"/>
              <a:t> di Bali </a:t>
            </a:r>
            <a:r>
              <a:rPr lang="en-ID" sz="3100" dirty="0" err="1"/>
              <a:t>sangat</a:t>
            </a:r>
            <a:r>
              <a:rPr lang="en-ID" sz="3100" dirty="0"/>
              <a:t> </a:t>
            </a:r>
            <a:r>
              <a:rPr lang="en-ID" sz="3100" dirty="0" err="1"/>
              <a:t>seru</a:t>
            </a:r>
            <a:r>
              <a:rPr lang="en-ID" sz="3100" dirty="0"/>
              <a:t>. Saya </a:t>
            </a:r>
            <a:r>
              <a:rPr lang="en-ID" sz="3100" dirty="0" err="1"/>
              <a:t>ingin</a:t>
            </a:r>
            <a:r>
              <a:rPr lang="en-ID" sz="3100" dirty="0"/>
              <a:t> </a:t>
            </a:r>
            <a:r>
              <a:rPr lang="en-ID" sz="3100" dirty="0" err="1"/>
              <a:t>libur</a:t>
            </a:r>
            <a:r>
              <a:rPr lang="en-ID" sz="3100" dirty="0"/>
              <a:t> </a:t>
            </a:r>
            <a:r>
              <a:rPr lang="en-ID" sz="3100" dirty="0" err="1"/>
              <a:t>lagi</a:t>
            </a:r>
            <a:r>
              <a:rPr lang="en-ID" sz="3100" dirty="0"/>
              <a:t> </a:t>
            </a:r>
            <a:r>
              <a:rPr lang="en-ID" sz="3100" dirty="0" err="1"/>
              <a:t>ke</a:t>
            </a:r>
            <a:r>
              <a:rPr lang="en-ID" sz="3100" dirty="0"/>
              <a:t> Bali!</a:t>
            </a:r>
            <a:br>
              <a:rPr lang="en-ID" sz="2700" dirty="0"/>
            </a:br>
            <a:r>
              <a:rPr lang="en-US" sz="2400" b="1" dirty="0"/>
              <a:t> </a:t>
            </a:r>
            <a:br>
              <a:rPr lang="en-US" sz="2400" b="1" dirty="0"/>
            </a:br>
            <a:endParaRPr lang="en-ID" sz="2400" b="1" dirty="0"/>
          </a:p>
        </p:txBody>
      </p:sp>
      <p:graphicFrame>
        <p:nvGraphicFramePr>
          <p:cNvPr id="6" name="Table 4">
            <a:extLst>
              <a:ext uri="{FF2B5EF4-FFF2-40B4-BE49-F238E27FC236}">
                <a16:creationId xmlns:a16="http://schemas.microsoft.com/office/drawing/2014/main" id="{3EF77EC6-7AC0-4AE5-A34F-54918EEDF2E5}"/>
              </a:ext>
            </a:extLst>
          </p:cNvPr>
          <p:cNvGraphicFramePr>
            <a:graphicFrameLocks noGrp="1"/>
          </p:cNvGraphicFramePr>
          <p:nvPr>
            <p:ph idx="1"/>
            <p:extLst>
              <p:ext uri="{D42A27DB-BD31-4B8C-83A1-F6EECF244321}">
                <p14:modId xmlns:p14="http://schemas.microsoft.com/office/powerpoint/2010/main" val="1832354855"/>
              </p:ext>
            </p:extLst>
          </p:nvPr>
        </p:nvGraphicFramePr>
        <p:xfrm>
          <a:off x="819397" y="3008849"/>
          <a:ext cx="10557164" cy="3627120"/>
        </p:xfrm>
        <a:graphic>
          <a:graphicData uri="http://schemas.openxmlformats.org/drawingml/2006/table">
            <a:tbl>
              <a:tblPr firstRow="1" bandRow="1">
                <a:tableStyleId>{5C22544A-7EE6-4342-B048-85BDC9FD1C3A}</a:tableStyleId>
              </a:tblPr>
              <a:tblGrid>
                <a:gridCol w="2639291">
                  <a:extLst>
                    <a:ext uri="{9D8B030D-6E8A-4147-A177-3AD203B41FA5}">
                      <a16:colId xmlns:a16="http://schemas.microsoft.com/office/drawing/2014/main" val="3654228343"/>
                    </a:ext>
                  </a:extLst>
                </a:gridCol>
                <a:gridCol w="2639291">
                  <a:extLst>
                    <a:ext uri="{9D8B030D-6E8A-4147-A177-3AD203B41FA5}">
                      <a16:colId xmlns:a16="http://schemas.microsoft.com/office/drawing/2014/main" val="1395078219"/>
                    </a:ext>
                  </a:extLst>
                </a:gridCol>
                <a:gridCol w="2639291">
                  <a:extLst>
                    <a:ext uri="{9D8B030D-6E8A-4147-A177-3AD203B41FA5}">
                      <a16:colId xmlns:a16="http://schemas.microsoft.com/office/drawing/2014/main" val="1255522457"/>
                    </a:ext>
                  </a:extLst>
                </a:gridCol>
                <a:gridCol w="2639291">
                  <a:extLst>
                    <a:ext uri="{9D8B030D-6E8A-4147-A177-3AD203B41FA5}">
                      <a16:colId xmlns:a16="http://schemas.microsoft.com/office/drawing/2014/main" val="2299901091"/>
                    </a:ext>
                  </a:extLst>
                </a:gridCol>
              </a:tblGrid>
              <a:tr h="393248">
                <a:tc gridSpan="4">
                  <a:txBody>
                    <a:bodyPr/>
                    <a:lstStyle/>
                    <a:p>
                      <a:pPr algn="ctr"/>
                      <a:r>
                        <a:rPr lang="en-US" sz="2800" dirty="0" err="1"/>
                        <a:t>Aktivitas</a:t>
                      </a:r>
                      <a:r>
                        <a:rPr lang="en-US" sz="2800" dirty="0"/>
                        <a:t> </a:t>
                      </a:r>
                      <a:r>
                        <a:rPr lang="en-US" sz="2800" dirty="0" err="1"/>
                        <a:t>saat</a:t>
                      </a:r>
                      <a:r>
                        <a:rPr lang="en-US" sz="2800" dirty="0"/>
                        <a:t> </a:t>
                      </a:r>
                      <a:r>
                        <a:rPr lang="en-US" sz="2800" dirty="0" err="1"/>
                        <a:t>berlibur</a:t>
                      </a:r>
                      <a:endParaRPr lang="en-ID" sz="2800" dirty="0"/>
                    </a:p>
                  </a:txBody>
                  <a:tcPr/>
                </a:tc>
                <a:tc hMerge="1">
                  <a:txBody>
                    <a:bodyPr/>
                    <a:lstStyle/>
                    <a:p>
                      <a:endParaRPr lang="en-ID" sz="2800" dirty="0"/>
                    </a:p>
                  </a:txBody>
                  <a:tcPr/>
                </a:tc>
                <a:tc hMerge="1">
                  <a:txBody>
                    <a:bodyPr/>
                    <a:lstStyle/>
                    <a:p>
                      <a:endParaRPr lang="en-ID" sz="2800" dirty="0"/>
                    </a:p>
                  </a:txBody>
                  <a:tcPr/>
                </a:tc>
                <a:tc hMerge="1">
                  <a:txBody>
                    <a:bodyPr/>
                    <a:lstStyle/>
                    <a:p>
                      <a:endParaRPr lang="en-ID" sz="2800" dirty="0"/>
                    </a:p>
                  </a:txBody>
                  <a:tcPr/>
                </a:tc>
                <a:extLst>
                  <a:ext uri="{0D108BD9-81ED-4DB2-BD59-A6C34878D82A}">
                    <a16:rowId xmlns:a16="http://schemas.microsoft.com/office/drawing/2014/main" val="45385481"/>
                  </a:ext>
                </a:extLst>
              </a:tr>
              <a:tr h="393248">
                <a:tc>
                  <a:txBody>
                    <a:bodyPr/>
                    <a:lstStyle/>
                    <a:p>
                      <a:r>
                        <a:rPr lang="en-US" sz="2800" dirty="0"/>
                        <a:t>Jalan </a:t>
                      </a:r>
                      <a:r>
                        <a:rPr lang="en-US" sz="2800" dirty="0" err="1"/>
                        <a:t>jalan</a:t>
                      </a:r>
                      <a:endParaRPr lang="en-ID" sz="2800" dirty="0"/>
                    </a:p>
                  </a:txBody>
                  <a:tcPr/>
                </a:tc>
                <a:tc>
                  <a:txBody>
                    <a:bodyPr/>
                    <a:lstStyle/>
                    <a:p>
                      <a:r>
                        <a:rPr lang="en-US" sz="2800" dirty="0"/>
                        <a:t>Walk around</a:t>
                      </a:r>
                      <a:endParaRPr lang="en-ID" sz="2800" dirty="0"/>
                    </a:p>
                  </a:txBody>
                  <a:tcPr/>
                </a:tc>
                <a:tc>
                  <a:txBody>
                    <a:bodyPr/>
                    <a:lstStyle/>
                    <a:p>
                      <a:r>
                        <a:rPr lang="en-US" sz="2800" dirty="0"/>
                        <a:t>Peta </a:t>
                      </a:r>
                      <a:r>
                        <a:rPr lang="en-US" sz="2800" dirty="0" err="1"/>
                        <a:t>kota</a:t>
                      </a:r>
                      <a:endParaRPr lang="en-ID" sz="2800" dirty="0"/>
                    </a:p>
                  </a:txBody>
                  <a:tcPr/>
                </a:tc>
                <a:tc>
                  <a:txBody>
                    <a:bodyPr/>
                    <a:lstStyle/>
                    <a:p>
                      <a:r>
                        <a:rPr lang="en-US" sz="2800" dirty="0"/>
                        <a:t>City maps</a:t>
                      </a:r>
                      <a:endParaRPr lang="en-ID" sz="2800" dirty="0"/>
                    </a:p>
                  </a:txBody>
                  <a:tcPr/>
                </a:tc>
                <a:extLst>
                  <a:ext uri="{0D108BD9-81ED-4DB2-BD59-A6C34878D82A}">
                    <a16:rowId xmlns:a16="http://schemas.microsoft.com/office/drawing/2014/main" val="2009881730"/>
                  </a:ext>
                </a:extLst>
              </a:tr>
              <a:tr h="393248">
                <a:tc>
                  <a:txBody>
                    <a:bodyPr/>
                    <a:lstStyle/>
                    <a:p>
                      <a:r>
                        <a:rPr lang="en-US" sz="2800" dirty="0" err="1"/>
                        <a:t>Makan</a:t>
                      </a:r>
                      <a:endParaRPr lang="en-ID" sz="2800" dirty="0"/>
                    </a:p>
                  </a:txBody>
                  <a:tcPr/>
                </a:tc>
                <a:tc>
                  <a:txBody>
                    <a:bodyPr/>
                    <a:lstStyle/>
                    <a:p>
                      <a:r>
                        <a:rPr lang="en-US" sz="2800" dirty="0"/>
                        <a:t>Eat</a:t>
                      </a:r>
                      <a:endParaRPr lang="en-ID" sz="2800" dirty="0"/>
                    </a:p>
                  </a:txBody>
                  <a:tcPr/>
                </a:tc>
                <a:tc>
                  <a:txBody>
                    <a:bodyPr/>
                    <a:lstStyle/>
                    <a:p>
                      <a:r>
                        <a:rPr lang="en-US" sz="2800" dirty="0" err="1"/>
                        <a:t>Jelajah</a:t>
                      </a:r>
                      <a:r>
                        <a:rPr lang="en-US" sz="2800" dirty="0"/>
                        <a:t> </a:t>
                      </a:r>
                      <a:r>
                        <a:rPr lang="en-US" sz="2800" dirty="0" err="1"/>
                        <a:t>kota</a:t>
                      </a:r>
                      <a:endParaRPr lang="en-ID" sz="2800" dirty="0"/>
                    </a:p>
                  </a:txBody>
                  <a:tcPr/>
                </a:tc>
                <a:tc>
                  <a:txBody>
                    <a:bodyPr/>
                    <a:lstStyle/>
                    <a:p>
                      <a:r>
                        <a:rPr lang="en-US" sz="2800" dirty="0"/>
                        <a:t>Explore the city</a:t>
                      </a:r>
                      <a:endParaRPr lang="en-ID" sz="2800" dirty="0"/>
                    </a:p>
                  </a:txBody>
                  <a:tcPr/>
                </a:tc>
                <a:extLst>
                  <a:ext uri="{0D108BD9-81ED-4DB2-BD59-A6C34878D82A}">
                    <a16:rowId xmlns:a16="http://schemas.microsoft.com/office/drawing/2014/main" val="568950343"/>
                  </a:ext>
                </a:extLst>
              </a:tr>
              <a:tr h="393248">
                <a:tc>
                  <a:txBody>
                    <a:bodyPr/>
                    <a:lstStyle/>
                    <a:p>
                      <a:r>
                        <a:rPr lang="en-US" sz="2800" dirty="0" err="1"/>
                        <a:t>Cuci</a:t>
                      </a:r>
                      <a:r>
                        <a:rPr lang="en-US" sz="2800" dirty="0"/>
                        <a:t> </a:t>
                      </a:r>
                      <a:r>
                        <a:rPr lang="en-US" sz="2800" dirty="0" err="1"/>
                        <a:t>mata</a:t>
                      </a:r>
                      <a:endParaRPr lang="en-ID" sz="2800" dirty="0"/>
                    </a:p>
                  </a:txBody>
                  <a:tcPr/>
                </a:tc>
                <a:tc>
                  <a:txBody>
                    <a:bodyPr/>
                    <a:lstStyle/>
                    <a:p>
                      <a:r>
                        <a:rPr lang="en-US" sz="2400" dirty="0"/>
                        <a:t>Window shopping</a:t>
                      </a:r>
                      <a:endParaRPr lang="en-ID" sz="2800" dirty="0"/>
                    </a:p>
                  </a:txBody>
                  <a:tcPr/>
                </a:tc>
                <a:tc>
                  <a:txBody>
                    <a:bodyPr/>
                    <a:lstStyle/>
                    <a:p>
                      <a:r>
                        <a:rPr lang="en-US" sz="2800" dirty="0" err="1"/>
                        <a:t>Foto-foto</a:t>
                      </a:r>
                      <a:endParaRPr lang="en-ID" sz="2800" dirty="0"/>
                    </a:p>
                  </a:txBody>
                  <a:tcPr/>
                </a:tc>
                <a:tc>
                  <a:txBody>
                    <a:bodyPr/>
                    <a:lstStyle/>
                    <a:p>
                      <a:r>
                        <a:rPr lang="en-US" sz="2800" dirty="0"/>
                        <a:t>Take picture</a:t>
                      </a:r>
                      <a:endParaRPr lang="en-ID" sz="2800" dirty="0"/>
                    </a:p>
                  </a:txBody>
                  <a:tcPr/>
                </a:tc>
                <a:extLst>
                  <a:ext uri="{0D108BD9-81ED-4DB2-BD59-A6C34878D82A}">
                    <a16:rowId xmlns:a16="http://schemas.microsoft.com/office/drawing/2014/main" val="1054860862"/>
                  </a:ext>
                </a:extLst>
              </a:tr>
              <a:tr h="393248">
                <a:tc>
                  <a:txBody>
                    <a:bodyPr/>
                    <a:lstStyle/>
                    <a:p>
                      <a:r>
                        <a:rPr lang="en-US" sz="2800" dirty="0" err="1"/>
                        <a:t>Berjemur</a:t>
                      </a:r>
                      <a:endParaRPr lang="en-ID" sz="2800" dirty="0"/>
                    </a:p>
                  </a:txBody>
                  <a:tcPr/>
                </a:tc>
                <a:tc>
                  <a:txBody>
                    <a:bodyPr/>
                    <a:lstStyle/>
                    <a:p>
                      <a:r>
                        <a:rPr lang="en-US" sz="2800" dirty="0"/>
                        <a:t>Sunbathing </a:t>
                      </a:r>
                      <a:endParaRPr lang="en-ID" sz="2800" dirty="0"/>
                    </a:p>
                  </a:txBody>
                  <a:tcPr/>
                </a:tc>
                <a:tc>
                  <a:txBody>
                    <a:bodyPr/>
                    <a:lstStyle/>
                    <a:p>
                      <a:r>
                        <a:rPr lang="en-US" sz="2800" dirty="0" err="1"/>
                        <a:t>Mendaki</a:t>
                      </a:r>
                      <a:endParaRPr lang="en-ID" sz="2800" dirty="0"/>
                    </a:p>
                  </a:txBody>
                  <a:tcPr/>
                </a:tc>
                <a:tc>
                  <a:txBody>
                    <a:bodyPr/>
                    <a:lstStyle/>
                    <a:p>
                      <a:r>
                        <a:rPr lang="en-US" sz="2800" dirty="0"/>
                        <a:t>Hiking</a:t>
                      </a:r>
                      <a:endParaRPr lang="en-ID" sz="2800" dirty="0"/>
                    </a:p>
                  </a:txBody>
                  <a:tcPr/>
                </a:tc>
                <a:extLst>
                  <a:ext uri="{0D108BD9-81ED-4DB2-BD59-A6C34878D82A}">
                    <a16:rowId xmlns:a16="http://schemas.microsoft.com/office/drawing/2014/main" val="4033015213"/>
                  </a:ext>
                </a:extLst>
              </a:tr>
              <a:tr h="393248">
                <a:tc>
                  <a:txBody>
                    <a:bodyPr/>
                    <a:lstStyle/>
                    <a:p>
                      <a:r>
                        <a:rPr lang="en-US" sz="2800" dirty="0" err="1"/>
                        <a:t>Santai</a:t>
                      </a:r>
                      <a:endParaRPr lang="en-ID" sz="2800" dirty="0"/>
                    </a:p>
                  </a:txBody>
                  <a:tcPr/>
                </a:tc>
                <a:tc>
                  <a:txBody>
                    <a:bodyPr/>
                    <a:lstStyle/>
                    <a:p>
                      <a:r>
                        <a:rPr lang="en-US" sz="2800" dirty="0"/>
                        <a:t>Relax</a:t>
                      </a:r>
                      <a:endParaRPr lang="en-ID" sz="2800" dirty="0"/>
                    </a:p>
                  </a:txBody>
                  <a:tcPr/>
                </a:tc>
                <a:tc>
                  <a:txBody>
                    <a:bodyPr/>
                    <a:lstStyle/>
                    <a:p>
                      <a:r>
                        <a:rPr lang="en-US" sz="2800" dirty="0" err="1"/>
                        <a:t>Beli</a:t>
                      </a:r>
                      <a:r>
                        <a:rPr lang="en-US" sz="2800" dirty="0"/>
                        <a:t> oleh </a:t>
                      </a:r>
                      <a:r>
                        <a:rPr lang="en-US" sz="2800" dirty="0" err="1"/>
                        <a:t>oleh</a:t>
                      </a:r>
                      <a:endParaRPr lang="en-ID" sz="2800" dirty="0"/>
                    </a:p>
                  </a:txBody>
                  <a:tcPr/>
                </a:tc>
                <a:tc>
                  <a:txBody>
                    <a:bodyPr/>
                    <a:lstStyle/>
                    <a:p>
                      <a:r>
                        <a:rPr lang="en-US" sz="2800" dirty="0"/>
                        <a:t>Buy souvenir</a:t>
                      </a:r>
                      <a:endParaRPr lang="en-ID" sz="2800" dirty="0"/>
                    </a:p>
                  </a:txBody>
                  <a:tcPr/>
                </a:tc>
                <a:extLst>
                  <a:ext uri="{0D108BD9-81ED-4DB2-BD59-A6C34878D82A}">
                    <a16:rowId xmlns:a16="http://schemas.microsoft.com/office/drawing/2014/main" val="2518753683"/>
                  </a:ext>
                </a:extLst>
              </a:tr>
              <a:tr h="393248">
                <a:tc>
                  <a:txBody>
                    <a:bodyPr/>
                    <a:lstStyle/>
                    <a:p>
                      <a:r>
                        <a:rPr lang="en-US" sz="2800" dirty="0"/>
                        <a:t>Cari </a:t>
                      </a:r>
                      <a:r>
                        <a:rPr lang="en-US" sz="2800" dirty="0" err="1"/>
                        <a:t>taman</a:t>
                      </a:r>
                      <a:r>
                        <a:rPr lang="en-US" sz="2800" dirty="0"/>
                        <a:t> local</a:t>
                      </a:r>
                      <a:endParaRPr lang="en-ID" sz="2800" dirty="0"/>
                    </a:p>
                  </a:txBody>
                  <a:tcPr/>
                </a:tc>
                <a:tc>
                  <a:txBody>
                    <a:bodyPr/>
                    <a:lstStyle/>
                    <a:p>
                      <a:r>
                        <a:rPr lang="en-US" sz="2800" dirty="0"/>
                        <a:t>Find local park</a:t>
                      </a:r>
                      <a:endParaRPr lang="en-ID" sz="2800" dirty="0"/>
                    </a:p>
                  </a:txBody>
                  <a:tcPr/>
                </a:tc>
                <a:tc>
                  <a:txBody>
                    <a:bodyPr/>
                    <a:lstStyle/>
                    <a:p>
                      <a:r>
                        <a:rPr lang="en-US" sz="2800" dirty="0"/>
                        <a:t>Cari </a:t>
                      </a:r>
                      <a:r>
                        <a:rPr lang="en-US" sz="2800" dirty="0" err="1"/>
                        <a:t>Eskrim</a:t>
                      </a:r>
                      <a:r>
                        <a:rPr lang="en-US" sz="2800" dirty="0"/>
                        <a:t> local</a:t>
                      </a:r>
                      <a:endParaRPr lang="en-ID" sz="2800" dirty="0"/>
                    </a:p>
                  </a:txBody>
                  <a:tcPr/>
                </a:tc>
                <a:tc>
                  <a:txBody>
                    <a:bodyPr/>
                    <a:lstStyle/>
                    <a:p>
                      <a:r>
                        <a:rPr lang="en-US" sz="2800" dirty="0"/>
                        <a:t>Find local </a:t>
                      </a:r>
                      <a:r>
                        <a:rPr lang="en-US" sz="2800" dirty="0" err="1"/>
                        <a:t>eskrim</a:t>
                      </a:r>
                      <a:endParaRPr lang="en-ID" sz="2800" dirty="0"/>
                    </a:p>
                  </a:txBody>
                  <a:tcPr/>
                </a:tc>
                <a:extLst>
                  <a:ext uri="{0D108BD9-81ED-4DB2-BD59-A6C34878D82A}">
                    <a16:rowId xmlns:a16="http://schemas.microsoft.com/office/drawing/2014/main" val="3159822691"/>
                  </a:ext>
                </a:extLst>
              </a:tr>
            </a:tbl>
          </a:graphicData>
        </a:graphic>
      </p:graphicFrame>
    </p:spTree>
    <p:extLst>
      <p:ext uri="{BB962C8B-B14F-4D97-AF65-F5344CB8AC3E}">
        <p14:creationId xmlns:p14="http://schemas.microsoft.com/office/powerpoint/2010/main" val="392382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33DD-337C-488D-8440-9FD8A9B1E5D7}"/>
              </a:ext>
            </a:extLst>
          </p:cNvPr>
          <p:cNvSpPr>
            <a:spLocks noGrp="1"/>
          </p:cNvSpPr>
          <p:nvPr>
            <p:ph type="title"/>
          </p:nvPr>
        </p:nvSpPr>
        <p:spPr/>
        <p:txBody>
          <a:bodyPr/>
          <a:lstStyle/>
          <a:p>
            <a:r>
              <a:rPr lang="en-US" dirty="0" err="1"/>
              <a:t>Buat</a:t>
            </a:r>
            <a:r>
              <a:rPr lang="en-US" dirty="0"/>
              <a:t> </a:t>
            </a:r>
            <a:r>
              <a:rPr lang="en-US" dirty="0" err="1"/>
              <a:t>teks</a:t>
            </a:r>
            <a:r>
              <a:rPr lang="en-US" dirty="0"/>
              <a:t> </a:t>
            </a:r>
            <a:r>
              <a:rPr lang="en-US" dirty="0" err="1"/>
              <a:t>tentang</a:t>
            </a:r>
            <a:r>
              <a:rPr lang="en-US" dirty="0"/>
              <a:t> </a:t>
            </a:r>
            <a:r>
              <a:rPr lang="en-US" dirty="0" err="1"/>
              <a:t>cerita</a:t>
            </a:r>
            <a:r>
              <a:rPr lang="en-US" dirty="0"/>
              <a:t> </a:t>
            </a:r>
            <a:r>
              <a:rPr lang="en-US" dirty="0" err="1"/>
              <a:t>liburan</a:t>
            </a:r>
            <a:endParaRPr lang="en-ID" dirty="0"/>
          </a:p>
        </p:txBody>
      </p:sp>
      <p:sp>
        <p:nvSpPr>
          <p:cNvPr id="3" name="Content Placeholder 2">
            <a:extLst>
              <a:ext uri="{FF2B5EF4-FFF2-40B4-BE49-F238E27FC236}">
                <a16:creationId xmlns:a16="http://schemas.microsoft.com/office/drawing/2014/main" id="{BB886078-E072-4E8B-86A3-436F4B9F0D01}"/>
              </a:ext>
            </a:extLst>
          </p:cNvPr>
          <p:cNvSpPr>
            <a:spLocks noGrp="1"/>
          </p:cNvSpPr>
          <p:nvPr>
            <p:ph idx="1"/>
          </p:nvPr>
        </p:nvSpPr>
        <p:spPr/>
        <p:txBody>
          <a:bodyPr/>
          <a:lstStyle/>
          <a:p>
            <a:pPr marL="514350" indent="-514350">
              <a:buAutoNum type="arabicPeriod"/>
            </a:pPr>
            <a:r>
              <a:rPr lang="en-US" dirty="0" err="1"/>
              <a:t>Destinasi</a:t>
            </a:r>
            <a:r>
              <a:rPr lang="en-US" dirty="0"/>
              <a:t> </a:t>
            </a:r>
            <a:r>
              <a:rPr lang="en-US" dirty="0" err="1"/>
              <a:t>liburan</a:t>
            </a:r>
            <a:r>
              <a:rPr lang="en-US" dirty="0"/>
              <a:t> (</a:t>
            </a:r>
            <a:r>
              <a:rPr lang="en-US" dirty="0" err="1"/>
              <a:t>kota</a:t>
            </a:r>
            <a:r>
              <a:rPr lang="en-US" dirty="0"/>
              <a:t>/negara)</a:t>
            </a:r>
          </a:p>
          <a:p>
            <a:pPr marL="514350" indent="-514350">
              <a:buAutoNum type="arabicPeriod"/>
            </a:pPr>
            <a:r>
              <a:rPr lang="en-US" dirty="0" err="1"/>
              <a:t>Tempat</a:t>
            </a:r>
            <a:r>
              <a:rPr lang="en-US" dirty="0"/>
              <a:t> </a:t>
            </a:r>
            <a:r>
              <a:rPr lang="en-US" dirty="0" err="1"/>
              <a:t>wisata</a:t>
            </a:r>
            <a:r>
              <a:rPr lang="en-US" dirty="0"/>
              <a:t> di </a:t>
            </a:r>
            <a:r>
              <a:rPr lang="en-US" dirty="0" err="1"/>
              <a:t>destinasi</a:t>
            </a:r>
            <a:endParaRPr lang="en-US" dirty="0"/>
          </a:p>
          <a:p>
            <a:pPr marL="514350" indent="-514350">
              <a:buAutoNum type="arabicPeriod"/>
            </a:pPr>
            <a:r>
              <a:rPr lang="en-US" dirty="0" err="1"/>
              <a:t>Berapa</a:t>
            </a:r>
            <a:r>
              <a:rPr lang="en-US" dirty="0"/>
              <a:t> </a:t>
            </a:r>
            <a:r>
              <a:rPr lang="en-US" dirty="0" err="1"/>
              <a:t>hari</a:t>
            </a:r>
            <a:r>
              <a:rPr lang="en-US" dirty="0"/>
              <a:t> untuk </a:t>
            </a:r>
            <a:r>
              <a:rPr lang="en-US" dirty="0" err="1"/>
              <a:t>liburan</a:t>
            </a:r>
            <a:endParaRPr lang="en-US" dirty="0"/>
          </a:p>
          <a:p>
            <a:pPr marL="514350" indent="-514350">
              <a:buAutoNum type="arabicPeriod"/>
            </a:pPr>
            <a:r>
              <a:rPr lang="en-US" dirty="0" err="1"/>
              <a:t>Apa</a:t>
            </a:r>
            <a:r>
              <a:rPr lang="en-US" dirty="0"/>
              <a:t> </a:t>
            </a:r>
            <a:r>
              <a:rPr lang="en-US" dirty="0" err="1"/>
              <a:t>aktivitas</a:t>
            </a:r>
            <a:r>
              <a:rPr lang="en-US" dirty="0"/>
              <a:t> </a:t>
            </a:r>
            <a:r>
              <a:rPr lang="en-US" dirty="0" err="1"/>
              <a:t>saat</a:t>
            </a:r>
            <a:r>
              <a:rPr lang="en-US" dirty="0"/>
              <a:t> </a:t>
            </a:r>
            <a:r>
              <a:rPr lang="en-US" dirty="0" err="1"/>
              <a:t>liburan</a:t>
            </a:r>
            <a:endParaRPr lang="en-US" dirty="0"/>
          </a:p>
          <a:p>
            <a:pPr marL="514350" indent="-514350">
              <a:buAutoNum type="arabicPeriod"/>
            </a:pPr>
            <a:r>
              <a:rPr lang="en-ID" dirty="0" err="1"/>
              <a:t>Makan</a:t>
            </a:r>
            <a:r>
              <a:rPr lang="en-ID" dirty="0"/>
              <a:t> </a:t>
            </a:r>
            <a:r>
              <a:rPr lang="en-ID" dirty="0" err="1"/>
              <a:t>apa</a:t>
            </a:r>
            <a:r>
              <a:rPr lang="en-ID" dirty="0"/>
              <a:t> </a:t>
            </a:r>
            <a:r>
              <a:rPr lang="en-ID" dirty="0" err="1"/>
              <a:t>saja</a:t>
            </a:r>
            <a:endParaRPr lang="en-ID" dirty="0"/>
          </a:p>
          <a:p>
            <a:pPr marL="514350" indent="-514350">
              <a:buFont typeface="Arial" panose="020B0604020202020204" pitchFamily="34" charset="0"/>
              <a:buAutoNum type="arabicPeriod"/>
            </a:pPr>
            <a:r>
              <a:rPr lang="en-ID" dirty="0" err="1"/>
              <a:t>Melihat</a:t>
            </a:r>
            <a:r>
              <a:rPr lang="en-ID" dirty="0"/>
              <a:t> </a:t>
            </a:r>
            <a:r>
              <a:rPr lang="en-ID" dirty="0" err="1"/>
              <a:t>apa</a:t>
            </a:r>
            <a:r>
              <a:rPr lang="en-ID" dirty="0"/>
              <a:t> </a:t>
            </a:r>
            <a:r>
              <a:rPr lang="en-ID" dirty="0" err="1"/>
              <a:t>saja</a:t>
            </a:r>
            <a:r>
              <a:rPr lang="en-ID" dirty="0"/>
              <a:t> (What things to see)</a:t>
            </a:r>
          </a:p>
          <a:p>
            <a:pPr marL="514350" indent="-514350">
              <a:buFont typeface="Arial" panose="020B0604020202020204" pitchFamily="34" charset="0"/>
              <a:buAutoNum type="arabicPeriod"/>
            </a:pPr>
            <a:r>
              <a:rPr lang="en-ID" dirty="0" err="1"/>
              <a:t>Beli</a:t>
            </a:r>
            <a:r>
              <a:rPr lang="en-ID" dirty="0"/>
              <a:t> </a:t>
            </a:r>
            <a:r>
              <a:rPr lang="en-ID" dirty="0" err="1"/>
              <a:t>apa</a:t>
            </a:r>
            <a:r>
              <a:rPr lang="en-ID" dirty="0"/>
              <a:t> </a:t>
            </a:r>
            <a:r>
              <a:rPr lang="en-ID" dirty="0" err="1"/>
              <a:t>saja</a:t>
            </a:r>
            <a:r>
              <a:rPr lang="en-ID" dirty="0"/>
              <a:t> (What things to buy)</a:t>
            </a:r>
          </a:p>
        </p:txBody>
      </p:sp>
    </p:spTree>
    <p:extLst>
      <p:ext uri="{BB962C8B-B14F-4D97-AF65-F5344CB8AC3E}">
        <p14:creationId xmlns:p14="http://schemas.microsoft.com/office/powerpoint/2010/main" val="2448065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153E98-C3FB-4DC3-8329-685F81AFDC78}"/>
              </a:ext>
            </a:extLst>
          </p:cNvPr>
          <p:cNvSpPr>
            <a:spLocks noGrp="1"/>
          </p:cNvSpPr>
          <p:nvPr>
            <p:ph idx="1"/>
          </p:nvPr>
        </p:nvSpPr>
        <p:spPr>
          <a:xfrm>
            <a:off x="403761" y="273132"/>
            <a:ext cx="11329060" cy="6341424"/>
          </a:xfrm>
        </p:spPr>
        <p:txBody>
          <a:bodyPr>
            <a:normAutofit lnSpcReduction="10000"/>
          </a:bodyPr>
          <a:lstStyle/>
          <a:p>
            <a:pPr marL="0" indent="0">
              <a:buNone/>
              <a:tabLst>
                <a:tab pos="1793875" algn="l"/>
              </a:tabLst>
            </a:pPr>
            <a:r>
              <a:rPr lang="en-ID" b="1" dirty="0" err="1"/>
              <a:t>Petugas</a:t>
            </a:r>
            <a:r>
              <a:rPr lang="en-ID" b="1" dirty="0"/>
              <a:t> Hotel	:</a:t>
            </a:r>
            <a:r>
              <a:rPr lang="en-ID" dirty="0" err="1"/>
              <a:t>Selamat</a:t>
            </a:r>
            <a:r>
              <a:rPr lang="en-ID" dirty="0"/>
              <a:t> </a:t>
            </a:r>
            <a:r>
              <a:rPr lang="en-ID" dirty="0" err="1"/>
              <a:t>pagi</a:t>
            </a:r>
            <a:r>
              <a:rPr lang="en-ID" dirty="0"/>
              <a:t>. Ada yang </a:t>
            </a:r>
            <a:r>
              <a:rPr lang="en-ID" dirty="0" err="1"/>
              <a:t>bisa</a:t>
            </a:r>
            <a:r>
              <a:rPr lang="en-ID" dirty="0"/>
              <a:t> </a:t>
            </a:r>
            <a:r>
              <a:rPr lang="en-ID" dirty="0" err="1"/>
              <a:t>saya</a:t>
            </a:r>
            <a:r>
              <a:rPr lang="en-ID" dirty="0"/>
              <a:t> bantu?</a:t>
            </a:r>
          </a:p>
          <a:p>
            <a:pPr marL="0" indent="0">
              <a:buNone/>
              <a:tabLst>
                <a:tab pos="1793875" algn="l"/>
              </a:tabLst>
            </a:pPr>
            <a:r>
              <a:rPr lang="en-ID" b="1" dirty="0" err="1"/>
              <a:t>Tamu</a:t>
            </a:r>
            <a:r>
              <a:rPr lang="en-ID" b="1" dirty="0"/>
              <a:t>			:</a:t>
            </a:r>
            <a:r>
              <a:rPr lang="en-ID" dirty="0"/>
              <a:t>Saya </a:t>
            </a:r>
            <a:r>
              <a:rPr lang="en-ID" dirty="0" err="1"/>
              <a:t>mau</a:t>
            </a:r>
            <a:r>
              <a:rPr lang="en-ID" dirty="0"/>
              <a:t> </a:t>
            </a:r>
            <a:r>
              <a:rPr lang="en-ID" dirty="0" err="1"/>
              <a:t>pesan</a:t>
            </a:r>
            <a:r>
              <a:rPr lang="en-ID" dirty="0"/>
              <a:t> </a:t>
            </a:r>
            <a:r>
              <a:rPr lang="en-ID" dirty="0" err="1"/>
              <a:t>kamar</a:t>
            </a:r>
            <a:r>
              <a:rPr lang="en-ID" dirty="0"/>
              <a:t>, </a:t>
            </a:r>
            <a:r>
              <a:rPr lang="en-ID" dirty="0" err="1"/>
              <a:t>satu</a:t>
            </a:r>
            <a:r>
              <a:rPr lang="en-ID" dirty="0"/>
              <a:t> </a:t>
            </a:r>
            <a:r>
              <a:rPr lang="en-ID" dirty="0" err="1"/>
              <a:t>kamar</a:t>
            </a:r>
            <a:r>
              <a:rPr lang="en-ID" dirty="0"/>
              <a:t> </a:t>
            </a:r>
            <a:r>
              <a:rPr lang="en-ID" dirty="0" err="1"/>
              <a:t>untuk</a:t>
            </a:r>
            <a:r>
              <a:rPr lang="en-ID" dirty="0"/>
              <a:t> </a:t>
            </a:r>
            <a:r>
              <a:rPr lang="en-ID" dirty="0" err="1"/>
              <a:t>dua</a:t>
            </a:r>
            <a:r>
              <a:rPr lang="en-ID" dirty="0"/>
              <a:t> orang.</a:t>
            </a:r>
          </a:p>
          <a:p>
            <a:pPr marL="0" indent="0">
              <a:buNone/>
              <a:tabLst>
                <a:tab pos="1793875" algn="l"/>
              </a:tabLst>
            </a:pPr>
            <a:r>
              <a:rPr lang="en-ID" b="1" dirty="0" err="1"/>
              <a:t>Petugas</a:t>
            </a:r>
            <a:r>
              <a:rPr lang="en-ID" b="1" dirty="0"/>
              <a:t> Hotel	:</a:t>
            </a:r>
            <a:r>
              <a:rPr lang="en-ID" dirty="0" err="1"/>
              <a:t>Untuk</a:t>
            </a:r>
            <a:r>
              <a:rPr lang="en-ID" dirty="0"/>
              <a:t> </a:t>
            </a:r>
            <a:r>
              <a:rPr lang="en-ID" dirty="0" err="1"/>
              <a:t>tanggal</a:t>
            </a:r>
            <a:r>
              <a:rPr lang="en-ID" dirty="0"/>
              <a:t> </a:t>
            </a:r>
            <a:r>
              <a:rPr lang="en-ID" dirty="0" err="1"/>
              <a:t>berapa</a:t>
            </a:r>
            <a:r>
              <a:rPr lang="en-ID" dirty="0"/>
              <a:t>?</a:t>
            </a:r>
          </a:p>
          <a:p>
            <a:pPr marL="0" indent="0">
              <a:buNone/>
              <a:tabLst>
                <a:tab pos="1793875" algn="l"/>
              </a:tabLst>
            </a:pPr>
            <a:r>
              <a:rPr lang="en-ID" b="1" dirty="0" err="1"/>
              <a:t>Tamu</a:t>
            </a:r>
            <a:r>
              <a:rPr lang="en-ID" b="1" dirty="0"/>
              <a:t>			:</a:t>
            </a:r>
            <a:r>
              <a:rPr lang="en-ID" dirty="0" err="1"/>
              <a:t>Untuk</a:t>
            </a:r>
            <a:r>
              <a:rPr lang="en-ID" dirty="0"/>
              <a:t> </a:t>
            </a:r>
            <a:r>
              <a:rPr lang="en-ID" dirty="0" err="1"/>
              <a:t>tanggal</a:t>
            </a:r>
            <a:r>
              <a:rPr lang="en-ID" dirty="0"/>
              <a:t> 10 </a:t>
            </a:r>
            <a:r>
              <a:rPr lang="en-ID" dirty="0" err="1"/>
              <a:t>sampai</a:t>
            </a:r>
            <a:r>
              <a:rPr lang="en-ID" dirty="0"/>
              <a:t> 12 </a:t>
            </a:r>
            <a:r>
              <a:rPr lang="en-ID" dirty="0" err="1"/>
              <a:t>Juli</a:t>
            </a:r>
            <a:r>
              <a:rPr lang="en-ID" dirty="0"/>
              <a:t>.</a:t>
            </a:r>
          </a:p>
          <a:p>
            <a:pPr marL="0" indent="0">
              <a:buNone/>
              <a:tabLst>
                <a:tab pos="1793875" algn="l"/>
              </a:tabLst>
            </a:pPr>
            <a:r>
              <a:rPr lang="en-ID" b="1" dirty="0" err="1"/>
              <a:t>Petugas</a:t>
            </a:r>
            <a:r>
              <a:rPr lang="en-ID" b="1" dirty="0"/>
              <a:t> Hotel	:</a:t>
            </a:r>
            <a:r>
              <a:rPr lang="en-ID" dirty="0" err="1"/>
              <a:t>Baik</a:t>
            </a:r>
            <a:r>
              <a:rPr lang="en-ID" dirty="0"/>
              <a:t>. Kami punya </a:t>
            </a:r>
            <a:r>
              <a:rPr lang="en-ID" dirty="0" err="1"/>
              <a:t>kamar</a:t>
            </a:r>
            <a:r>
              <a:rPr lang="en-ID" dirty="0"/>
              <a:t> </a:t>
            </a:r>
            <a:r>
              <a:rPr lang="en-ID" dirty="0" err="1"/>
              <a:t>standar</a:t>
            </a:r>
            <a:r>
              <a:rPr lang="en-ID" dirty="0"/>
              <a:t> dan </a:t>
            </a:r>
            <a:r>
              <a:rPr lang="en-ID" dirty="0" err="1"/>
              <a:t>kamar</a:t>
            </a:r>
            <a:r>
              <a:rPr lang="en-ID" dirty="0"/>
              <a:t> </a:t>
            </a:r>
            <a:r>
              <a:rPr lang="en-ID" dirty="0" err="1"/>
              <a:t>deluxe.Mau</a:t>
            </a:r>
            <a:r>
              <a:rPr lang="en-ID" dirty="0"/>
              <a:t> 				yang mana?</a:t>
            </a:r>
          </a:p>
          <a:p>
            <a:pPr marL="0" indent="0">
              <a:buNone/>
              <a:tabLst>
                <a:tab pos="1793875" algn="l"/>
              </a:tabLst>
            </a:pPr>
            <a:r>
              <a:rPr lang="en-ID" b="1" dirty="0" err="1"/>
              <a:t>Tamu</a:t>
            </a:r>
            <a:r>
              <a:rPr lang="en-ID" b="1" dirty="0"/>
              <a:t>			:</a:t>
            </a:r>
            <a:r>
              <a:rPr lang="en-ID" dirty="0" err="1"/>
              <a:t>Berapa</a:t>
            </a:r>
            <a:r>
              <a:rPr lang="en-ID" dirty="0"/>
              <a:t> </a:t>
            </a:r>
            <a:r>
              <a:rPr lang="en-ID" dirty="0" err="1"/>
              <a:t>harga</a:t>
            </a:r>
            <a:r>
              <a:rPr lang="en-ID" dirty="0"/>
              <a:t> </a:t>
            </a:r>
            <a:r>
              <a:rPr lang="en-ID" dirty="0" err="1"/>
              <a:t>kamar</a:t>
            </a:r>
            <a:r>
              <a:rPr lang="en-ID" dirty="0"/>
              <a:t> </a:t>
            </a:r>
            <a:r>
              <a:rPr lang="en-ID" dirty="0" err="1"/>
              <a:t>standar</a:t>
            </a:r>
            <a:r>
              <a:rPr lang="en-ID" dirty="0"/>
              <a:t>?</a:t>
            </a:r>
          </a:p>
          <a:p>
            <a:pPr marL="0" indent="0">
              <a:buNone/>
              <a:tabLst>
                <a:tab pos="1793875" algn="l"/>
              </a:tabLst>
            </a:pPr>
            <a:r>
              <a:rPr lang="en-ID" b="1" dirty="0" err="1"/>
              <a:t>Petugas</a:t>
            </a:r>
            <a:r>
              <a:rPr lang="en-ID" b="1" dirty="0"/>
              <a:t> Hotel	:</a:t>
            </a:r>
            <a:r>
              <a:rPr lang="en-ID" dirty="0" err="1"/>
              <a:t>Kamar</a:t>
            </a:r>
            <a:r>
              <a:rPr lang="en-ID" dirty="0"/>
              <a:t> </a:t>
            </a:r>
            <a:r>
              <a:rPr lang="en-ID" dirty="0" err="1"/>
              <a:t>standar</a:t>
            </a:r>
            <a:r>
              <a:rPr lang="en-ID" dirty="0"/>
              <a:t> Rp400.000 per </a:t>
            </a:r>
            <a:r>
              <a:rPr lang="en-ID" dirty="0" err="1"/>
              <a:t>malam</a:t>
            </a:r>
            <a:r>
              <a:rPr lang="en-ID" dirty="0"/>
              <a:t>, </a:t>
            </a:r>
            <a:r>
              <a:rPr lang="en-ID" dirty="0" err="1"/>
              <a:t>kamar</a:t>
            </a:r>
            <a:r>
              <a:rPr lang="en-ID" dirty="0"/>
              <a:t> deluxe 				Rp600.000 per </a:t>
            </a:r>
            <a:r>
              <a:rPr lang="en-ID" dirty="0" err="1"/>
              <a:t>malam</a:t>
            </a:r>
            <a:r>
              <a:rPr lang="en-ID" dirty="0"/>
              <a:t>.</a:t>
            </a:r>
          </a:p>
          <a:p>
            <a:pPr marL="0" indent="0">
              <a:buNone/>
              <a:tabLst>
                <a:tab pos="1793875" algn="l"/>
              </a:tabLst>
            </a:pPr>
            <a:r>
              <a:rPr lang="en-ID" b="1" dirty="0" err="1"/>
              <a:t>Tamu</a:t>
            </a:r>
            <a:r>
              <a:rPr lang="en-ID" b="1" dirty="0"/>
              <a:t>			:</a:t>
            </a:r>
            <a:r>
              <a:rPr lang="en-ID" dirty="0"/>
              <a:t>Saya </a:t>
            </a:r>
            <a:r>
              <a:rPr lang="en-ID" dirty="0" err="1"/>
              <a:t>pesan</a:t>
            </a:r>
            <a:r>
              <a:rPr lang="en-ID" dirty="0"/>
              <a:t> </a:t>
            </a:r>
            <a:r>
              <a:rPr lang="en-ID" dirty="0" err="1"/>
              <a:t>kamar</a:t>
            </a:r>
            <a:r>
              <a:rPr lang="en-ID" dirty="0"/>
              <a:t> </a:t>
            </a:r>
            <a:r>
              <a:rPr lang="en-ID" dirty="0" err="1"/>
              <a:t>standar</a:t>
            </a:r>
            <a:r>
              <a:rPr lang="en-ID" dirty="0"/>
              <a:t>, </a:t>
            </a:r>
            <a:r>
              <a:rPr lang="en-ID" dirty="0" err="1"/>
              <a:t>ya</a:t>
            </a:r>
            <a:r>
              <a:rPr lang="en-ID" dirty="0"/>
              <a:t>.</a:t>
            </a:r>
          </a:p>
          <a:p>
            <a:pPr marL="0" indent="0">
              <a:buNone/>
              <a:tabLst>
                <a:tab pos="1793875" algn="l"/>
              </a:tabLst>
            </a:pPr>
            <a:r>
              <a:rPr lang="en-ID" b="1" dirty="0" err="1"/>
              <a:t>Petugas</a:t>
            </a:r>
            <a:r>
              <a:rPr lang="en-ID" b="1" dirty="0"/>
              <a:t> Hotel	:</a:t>
            </a:r>
            <a:r>
              <a:rPr lang="en-ID" dirty="0" err="1"/>
              <a:t>Baik</a:t>
            </a:r>
            <a:r>
              <a:rPr lang="en-ID" dirty="0"/>
              <a:t>. </a:t>
            </a:r>
            <a:r>
              <a:rPr lang="en-ID" dirty="0" err="1"/>
              <a:t>Atas</a:t>
            </a:r>
            <a:r>
              <a:rPr lang="en-ID" dirty="0"/>
              <a:t> </a:t>
            </a:r>
            <a:r>
              <a:rPr lang="en-ID" dirty="0" err="1"/>
              <a:t>nama</a:t>
            </a:r>
            <a:r>
              <a:rPr lang="en-ID" dirty="0"/>
              <a:t> </a:t>
            </a:r>
            <a:r>
              <a:rPr lang="en-ID" dirty="0" err="1"/>
              <a:t>siapa</a:t>
            </a:r>
            <a:r>
              <a:rPr lang="en-ID" dirty="0"/>
              <a:t>?</a:t>
            </a:r>
          </a:p>
          <a:p>
            <a:pPr marL="0" indent="0">
              <a:buNone/>
              <a:tabLst>
                <a:tab pos="1793875" algn="l"/>
              </a:tabLst>
            </a:pPr>
            <a:r>
              <a:rPr lang="en-ID" b="1" dirty="0" err="1"/>
              <a:t>Tamu</a:t>
            </a:r>
            <a:r>
              <a:rPr lang="en-ID" b="1" dirty="0"/>
              <a:t>			:</a:t>
            </a:r>
            <a:r>
              <a:rPr lang="en-ID" dirty="0" err="1"/>
              <a:t>Atas</a:t>
            </a:r>
            <a:r>
              <a:rPr lang="en-ID" dirty="0"/>
              <a:t> </a:t>
            </a:r>
            <a:r>
              <a:rPr lang="en-ID" dirty="0" err="1"/>
              <a:t>nama</a:t>
            </a:r>
            <a:r>
              <a:rPr lang="en-ID" dirty="0"/>
              <a:t> John Smith.</a:t>
            </a:r>
          </a:p>
          <a:p>
            <a:pPr marL="0" indent="0">
              <a:buNone/>
              <a:tabLst>
                <a:tab pos="1793875" algn="l"/>
              </a:tabLst>
            </a:pPr>
            <a:r>
              <a:rPr lang="en-ID" b="1" dirty="0" err="1"/>
              <a:t>Petugas</a:t>
            </a:r>
            <a:r>
              <a:rPr lang="en-ID" b="1" dirty="0"/>
              <a:t> Hotel	:</a:t>
            </a:r>
            <a:r>
              <a:rPr lang="en-ID" dirty="0" err="1"/>
              <a:t>Baik</a:t>
            </a:r>
            <a:r>
              <a:rPr lang="en-ID" dirty="0"/>
              <a:t>, Pak John. </a:t>
            </a:r>
            <a:r>
              <a:rPr lang="en-ID" dirty="0" err="1"/>
              <a:t>Ini</a:t>
            </a:r>
            <a:r>
              <a:rPr lang="en-ID" dirty="0"/>
              <a:t> </a:t>
            </a:r>
            <a:r>
              <a:rPr lang="en-ID" dirty="0" err="1"/>
              <a:t>kuncinya</a:t>
            </a:r>
            <a:r>
              <a:rPr lang="en-ID" dirty="0"/>
              <a:t>. </a:t>
            </a:r>
            <a:r>
              <a:rPr lang="en-ID" dirty="0" err="1"/>
              <a:t>Silakan</a:t>
            </a:r>
            <a:r>
              <a:rPr lang="en-ID" dirty="0"/>
              <a:t> </a:t>
            </a:r>
            <a:r>
              <a:rPr lang="en-ID" dirty="0" err="1"/>
              <a:t>ke</a:t>
            </a:r>
            <a:r>
              <a:rPr lang="en-ID" dirty="0"/>
              <a:t> </a:t>
            </a:r>
            <a:r>
              <a:rPr lang="en-ID" dirty="0" err="1"/>
              <a:t>kamar</a:t>
            </a:r>
            <a:r>
              <a:rPr lang="en-ID" dirty="0"/>
              <a:t> </a:t>
            </a:r>
            <a:r>
              <a:rPr lang="en-ID" dirty="0" err="1"/>
              <a:t>nomor</a:t>
            </a:r>
            <a:r>
              <a:rPr lang="en-ID" dirty="0"/>
              <a:t> 204.</a:t>
            </a:r>
          </a:p>
          <a:p>
            <a:pPr marL="0" indent="0">
              <a:buNone/>
              <a:tabLst>
                <a:tab pos="1793875" algn="l"/>
              </a:tabLst>
            </a:pPr>
            <a:r>
              <a:rPr lang="en-ID" b="1" dirty="0" err="1"/>
              <a:t>Tamu</a:t>
            </a:r>
            <a:r>
              <a:rPr lang="en-ID" b="1" dirty="0"/>
              <a:t>			:</a:t>
            </a:r>
            <a:r>
              <a:rPr lang="en-ID" dirty="0" err="1"/>
              <a:t>Terima</a:t>
            </a:r>
            <a:r>
              <a:rPr lang="en-ID" dirty="0"/>
              <a:t> </a:t>
            </a:r>
            <a:r>
              <a:rPr lang="en-ID" dirty="0" err="1"/>
              <a:t>kasih</a:t>
            </a:r>
            <a:r>
              <a:rPr lang="en-ID" dirty="0"/>
              <a:t>.</a:t>
            </a:r>
          </a:p>
          <a:p>
            <a:pPr marL="0" indent="0">
              <a:buNone/>
              <a:tabLst>
                <a:tab pos="1793875" algn="l"/>
              </a:tabLst>
            </a:pPr>
            <a:endParaRPr lang="en-ID" dirty="0"/>
          </a:p>
        </p:txBody>
      </p:sp>
    </p:spTree>
    <p:extLst>
      <p:ext uri="{BB962C8B-B14F-4D97-AF65-F5344CB8AC3E}">
        <p14:creationId xmlns:p14="http://schemas.microsoft.com/office/powerpoint/2010/main" val="3603682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a:extLst>
              <a:ext uri="{FF2B5EF4-FFF2-40B4-BE49-F238E27FC236}">
                <a16:creationId xmlns:a16="http://schemas.microsoft.com/office/drawing/2014/main" id="{C8D64C3E-A209-4C3D-99BA-25FA560A6775}"/>
              </a:ext>
            </a:extLst>
          </p:cNvPr>
          <p:cNvGraphicFramePr>
            <a:graphicFrameLocks noGrp="1"/>
          </p:cNvGraphicFramePr>
          <p:nvPr>
            <p:ph idx="1"/>
            <p:extLst>
              <p:ext uri="{D42A27DB-BD31-4B8C-83A1-F6EECF244321}">
                <p14:modId xmlns:p14="http://schemas.microsoft.com/office/powerpoint/2010/main" val="2167138413"/>
              </p:ext>
            </p:extLst>
          </p:nvPr>
        </p:nvGraphicFramePr>
        <p:xfrm>
          <a:off x="838200" y="332509"/>
          <a:ext cx="10515600" cy="6234550"/>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941216714"/>
                    </a:ext>
                  </a:extLst>
                </a:gridCol>
                <a:gridCol w="5257800">
                  <a:extLst>
                    <a:ext uri="{9D8B030D-6E8A-4147-A177-3AD203B41FA5}">
                      <a16:colId xmlns:a16="http://schemas.microsoft.com/office/drawing/2014/main" val="3736586043"/>
                    </a:ext>
                  </a:extLst>
                </a:gridCol>
              </a:tblGrid>
              <a:tr h="623455">
                <a:tc>
                  <a:txBody>
                    <a:bodyPr/>
                    <a:lstStyle/>
                    <a:p>
                      <a:pPr algn="ctr">
                        <a:lnSpc>
                          <a:spcPct val="107000"/>
                        </a:lnSpc>
                        <a:spcAft>
                          <a:spcPts val="0"/>
                        </a:spcAft>
                      </a:pP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03147406"/>
                  </a:ext>
                </a:extLst>
              </a:tr>
              <a:tr h="623455">
                <a:tc>
                  <a:txBody>
                    <a:bodyPr/>
                    <a:lstStyle/>
                    <a:p>
                      <a:pPr>
                        <a:lnSpc>
                          <a:spcPct val="107000"/>
                        </a:lnSpc>
                        <a:spcAft>
                          <a:spcPts val="0"/>
                        </a:spcAft>
                      </a:pPr>
                      <a:r>
                        <a:rPr lang="en-ID" sz="2400" dirty="0" err="1">
                          <a:effectLst/>
                        </a:rPr>
                        <a:t>Apakah</a:t>
                      </a:r>
                      <a:r>
                        <a:rPr lang="en-ID" sz="2400" dirty="0">
                          <a:effectLst/>
                        </a:rPr>
                        <a:t> </a:t>
                      </a:r>
                      <a:r>
                        <a:rPr lang="en-ID" sz="2400" dirty="0" err="1">
                          <a:effectLst/>
                        </a:rPr>
                        <a:t>kamar</a:t>
                      </a:r>
                      <a:r>
                        <a:rPr lang="en-ID" sz="2400" dirty="0">
                          <a:effectLst/>
                        </a:rPr>
                        <a:t> </a:t>
                      </a:r>
                      <a:r>
                        <a:rPr lang="en-ID" sz="2400" dirty="0" err="1">
                          <a:effectLst/>
                        </a:rPr>
                        <a:t>termasuk</a:t>
                      </a:r>
                      <a:r>
                        <a:rPr lang="en-ID" sz="2400" dirty="0">
                          <a:effectLst/>
                        </a:rPr>
                        <a:t> </a:t>
                      </a:r>
                      <a:r>
                        <a:rPr lang="en-ID" sz="2400" dirty="0" err="1">
                          <a:effectLst/>
                        </a:rPr>
                        <a:t>sarapan</a:t>
                      </a:r>
                      <a:r>
                        <a:rPr lang="en-ID" sz="2400" dirty="0">
                          <a:effectLst/>
                        </a:rPr>
                        <a:t>?</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Is breakfast included?</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25822309"/>
                  </a:ext>
                </a:extLst>
              </a:tr>
              <a:tr h="623455">
                <a:tc>
                  <a:txBody>
                    <a:bodyPr/>
                    <a:lstStyle/>
                    <a:p>
                      <a:pPr>
                        <a:lnSpc>
                          <a:spcPct val="107000"/>
                        </a:lnSpc>
                        <a:spcAft>
                          <a:spcPts val="0"/>
                        </a:spcAft>
                      </a:pPr>
                      <a:r>
                        <a:rPr lang="en-ID" sz="2400">
                          <a:effectLst/>
                        </a:rPr>
                        <a:t>Apakah ada Wi-Fi?</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Is there Wi-Fi?</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86906998"/>
                  </a:ext>
                </a:extLst>
              </a:tr>
              <a:tr h="623455">
                <a:tc>
                  <a:txBody>
                    <a:bodyPr/>
                    <a:lstStyle/>
                    <a:p>
                      <a:pPr>
                        <a:lnSpc>
                          <a:spcPct val="107000"/>
                        </a:lnSpc>
                        <a:spcAft>
                          <a:spcPts val="0"/>
                        </a:spcAft>
                      </a:pPr>
                      <a:r>
                        <a:rPr lang="en-ID" sz="2400">
                          <a:effectLst/>
                        </a:rPr>
                        <a:t>Apakah ada AC?</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Is there air conditioning?</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61012445"/>
                  </a:ext>
                </a:extLst>
              </a:tr>
              <a:tr h="623455">
                <a:tc>
                  <a:txBody>
                    <a:bodyPr/>
                    <a:lstStyle/>
                    <a:p>
                      <a:pPr>
                        <a:lnSpc>
                          <a:spcPct val="107000"/>
                        </a:lnSpc>
                        <a:spcAft>
                          <a:spcPts val="0"/>
                        </a:spcAft>
                      </a:pPr>
                      <a:r>
                        <a:rPr lang="en-ID" sz="2400">
                          <a:effectLst/>
                        </a:rPr>
                        <a:t>Apakah boleh merokok di kamar?</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Is smoking allowed in the room?</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29278399"/>
                  </a:ext>
                </a:extLst>
              </a:tr>
              <a:tr h="623455">
                <a:tc>
                  <a:txBody>
                    <a:bodyPr/>
                    <a:lstStyle/>
                    <a:p>
                      <a:pPr>
                        <a:lnSpc>
                          <a:spcPct val="107000"/>
                        </a:lnSpc>
                        <a:spcAft>
                          <a:spcPts val="0"/>
                        </a:spcAft>
                      </a:pPr>
                      <a:r>
                        <a:rPr lang="en-ID" sz="2400">
                          <a:effectLst/>
                        </a:rPr>
                        <a:t>Apakah ada air panas?</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Is there hot water?</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12405426"/>
                  </a:ext>
                </a:extLst>
              </a:tr>
              <a:tr h="623455">
                <a:tc>
                  <a:txBody>
                    <a:bodyPr/>
                    <a:lstStyle/>
                    <a:p>
                      <a:pPr>
                        <a:lnSpc>
                          <a:spcPct val="107000"/>
                        </a:lnSpc>
                        <a:spcAft>
                          <a:spcPts val="0"/>
                        </a:spcAft>
                      </a:pPr>
                      <a:r>
                        <a:rPr lang="en-ID" sz="2400">
                          <a:effectLst/>
                        </a:rPr>
                        <a:t>Apakah ada parkir?</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Is there parking?</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5481257"/>
                  </a:ext>
                </a:extLst>
              </a:tr>
              <a:tr h="623455">
                <a:tc>
                  <a:txBody>
                    <a:bodyPr/>
                    <a:lstStyle/>
                    <a:p>
                      <a:pPr>
                        <a:lnSpc>
                          <a:spcPct val="107000"/>
                        </a:lnSpc>
                        <a:spcAft>
                          <a:spcPts val="0"/>
                        </a:spcAft>
                      </a:pPr>
                      <a:r>
                        <a:rPr lang="en-ID" sz="2400">
                          <a:effectLst/>
                        </a:rPr>
                        <a:t>Apakah bisa tambah kasur?</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Can I add an extra bed?</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18539467"/>
                  </a:ext>
                </a:extLst>
              </a:tr>
              <a:tr h="623455">
                <a:tc>
                  <a:txBody>
                    <a:bodyPr/>
                    <a:lstStyle/>
                    <a:p>
                      <a:pPr>
                        <a:lnSpc>
                          <a:spcPct val="107000"/>
                        </a:lnSpc>
                        <a:spcAft>
                          <a:spcPts val="0"/>
                        </a:spcAft>
                      </a:pPr>
                      <a:r>
                        <a:rPr lang="en-ID" sz="2400">
                          <a:effectLst/>
                        </a:rPr>
                        <a:t>Apakah bisa check-in lebih awal?</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a:effectLst/>
                        </a:rPr>
                        <a:t>Can I check in earlier?</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4093640"/>
                  </a:ext>
                </a:extLst>
              </a:tr>
              <a:tr h="623455">
                <a:tc>
                  <a:txBody>
                    <a:bodyPr/>
                    <a:lstStyle/>
                    <a:p>
                      <a:pPr>
                        <a:lnSpc>
                          <a:spcPct val="107000"/>
                        </a:lnSpc>
                        <a:spcAft>
                          <a:spcPts val="0"/>
                        </a:spcAft>
                      </a:pPr>
                      <a:r>
                        <a:rPr lang="en-ID" sz="2400">
                          <a:effectLst/>
                        </a:rPr>
                        <a:t>Saya ingin check-out jam 6 pagi</a:t>
                      </a:r>
                      <a:endParaRPr lang="en-ID"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400" dirty="0">
                          <a:effectLst/>
                        </a:rPr>
                        <a:t>I want to check out at 6 a.m.</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9020448"/>
                  </a:ext>
                </a:extLst>
              </a:tr>
            </a:tbl>
          </a:graphicData>
        </a:graphic>
      </p:graphicFrame>
    </p:spTree>
    <p:extLst>
      <p:ext uri="{BB962C8B-B14F-4D97-AF65-F5344CB8AC3E}">
        <p14:creationId xmlns:p14="http://schemas.microsoft.com/office/powerpoint/2010/main" val="501979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7ECCA-1EC7-4AA5-8BA0-32809642D581}"/>
              </a:ext>
            </a:extLst>
          </p:cNvPr>
          <p:cNvSpPr>
            <a:spLocks noGrp="1"/>
          </p:cNvSpPr>
          <p:nvPr>
            <p:ph type="title"/>
          </p:nvPr>
        </p:nvSpPr>
        <p:spPr>
          <a:xfrm>
            <a:off x="2445689" y="365125"/>
            <a:ext cx="6120740" cy="1325563"/>
          </a:xfrm>
        </p:spPr>
        <p:txBody>
          <a:bodyPr/>
          <a:lstStyle/>
          <a:p>
            <a:r>
              <a:rPr lang="en-US" dirty="0" err="1"/>
              <a:t>Praktik</a:t>
            </a:r>
            <a:r>
              <a:rPr lang="en-US" dirty="0"/>
              <a:t> </a:t>
            </a:r>
            <a:r>
              <a:rPr lang="en-US" dirty="0" err="1"/>
              <a:t>Pesan</a:t>
            </a:r>
            <a:r>
              <a:rPr lang="en-US" dirty="0"/>
              <a:t> </a:t>
            </a:r>
            <a:r>
              <a:rPr lang="en-US" dirty="0" err="1"/>
              <a:t>kamar</a:t>
            </a:r>
            <a:r>
              <a:rPr lang="en-US" dirty="0"/>
              <a:t> Hotel</a:t>
            </a:r>
            <a:endParaRPr lang="en-ID" dirty="0"/>
          </a:p>
        </p:txBody>
      </p:sp>
      <p:pic>
        <p:nvPicPr>
          <p:cNvPr id="4100" name="Picture 4" descr="How To Book Hotel Room? | English Conversation On Hotel | English  Conversation Hotel Reservation - YouTube">
            <a:extLst>
              <a:ext uri="{FF2B5EF4-FFF2-40B4-BE49-F238E27FC236}">
                <a16:creationId xmlns:a16="http://schemas.microsoft.com/office/drawing/2014/main" id="{23C5400C-D981-4E17-B00C-B4BD74E009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62" t="1153" r="7418"/>
          <a:stretch/>
        </p:blipFill>
        <p:spPr bwMode="auto">
          <a:xfrm>
            <a:off x="1603170" y="1690688"/>
            <a:ext cx="7805779"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118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BBC9B-1C30-4AA6-9D41-D31710BEA529}"/>
              </a:ext>
            </a:extLst>
          </p:cNvPr>
          <p:cNvSpPr>
            <a:spLocks noGrp="1"/>
          </p:cNvSpPr>
          <p:nvPr>
            <p:ph type="title"/>
          </p:nvPr>
        </p:nvSpPr>
        <p:spPr/>
        <p:txBody>
          <a:bodyPr/>
          <a:lstStyle/>
          <a:p>
            <a:r>
              <a:rPr lang="en-US" dirty="0" err="1"/>
              <a:t>Buat</a:t>
            </a:r>
            <a:r>
              <a:rPr lang="en-US" dirty="0"/>
              <a:t> </a:t>
            </a:r>
            <a:r>
              <a:rPr lang="en-US" dirty="0" err="1"/>
              <a:t>rencana</a:t>
            </a:r>
            <a:r>
              <a:rPr lang="en-US" dirty="0"/>
              <a:t> </a:t>
            </a:r>
            <a:r>
              <a:rPr lang="en-US" dirty="0" err="1"/>
              <a:t>liburan</a:t>
            </a:r>
            <a:r>
              <a:rPr lang="en-US" dirty="0"/>
              <a:t> (itinerary)</a:t>
            </a:r>
            <a:endParaRPr lang="en-ID" dirty="0"/>
          </a:p>
        </p:txBody>
      </p:sp>
      <p:graphicFrame>
        <p:nvGraphicFramePr>
          <p:cNvPr id="4" name="Table 4">
            <a:extLst>
              <a:ext uri="{FF2B5EF4-FFF2-40B4-BE49-F238E27FC236}">
                <a16:creationId xmlns:a16="http://schemas.microsoft.com/office/drawing/2014/main" id="{D989975A-A134-4557-8616-E9289F30E055}"/>
              </a:ext>
            </a:extLst>
          </p:cNvPr>
          <p:cNvGraphicFramePr>
            <a:graphicFrameLocks noGrp="1"/>
          </p:cNvGraphicFramePr>
          <p:nvPr>
            <p:ph idx="1"/>
            <p:extLst>
              <p:ext uri="{D42A27DB-BD31-4B8C-83A1-F6EECF244321}">
                <p14:modId xmlns:p14="http://schemas.microsoft.com/office/powerpoint/2010/main" val="2547693817"/>
              </p:ext>
            </p:extLst>
          </p:nvPr>
        </p:nvGraphicFramePr>
        <p:xfrm>
          <a:off x="838199" y="1825625"/>
          <a:ext cx="10621488" cy="4302046"/>
        </p:xfrm>
        <a:graphic>
          <a:graphicData uri="http://schemas.openxmlformats.org/drawingml/2006/table">
            <a:tbl>
              <a:tblPr firstRow="1" bandRow="1">
                <a:tableStyleId>{5C22544A-7EE6-4342-B048-85BDC9FD1C3A}</a:tableStyleId>
              </a:tblPr>
              <a:tblGrid>
                <a:gridCol w="2655372">
                  <a:extLst>
                    <a:ext uri="{9D8B030D-6E8A-4147-A177-3AD203B41FA5}">
                      <a16:colId xmlns:a16="http://schemas.microsoft.com/office/drawing/2014/main" val="4047289205"/>
                    </a:ext>
                  </a:extLst>
                </a:gridCol>
                <a:gridCol w="2655372">
                  <a:extLst>
                    <a:ext uri="{9D8B030D-6E8A-4147-A177-3AD203B41FA5}">
                      <a16:colId xmlns:a16="http://schemas.microsoft.com/office/drawing/2014/main" val="3078465752"/>
                    </a:ext>
                  </a:extLst>
                </a:gridCol>
                <a:gridCol w="2655372">
                  <a:extLst>
                    <a:ext uri="{9D8B030D-6E8A-4147-A177-3AD203B41FA5}">
                      <a16:colId xmlns:a16="http://schemas.microsoft.com/office/drawing/2014/main" val="1310219533"/>
                    </a:ext>
                  </a:extLst>
                </a:gridCol>
                <a:gridCol w="2655372">
                  <a:extLst>
                    <a:ext uri="{9D8B030D-6E8A-4147-A177-3AD203B41FA5}">
                      <a16:colId xmlns:a16="http://schemas.microsoft.com/office/drawing/2014/main" val="560410156"/>
                    </a:ext>
                  </a:extLst>
                </a:gridCol>
              </a:tblGrid>
              <a:tr h="614578">
                <a:tc>
                  <a:txBody>
                    <a:bodyPr/>
                    <a:lstStyle/>
                    <a:p>
                      <a:r>
                        <a:rPr lang="en-US" dirty="0"/>
                        <a:t>Hari – </a:t>
                      </a:r>
                      <a:r>
                        <a:rPr lang="en-US" dirty="0" err="1"/>
                        <a:t>waktu</a:t>
                      </a:r>
                      <a:endParaRPr lang="en-ID" dirty="0"/>
                    </a:p>
                  </a:txBody>
                  <a:tcPr/>
                </a:tc>
                <a:tc>
                  <a:txBody>
                    <a:bodyPr/>
                    <a:lstStyle/>
                    <a:p>
                      <a:r>
                        <a:rPr lang="en-US" dirty="0" err="1"/>
                        <a:t>Lokasi</a:t>
                      </a:r>
                      <a:endParaRPr lang="en-ID" dirty="0"/>
                    </a:p>
                  </a:txBody>
                  <a:tcPr/>
                </a:tc>
                <a:tc>
                  <a:txBody>
                    <a:bodyPr/>
                    <a:lstStyle/>
                    <a:p>
                      <a:r>
                        <a:rPr lang="en-US" dirty="0" err="1"/>
                        <a:t>Kegiatan</a:t>
                      </a:r>
                      <a:endParaRPr lang="en-ID" dirty="0"/>
                    </a:p>
                  </a:txBody>
                  <a:tcPr/>
                </a:tc>
                <a:tc>
                  <a:txBody>
                    <a:bodyPr/>
                    <a:lstStyle/>
                    <a:p>
                      <a:r>
                        <a:rPr lang="en-US" dirty="0" err="1"/>
                        <a:t>Biaya</a:t>
                      </a:r>
                      <a:r>
                        <a:rPr lang="en-US" dirty="0"/>
                        <a:t> </a:t>
                      </a:r>
                      <a:endParaRPr lang="en-ID" dirty="0"/>
                    </a:p>
                  </a:txBody>
                  <a:tcPr/>
                </a:tc>
                <a:extLst>
                  <a:ext uri="{0D108BD9-81ED-4DB2-BD59-A6C34878D82A}">
                    <a16:rowId xmlns:a16="http://schemas.microsoft.com/office/drawing/2014/main" val="2623995523"/>
                  </a:ext>
                </a:extLst>
              </a:tr>
              <a:tr h="614578">
                <a:tc>
                  <a:txBody>
                    <a:bodyPr/>
                    <a:lstStyle/>
                    <a:p>
                      <a:endParaRPr lang="en-ID" dirty="0"/>
                    </a:p>
                  </a:txBody>
                  <a:tcPr/>
                </a:tc>
                <a:tc>
                  <a:txBody>
                    <a:bodyPr/>
                    <a:lstStyle/>
                    <a:p>
                      <a:endParaRPr lang="en-ID"/>
                    </a:p>
                  </a:txBody>
                  <a:tcPr/>
                </a:tc>
                <a:tc>
                  <a:txBody>
                    <a:bodyPr/>
                    <a:lstStyle/>
                    <a:p>
                      <a:endParaRPr lang="en-ID"/>
                    </a:p>
                  </a:txBody>
                  <a:tcPr/>
                </a:tc>
                <a:tc>
                  <a:txBody>
                    <a:bodyPr/>
                    <a:lstStyle/>
                    <a:p>
                      <a:endParaRPr lang="en-ID"/>
                    </a:p>
                  </a:txBody>
                  <a:tcPr/>
                </a:tc>
                <a:extLst>
                  <a:ext uri="{0D108BD9-81ED-4DB2-BD59-A6C34878D82A}">
                    <a16:rowId xmlns:a16="http://schemas.microsoft.com/office/drawing/2014/main" val="1039895883"/>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a:p>
                  </a:txBody>
                  <a:tcPr/>
                </a:tc>
                <a:extLst>
                  <a:ext uri="{0D108BD9-81ED-4DB2-BD59-A6C34878D82A}">
                    <a16:rowId xmlns:a16="http://schemas.microsoft.com/office/drawing/2014/main" val="1111289560"/>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4272224431"/>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3285712637"/>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495006355"/>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2041749476"/>
                  </a:ext>
                </a:extLst>
              </a:tr>
            </a:tbl>
          </a:graphicData>
        </a:graphic>
      </p:graphicFrame>
    </p:spTree>
    <p:extLst>
      <p:ext uri="{BB962C8B-B14F-4D97-AF65-F5344CB8AC3E}">
        <p14:creationId xmlns:p14="http://schemas.microsoft.com/office/powerpoint/2010/main" val="3711318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797402-2919-4835-899A-0B719BDF282E}"/>
              </a:ext>
            </a:extLst>
          </p:cNvPr>
          <p:cNvSpPr txBox="1"/>
          <p:nvPr/>
        </p:nvSpPr>
        <p:spPr>
          <a:xfrm>
            <a:off x="429784" y="479217"/>
            <a:ext cx="6436311" cy="671851"/>
          </a:xfrm>
          <a:prstGeom prst="rect">
            <a:avLst/>
          </a:prstGeom>
          <a:solidFill>
            <a:schemeClr val="accent1"/>
          </a:solidFill>
        </p:spPr>
        <p:txBody>
          <a:bodyPr wrap="square">
            <a:spAutoFit/>
          </a:bodyPr>
          <a:lstStyle/>
          <a:p>
            <a:pPr algn="ctr">
              <a:lnSpc>
                <a:spcPct val="150000"/>
              </a:lnSpc>
            </a:pPr>
            <a:r>
              <a:rPr lang="en-US" sz="2800" b="1" dirty="0" err="1">
                <a:solidFill>
                  <a:srgbClr val="000000"/>
                </a:solidFill>
                <a:latin typeface="Arvo"/>
              </a:rPr>
              <a:t>Kecuali</a:t>
            </a:r>
            <a:r>
              <a:rPr lang="en-US" sz="2800" b="1" dirty="0">
                <a:solidFill>
                  <a:srgbClr val="000000"/>
                </a:solidFill>
                <a:latin typeface="Arvo"/>
              </a:rPr>
              <a:t>, </a:t>
            </a:r>
            <a:r>
              <a:rPr lang="en-US" sz="2800" b="1" dirty="0" err="1">
                <a:solidFill>
                  <a:srgbClr val="000000"/>
                </a:solidFill>
                <a:latin typeface="Arvo"/>
              </a:rPr>
              <a:t>Selain</a:t>
            </a:r>
            <a:r>
              <a:rPr lang="en-US" sz="2800" b="1" dirty="0">
                <a:solidFill>
                  <a:srgbClr val="000000"/>
                </a:solidFill>
                <a:latin typeface="Arvo"/>
              </a:rPr>
              <a:t>, </a:t>
            </a:r>
            <a:r>
              <a:rPr lang="en-US" sz="2800" b="1" dirty="0" err="1">
                <a:solidFill>
                  <a:srgbClr val="000000"/>
                </a:solidFill>
                <a:latin typeface="Arvo"/>
              </a:rPr>
              <a:t>Termasuk</a:t>
            </a:r>
            <a:endParaRPr lang="en-ID" sz="2800" b="1" i="0" u="none" strike="noStrike" baseline="0" dirty="0">
              <a:solidFill>
                <a:srgbClr val="000000"/>
              </a:solidFill>
              <a:latin typeface="Arvo"/>
            </a:endParaRPr>
          </a:p>
        </p:txBody>
      </p:sp>
      <p:sp>
        <p:nvSpPr>
          <p:cNvPr id="2" name="TextBox 1"/>
          <p:cNvSpPr txBox="1"/>
          <p:nvPr/>
        </p:nvSpPr>
        <p:spPr>
          <a:xfrm>
            <a:off x="161365" y="2111189"/>
            <a:ext cx="11846859" cy="2862322"/>
          </a:xfrm>
          <a:prstGeom prst="rect">
            <a:avLst/>
          </a:prstGeom>
          <a:noFill/>
        </p:spPr>
        <p:txBody>
          <a:bodyPr wrap="square" rtlCol="0">
            <a:spAutoFit/>
          </a:bodyPr>
          <a:lstStyle/>
          <a:p>
            <a:r>
              <a:rPr lang="en-US" sz="3600" dirty="0" err="1"/>
              <a:t>Semua</a:t>
            </a:r>
            <a:r>
              <a:rPr lang="en-US" sz="3600" dirty="0"/>
              <a:t> orang </a:t>
            </a:r>
            <a:r>
              <a:rPr lang="en-US" sz="3600" dirty="0" err="1"/>
              <a:t>datang</a:t>
            </a:r>
            <a:r>
              <a:rPr lang="en-US" sz="3600" dirty="0"/>
              <a:t> </a:t>
            </a:r>
            <a:r>
              <a:rPr lang="en-US" sz="3600" dirty="0" err="1"/>
              <a:t>ke</a:t>
            </a:r>
            <a:r>
              <a:rPr lang="en-US" sz="3600" dirty="0"/>
              <a:t> museum, </a:t>
            </a:r>
            <a:r>
              <a:rPr lang="en-US" sz="3600" u="sng" dirty="0" err="1">
                <a:effectLst>
                  <a:outerShdw blurRad="38100" dist="38100" dir="2700000" algn="tl">
                    <a:srgbClr val="000000">
                      <a:alpha val="43137"/>
                    </a:srgbClr>
                  </a:outerShdw>
                </a:effectLst>
              </a:rPr>
              <a:t>kecuali</a:t>
            </a:r>
            <a:r>
              <a:rPr lang="en-US" sz="3600" dirty="0"/>
              <a:t> Budi.</a:t>
            </a:r>
          </a:p>
          <a:p>
            <a:endParaRPr lang="en-US" sz="3600" dirty="0"/>
          </a:p>
          <a:p>
            <a:r>
              <a:rPr lang="en-US" sz="3600" dirty="0" err="1"/>
              <a:t>Semua</a:t>
            </a:r>
            <a:r>
              <a:rPr lang="en-US" sz="3600" dirty="0"/>
              <a:t> </a:t>
            </a:r>
            <a:r>
              <a:rPr lang="en-US" sz="3600" dirty="0" err="1"/>
              <a:t>makanan</a:t>
            </a:r>
            <a:r>
              <a:rPr lang="en-US" sz="3600" dirty="0"/>
              <a:t> Indonesia </a:t>
            </a:r>
            <a:r>
              <a:rPr lang="en-US" sz="3600" dirty="0" err="1"/>
              <a:t>saya</a:t>
            </a:r>
            <a:r>
              <a:rPr lang="en-US" sz="3600" dirty="0"/>
              <a:t> </a:t>
            </a:r>
            <a:r>
              <a:rPr lang="en-US" sz="3600" dirty="0" err="1"/>
              <a:t>suka</a:t>
            </a:r>
            <a:r>
              <a:rPr lang="en-US" sz="3600" dirty="0"/>
              <a:t>, </a:t>
            </a:r>
            <a:r>
              <a:rPr lang="en-US" sz="3600" u="sng" dirty="0" err="1">
                <a:effectLst>
                  <a:outerShdw blurRad="38100" dist="38100" dir="2700000" algn="tl">
                    <a:srgbClr val="000000">
                      <a:alpha val="43137"/>
                    </a:srgbClr>
                  </a:outerShdw>
                </a:effectLst>
              </a:rPr>
              <a:t>termasuk</a:t>
            </a:r>
            <a:r>
              <a:rPr lang="en-US" sz="3600" dirty="0"/>
              <a:t> </a:t>
            </a:r>
            <a:r>
              <a:rPr lang="en-US" sz="3600" dirty="0" err="1"/>
              <a:t>nasi</a:t>
            </a:r>
            <a:r>
              <a:rPr lang="en-US" sz="3600" dirty="0"/>
              <a:t> </a:t>
            </a:r>
            <a:r>
              <a:rPr lang="en-US" sz="3600" dirty="0" err="1"/>
              <a:t>goreng</a:t>
            </a:r>
            <a:r>
              <a:rPr lang="en-US" sz="3600" dirty="0"/>
              <a:t>.</a:t>
            </a:r>
          </a:p>
          <a:p>
            <a:endParaRPr lang="en-US" sz="3600" dirty="0"/>
          </a:p>
          <a:p>
            <a:r>
              <a:rPr lang="en-US" sz="3600" u="sng" dirty="0" err="1">
                <a:effectLst>
                  <a:outerShdw blurRad="38100" dist="38100" dir="2700000" algn="tl">
                    <a:srgbClr val="000000">
                      <a:alpha val="43137"/>
                    </a:srgbClr>
                  </a:outerShdw>
                </a:effectLst>
              </a:rPr>
              <a:t>Selain</a:t>
            </a:r>
            <a:r>
              <a:rPr lang="en-US" sz="3600" dirty="0"/>
              <a:t> </a:t>
            </a:r>
            <a:r>
              <a:rPr lang="en-US" sz="3600" dirty="0" err="1"/>
              <a:t>rendang</a:t>
            </a:r>
            <a:r>
              <a:rPr lang="en-US" sz="3600" dirty="0"/>
              <a:t>, </a:t>
            </a:r>
            <a:r>
              <a:rPr lang="en-US" sz="3600" dirty="0" err="1"/>
              <a:t>nasi</a:t>
            </a:r>
            <a:r>
              <a:rPr lang="en-US" sz="3600" dirty="0"/>
              <a:t> </a:t>
            </a:r>
            <a:r>
              <a:rPr lang="en-US" sz="3600" dirty="0" err="1"/>
              <a:t>goreng</a:t>
            </a:r>
            <a:r>
              <a:rPr lang="en-US" sz="3600" dirty="0"/>
              <a:t> juga </a:t>
            </a:r>
            <a:r>
              <a:rPr lang="en-US" sz="3600" dirty="0" err="1"/>
              <a:t>enak</a:t>
            </a:r>
            <a:r>
              <a:rPr lang="en-US" sz="3600" dirty="0"/>
              <a:t>. </a:t>
            </a:r>
          </a:p>
        </p:txBody>
      </p:sp>
    </p:spTree>
    <p:extLst>
      <p:ext uri="{BB962C8B-B14F-4D97-AF65-F5344CB8AC3E}">
        <p14:creationId xmlns:p14="http://schemas.microsoft.com/office/powerpoint/2010/main" val="528683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veling Denmark - Waspada! 5 Fakta Unik Ini Bakal Bikin Kamu Mupeng dan  Rindu Liburan - Tribun Travel">
            <a:extLst>
              <a:ext uri="{FF2B5EF4-FFF2-40B4-BE49-F238E27FC236}">
                <a16:creationId xmlns:a16="http://schemas.microsoft.com/office/drawing/2014/main" id="{9333D8BF-B330-48C0-B535-49E8C88CD2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35" r="21235" b="8397"/>
          <a:stretch/>
        </p:blipFill>
        <p:spPr bwMode="auto">
          <a:xfrm>
            <a:off x="4376690" y="10"/>
            <a:ext cx="781530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A4F8CF9F-4458-441A-AA7E-C430019E3A2B}"/>
              </a:ext>
            </a:extLst>
          </p:cNvPr>
          <p:cNvSpPr/>
          <p:nvPr/>
        </p:nvSpPr>
        <p:spPr>
          <a:xfrm>
            <a:off x="206102" y="200290"/>
            <a:ext cx="3895381" cy="222331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a:lnSpc>
                <a:spcPct val="90000"/>
              </a:lnSpc>
              <a:spcBef>
                <a:spcPct val="0"/>
              </a:spcBef>
              <a:spcAft>
                <a:spcPts val="600"/>
              </a:spcAft>
            </a:pPr>
            <a:r>
              <a:rPr lang="en-US" sz="2400" b="1" dirty="0" err="1">
                <a:solidFill>
                  <a:srgbClr val="FF0000"/>
                </a:solidFill>
                <a:latin typeface="Arial" panose="020B0604020202020204" pitchFamily="34" charset="0"/>
                <a:ea typeface="+mj-ea"/>
                <a:cs typeface="Arial" panose="020B0604020202020204" pitchFamily="34" charset="0"/>
              </a:rPr>
              <a:t>Apa</a:t>
            </a:r>
            <a:r>
              <a:rPr lang="en-US" sz="2400" b="1" dirty="0">
                <a:solidFill>
                  <a:srgbClr val="FF0000"/>
                </a:solidFill>
                <a:latin typeface="Arial" panose="020B0604020202020204" pitchFamily="34" charset="0"/>
                <a:ea typeface="+mj-ea"/>
                <a:cs typeface="Arial" panose="020B0604020202020204" pitchFamily="34" charset="0"/>
              </a:rPr>
              <a:t> </a:t>
            </a:r>
            <a:r>
              <a:rPr lang="en-US" sz="2400" b="1" dirty="0" err="1">
                <a:solidFill>
                  <a:srgbClr val="FF0000"/>
                </a:solidFill>
                <a:latin typeface="Arial" panose="020B0604020202020204" pitchFamily="34" charset="0"/>
                <a:ea typeface="+mj-ea"/>
                <a:cs typeface="Arial" panose="020B0604020202020204" pitchFamily="34" charset="0"/>
              </a:rPr>
              <a:t>wisata</a:t>
            </a:r>
            <a:r>
              <a:rPr lang="en-US" sz="2400" b="1" dirty="0">
                <a:solidFill>
                  <a:srgbClr val="FF0000"/>
                </a:solidFill>
                <a:latin typeface="Arial" panose="020B0604020202020204" pitchFamily="34" charset="0"/>
                <a:ea typeface="+mj-ea"/>
                <a:cs typeface="Arial" panose="020B0604020202020204" pitchFamily="34" charset="0"/>
              </a:rPr>
              <a:t> paling </a:t>
            </a:r>
            <a:r>
              <a:rPr lang="en-US" sz="2400" b="1" dirty="0" err="1">
                <a:solidFill>
                  <a:srgbClr val="FF0000"/>
                </a:solidFill>
                <a:latin typeface="Arial" panose="020B0604020202020204" pitchFamily="34" charset="0"/>
                <a:ea typeface="+mj-ea"/>
                <a:cs typeface="Arial" panose="020B0604020202020204" pitchFamily="34" charset="0"/>
              </a:rPr>
              <a:t>populer</a:t>
            </a:r>
            <a:r>
              <a:rPr lang="en-US" sz="2400" b="1" dirty="0">
                <a:solidFill>
                  <a:srgbClr val="FF0000"/>
                </a:solidFill>
                <a:latin typeface="Arial" panose="020B0604020202020204" pitchFamily="34" charset="0"/>
                <a:ea typeface="+mj-ea"/>
                <a:cs typeface="Arial" panose="020B0604020202020204" pitchFamily="34" charset="0"/>
              </a:rPr>
              <a:t> di Denmark?</a:t>
            </a:r>
          </a:p>
        </p:txBody>
      </p:sp>
      <p:sp>
        <p:nvSpPr>
          <p:cNvPr id="10" name="Rectangle 9">
            <a:extLst>
              <a:ext uri="{FF2B5EF4-FFF2-40B4-BE49-F238E27FC236}">
                <a16:creationId xmlns:a16="http://schemas.microsoft.com/office/drawing/2014/main" id="{CFEB6C41-7B49-4C9D-963D-A7CDC45BE2F0}"/>
              </a:ext>
            </a:extLst>
          </p:cNvPr>
          <p:cNvSpPr/>
          <p:nvPr/>
        </p:nvSpPr>
        <p:spPr>
          <a:xfrm>
            <a:off x="18712" y="2697597"/>
            <a:ext cx="4270159" cy="3970318"/>
          </a:xfrm>
          <a:prstGeom prst="rect">
            <a:avLst/>
          </a:prstGeom>
          <a:ln w="6350">
            <a:solidFill>
              <a:schemeClr val="tx1"/>
            </a:solidFill>
          </a:ln>
        </p:spPr>
        <p:txBody>
          <a:bodyPr wrap="square">
            <a:spAutoFit/>
          </a:bodyPr>
          <a:lstStyle/>
          <a:p>
            <a:pPr marL="514350" indent="-514350">
              <a:lnSpc>
                <a:spcPct val="150000"/>
              </a:lnSpc>
              <a:buAutoNum type="arabicPeriod"/>
            </a:pPr>
            <a:r>
              <a:rPr lang="en-US" sz="2800" dirty="0">
                <a:latin typeface="Arial Rounded MT Bold" panose="020F0704030504030204" pitchFamily="34" charset="0"/>
              </a:rPr>
              <a:t>Nama </a:t>
            </a:r>
            <a:r>
              <a:rPr lang="en-US" sz="2800" dirty="0" err="1">
                <a:latin typeface="Arial Rounded MT Bold" panose="020F0704030504030204" pitchFamily="34" charset="0"/>
              </a:rPr>
              <a:t>tempat</a:t>
            </a:r>
            <a:r>
              <a:rPr lang="en-US" sz="2800" dirty="0">
                <a:latin typeface="Arial Rounded MT Bold" panose="020F0704030504030204" pitchFamily="34" charset="0"/>
              </a:rPr>
              <a:t> </a:t>
            </a:r>
            <a:r>
              <a:rPr lang="en-US" sz="2800" dirty="0" err="1">
                <a:latin typeface="Arial Rounded MT Bold" panose="020F0704030504030204" pitchFamily="34" charset="0"/>
              </a:rPr>
              <a:t>wisata</a:t>
            </a:r>
            <a:endParaRPr lang="en-US" sz="2800" dirty="0">
              <a:latin typeface="Arial Rounded MT Bold" panose="020F0704030504030204" pitchFamily="34" charset="0"/>
            </a:endParaRPr>
          </a:p>
          <a:p>
            <a:pPr marL="514350" indent="-514350">
              <a:lnSpc>
                <a:spcPct val="150000"/>
              </a:lnSpc>
              <a:buAutoNum type="arabicPeriod"/>
            </a:pPr>
            <a:r>
              <a:rPr lang="en-US" sz="2800" dirty="0">
                <a:latin typeface="Arial Rounded MT Bold" panose="020F0704030504030204" pitchFamily="34" charset="0"/>
              </a:rPr>
              <a:t>Lokasi </a:t>
            </a:r>
          </a:p>
          <a:p>
            <a:pPr marL="514350" indent="-514350">
              <a:lnSpc>
                <a:spcPct val="150000"/>
              </a:lnSpc>
              <a:buAutoNum type="arabicPeriod"/>
            </a:pPr>
            <a:r>
              <a:rPr lang="en-US" sz="2800" dirty="0">
                <a:latin typeface="Arial Rounded MT Bold" panose="020F0704030504030204" pitchFamily="34" charset="0"/>
              </a:rPr>
              <a:t>Harga </a:t>
            </a:r>
            <a:r>
              <a:rPr lang="en-US" sz="2800" dirty="0" err="1">
                <a:latin typeface="Arial Rounded MT Bold" panose="020F0704030504030204" pitchFamily="34" charset="0"/>
              </a:rPr>
              <a:t>tiket</a:t>
            </a:r>
            <a:r>
              <a:rPr lang="en-US" sz="2800" dirty="0">
                <a:latin typeface="Arial Rounded MT Bold" panose="020F0704030504030204" pitchFamily="34" charset="0"/>
              </a:rPr>
              <a:t> </a:t>
            </a:r>
            <a:r>
              <a:rPr lang="en-US" sz="2800" dirty="0" err="1">
                <a:latin typeface="Arial Rounded MT Bold" panose="020F0704030504030204" pitchFamily="34" charset="0"/>
              </a:rPr>
              <a:t>masuk</a:t>
            </a:r>
            <a:endParaRPr lang="en-US" sz="2800" dirty="0">
              <a:latin typeface="Arial Rounded MT Bold" panose="020F0704030504030204" pitchFamily="34" charset="0"/>
            </a:endParaRPr>
          </a:p>
          <a:p>
            <a:pPr marL="514350" indent="-514350">
              <a:lnSpc>
                <a:spcPct val="150000"/>
              </a:lnSpc>
              <a:buAutoNum type="arabicPeriod"/>
            </a:pPr>
            <a:r>
              <a:rPr lang="en-US" sz="2800" dirty="0" err="1">
                <a:latin typeface="Arial Rounded MT Bold" panose="020F0704030504030204" pitchFamily="34" charset="0"/>
              </a:rPr>
              <a:t>Transportasi</a:t>
            </a:r>
            <a:endParaRPr lang="en-US" sz="2800" dirty="0">
              <a:latin typeface="Arial Rounded MT Bold" panose="020F0704030504030204" pitchFamily="34" charset="0"/>
            </a:endParaRPr>
          </a:p>
          <a:p>
            <a:pPr marL="514350" indent="-514350">
              <a:lnSpc>
                <a:spcPct val="150000"/>
              </a:lnSpc>
              <a:buAutoNum type="arabicPeriod"/>
            </a:pPr>
            <a:r>
              <a:rPr lang="en-US" sz="2800" dirty="0" err="1">
                <a:latin typeface="Arial Rounded MT Bold" panose="020F0704030504030204" pitchFamily="34" charset="0"/>
              </a:rPr>
              <a:t>Aktivitas</a:t>
            </a:r>
            <a:endParaRPr lang="en-US" sz="2800" dirty="0">
              <a:latin typeface="Arial Rounded MT Bold" panose="020F0704030504030204" pitchFamily="34" charset="0"/>
            </a:endParaRPr>
          </a:p>
          <a:p>
            <a:pPr marL="514350" indent="-514350">
              <a:lnSpc>
                <a:spcPct val="150000"/>
              </a:lnSpc>
              <a:buAutoNum type="arabicPeriod"/>
            </a:pPr>
            <a:r>
              <a:rPr lang="en-US" sz="2800" dirty="0">
                <a:latin typeface="Arial Rounded MT Bold" panose="020F0704030504030204" pitchFamily="34" charset="0"/>
              </a:rPr>
              <a:t>Tips </a:t>
            </a:r>
          </a:p>
        </p:txBody>
      </p:sp>
    </p:spTree>
    <p:extLst>
      <p:ext uri="{BB962C8B-B14F-4D97-AF65-F5344CB8AC3E}">
        <p14:creationId xmlns:p14="http://schemas.microsoft.com/office/powerpoint/2010/main" val="270939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3" end="3"/>
                                            </p:txEl>
                                          </p:spTgt>
                                        </p:tgtEl>
                                        <p:attrNameLst>
                                          <p:attrName>style.visibility</p:attrName>
                                        </p:attrNameLst>
                                      </p:cBhvr>
                                      <p:to>
                                        <p:strVal val="visible"/>
                                      </p:to>
                                    </p:set>
                                    <p:animEffect transition="in" filter="fade">
                                      <p:cBhvr>
                                        <p:cTn id="28" dur="1000"/>
                                        <p:tgtEl>
                                          <p:spTgt spid="10">
                                            <p:txEl>
                                              <p:pRg st="3" end="3"/>
                                            </p:txEl>
                                          </p:spTgt>
                                        </p:tgtEl>
                                      </p:cBhvr>
                                    </p:animEffect>
                                    <p:anim calcmode="lin" valueType="num">
                                      <p:cBhvr>
                                        <p:cTn id="29"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4" end="4"/>
                                            </p:txEl>
                                          </p:spTgt>
                                        </p:tgtEl>
                                        <p:attrNameLst>
                                          <p:attrName>style.visibility</p:attrName>
                                        </p:attrNameLst>
                                      </p:cBhvr>
                                      <p:to>
                                        <p:strVal val="visible"/>
                                      </p:to>
                                    </p:set>
                                    <p:animEffect transition="in" filter="fade">
                                      <p:cBhvr>
                                        <p:cTn id="35" dur="1000"/>
                                        <p:tgtEl>
                                          <p:spTgt spid="10">
                                            <p:txEl>
                                              <p:pRg st="4" end="4"/>
                                            </p:txEl>
                                          </p:spTgt>
                                        </p:tgtEl>
                                      </p:cBhvr>
                                    </p:animEffect>
                                    <p:anim calcmode="lin" valueType="num">
                                      <p:cBhvr>
                                        <p:cTn id="36"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
                                            <p:txEl>
                                              <p:pRg st="5" end="5"/>
                                            </p:txEl>
                                          </p:spTgt>
                                        </p:tgtEl>
                                        <p:attrNameLst>
                                          <p:attrName>style.visibility</p:attrName>
                                        </p:attrNameLst>
                                      </p:cBhvr>
                                      <p:to>
                                        <p:strVal val="visible"/>
                                      </p:to>
                                    </p:set>
                                    <p:animEffect transition="in" filter="fade">
                                      <p:cBhvr>
                                        <p:cTn id="42" dur="1000"/>
                                        <p:tgtEl>
                                          <p:spTgt spid="10">
                                            <p:txEl>
                                              <p:pRg st="5" end="5"/>
                                            </p:txEl>
                                          </p:spTgt>
                                        </p:tgtEl>
                                      </p:cBhvr>
                                    </p:animEffect>
                                    <p:anim calcmode="lin" valueType="num">
                                      <p:cBhvr>
                                        <p:cTn id="43"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descr="Image result for terima kasih indonesia cartoon"/>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819275" y="-244475"/>
            <a:ext cx="8213725" cy="710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6114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5483</TotalTime>
  <Words>988</Words>
  <Application>Microsoft Office PowerPoint</Application>
  <PresentationFormat>Widescreen</PresentationFormat>
  <Paragraphs>146</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Aharoni</vt:lpstr>
      <vt:lpstr>Arial</vt:lpstr>
      <vt:lpstr>Arial Rounded MT Bold</vt:lpstr>
      <vt:lpstr>Arvo</vt:lpstr>
      <vt:lpstr>Calibri</vt:lpstr>
      <vt:lpstr>Calibri Light</vt:lpstr>
      <vt:lpstr>Times New Roman</vt:lpstr>
      <vt:lpstr>Office Theme</vt:lpstr>
      <vt:lpstr>PowerPoint Presentation</vt:lpstr>
      <vt:lpstr>Wisata alam  di negara Anda </vt:lpstr>
      <vt:lpstr>Wisata Religi dan Budaya di Negara Anda</vt:lpstr>
      <vt:lpstr>PowerPoint Presentation</vt:lpstr>
      <vt:lpstr>Wisata Edukasi  di Negara Anda</vt:lpstr>
      <vt:lpstr>PowerPoint Presentation</vt:lpstr>
      <vt:lpstr>Konsep Ayo, segera, cepetan, mari </vt:lpstr>
      <vt:lpstr> Nama saya Zaw. Saya kemarin berlibur ke Bali. Saya naik pesawat dari Jakarta ke Bali. Perjalanan itu selama satu jam. Di Bali, saya jalan-jalan di pantai. Pantainya sangat indah. Saya cuci mata di kuta. Lalu Saya juga ambil foto di pura. Pura itu besar dan bagus. Saya juga beli oleh-oleh untuk keluarga. Saya makan makanan Bali, seperti sate lilit. Saya berjemur di pantai setiap sore. Setiap hari Saya naik gojek ke hotel. Libur di Bali sangat seru. Saya ingin libur lagi ke Bali!   </vt:lpstr>
      <vt:lpstr>Buat teks tentang cerita liburan</vt:lpstr>
      <vt:lpstr>PowerPoint Presentation</vt:lpstr>
      <vt:lpstr>PowerPoint Presentation</vt:lpstr>
      <vt:lpstr>Praktik Pesan kamar Hotel</vt:lpstr>
      <vt:lpstr>Buat rencana liburan (itinerary)</vt:lpstr>
      <vt:lpstr>PowerPoint Presentation</vt:lpstr>
      <vt:lpstr>PowerPoint Presentation</vt:lpstr>
      <vt:lpstr>PowerPoint Presentation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103</cp:revision>
  <dcterms:created xsi:type="dcterms:W3CDTF">2020-10-19T23:51:58Z</dcterms:created>
  <dcterms:modified xsi:type="dcterms:W3CDTF">2025-06-19T16:51:16Z</dcterms:modified>
</cp:coreProperties>
</file>